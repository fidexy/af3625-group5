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3716000" cy="7715250"/>
  <p:notesSz cx="6858000" cy="9144000"/>
  <p:embeddedFontLst>
    <p:embeddedFont>
      <p:font typeface="Inter" panose="02000503000000020004" pitchFamily="2" charset="0"/>
      <p:regular r:id="rId29"/>
      <p:bold r:id="rId30"/>
    </p:embeddedFont>
    <p:embeddedFont>
      <p:font typeface="Inter ExtraBold" panose="02000503000000020004" pitchFamily="2" charset="0"/>
      <p:bold r:id="rId31"/>
    </p:embeddedFont>
    <p:embeddedFont>
      <p:font typeface="Inter Light" panose="02000503000000020004" pitchFamily="2" charset="0"/>
      <p:regular r:id="rId32"/>
    </p:embeddedFont>
    <p:embeddedFont>
      <p:font typeface="Inter Medium" panose="02000503000000020004" pitchFamily="2" charset="0"/>
      <p:regular r:id="rId33"/>
    </p:embeddedFont>
    <p:embeddedFont>
      <p:font typeface="Inter SemiBold" panose="02000503000000020004" pitchFamily="2" charset="0"/>
      <p:bold r:id="rId34"/>
    </p:embeddedFont>
    <p:embeddedFont>
      <p:font typeface="JetBrains Mono" panose="02000009000000000000" pitchFamily="49" charset="0"/>
      <p:regular r:id="rId35"/>
      <p:bold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 s · Presenter A</a:t>
            </a:r>
          </a:p>
          <a:p>
            <a:endParaRPr/>
          </a:p>
          <a:p>
            <a:r>
              <a:t>Good morning. We are Group 5, and this is our tutorial presentation for AF3625. Over the next twenty minutes we will work through Questions 5.1 to 5.4. All four of them are about the same thing: what happens to a small open economy when its government restricts trade.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35 s · Presenter A</a:t>
            </a:r>
          </a:p>
          <a:p>
            <a:endParaRPr/>
          </a:p>
          <a:p>
            <a:r>
              <a:t>Here is the plan. We start with two minutes of theory that everything else uses — the world price, and the difference between a tariff and an import quota. Then [B] takes the television market in country Z: a diagram question with an import quota. [C] does the handbag algebra, where the government has to choose a tariff. [D] takes Egypt’s generator market, and then a real 2024 trade case — the European Union’s tariffs on Chinese electric cars. We will take questions at the end.</a:t>
            </a:r>
          </a:p>
          <a:p>
            <a:endParaRPr/>
          </a:p>
          <a:p>
            <a:r>
              <a:t>Handover:  Handover to [B] after the two primer slides.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 s · Presenter A</a:t>
            </a:r>
          </a:p>
          <a:p>
            <a:endParaRPr/>
          </a:p>
          <a:p>
            <a:r>
              <a:t>One idea first, because every question depends on it. Country Z and country A are small countries, which means price takers: nothing they buy or sell can move the world price, so the world price is drawn as a flat line. Once they trade, domestic buyers and sellers all face that price. The rule is simple. If the price you would have without trade — the autarky price — is above the world price, you import, because foreign producers can undercut your own. If it is below, you export. And imports are just the gap between what domestic consumers want and what domestic producers will supply at the world price.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 s · Presenter A</a:t>
            </a:r>
          </a:p>
          <a:p>
            <a:endParaRPr/>
          </a:p>
          <a:p>
            <a:r>
              <a:t>Second idea: surplus. Consumer surplus is the area under demand and above the price — the benefit consumers get over what they actually pay. Producer surplus is the area above supply and below the price. Add them and you have social surplus: the total gain the market creates. Now the two barriers we use today. A tariff is a tax on each imported unit: the domestic price becomes the world price plus the tariff, and the government collects that price gap as revenue. A quota caps the quantity: the domestic price rises until the market clears with only that many imports, and the price gap goes to whoever holds the import licences — that is quota rent. Both cost the country the same two deadweight-loss triangles.</a:t>
            </a:r>
          </a:p>
          <a:p>
            <a:endParaRPr/>
          </a:p>
          <a:p>
            <a:r>
              <a:t>Handover:  Handover to [B] — the Q5.1 presenter takes over here.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35 s · Presenter B</a:t>
            </a:r>
          </a:p>
          <a:p>
            <a:endParaRPr/>
          </a:p>
          <a:p>
            <a:r>
              <a:t>Part two is Question 5.1, and I will read it as it is set. Country Z is a small country where all buyers and sellers are price takers; the figure shows the domestic demand and supply curves of the television market; and the country is open for international trade. Six parts: why it imports, how many it imports, producer surplus, the effect of a 20,000-unit quota, the S-plus-quota curve — which the question says is plotted wrongly — and finally quota rent.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35 s · Presenter B</a:t>
            </a:r>
          </a:p>
          <a:p>
            <a:endParaRPr/>
          </a:p>
          <a:p>
            <a:r>
              <a:t>First, read the two lines off the figure. Demand is P equals 225 minus 1.25 Q; supply is P equals 50 plus 1.25 Q, with Q in thousands of televisions. Where they cross is autarky: seventy thousand televisions at a hundred and thirty-seven dollars fifty. The world price is seventy-five dollars, drawn as a horizontal line because country Z cannot influence it. Notice the world price sits below the autarky price — that single fact is the reason this country imports.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35 s · Presenter B</a:t>
            </a:r>
          </a:p>
          <a:p>
            <a:endParaRPr/>
          </a:p>
          <a:p>
            <a:r>
              <a:t>Part (i) asks why. At seventy-five dollars, domestic producers will supply only twenty thousand televisions, but consumers want a hundred and twenty thousand. Domestic supply on its own cannot satisfy that demand at that price, and foreign producers are willing to sell at seventy-five, so the shortfall is imported. Part (ii): put seventy-five into the supply equation and you get twenty thousand; into demand and you get a hundred and twenty thousand. Imports are the difference — one hundred thousand televisions a year.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35 s · Presenter B</a:t>
            </a:r>
          </a:p>
          <a:p>
            <a:endParaRPr/>
          </a:p>
          <a:p>
            <a:r>
              <a:t>Part (iii) is producer surplus under free trade. It is the triangle above the domestic supply curve and below seventy-five dollars, up to the twenty thousand that domestic producers sell. Base is twenty thousand; height is seventy-five minus fifty, so twenty-five dollars. A half times base times height gives two hundred and fifty thousand dollars. The trap here is using a hundred and twenty thousand as the base — that is what consumers buy, but the surplus belongs to domestic producers only.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 · Presenter B</a:t>
            </a:r>
          </a:p>
          <a:p>
            <a:endParaRPr/>
          </a:p>
          <a:p>
            <a:r>
              <a:t>Part (iv): the government imposes an import quota of twenty thousand televisions. The intended effect comes in three steps. It caps imports at twenty thousand, far below the hundred thousand that free trade would bring in, so the quota binds. Total supply at seventy-five dollars is now too small, so consumers bid the price up. And that higher price pulls more domestic production in. In one sentence: by limiting imports, the government intends to raise the domestic price and domestic output, and so protect domestic producers — at the expense of consumers.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55 s · Presenter B</a:t>
            </a:r>
          </a:p>
          <a:p>
            <a:endParaRPr/>
          </a:p>
          <a:p>
            <a:r>
              <a:t>Part (v) is the part the question warns you about. The rule from Topic 5 is: when the domestic price is at or above the world price, supply becomes S plus quota. So the correct curve is kinked, not a straight line. Below seventy-five dollars there are no imports at all, so supply is just the domestic curve. At seventy-five dollars it jumps to the right by the quota — twenty thousand to forty thousand. Above that it is the domestic supply curve shifted right by twenty thousand, starting at forty thousand. The curve printed in the figure runs all the way down to twenty-five dollars on the price axis: it implies imports at prices where no imports are possible. That is the error they are testing.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 · Presenter B</a:t>
            </a:r>
          </a:p>
          <a:p>
            <a:endParaRPr/>
          </a:p>
          <a:p>
            <a:r>
              <a:t>Part (vi), quota rent. With S plus quota, the market clears where supply meets demand: eighty thousand televisions at a hundred and twenty-five dollars. Domestic producers supply sixty thousand of those, so imports are twenty thousand — exactly the quota, which is our check. Quota rent is the price gap times the quantity imported: a hundred and twenty-five minus seventy-five is fifty dollars, times twenty thousand — one million dollars. And notice who receives it: whoever holds the import licences, the importers, not the government. That is the difference from a tariff.</a:t>
            </a:r>
          </a:p>
          <a:p>
            <a:endParaRPr/>
          </a:p>
          <a:p>
            <a:r>
              <a:t>Handover:  Handover to [C] — the Q5.2 presenter takes over here.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 · Presenter C</a:t>
            </a:r>
          </a:p>
          <a:p>
            <a:endParaRPr/>
          </a:p>
          <a:p>
            <a:r>
              <a:t>Thank you — I will take Question 5.2. Country A is a small country again, and this time we are given equations: demand is minus two P plus forty thousand, supply is forty-six P plus six thousand four hundred. Parts (a) to (f): autarky, free-trade imports, the tariff that cuts imports by a quarter, tariff revenue, consumer surplus under the tariff, and finally whether a tariff benefits the country as a whole.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 · Presenter C</a:t>
            </a:r>
          </a:p>
          <a:p>
            <a:endParaRPr/>
          </a:p>
          <a:p>
            <a:r>
              <a:t>Before the numbers, the method, because every part uses the same three moves. Without trade, the market clears domestically: set demand equal to supply. With trade, evaluate both equations at the world price of six hundred dollars. And imports are always demand minus supply at the price buyers actually face — which, with a tariff, is the world price plus the tariff. Subtract supply from demand once and you get the import function: thirty-three thousand six hundred minus forty-eight P. Every extra dollar of domestic price cuts imports by forty-eight handbags.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 · Presenter C</a:t>
            </a:r>
          </a:p>
          <a:p>
            <a:endParaRPr/>
          </a:p>
          <a:p>
            <a:r>
              <a:t>Part (a), autarky. Without international trade, quantity demanded equals quantity supplied. So minus two P plus forty thousand equals forty-six P plus six thousand four hundred. Collect the terms and thirty-three thousand six hundred equals forty-eight P, which gives an equilibrium price of seven hundred dollars. Put that back into demand and you get thirty-eight thousand six hundred handbags a year. Check it in supply — also thirty-eight thousand six hundred.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 · Presenter C</a:t>
            </a:r>
          </a:p>
          <a:p>
            <a:endParaRPr/>
          </a:p>
          <a:p>
            <a:r>
              <a:t>Part (b), free trade at six hundred dollars a handbag. Demand at six hundred is thirty-eight thousand eight hundred; supply is thirty-four thousand. So imports are four thousand eight hundred handbags a year — or use the import function: thirty-three thousand six hundred minus forty-eight times six hundred gives the same answer. Consumers now pay less than they did under autarky, so they buy more; domestic firms sell less. That gap is the import.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 s · Presenter C</a:t>
            </a:r>
          </a:p>
          <a:p>
            <a:endParaRPr/>
          </a:p>
          <a:p>
            <a:r>
              <a:t>Part (c) is the interesting one. The government wants imports cut by twenty-five per cent, so the target is four thousand eight hundred times zero point seven five — three thousand six hundred handbags. What domestic price delivers that? Put three thousand six hundred into the import function: that gives forty-eight P equals thirty thousand, so P is six hundred and twenty-five dollars. The tariff is the gap between the price consumers pay and the world price: six hundred and twenty-five minus six hundred. Twenty-five dollars a handbag. Notice the logic runs backwards — the government chooses the import target, and the tariff is whatever delivers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 s · Presenter C</a:t>
            </a:r>
          </a:p>
          <a:p>
            <a:endParaRPr/>
          </a:p>
          <a:p>
            <a:r>
              <a:t>Part (d): tariff revenue is the tariff per unit multiplied by the number of units still imported — a rectangle, not a triangle. Twenty-five dollars on each of three thousand six hundred handbags is ninety thousand dollars a year. This is the number the statement in part (f) will point to, so remember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 s · Presenter C</a:t>
            </a:r>
          </a:p>
          <a:p>
            <a:endParaRPr/>
          </a:p>
          <a:p>
            <a:r>
              <a:t>Part (e), consumer surplus under the tariff. At six hundred and twenty-five dollars consumers buy thirty-eight thousand seven hundred and fifty handbags. The demand curve reaches the price axis where quantity demanded is zero — that is forty thousand divided by two, twenty thousand dollars. So the triangle is a half times thirty-eight thousand seven hundred and fifty times the height, twenty thousand minus six hundred and twenty-five. That gives three hundred and seventy-five million, three hundred and ninety thousand, six hundred and twenty-five dollars. Under free trade consumers had a million dollars more — the tariff costs them about nine hundred and sixty-nine thousand.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 s · Presenter C</a:t>
            </a:r>
          </a:p>
          <a:p>
            <a:endParaRPr/>
          </a:p>
          <a:p>
            <a:r>
              <a:t>Part (f), and this is the reflective one. The statement says that imposing a tariff is beneficial for country A as a whole because the government receives tariff revenue. It is false — for the country as a whole. Look at the three groups. Consumers lose nine hundred and sixty-nine thousand dollars. Domestic producers gain eight hundred and sixty-four thousand. The government collects ninety thousand. Add those up and the country is down fifteen thousand dollars — and that is exactly the deadweight loss: a half times the twenty-five dollar tariff times the twelve hundred handbags of imports that disappeared. So the statement is true for specific groups, the government and domestic producers, but the gains are transfers. A transfer cannot make the total any bigger.</a:t>
            </a:r>
          </a:p>
          <a:p>
            <a:endParaRPr/>
          </a:p>
          <a:p>
            <a:r>
              <a:t>Handover:  Handover to [D] — the Q5.3 and Q5.4 presenter takes over here.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 s · Presenter D</a:t>
            </a:r>
          </a:p>
          <a:p>
            <a:endParaRPr/>
          </a:p>
          <a:p>
            <a:r>
              <a:t>I will finish with Questions 5.3 and 5.4. Question 5.3 is Egypt’s generator market: demand ten thousand minus ten P, supply one thousand plus ten P, a world price of three hundred US dollars and a tariff of one hundred. Part (a) is arithmetic; part (b) asks who gains and who loses, and for the deadweight loss, illustrated with a diagram.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35 s · Presenter D</a:t>
            </a:r>
          </a:p>
          <a:p>
            <a:endParaRPr/>
          </a:p>
          <a:p>
            <a:r>
              <a:t>Part (a). Once the tariff is in place, the price in Egypt is the world price plus the tariff: four hundred dollars. Domestic production at four hundred is one thousand plus ten times four hundred — five thousand generators. Domestic demand is ten thousand minus four thousand — six thousand. So imports are the difference: one thousand generators. Tariff revenue is a hundred dollars on each of them, one hundred thousand dollars. For comparison, under free trade Egypt imported three thousand — the tariff cut imports by two thirds.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 s · Presenter D</a:t>
            </a:r>
          </a:p>
          <a:p>
            <a:endParaRPr/>
          </a:p>
          <a:p>
            <a:r>
              <a:t>Part (b) — who gains and who loses. Producers gain: their surplus is the trapezoid between three hundred and four hundred dollars along the supply curve, and it is worth four hundred and fifty thousand. The government gains a hundred thousand in tariff revenue. Consumers lose: their surplus falls by the trapezoid along the demand curve, six hundred and fifty thousand. The two pieces nobody receives are the hatched triangles — the production distortion and the consumption distortion — fifty thousand each. So the country as a whole is down one hundred thousand dollars: minus six hundred and fifty, plus four hundred and fifty, plus one hundred. The same conclusion as the handbags: protection moves income around, and destroys some of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 s · Presenter D</a:t>
            </a:r>
          </a:p>
          <a:p>
            <a:endParaRPr/>
          </a:p>
          <a:p>
            <a:r>
              <a:t>Question 5.4 asks us to choose one newspaper or magazine article from 2021 or later about a recent development in international trade, summarise it, and then apply Topic 5 to it. We chose Reuters’ coverage of the European Union’s tariffs on Chinese electric vehicles, published on the twenty-ninth of October 2024.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80 s · Presenter D</a:t>
            </a:r>
          </a:p>
          <a:p>
            <a:endParaRPr/>
          </a:p>
          <a:p>
            <a:r>
              <a:t>What happened: after a year-long anti-subsidy investigation, the EU imposed definitive countervailing duties for five years, on top of the standard ten per cent. The rate depends on the company — BYD seventeen per cent, Geely eighteen point eight, SAIC thirty-five point three, Tesla’s Shanghai plant seven point eight — so some models face forty-five per cent in total. EU members were divided, Beijing opened its own investigations into EU brandy, dairy and pork, and both sides kept negotiating a price undertaking instead. Now map it onto Topic 5. The barrier is an ad valorem tariff — a percentage tax on imports. EU consumers pay more, so their surplus falls. EU producers are protected from cheaper imports, so theirs rises. The EU budget collects the duty: tariff revenue. And fewer cars are imported, so the two deadweight-loss triangles appear. The price undertaking is the interesting line: if a minimum import price replaces the duty, the price gap stays with the Chinese exporters rather than the EU — that is the quota-rent case, exactly like a voluntary export restraint. And on comparative advantage: protection keeps production in a location where costs are higher.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 · Presenter D</a:t>
            </a:r>
          </a:p>
          <a:p>
            <a:endParaRPr/>
          </a:p>
          <a:p>
            <a:r>
              <a:t>Three takeaways. First, both barriers raise the domestic price — a tariff fixes the price gap, a quota fixes the quantity and lets the price find its level. Second, someone always gets the gap: the government with a tariff, the licence holders with a quota — and if that rent goes abroad instead, the country is worse off still. And third: producers win, consumers lose, and the country as a whole loses by the two deadweight-loss triangles — fifteen thousand dollars in the handbag question, one hundred thousand in Egypt.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s · Presenter D</a:t>
            </a:r>
          </a:p>
          <a:p>
            <a:endParaRPr/>
          </a:p>
          <a:p>
            <a:r>
              <a:t>Our sources are on this slide: the Reuters article for Question 5.4, the tutorial question sheet, and Topic 5, Topic 2 and Unit 5 for the theory and the worked figures. Thank you — we are happy to take your questions.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B1D4CAF-8BA7-449D-9966-82F2D1513887}"/>
              </a:ext>
            </a:extLst>
          </p:cNvPr>
          <p:cNvSpPr>
            <a:spLocks noGrp="1"/>
          </p:cNvSpPr>
          <p:nvPr>
            <p:ph type="title"/>
          </p:nvPr>
        </p:nvSpPr>
        <p:spPr>
          <a:xfrm>
            <a:off x="1371600" y="2914650"/>
            <a:ext cx="10972800" cy="1114425"/>
          </a:xfrm>
          <a:prstGeom prst="rect">
            <a:avLst/>
          </a:prstGeom>
          <a:noFill/>
          <a:ln>
            <a:noFill/>
            <a:prstDash val="solid"/>
          </a:ln>
        </p:spPr>
        <p:txBody>
          <a:bodyPr wrap="square" lIns="0" tIns="0" rIns="0" bIns="0" anchor="ctr">
            <a:normAutofit/>
          </a:bodyPr>
          <a:lstStyle>
            <a:defPPr algn="ctr">
              <a:defRPr sz="5400" b="1">
                <a:solidFill>
                  <a:schemeClr val="tx1"/>
                </a:solidFill>
                <a:latin typeface="+mj-lt"/>
                <a:ea typeface="+mj-lt"/>
                <a:cs typeface="+mj-lt"/>
              </a:defRPr>
            </a:defPPr>
            <a:lvl1pPr marL="0" indent="0" algn="ctr">
              <a:lnSpc>
                <a:spcPct val="110000"/>
              </a:lnSpc>
              <a:spcBef>
                <a:spcPts val="0"/>
              </a:spcBef>
              <a:spcAft>
                <a:spcPts val="0"/>
              </a:spcAft>
              <a:buNone/>
              <a:defRPr sz="5400" b="1">
                <a:solidFill>
                  <a:schemeClr val="tx1"/>
                </a:solidFill>
                <a:latin typeface="+mj-lt"/>
                <a:ea typeface="+mj-lt"/>
                <a:cs typeface="+mj-lt"/>
              </a:defRPr>
            </a:lvl1pPr>
            <a:lvl2pPr marL="0" indent="0" algn="ctr">
              <a:lnSpc>
                <a:spcPct val="110000"/>
              </a:lnSpc>
              <a:spcBef>
                <a:spcPts val="0"/>
              </a:spcBef>
              <a:spcAft>
                <a:spcPts val="0"/>
              </a:spcAft>
              <a:buNone/>
              <a:defRPr sz="5400" b="1">
                <a:solidFill>
                  <a:schemeClr val="tx1"/>
                </a:solidFill>
                <a:latin typeface="+mj-lt"/>
                <a:ea typeface="+mj-lt"/>
                <a:cs typeface="+mj-lt"/>
              </a:defRPr>
            </a:lvl2pPr>
            <a:lvl3pPr marL="0" indent="0" algn="ctr">
              <a:lnSpc>
                <a:spcPct val="110000"/>
              </a:lnSpc>
              <a:spcBef>
                <a:spcPts val="0"/>
              </a:spcBef>
              <a:spcAft>
                <a:spcPts val="0"/>
              </a:spcAft>
              <a:buNone/>
              <a:defRPr sz="5400" b="1">
                <a:solidFill>
                  <a:schemeClr val="tx1"/>
                </a:solidFill>
                <a:latin typeface="+mj-lt"/>
                <a:ea typeface="+mj-lt"/>
                <a:cs typeface="+mj-lt"/>
              </a:defRPr>
            </a:lvl3pPr>
            <a:lvl4pPr marL="0" indent="0" algn="ctr">
              <a:lnSpc>
                <a:spcPct val="110000"/>
              </a:lnSpc>
              <a:spcBef>
                <a:spcPts val="0"/>
              </a:spcBef>
              <a:spcAft>
                <a:spcPts val="0"/>
              </a:spcAft>
              <a:buNone/>
              <a:defRPr sz="5400" b="1">
                <a:solidFill>
                  <a:schemeClr val="tx1"/>
                </a:solidFill>
                <a:latin typeface="+mj-lt"/>
                <a:ea typeface="+mj-lt"/>
                <a:cs typeface="+mj-lt"/>
              </a:defRPr>
            </a:lvl4pPr>
            <a:lvl5pPr marL="0" indent="0" algn="ctr">
              <a:lnSpc>
                <a:spcPct val="110000"/>
              </a:lnSpc>
              <a:spcBef>
                <a:spcPts val="0"/>
              </a:spcBef>
              <a:spcAft>
                <a:spcPts val="0"/>
              </a:spcAft>
              <a:buNone/>
              <a:defRPr sz="5400" b="1">
                <a:solidFill>
                  <a:schemeClr val="tx1"/>
                </a:solidFill>
                <a:latin typeface="+mj-lt"/>
                <a:ea typeface="+mj-lt"/>
                <a:cs typeface="+mj-lt"/>
              </a:defRPr>
            </a:lvl5pPr>
            <a:lvl6pPr marL="0" indent="0" algn="ctr">
              <a:lnSpc>
                <a:spcPct val="110000"/>
              </a:lnSpc>
              <a:spcBef>
                <a:spcPts val="0"/>
              </a:spcBef>
              <a:spcAft>
                <a:spcPts val="0"/>
              </a:spcAft>
              <a:buNone/>
              <a:defRPr sz="5400" b="1">
                <a:solidFill>
                  <a:schemeClr val="tx1"/>
                </a:solidFill>
                <a:latin typeface="+mj-lt"/>
                <a:ea typeface="+mj-lt"/>
                <a:cs typeface="+mj-lt"/>
              </a:defRPr>
            </a:lvl6pPr>
            <a:lvl7pPr marL="0" indent="0" algn="ctr">
              <a:lnSpc>
                <a:spcPct val="110000"/>
              </a:lnSpc>
              <a:spcBef>
                <a:spcPts val="0"/>
              </a:spcBef>
              <a:spcAft>
                <a:spcPts val="0"/>
              </a:spcAft>
              <a:buNone/>
              <a:defRPr sz="5400" b="1">
                <a:solidFill>
                  <a:schemeClr val="tx1"/>
                </a:solidFill>
                <a:latin typeface="+mj-lt"/>
                <a:ea typeface="+mj-lt"/>
                <a:cs typeface="+mj-lt"/>
              </a:defRPr>
            </a:lvl7pPr>
            <a:lvl8pPr marL="0" indent="0" algn="ctr">
              <a:lnSpc>
                <a:spcPct val="110000"/>
              </a:lnSpc>
              <a:spcBef>
                <a:spcPts val="0"/>
              </a:spcBef>
              <a:spcAft>
                <a:spcPts val="0"/>
              </a:spcAft>
              <a:buNone/>
              <a:defRPr sz="5400" b="1">
                <a:solidFill>
                  <a:schemeClr val="tx1"/>
                </a:solidFill>
                <a:latin typeface="+mj-lt"/>
                <a:ea typeface="+mj-lt"/>
                <a:cs typeface="+mj-lt"/>
              </a:defRPr>
            </a:lvl8pPr>
            <a:lvl9pPr marL="0" indent="0" algn="ctr">
              <a:lnSpc>
                <a:spcPct val="110000"/>
              </a:lnSpc>
              <a:spcBef>
                <a:spcPts val="0"/>
              </a:spcBef>
              <a:spcAft>
                <a:spcPts val="0"/>
              </a:spcAft>
              <a:buNone/>
              <a:defRPr sz="54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54FA7344-B019-4A72-9B4D-9B9D5D389B14}"/>
              </a:ext>
            </a:extLst>
          </p:cNvPr>
          <p:cNvSpPr>
            <a:spLocks noGrp="1"/>
          </p:cNvSpPr>
          <p:nvPr>
            <p:ph type="subTitle" idx="1"/>
          </p:nvPr>
        </p:nvSpPr>
        <p:spPr>
          <a:xfrm>
            <a:off x="2057400" y="4243388"/>
            <a:ext cx="9601200" cy="857250"/>
          </a:xfrm>
          <a:prstGeom prst="rect">
            <a:avLst/>
          </a:prstGeom>
          <a:noFill/>
          <a:ln>
            <a:noFill/>
            <a:prstDash val="solid"/>
          </a:ln>
        </p:spPr>
        <p:txBody>
          <a:bodyPr wrap="square" lIns="0" tIns="0" rIns="0" bIns="0" anchor="ctr">
            <a:normAutofit/>
          </a:bodyPr>
          <a:lstStyle>
            <a:defPPr algn="ctr">
              <a:defRPr sz="2363" b="0">
                <a:solidFill>
                  <a:schemeClr val="tx1"/>
                </a:solidFill>
                <a:latin typeface="+mn-lt"/>
                <a:ea typeface="+mn-lt"/>
                <a:cs typeface="+mn-lt"/>
              </a:defRPr>
            </a:defPPr>
            <a:lvl1pPr marL="0" indent="0" algn="ctr">
              <a:lnSpc>
                <a:spcPct val="110000"/>
              </a:lnSpc>
              <a:spcBef>
                <a:spcPts val="0"/>
              </a:spcBef>
              <a:spcAft>
                <a:spcPts val="0"/>
              </a:spcAft>
              <a:buNone/>
              <a:defRPr sz="2363" b="0">
                <a:solidFill>
                  <a:schemeClr val="tx1"/>
                </a:solidFill>
                <a:latin typeface="+mn-lt"/>
                <a:ea typeface="+mn-lt"/>
                <a:cs typeface="+mn-lt"/>
              </a:defRPr>
            </a:lvl1pPr>
            <a:lvl2pPr marL="0" indent="0" algn="ctr">
              <a:lnSpc>
                <a:spcPct val="110000"/>
              </a:lnSpc>
              <a:spcBef>
                <a:spcPts val="0"/>
              </a:spcBef>
              <a:spcAft>
                <a:spcPts val="0"/>
              </a:spcAft>
              <a:buNone/>
              <a:defRPr sz="2363" b="0">
                <a:solidFill>
                  <a:schemeClr val="tx1"/>
                </a:solidFill>
                <a:latin typeface="+mn-lt"/>
                <a:ea typeface="+mn-lt"/>
                <a:cs typeface="+mn-lt"/>
              </a:defRPr>
            </a:lvl2pPr>
            <a:lvl3pPr marL="0" indent="0" algn="ctr">
              <a:lnSpc>
                <a:spcPct val="110000"/>
              </a:lnSpc>
              <a:spcBef>
                <a:spcPts val="0"/>
              </a:spcBef>
              <a:spcAft>
                <a:spcPts val="0"/>
              </a:spcAft>
              <a:buNone/>
              <a:defRPr sz="2363" b="0">
                <a:solidFill>
                  <a:schemeClr val="tx1"/>
                </a:solidFill>
                <a:latin typeface="+mn-lt"/>
                <a:ea typeface="+mn-lt"/>
                <a:cs typeface="+mn-lt"/>
              </a:defRPr>
            </a:lvl3pPr>
            <a:lvl4pPr marL="0" indent="0" algn="ctr">
              <a:lnSpc>
                <a:spcPct val="110000"/>
              </a:lnSpc>
              <a:spcBef>
                <a:spcPts val="0"/>
              </a:spcBef>
              <a:spcAft>
                <a:spcPts val="0"/>
              </a:spcAft>
              <a:buNone/>
              <a:defRPr sz="2363" b="0">
                <a:solidFill>
                  <a:schemeClr val="tx1"/>
                </a:solidFill>
                <a:latin typeface="+mn-lt"/>
                <a:ea typeface="+mn-lt"/>
                <a:cs typeface="+mn-lt"/>
              </a:defRPr>
            </a:lvl4pPr>
            <a:lvl5pPr marL="0" indent="0" algn="ctr">
              <a:lnSpc>
                <a:spcPct val="110000"/>
              </a:lnSpc>
              <a:spcBef>
                <a:spcPts val="0"/>
              </a:spcBef>
              <a:spcAft>
                <a:spcPts val="0"/>
              </a:spcAft>
              <a:buNone/>
              <a:defRPr sz="2363" b="0">
                <a:solidFill>
                  <a:schemeClr val="tx1"/>
                </a:solidFill>
                <a:latin typeface="+mn-lt"/>
                <a:ea typeface="+mn-lt"/>
                <a:cs typeface="+mn-lt"/>
              </a:defRPr>
            </a:lvl5pPr>
            <a:lvl6pPr marL="0" indent="0" algn="ctr">
              <a:lnSpc>
                <a:spcPct val="110000"/>
              </a:lnSpc>
              <a:spcBef>
                <a:spcPts val="0"/>
              </a:spcBef>
              <a:spcAft>
                <a:spcPts val="0"/>
              </a:spcAft>
              <a:buNone/>
              <a:defRPr sz="2363" b="0">
                <a:solidFill>
                  <a:schemeClr val="tx1"/>
                </a:solidFill>
                <a:latin typeface="+mn-lt"/>
                <a:ea typeface="+mn-lt"/>
                <a:cs typeface="+mn-lt"/>
              </a:defRPr>
            </a:lvl6pPr>
            <a:lvl7pPr marL="0" indent="0" algn="ctr">
              <a:lnSpc>
                <a:spcPct val="110000"/>
              </a:lnSpc>
              <a:spcBef>
                <a:spcPts val="0"/>
              </a:spcBef>
              <a:spcAft>
                <a:spcPts val="0"/>
              </a:spcAft>
              <a:buNone/>
              <a:defRPr sz="2363" b="0">
                <a:solidFill>
                  <a:schemeClr val="tx1"/>
                </a:solidFill>
                <a:latin typeface="+mn-lt"/>
                <a:ea typeface="+mn-lt"/>
                <a:cs typeface="+mn-lt"/>
              </a:defRPr>
            </a:lvl7pPr>
            <a:lvl8pPr marL="0" indent="0" algn="ctr">
              <a:lnSpc>
                <a:spcPct val="110000"/>
              </a:lnSpc>
              <a:spcBef>
                <a:spcPts val="0"/>
              </a:spcBef>
              <a:spcAft>
                <a:spcPts val="0"/>
              </a:spcAft>
              <a:buNone/>
              <a:defRPr sz="2363" b="0">
                <a:solidFill>
                  <a:schemeClr val="tx1"/>
                </a:solidFill>
                <a:latin typeface="+mn-lt"/>
                <a:ea typeface="+mn-lt"/>
                <a:cs typeface="+mn-lt"/>
              </a:defRPr>
            </a:lvl8pPr>
            <a:lvl9pPr marL="0" indent="0" algn="ctr">
              <a:lnSpc>
                <a:spcPct val="110000"/>
              </a:lnSpc>
              <a:spcBef>
                <a:spcPts val="0"/>
              </a:spcBef>
              <a:spcAft>
                <a:spcPts val="0"/>
              </a:spcAft>
              <a:buNone/>
              <a:defRPr sz="2363"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CD6EB4C6-719D-4DD4-B4B1-D847EDAD9422}"/>
              </a:ext>
            </a:extLst>
          </p:cNvPr>
          <p:cNvSpPr>
            <a:spLocks noGrp="1"/>
          </p:cNvSpPr>
          <p:nvPr>
            <p:ph type="title"/>
          </p:nvPr>
        </p:nvSpPr>
        <p:spPr>
          <a:xfrm>
            <a:off x="1371600" y="3214688"/>
            <a:ext cx="10972800" cy="1285875"/>
          </a:xfrm>
          <a:prstGeom prst="rect">
            <a:avLst/>
          </a:prstGeom>
          <a:noFill/>
          <a:ln>
            <a:noFill/>
            <a:prstDash val="solid"/>
          </a:ln>
        </p:spPr>
        <p:txBody>
          <a:bodyPr wrap="square" lIns="0" tIns="0" rIns="0" bIns="0" anchor="ctr">
            <a:normAutofit/>
          </a:bodyPr>
          <a:lstStyle>
            <a:defPPr algn="ctr">
              <a:defRPr sz="4725" b="1">
                <a:solidFill>
                  <a:schemeClr val="tx1"/>
                </a:solidFill>
                <a:latin typeface="+mj-lt"/>
                <a:ea typeface="+mj-lt"/>
                <a:cs typeface="+mj-lt"/>
              </a:defRPr>
            </a:defPPr>
            <a:lvl1pPr marL="0" indent="0" algn="ctr">
              <a:lnSpc>
                <a:spcPct val="110000"/>
              </a:lnSpc>
              <a:spcBef>
                <a:spcPts val="0"/>
              </a:spcBef>
              <a:spcAft>
                <a:spcPts val="0"/>
              </a:spcAft>
              <a:buNone/>
              <a:defRPr sz="4725" b="1">
                <a:solidFill>
                  <a:schemeClr val="tx1"/>
                </a:solidFill>
                <a:latin typeface="+mj-lt"/>
                <a:ea typeface="+mj-lt"/>
                <a:cs typeface="+mj-lt"/>
              </a:defRPr>
            </a:lvl1pPr>
            <a:lvl2pPr marL="0" indent="0" algn="ctr">
              <a:lnSpc>
                <a:spcPct val="110000"/>
              </a:lnSpc>
              <a:spcBef>
                <a:spcPts val="0"/>
              </a:spcBef>
              <a:spcAft>
                <a:spcPts val="0"/>
              </a:spcAft>
              <a:buNone/>
              <a:defRPr sz="4725" b="1">
                <a:solidFill>
                  <a:schemeClr val="tx1"/>
                </a:solidFill>
                <a:latin typeface="+mj-lt"/>
                <a:ea typeface="+mj-lt"/>
                <a:cs typeface="+mj-lt"/>
              </a:defRPr>
            </a:lvl2pPr>
            <a:lvl3pPr marL="0" indent="0" algn="ctr">
              <a:lnSpc>
                <a:spcPct val="110000"/>
              </a:lnSpc>
              <a:spcBef>
                <a:spcPts val="0"/>
              </a:spcBef>
              <a:spcAft>
                <a:spcPts val="0"/>
              </a:spcAft>
              <a:buNone/>
              <a:defRPr sz="4725" b="1">
                <a:solidFill>
                  <a:schemeClr val="tx1"/>
                </a:solidFill>
                <a:latin typeface="+mj-lt"/>
                <a:ea typeface="+mj-lt"/>
                <a:cs typeface="+mj-lt"/>
              </a:defRPr>
            </a:lvl3pPr>
            <a:lvl4pPr marL="0" indent="0" algn="ctr">
              <a:lnSpc>
                <a:spcPct val="110000"/>
              </a:lnSpc>
              <a:spcBef>
                <a:spcPts val="0"/>
              </a:spcBef>
              <a:spcAft>
                <a:spcPts val="0"/>
              </a:spcAft>
              <a:buNone/>
              <a:defRPr sz="4725" b="1">
                <a:solidFill>
                  <a:schemeClr val="tx1"/>
                </a:solidFill>
                <a:latin typeface="+mj-lt"/>
                <a:ea typeface="+mj-lt"/>
                <a:cs typeface="+mj-lt"/>
              </a:defRPr>
            </a:lvl4pPr>
            <a:lvl5pPr marL="0" indent="0" algn="ctr">
              <a:lnSpc>
                <a:spcPct val="110000"/>
              </a:lnSpc>
              <a:spcBef>
                <a:spcPts val="0"/>
              </a:spcBef>
              <a:spcAft>
                <a:spcPts val="0"/>
              </a:spcAft>
              <a:buNone/>
              <a:defRPr sz="4725" b="1">
                <a:solidFill>
                  <a:schemeClr val="tx1"/>
                </a:solidFill>
                <a:latin typeface="+mj-lt"/>
                <a:ea typeface="+mj-lt"/>
                <a:cs typeface="+mj-lt"/>
              </a:defRPr>
            </a:lvl5pPr>
            <a:lvl6pPr marL="0" indent="0" algn="ctr">
              <a:lnSpc>
                <a:spcPct val="110000"/>
              </a:lnSpc>
              <a:spcBef>
                <a:spcPts val="0"/>
              </a:spcBef>
              <a:spcAft>
                <a:spcPts val="0"/>
              </a:spcAft>
              <a:buNone/>
              <a:defRPr sz="4725" b="1">
                <a:solidFill>
                  <a:schemeClr val="tx1"/>
                </a:solidFill>
                <a:latin typeface="+mj-lt"/>
                <a:ea typeface="+mj-lt"/>
                <a:cs typeface="+mj-lt"/>
              </a:defRPr>
            </a:lvl6pPr>
            <a:lvl7pPr marL="0" indent="0" algn="ctr">
              <a:lnSpc>
                <a:spcPct val="110000"/>
              </a:lnSpc>
              <a:spcBef>
                <a:spcPts val="0"/>
              </a:spcBef>
              <a:spcAft>
                <a:spcPts val="0"/>
              </a:spcAft>
              <a:buNone/>
              <a:defRPr sz="4725" b="1">
                <a:solidFill>
                  <a:schemeClr val="tx1"/>
                </a:solidFill>
                <a:latin typeface="+mj-lt"/>
                <a:ea typeface="+mj-lt"/>
                <a:cs typeface="+mj-lt"/>
              </a:defRPr>
            </a:lvl7pPr>
            <a:lvl8pPr marL="0" indent="0" algn="ctr">
              <a:lnSpc>
                <a:spcPct val="110000"/>
              </a:lnSpc>
              <a:spcBef>
                <a:spcPts val="0"/>
              </a:spcBef>
              <a:spcAft>
                <a:spcPts val="0"/>
              </a:spcAft>
              <a:buNone/>
              <a:defRPr sz="4725" b="1">
                <a:solidFill>
                  <a:schemeClr val="tx1"/>
                </a:solidFill>
                <a:latin typeface="+mj-lt"/>
                <a:ea typeface="+mj-lt"/>
                <a:cs typeface="+mj-lt"/>
              </a:defRPr>
            </a:lvl8pPr>
            <a:lvl9pPr marL="0" indent="0" algn="ctr">
              <a:lnSpc>
                <a:spcPct val="110000"/>
              </a:lnSpc>
              <a:spcBef>
                <a:spcPts val="0"/>
              </a:spcBef>
              <a:spcAft>
                <a:spcPts val="0"/>
              </a:spcAft>
              <a:buNone/>
              <a:defRPr sz="4725"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75151E1-60B4-4E70-A809-E58CEF3A0500}"/>
              </a:ext>
            </a:extLst>
          </p:cNvPr>
          <p:cNvSpPr>
            <a:spLocks noGrp="1"/>
          </p:cNvSpPr>
          <p:nvPr>
            <p:ph type="title"/>
          </p:nvPr>
        </p:nvSpPr>
        <p:spPr>
          <a:xfrm>
            <a:off x="771525" y="600075"/>
            <a:ext cx="12172950" cy="942975"/>
          </a:xfrm>
          <a:prstGeom prst="rect">
            <a:avLst/>
          </a:prstGeom>
          <a:noFill/>
          <a:ln>
            <a:noFill/>
            <a:prstDash val="solid"/>
          </a:ln>
        </p:spPr>
        <p:txBody>
          <a:bodyPr wrap="square" lIns="0" tIns="0" rIns="0" bIns="0" anchor="t">
            <a:normAutofit/>
          </a:bodyPr>
          <a:lstStyle>
            <a:defPPr algn="l">
              <a:defRPr sz="3713" b="1">
                <a:solidFill>
                  <a:schemeClr val="tx1"/>
                </a:solidFill>
                <a:latin typeface="+mj-lt"/>
                <a:ea typeface="+mj-lt"/>
                <a:cs typeface="+mj-lt"/>
              </a:defRPr>
            </a:defPPr>
            <a:lvl1pPr marL="0" indent="0" algn="l">
              <a:lnSpc>
                <a:spcPct val="110000"/>
              </a:lnSpc>
              <a:spcBef>
                <a:spcPts val="0"/>
              </a:spcBef>
              <a:spcAft>
                <a:spcPts val="0"/>
              </a:spcAft>
              <a:buNone/>
              <a:defRPr sz="3713" b="1">
                <a:solidFill>
                  <a:schemeClr val="tx1"/>
                </a:solidFill>
                <a:latin typeface="+mj-lt"/>
                <a:ea typeface="+mj-lt"/>
                <a:cs typeface="+mj-lt"/>
              </a:defRPr>
            </a:lvl1pPr>
            <a:lvl2pPr marL="0" indent="0" algn="l">
              <a:lnSpc>
                <a:spcPct val="110000"/>
              </a:lnSpc>
              <a:spcBef>
                <a:spcPts val="0"/>
              </a:spcBef>
              <a:spcAft>
                <a:spcPts val="0"/>
              </a:spcAft>
              <a:buNone/>
              <a:defRPr sz="3713" b="1">
                <a:solidFill>
                  <a:schemeClr val="tx1"/>
                </a:solidFill>
                <a:latin typeface="+mj-lt"/>
                <a:ea typeface="+mj-lt"/>
                <a:cs typeface="+mj-lt"/>
              </a:defRPr>
            </a:lvl2pPr>
            <a:lvl3pPr marL="0" indent="0" algn="l">
              <a:lnSpc>
                <a:spcPct val="110000"/>
              </a:lnSpc>
              <a:spcBef>
                <a:spcPts val="0"/>
              </a:spcBef>
              <a:spcAft>
                <a:spcPts val="0"/>
              </a:spcAft>
              <a:buNone/>
              <a:defRPr sz="3713" b="1">
                <a:solidFill>
                  <a:schemeClr val="tx1"/>
                </a:solidFill>
                <a:latin typeface="+mj-lt"/>
                <a:ea typeface="+mj-lt"/>
                <a:cs typeface="+mj-lt"/>
              </a:defRPr>
            </a:lvl3pPr>
            <a:lvl4pPr marL="0" indent="0" algn="l">
              <a:lnSpc>
                <a:spcPct val="110000"/>
              </a:lnSpc>
              <a:spcBef>
                <a:spcPts val="0"/>
              </a:spcBef>
              <a:spcAft>
                <a:spcPts val="0"/>
              </a:spcAft>
              <a:buNone/>
              <a:defRPr sz="3713" b="1">
                <a:solidFill>
                  <a:schemeClr val="tx1"/>
                </a:solidFill>
                <a:latin typeface="+mj-lt"/>
                <a:ea typeface="+mj-lt"/>
                <a:cs typeface="+mj-lt"/>
              </a:defRPr>
            </a:lvl4pPr>
            <a:lvl5pPr marL="0" indent="0" algn="l">
              <a:lnSpc>
                <a:spcPct val="110000"/>
              </a:lnSpc>
              <a:spcBef>
                <a:spcPts val="0"/>
              </a:spcBef>
              <a:spcAft>
                <a:spcPts val="0"/>
              </a:spcAft>
              <a:buNone/>
              <a:defRPr sz="3713" b="1">
                <a:solidFill>
                  <a:schemeClr val="tx1"/>
                </a:solidFill>
                <a:latin typeface="+mj-lt"/>
                <a:ea typeface="+mj-lt"/>
                <a:cs typeface="+mj-lt"/>
              </a:defRPr>
            </a:lvl5pPr>
            <a:lvl6pPr marL="0" indent="0" algn="l">
              <a:lnSpc>
                <a:spcPct val="110000"/>
              </a:lnSpc>
              <a:spcBef>
                <a:spcPts val="0"/>
              </a:spcBef>
              <a:spcAft>
                <a:spcPts val="0"/>
              </a:spcAft>
              <a:buNone/>
              <a:defRPr sz="3713" b="1">
                <a:solidFill>
                  <a:schemeClr val="tx1"/>
                </a:solidFill>
                <a:latin typeface="+mj-lt"/>
                <a:ea typeface="+mj-lt"/>
                <a:cs typeface="+mj-lt"/>
              </a:defRPr>
            </a:lvl6pPr>
            <a:lvl7pPr marL="0" indent="0" algn="l">
              <a:lnSpc>
                <a:spcPct val="110000"/>
              </a:lnSpc>
              <a:spcBef>
                <a:spcPts val="0"/>
              </a:spcBef>
              <a:spcAft>
                <a:spcPts val="0"/>
              </a:spcAft>
              <a:buNone/>
              <a:defRPr sz="3713" b="1">
                <a:solidFill>
                  <a:schemeClr val="tx1"/>
                </a:solidFill>
                <a:latin typeface="+mj-lt"/>
                <a:ea typeface="+mj-lt"/>
                <a:cs typeface="+mj-lt"/>
              </a:defRPr>
            </a:lvl7pPr>
            <a:lvl8pPr marL="0" indent="0" algn="l">
              <a:lnSpc>
                <a:spcPct val="110000"/>
              </a:lnSpc>
              <a:spcBef>
                <a:spcPts val="0"/>
              </a:spcBef>
              <a:spcAft>
                <a:spcPts val="0"/>
              </a:spcAft>
              <a:buNone/>
              <a:defRPr sz="3713" b="1">
                <a:solidFill>
                  <a:schemeClr val="tx1"/>
                </a:solidFill>
                <a:latin typeface="+mj-lt"/>
                <a:ea typeface="+mj-lt"/>
                <a:cs typeface="+mj-lt"/>
              </a:defRPr>
            </a:lvl8pPr>
            <a:lvl9pPr marL="0" indent="0" algn="l">
              <a:lnSpc>
                <a:spcPct val="110000"/>
              </a:lnSpc>
              <a:spcBef>
                <a:spcPts val="0"/>
              </a:spcBef>
              <a:spcAft>
                <a:spcPts val="0"/>
              </a:spcAft>
              <a:buNone/>
              <a:defRPr sz="3713"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5BC7D6D9-F282-4836-9F8D-DDC4AFBF9CA2}"/>
              </a:ext>
            </a:extLst>
          </p:cNvPr>
          <p:cNvSpPr>
            <a:spLocks noGrp="1"/>
          </p:cNvSpPr>
          <p:nvPr>
            <p:ph type="body" idx="1"/>
          </p:nvPr>
        </p:nvSpPr>
        <p:spPr>
          <a:xfrm>
            <a:off x="771525" y="2143125"/>
            <a:ext cx="12172950" cy="4800600"/>
          </a:xfrm>
          <a:prstGeom prst="rect">
            <a:avLst/>
          </a:prstGeom>
          <a:noFill/>
          <a:ln>
            <a:noFill/>
            <a:prstDash val="solid"/>
          </a:ln>
        </p:spPr>
        <p:txBody>
          <a:bodyPr wrap="square" lIns="0" tIns="0" rIns="0" bIns="0" anchor="t">
            <a:normAutofit/>
          </a:bodyPr>
          <a:lstStyle>
            <a:defPPr algn="l">
              <a:defRPr sz="2531" b="0">
                <a:solidFill>
                  <a:schemeClr val="tx1"/>
                </a:solidFill>
                <a:latin typeface="+mn-lt"/>
                <a:ea typeface="+mn-lt"/>
                <a:cs typeface="+mn-lt"/>
              </a:defRPr>
            </a:defPPr>
            <a:lvl1pPr marL="257175" indent="-257175" algn="l">
              <a:lnSpc>
                <a:spcPct val="110000"/>
              </a:lnSpc>
              <a:spcBef>
                <a:spcPts val="0"/>
              </a:spcBef>
              <a:spcAft>
                <a:spcPts val="1350"/>
              </a:spcAft>
              <a:buChar char="•"/>
              <a:defRPr sz="2531" b="0">
                <a:solidFill>
                  <a:schemeClr val="tx1"/>
                </a:solidFill>
                <a:latin typeface="+mn-lt"/>
                <a:ea typeface="+mn-lt"/>
                <a:cs typeface="+mn-lt"/>
              </a:defRPr>
            </a:lvl1pPr>
            <a:lvl2pPr marL="600075" indent="-257175" algn="l">
              <a:lnSpc>
                <a:spcPct val="110000"/>
              </a:lnSpc>
              <a:spcBef>
                <a:spcPts val="0"/>
              </a:spcBef>
              <a:spcAft>
                <a:spcPts val="1350"/>
              </a:spcAft>
              <a:buChar char="•"/>
              <a:defRPr sz="2531" b="0">
                <a:solidFill>
                  <a:schemeClr val="tx1"/>
                </a:solidFill>
                <a:latin typeface="+mn-lt"/>
                <a:ea typeface="+mn-lt"/>
                <a:cs typeface="+mn-lt"/>
              </a:defRPr>
            </a:lvl2pPr>
            <a:lvl3pPr marL="942975" indent="-257175" algn="l">
              <a:lnSpc>
                <a:spcPct val="110000"/>
              </a:lnSpc>
              <a:spcBef>
                <a:spcPts val="0"/>
              </a:spcBef>
              <a:spcAft>
                <a:spcPts val="1350"/>
              </a:spcAft>
              <a:buChar char="•"/>
              <a:defRPr sz="2531" b="0">
                <a:solidFill>
                  <a:schemeClr val="tx1"/>
                </a:solidFill>
                <a:latin typeface="+mn-lt"/>
                <a:ea typeface="+mn-lt"/>
                <a:cs typeface="+mn-lt"/>
              </a:defRPr>
            </a:lvl3pPr>
            <a:lvl4pPr marL="1285875" indent="-257175" algn="l">
              <a:lnSpc>
                <a:spcPct val="110000"/>
              </a:lnSpc>
              <a:spcBef>
                <a:spcPts val="0"/>
              </a:spcBef>
              <a:spcAft>
                <a:spcPts val="1350"/>
              </a:spcAft>
              <a:buChar char="•"/>
              <a:defRPr sz="2531" b="0">
                <a:solidFill>
                  <a:schemeClr val="tx1"/>
                </a:solidFill>
                <a:latin typeface="+mn-lt"/>
                <a:ea typeface="+mn-lt"/>
                <a:cs typeface="+mn-lt"/>
              </a:defRPr>
            </a:lvl4pPr>
            <a:lvl5pPr marL="1628775" indent="-257175" algn="l">
              <a:lnSpc>
                <a:spcPct val="110000"/>
              </a:lnSpc>
              <a:spcBef>
                <a:spcPts val="0"/>
              </a:spcBef>
              <a:spcAft>
                <a:spcPts val="1350"/>
              </a:spcAft>
              <a:buChar char="•"/>
              <a:defRPr sz="2531" b="0">
                <a:solidFill>
                  <a:schemeClr val="tx1"/>
                </a:solidFill>
                <a:latin typeface="+mn-lt"/>
                <a:ea typeface="+mn-lt"/>
                <a:cs typeface="+mn-lt"/>
              </a:defRPr>
            </a:lvl5pPr>
            <a:lvl6pPr marL="1971675" indent="-257175" algn="l">
              <a:lnSpc>
                <a:spcPct val="110000"/>
              </a:lnSpc>
              <a:spcBef>
                <a:spcPts val="0"/>
              </a:spcBef>
              <a:spcAft>
                <a:spcPts val="1350"/>
              </a:spcAft>
              <a:buChar char="•"/>
              <a:defRPr sz="2531" b="0">
                <a:solidFill>
                  <a:schemeClr val="tx1"/>
                </a:solidFill>
                <a:latin typeface="+mn-lt"/>
                <a:ea typeface="+mn-lt"/>
                <a:cs typeface="+mn-lt"/>
              </a:defRPr>
            </a:lvl6pPr>
            <a:lvl7pPr marL="2314575" indent="-257175" algn="l">
              <a:lnSpc>
                <a:spcPct val="110000"/>
              </a:lnSpc>
              <a:spcBef>
                <a:spcPts val="0"/>
              </a:spcBef>
              <a:spcAft>
                <a:spcPts val="1350"/>
              </a:spcAft>
              <a:buChar char="•"/>
              <a:defRPr sz="2531" b="0">
                <a:solidFill>
                  <a:schemeClr val="tx1"/>
                </a:solidFill>
                <a:latin typeface="+mn-lt"/>
                <a:ea typeface="+mn-lt"/>
                <a:cs typeface="+mn-lt"/>
              </a:defRPr>
            </a:lvl7pPr>
            <a:lvl8pPr marL="2657475" indent="-257175" algn="l">
              <a:lnSpc>
                <a:spcPct val="110000"/>
              </a:lnSpc>
              <a:spcBef>
                <a:spcPts val="0"/>
              </a:spcBef>
              <a:spcAft>
                <a:spcPts val="1350"/>
              </a:spcAft>
              <a:buChar char="•"/>
              <a:defRPr sz="2531" b="0">
                <a:solidFill>
                  <a:schemeClr val="tx1"/>
                </a:solidFill>
                <a:latin typeface="+mn-lt"/>
                <a:ea typeface="+mn-lt"/>
                <a:cs typeface="+mn-lt"/>
              </a:defRPr>
            </a:lvl8pPr>
            <a:lvl9pPr marL="3000375" indent="-257175" algn="l">
              <a:lnSpc>
                <a:spcPct val="110000"/>
              </a:lnSpc>
              <a:spcBef>
                <a:spcPts val="0"/>
              </a:spcBef>
              <a:spcAft>
                <a:spcPts val="1350"/>
              </a:spcAft>
              <a:buChar char="•"/>
              <a:defRPr sz="2531"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928BEF14-130C-4EB6-9B80-1BEB8B8E06E4}"/>
              </a:ext>
            </a:extLst>
          </p:cNvPr>
          <p:cNvSpPr>
            <a:spLocks noGrp="1"/>
          </p:cNvSpPr>
          <p:nvPr>
            <p:ph type="title"/>
          </p:nvPr>
        </p:nvSpPr>
        <p:spPr>
          <a:xfrm>
            <a:off x="771525" y="600075"/>
            <a:ext cx="12172950" cy="942975"/>
          </a:xfrm>
          <a:prstGeom prst="rect">
            <a:avLst/>
          </a:prstGeom>
          <a:noFill/>
          <a:ln>
            <a:noFill/>
            <a:prstDash val="solid"/>
          </a:ln>
        </p:spPr>
        <p:txBody>
          <a:bodyPr wrap="square" lIns="0" tIns="0" rIns="0" bIns="0" anchor="t">
            <a:normAutofit/>
          </a:bodyPr>
          <a:lstStyle>
            <a:defPPr algn="l">
              <a:defRPr sz="3713" b="1">
                <a:solidFill>
                  <a:schemeClr val="tx1"/>
                </a:solidFill>
                <a:latin typeface="+mj-lt"/>
                <a:ea typeface="+mj-lt"/>
                <a:cs typeface="+mj-lt"/>
              </a:defRPr>
            </a:defPPr>
            <a:lvl1pPr marL="0" indent="0" algn="l">
              <a:lnSpc>
                <a:spcPct val="110000"/>
              </a:lnSpc>
              <a:spcBef>
                <a:spcPts val="0"/>
              </a:spcBef>
              <a:spcAft>
                <a:spcPts val="0"/>
              </a:spcAft>
              <a:buNone/>
              <a:defRPr sz="3713" b="1">
                <a:solidFill>
                  <a:schemeClr val="tx1"/>
                </a:solidFill>
                <a:latin typeface="+mj-lt"/>
                <a:ea typeface="+mj-lt"/>
                <a:cs typeface="+mj-lt"/>
              </a:defRPr>
            </a:lvl1pPr>
            <a:lvl2pPr marL="0" indent="0" algn="l">
              <a:lnSpc>
                <a:spcPct val="110000"/>
              </a:lnSpc>
              <a:spcBef>
                <a:spcPts val="0"/>
              </a:spcBef>
              <a:spcAft>
                <a:spcPts val="0"/>
              </a:spcAft>
              <a:buNone/>
              <a:defRPr sz="3713" b="1">
                <a:solidFill>
                  <a:schemeClr val="tx1"/>
                </a:solidFill>
                <a:latin typeface="+mj-lt"/>
                <a:ea typeface="+mj-lt"/>
                <a:cs typeface="+mj-lt"/>
              </a:defRPr>
            </a:lvl2pPr>
            <a:lvl3pPr marL="0" indent="0" algn="l">
              <a:lnSpc>
                <a:spcPct val="110000"/>
              </a:lnSpc>
              <a:spcBef>
                <a:spcPts val="0"/>
              </a:spcBef>
              <a:spcAft>
                <a:spcPts val="0"/>
              </a:spcAft>
              <a:buNone/>
              <a:defRPr sz="3713" b="1">
                <a:solidFill>
                  <a:schemeClr val="tx1"/>
                </a:solidFill>
                <a:latin typeface="+mj-lt"/>
                <a:ea typeface="+mj-lt"/>
                <a:cs typeface="+mj-lt"/>
              </a:defRPr>
            </a:lvl3pPr>
            <a:lvl4pPr marL="0" indent="0" algn="l">
              <a:lnSpc>
                <a:spcPct val="110000"/>
              </a:lnSpc>
              <a:spcBef>
                <a:spcPts val="0"/>
              </a:spcBef>
              <a:spcAft>
                <a:spcPts val="0"/>
              </a:spcAft>
              <a:buNone/>
              <a:defRPr sz="3713" b="1">
                <a:solidFill>
                  <a:schemeClr val="tx1"/>
                </a:solidFill>
                <a:latin typeface="+mj-lt"/>
                <a:ea typeface="+mj-lt"/>
                <a:cs typeface="+mj-lt"/>
              </a:defRPr>
            </a:lvl4pPr>
            <a:lvl5pPr marL="0" indent="0" algn="l">
              <a:lnSpc>
                <a:spcPct val="110000"/>
              </a:lnSpc>
              <a:spcBef>
                <a:spcPts val="0"/>
              </a:spcBef>
              <a:spcAft>
                <a:spcPts val="0"/>
              </a:spcAft>
              <a:buNone/>
              <a:defRPr sz="3713" b="1">
                <a:solidFill>
                  <a:schemeClr val="tx1"/>
                </a:solidFill>
                <a:latin typeface="+mj-lt"/>
                <a:ea typeface="+mj-lt"/>
                <a:cs typeface="+mj-lt"/>
              </a:defRPr>
            </a:lvl5pPr>
            <a:lvl6pPr marL="0" indent="0" algn="l">
              <a:lnSpc>
                <a:spcPct val="110000"/>
              </a:lnSpc>
              <a:spcBef>
                <a:spcPts val="0"/>
              </a:spcBef>
              <a:spcAft>
                <a:spcPts val="0"/>
              </a:spcAft>
              <a:buNone/>
              <a:defRPr sz="3713" b="1">
                <a:solidFill>
                  <a:schemeClr val="tx1"/>
                </a:solidFill>
                <a:latin typeface="+mj-lt"/>
                <a:ea typeface="+mj-lt"/>
                <a:cs typeface="+mj-lt"/>
              </a:defRPr>
            </a:lvl6pPr>
            <a:lvl7pPr marL="0" indent="0" algn="l">
              <a:lnSpc>
                <a:spcPct val="110000"/>
              </a:lnSpc>
              <a:spcBef>
                <a:spcPts val="0"/>
              </a:spcBef>
              <a:spcAft>
                <a:spcPts val="0"/>
              </a:spcAft>
              <a:buNone/>
              <a:defRPr sz="3713" b="1">
                <a:solidFill>
                  <a:schemeClr val="tx1"/>
                </a:solidFill>
                <a:latin typeface="+mj-lt"/>
                <a:ea typeface="+mj-lt"/>
                <a:cs typeface="+mj-lt"/>
              </a:defRPr>
            </a:lvl7pPr>
            <a:lvl8pPr marL="0" indent="0" algn="l">
              <a:lnSpc>
                <a:spcPct val="110000"/>
              </a:lnSpc>
              <a:spcBef>
                <a:spcPts val="0"/>
              </a:spcBef>
              <a:spcAft>
                <a:spcPts val="0"/>
              </a:spcAft>
              <a:buNone/>
              <a:defRPr sz="3713" b="1">
                <a:solidFill>
                  <a:schemeClr val="tx1"/>
                </a:solidFill>
                <a:latin typeface="+mj-lt"/>
                <a:ea typeface="+mj-lt"/>
                <a:cs typeface="+mj-lt"/>
              </a:defRPr>
            </a:lvl8pPr>
            <a:lvl9pPr marL="0" indent="0" algn="l">
              <a:lnSpc>
                <a:spcPct val="110000"/>
              </a:lnSpc>
              <a:spcBef>
                <a:spcPts val="0"/>
              </a:spcBef>
              <a:spcAft>
                <a:spcPts val="0"/>
              </a:spcAft>
              <a:buNone/>
              <a:defRPr sz="3713"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76AC7F1F-659B-4606-82C9-E5EC5F4BDB8E}"/>
              </a:ext>
            </a:extLst>
          </p:cNvPr>
          <p:cNvSpPr>
            <a:spLocks noGrp="1"/>
          </p:cNvSpPr>
          <p:nvPr>
            <p:ph type="body" idx="1"/>
          </p:nvPr>
        </p:nvSpPr>
        <p:spPr>
          <a:xfrm>
            <a:off x="771525" y="2143125"/>
            <a:ext cx="5657850" cy="4800600"/>
          </a:xfrm>
          <a:prstGeom prst="rect">
            <a:avLst/>
          </a:prstGeom>
          <a:noFill/>
          <a:ln>
            <a:noFill/>
            <a:prstDash val="solid"/>
          </a:ln>
        </p:spPr>
        <p:txBody>
          <a:bodyPr wrap="square" lIns="0" tIns="0" rIns="0" bIns="0" anchor="t">
            <a:normAutofit/>
          </a:bodyPr>
          <a:lstStyle>
            <a:defPPr algn="l">
              <a:defRPr sz="2363" b="0">
                <a:solidFill>
                  <a:schemeClr val="tx1"/>
                </a:solidFill>
                <a:latin typeface="+mn-lt"/>
                <a:ea typeface="+mn-lt"/>
                <a:cs typeface="+mn-lt"/>
              </a:defRPr>
            </a:defPPr>
            <a:lvl1pPr marL="257175" indent="-257175" algn="l">
              <a:lnSpc>
                <a:spcPct val="110000"/>
              </a:lnSpc>
              <a:spcBef>
                <a:spcPts val="0"/>
              </a:spcBef>
              <a:spcAft>
                <a:spcPts val="1350"/>
              </a:spcAft>
              <a:buChar char="•"/>
              <a:defRPr sz="2363" b="0">
                <a:solidFill>
                  <a:schemeClr val="tx1"/>
                </a:solidFill>
                <a:latin typeface="+mn-lt"/>
                <a:ea typeface="+mn-lt"/>
                <a:cs typeface="+mn-lt"/>
              </a:defRPr>
            </a:lvl1pPr>
            <a:lvl2pPr marL="600075" indent="-257175" algn="l">
              <a:lnSpc>
                <a:spcPct val="110000"/>
              </a:lnSpc>
              <a:spcBef>
                <a:spcPts val="0"/>
              </a:spcBef>
              <a:spcAft>
                <a:spcPts val="1350"/>
              </a:spcAft>
              <a:buChar char="•"/>
              <a:defRPr sz="2363" b="0">
                <a:solidFill>
                  <a:schemeClr val="tx1"/>
                </a:solidFill>
                <a:latin typeface="+mn-lt"/>
                <a:ea typeface="+mn-lt"/>
                <a:cs typeface="+mn-lt"/>
              </a:defRPr>
            </a:lvl2pPr>
            <a:lvl3pPr marL="942975" indent="-257175" algn="l">
              <a:lnSpc>
                <a:spcPct val="110000"/>
              </a:lnSpc>
              <a:spcBef>
                <a:spcPts val="0"/>
              </a:spcBef>
              <a:spcAft>
                <a:spcPts val="1350"/>
              </a:spcAft>
              <a:buChar char="•"/>
              <a:defRPr sz="2363" b="0">
                <a:solidFill>
                  <a:schemeClr val="tx1"/>
                </a:solidFill>
                <a:latin typeface="+mn-lt"/>
                <a:ea typeface="+mn-lt"/>
                <a:cs typeface="+mn-lt"/>
              </a:defRPr>
            </a:lvl3pPr>
            <a:lvl4pPr marL="1285875" indent="-257175" algn="l">
              <a:lnSpc>
                <a:spcPct val="110000"/>
              </a:lnSpc>
              <a:spcBef>
                <a:spcPts val="0"/>
              </a:spcBef>
              <a:spcAft>
                <a:spcPts val="1350"/>
              </a:spcAft>
              <a:buChar char="•"/>
              <a:defRPr sz="2363" b="0">
                <a:solidFill>
                  <a:schemeClr val="tx1"/>
                </a:solidFill>
                <a:latin typeface="+mn-lt"/>
                <a:ea typeface="+mn-lt"/>
                <a:cs typeface="+mn-lt"/>
              </a:defRPr>
            </a:lvl4pPr>
            <a:lvl5pPr marL="1628775" indent="-257175" algn="l">
              <a:lnSpc>
                <a:spcPct val="110000"/>
              </a:lnSpc>
              <a:spcBef>
                <a:spcPts val="0"/>
              </a:spcBef>
              <a:spcAft>
                <a:spcPts val="1350"/>
              </a:spcAft>
              <a:buChar char="•"/>
              <a:defRPr sz="2363" b="0">
                <a:solidFill>
                  <a:schemeClr val="tx1"/>
                </a:solidFill>
                <a:latin typeface="+mn-lt"/>
                <a:ea typeface="+mn-lt"/>
                <a:cs typeface="+mn-lt"/>
              </a:defRPr>
            </a:lvl5pPr>
            <a:lvl6pPr marL="1971675" indent="-257175" algn="l">
              <a:lnSpc>
                <a:spcPct val="110000"/>
              </a:lnSpc>
              <a:spcBef>
                <a:spcPts val="0"/>
              </a:spcBef>
              <a:spcAft>
                <a:spcPts val="1350"/>
              </a:spcAft>
              <a:buChar char="•"/>
              <a:defRPr sz="2363" b="0">
                <a:solidFill>
                  <a:schemeClr val="tx1"/>
                </a:solidFill>
                <a:latin typeface="+mn-lt"/>
                <a:ea typeface="+mn-lt"/>
                <a:cs typeface="+mn-lt"/>
              </a:defRPr>
            </a:lvl6pPr>
            <a:lvl7pPr marL="2314575" indent="-257175" algn="l">
              <a:lnSpc>
                <a:spcPct val="110000"/>
              </a:lnSpc>
              <a:spcBef>
                <a:spcPts val="0"/>
              </a:spcBef>
              <a:spcAft>
                <a:spcPts val="1350"/>
              </a:spcAft>
              <a:buChar char="•"/>
              <a:defRPr sz="2363" b="0">
                <a:solidFill>
                  <a:schemeClr val="tx1"/>
                </a:solidFill>
                <a:latin typeface="+mn-lt"/>
                <a:ea typeface="+mn-lt"/>
                <a:cs typeface="+mn-lt"/>
              </a:defRPr>
            </a:lvl7pPr>
            <a:lvl8pPr marL="2657475" indent="-257175" algn="l">
              <a:lnSpc>
                <a:spcPct val="110000"/>
              </a:lnSpc>
              <a:spcBef>
                <a:spcPts val="0"/>
              </a:spcBef>
              <a:spcAft>
                <a:spcPts val="1350"/>
              </a:spcAft>
              <a:buChar char="•"/>
              <a:defRPr sz="2363" b="0">
                <a:solidFill>
                  <a:schemeClr val="tx1"/>
                </a:solidFill>
                <a:latin typeface="+mn-lt"/>
                <a:ea typeface="+mn-lt"/>
                <a:cs typeface="+mn-lt"/>
              </a:defRPr>
            </a:lvl8pPr>
            <a:lvl9pPr marL="3000375" indent="-257175" algn="l">
              <a:lnSpc>
                <a:spcPct val="110000"/>
              </a:lnSpc>
              <a:spcBef>
                <a:spcPts val="0"/>
              </a:spcBef>
              <a:spcAft>
                <a:spcPts val="1350"/>
              </a:spcAft>
              <a:buChar char="•"/>
              <a:defRPr sz="2363"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0ED60B6E-51B8-40FF-96CB-3B78F8A516ED}"/>
              </a:ext>
            </a:extLst>
          </p:cNvPr>
          <p:cNvSpPr>
            <a:spLocks noGrp="1"/>
          </p:cNvSpPr>
          <p:nvPr>
            <p:ph type="body" idx="2"/>
          </p:nvPr>
        </p:nvSpPr>
        <p:spPr>
          <a:xfrm>
            <a:off x="7286625" y="2143125"/>
            <a:ext cx="5657850" cy="4800600"/>
          </a:xfrm>
          <a:prstGeom prst="rect">
            <a:avLst/>
          </a:prstGeom>
          <a:noFill/>
          <a:ln>
            <a:noFill/>
            <a:prstDash val="solid"/>
          </a:ln>
        </p:spPr>
        <p:txBody>
          <a:bodyPr wrap="square" lIns="0" tIns="0" rIns="0" bIns="0" anchor="t">
            <a:normAutofit/>
          </a:bodyPr>
          <a:lstStyle>
            <a:defPPr algn="l">
              <a:defRPr sz="2363" b="0">
                <a:solidFill>
                  <a:schemeClr val="tx1"/>
                </a:solidFill>
                <a:latin typeface="+mn-lt"/>
                <a:ea typeface="+mn-lt"/>
                <a:cs typeface="+mn-lt"/>
              </a:defRPr>
            </a:defPPr>
            <a:lvl1pPr marL="257175" indent="-257175" algn="l">
              <a:lnSpc>
                <a:spcPct val="110000"/>
              </a:lnSpc>
              <a:spcBef>
                <a:spcPts val="0"/>
              </a:spcBef>
              <a:spcAft>
                <a:spcPts val="1350"/>
              </a:spcAft>
              <a:buChar char="•"/>
              <a:defRPr sz="2363" b="0">
                <a:solidFill>
                  <a:schemeClr val="tx1"/>
                </a:solidFill>
                <a:latin typeface="+mn-lt"/>
                <a:ea typeface="+mn-lt"/>
                <a:cs typeface="+mn-lt"/>
              </a:defRPr>
            </a:lvl1pPr>
            <a:lvl2pPr marL="600075" indent="-257175" algn="l">
              <a:lnSpc>
                <a:spcPct val="110000"/>
              </a:lnSpc>
              <a:spcBef>
                <a:spcPts val="0"/>
              </a:spcBef>
              <a:spcAft>
                <a:spcPts val="1350"/>
              </a:spcAft>
              <a:buChar char="•"/>
              <a:defRPr sz="2363" b="0">
                <a:solidFill>
                  <a:schemeClr val="tx1"/>
                </a:solidFill>
                <a:latin typeface="+mn-lt"/>
                <a:ea typeface="+mn-lt"/>
                <a:cs typeface="+mn-lt"/>
              </a:defRPr>
            </a:lvl2pPr>
            <a:lvl3pPr marL="942975" indent="-257175" algn="l">
              <a:lnSpc>
                <a:spcPct val="110000"/>
              </a:lnSpc>
              <a:spcBef>
                <a:spcPts val="0"/>
              </a:spcBef>
              <a:spcAft>
                <a:spcPts val="1350"/>
              </a:spcAft>
              <a:buChar char="•"/>
              <a:defRPr sz="2363" b="0">
                <a:solidFill>
                  <a:schemeClr val="tx1"/>
                </a:solidFill>
                <a:latin typeface="+mn-lt"/>
                <a:ea typeface="+mn-lt"/>
                <a:cs typeface="+mn-lt"/>
              </a:defRPr>
            </a:lvl3pPr>
            <a:lvl4pPr marL="1285875" indent="-257175" algn="l">
              <a:lnSpc>
                <a:spcPct val="110000"/>
              </a:lnSpc>
              <a:spcBef>
                <a:spcPts val="0"/>
              </a:spcBef>
              <a:spcAft>
                <a:spcPts val="1350"/>
              </a:spcAft>
              <a:buChar char="•"/>
              <a:defRPr sz="2363" b="0">
                <a:solidFill>
                  <a:schemeClr val="tx1"/>
                </a:solidFill>
                <a:latin typeface="+mn-lt"/>
                <a:ea typeface="+mn-lt"/>
                <a:cs typeface="+mn-lt"/>
              </a:defRPr>
            </a:lvl4pPr>
            <a:lvl5pPr marL="1628775" indent="-257175" algn="l">
              <a:lnSpc>
                <a:spcPct val="110000"/>
              </a:lnSpc>
              <a:spcBef>
                <a:spcPts val="0"/>
              </a:spcBef>
              <a:spcAft>
                <a:spcPts val="1350"/>
              </a:spcAft>
              <a:buChar char="•"/>
              <a:defRPr sz="2363" b="0">
                <a:solidFill>
                  <a:schemeClr val="tx1"/>
                </a:solidFill>
                <a:latin typeface="+mn-lt"/>
                <a:ea typeface="+mn-lt"/>
                <a:cs typeface="+mn-lt"/>
              </a:defRPr>
            </a:lvl5pPr>
            <a:lvl6pPr marL="1971675" indent="-257175" algn="l">
              <a:lnSpc>
                <a:spcPct val="110000"/>
              </a:lnSpc>
              <a:spcBef>
                <a:spcPts val="0"/>
              </a:spcBef>
              <a:spcAft>
                <a:spcPts val="1350"/>
              </a:spcAft>
              <a:buChar char="•"/>
              <a:defRPr sz="2363" b="0">
                <a:solidFill>
                  <a:schemeClr val="tx1"/>
                </a:solidFill>
                <a:latin typeface="+mn-lt"/>
                <a:ea typeface="+mn-lt"/>
                <a:cs typeface="+mn-lt"/>
              </a:defRPr>
            </a:lvl6pPr>
            <a:lvl7pPr marL="2314575" indent="-257175" algn="l">
              <a:lnSpc>
                <a:spcPct val="110000"/>
              </a:lnSpc>
              <a:spcBef>
                <a:spcPts val="0"/>
              </a:spcBef>
              <a:spcAft>
                <a:spcPts val="1350"/>
              </a:spcAft>
              <a:buChar char="•"/>
              <a:defRPr sz="2363" b="0">
                <a:solidFill>
                  <a:schemeClr val="tx1"/>
                </a:solidFill>
                <a:latin typeface="+mn-lt"/>
                <a:ea typeface="+mn-lt"/>
                <a:cs typeface="+mn-lt"/>
              </a:defRPr>
            </a:lvl7pPr>
            <a:lvl8pPr marL="2657475" indent="-257175" algn="l">
              <a:lnSpc>
                <a:spcPct val="110000"/>
              </a:lnSpc>
              <a:spcBef>
                <a:spcPts val="0"/>
              </a:spcBef>
              <a:spcAft>
                <a:spcPts val="1350"/>
              </a:spcAft>
              <a:buChar char="•"/>
              <a:defRPr sz="2363" b="0">
                <a:solidFill>
                  <a:schemeClr val="tx1"/>
                </a:solidFill>
                <a:latin typeface="+mn-lt"/>
                <a:ea typeface="+mn-lt"/>
                <a:cs typeface="+mn-lt"/>
              </a:defRPr>
            </a:lvl8pPr>
            <a:lvl9pPr marL="3000375" indent="-257175" algn="l">
              <a:lnSpc>
                <a:spcPct val="110000"/>
              </a:lnSpc>
              <a:spcBef>
                <a:spcPts val="0"/>
              </a:spcBef>
              <a:spcAft>
                <a:spcPts val="1350"/>
              </a:spcAft>
              <a:buChar char="•"/>
              <a:defRPr sz="2363"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0B15F39-8619-4AC1-9846-0344561622CF}"/>
              </a:ext>
            </a:extLst>
          </p:cNvPr>
          <p:cNvSpPr>
            <a:spLocks noGrp="1"/>
          </p:cNvSpPr>
          <p:nvPr>
            <p:ph type="title"/>
          </p:nvPr>
        </p:nvSpPr>
        <p:spPr>
          <a:xfrm>
            <a:off x="771525" y="600075"/>
            <a:ext cx="12172950" cy="942975"/>
          </a:xfrm>
          <a:prstGeom prst="rect">
            <a:avLst/>
          </a:prstGeom>
          <a:noFill/>
          <a:ln>
            <a:noFill/>
            <a:prstDash val="solid"/>
          </a:ln>
        </p:spPr>
        <p:txBody>
          <a:bodyPr wrap="square" lIns="0" tIns="0" rIns="0" bIns="0" anchor="t">
            <a:normAutofit/>
          </a:bodyPr>
          <a:lstStyle>
            <a:defPPr algn="l">
              <a:defRPr sz="3713" b="1">
                <a:solidFill>
                  <a:schemeClr val="tx1"/>
                </a:solidFill>
                <a:latin typeface="+mj-lt"/>
                <a:ea typeface="+mj-lt"/>
                <a:cs typeface="+mj-lt"/>
              </a:defRPr>
            </a:defPPr>
            <a:lvl1pPr marL="0" indent="0" algn="l">
              <a:lnSpc>
                <a:spcPct val="110000"/>
              </a:lnSpc>
              <a:spcBef>
                <a:spcPts val="0"/>
              </a:spcBef>
              <a:spcAft>
                <a:spcPts val="0"/>
              </a:spcAft>
              <a:buNone/>
              <a:defRPr sz="3713" b="1">
                <a:solidFill>
                  <a:schemeClr val="tx1"/>
                </a:solidFill>
                <a:latin typeface="+mj-lt"/>
                <a:ea typeface="+mj-lt"/>
                <a:cs typeface="+mj-lt"/>
              </a:defRPr>
            </a:lvl1pPr>
            <a:lvl2pPr marL="0" indent="0" algn="l">
              <a:lnSpc>
                <a:spcPct val="110000"/>
              </a:lnSpc>
              <a:spcBef>
                <a:spcPts val="0"/>
              </a:spcBef>
              <a:spcAft>
                <a:spcPts val="0"/>
              </a:spcAft>
              <a:buNone/>
              <a:defRPr sz="3713" b="1">
                <a:solidFill>
                  <a:schemeClr val="tx1"/>
                </a:solidFill>
                <a:latin typeface="+mj-lt"/>
                <a:ea typeface="+mj-lt"/>
                <a:cs typeface="+mj-lt"/>
              </a:defRPr>
            </a:lvl2pPr>
            <a:lvl3pPr marL="0" indent="0" algn="l">
              <a:lnSpc>
                <a:spcPct val="110000"/>
              </a:lnSpc>
              <a:spcBef>
                <a:spcPts val="0"/>
              </a:spcBef>
              <a:spcAft>
                <a:spcPts val="0"/>
              </a:spcAft>
              <a:buNone/>
              <a:defRPr sz="3713" b="1">
                <a:solidFill>
                  <a:schemeClr val="tx1"/>
                </a:solidFill>
                <a:latin typeface="+mj-lt"/>
                <a:ea typeface="+mj-lt"/>
                <a:cs typeface="+mj-lt"/>
              </a:defRPr>
            </a:lvl3pPr>
            <a:lvl4pPr marL="0" indent="0" algn="l">
              <a:lnSpc>
                <a:spcPct val="110000"/>
              </a:lnSpc>
              <a:spcBef>
                <a:spcPts val="0"/>
              </a:spcBef>
              <a:spcAft>
                <a:spcPts val="0"/>
              </a:spcAft>
              <a:buNone/>
              <a:defRPr sz="3713" b="1">
                <a:solidFill>
                  <a:schemeClr val="tx1"/>
                </a:solidFill>
                <a:latin typeface="+mj-lt"/>
                <a:ea typeface="+mj-lt"/>
                <a:cs typeface="+mj-lt"/>
              </a:defRPr>
            </a:lvl4pPr>
            <a:lvl5pPr marL="0" indent="0" algn="l">
              <a:lnSpc>
                <a:spcPct val="110000"/>
              </a:lnSpc>
              <a:spcBef>
                <a:spcPts val="0"/>
              </a:spcBef>
              <a:spcAft>
                <a:spcPts val="0"/>
              </a:spcAft>
              <a:buNone/>
              <a:defRPr sz="3713" b="1">
                <a:solidFill>
                  <a:schemeClr val="tx1"/>
                </a:solidFill>
                <a:latin typeface="+mj-lt"/>
                <a:ea typeface="+mj-lt"/>
                <a:cs typeface="+mj-lt"/>
              </a:defRPr>
            </a:lvl5pPr>
            <a:lvl6pPr marL="0" indent="0" algn="l">
              <a:lnSpc>
                <a:spcPct val="110000"/>
              </a:lnSpc>
              <a:spcBef>
                <a:spcPts val="0"/>
              </a:spcBef>
              <a:spcAft>
                <a:spcPts val="0"/>
              </a:spcAft>
              <a:buNone/>
              <a:defRPr sz="3713" b="1">
                <a:solidFill>
                  <a:schemeClr val="tx1"/>
                </a:solidFill>
                <a:latin typeface="+mj-lt"/>
                <a:ea typeface="+mj-lt"/>
                <a:cs typeface="+mj-lt"/>
              </a:defRPr>
            </a:lvl6pPr>
            <a:lvl7pPr marL="0" indent="0" algn="l">
              <a:lnSpc>
                <a:spcPct val="110000"/>
              </a:lnSpc>
              <a:spcBef>
                <a:spcPts val="0"/>
              </a:spcBef>
              <a:spcAft>
                <a:spcPts val="0"/>
              </a:spcAft>
              <a:buNone/>
              <a:defRPr sz="3713" b="1">
                <a:solidFill>
                  <a:schemeClr val="tx1"/>
                </a:solidFill>
                <a:latin typeface="+mj-lt"/>
                <a:ea typeface="+mj-lt"/>
                <a:cs typeface="+mj-lt"/>
              </a:defRPr>
            </a:lvl7pPr>
            <a:lvl8pPr marL="0" indent="0" algn="l">
              <a:lnSpc>
                <a:spcPct val="110000"/>
              </a:lnSpc>
              <a:spcBef>
                <a:spcPts val="0"/>
              </a:spcBef>
              <a:spcAft>
                <a:spcPts val="0"/>
              </a:spcAft>
              <a:buNone/>
              <a:defRPr sz="3713" b="1">
                <a:solidFill>
                  <a:schemeClr val="tx1"/>
                </a:solidFill>
                <a:latin typeface="+mj-lt"/>
                <a:ea typeface="+mj-lt"/>
                <a:cs typeface="+mj-lt"/>
              </a:defRPr>
            </a:lvl8pPr>
            <a:lvl9pPr marL="0" indent="0" algn="l">
              <a:lnSpc>
                <a:spcPct val="110000"/>
              </a:lnSpc>
              <a:spcBef>
                <a:spcPts val="0"/>
              </a:spcBef>
              <a:spcAft>
                <a:spcPts val="0"/>
              </a:spcAft>
              <a:buNone/>
              <a:defRPr sz="3713"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2313E937-DE91-4D6A-8F43-3922F928F701}"/>
              </a:ext>
            </a:extLst>
          </p:cNvPr>
          <p:cNvSpPr>
            <a:spLocks noGrp="1"/>
          </p:cNvSpPr>
          <p:nvPr>
            <p:ph type="body" idx="1"/>
          </p:nvPr>
        </p:nvSpPr>
        <p:spPr>
          <a:xfrm>
            <a:off x="771525" y="2143125"/>
            <a:ext cx="5657850" cy="4800600"/>
          </a:xfrm>
          <a:prstGeom prst="rect">
            <a:avLst/>
          </a:prstGeom>
          <a:noFill/>
          <a:ln>
            <a:noFill/>
            <a:prstDash val="solid"/>
          </a:ln>
        </p:spPr>
        <p:txBody>
          <a:bodyPr wrap="square" lIns="0" tIns="0" rIns="0" bIns="0" anchor="t">
            <a:normAutofit/>
          </a:bodyPr>
          <a:lstStyle>
            <a:defPPr algn="l">
              <a:defRPr sz="2531" b="0">
                <a:solidFill>
                  <a:schemeClr val="tx1"/>
                </a:solidFill>
                <a:latin typeface="+mn-lt"/>
                <a:ea typeface="+mn-lt"/>
                <a:cs typeface="+mn-lt"/>
              </a:defRPr>
            </a:defPPr>
            <a:lvl1pPr marL="257175" indent="-257175" algn="l">
              <a:lnSpc>
                <a:spcPct val="110000"/>
              </a:lnSpc>
              <a:spcBef>
                <a:spcPts val="0"/>
              </a:spcBef>
              <a:spcAft>
                <a:spcPts val="1350"/>
              </a:spcAft>
              <a:buChar char="•"/>
              <a:defRPr sz="2531" b="0">
                <a:solidFill>
                  <a:schemeClr val="tx1"/>
                </a:solidFill>
                <a:latin typeface="+mn-lt"/>
                <a:ea typeface="+mn-lt"/>
                <a:cs typeface="+mn-lt"/>
              </a:defRPr>
            </a:lvl1pPr>
            <a:lvl2pPr marL="600075" indent="-257175" algn="l">
              <a:lnSpc>
                <a:spcPct val="110000"/>
              </a:lnSpc>
              <a:spcBef>
                <a:spcPts val="0"/>
              </a:spcBef>
              <a:spcAft>
                <a:spcPts val="1350"/>
              </a:spcAft>
              <a:buChar char="•"/>
              <a:defRPr sz="2531" b="0">
                <a:solidFill>
                  <a:schemeClr val="tx1"/>
                </a:solidFill>
                <a:latin typeface="+mn-lt"/>
                <a:ea typeface="+mn-lt"/>
                <a:cs typeface="+mn-lt"/>
              </a:defRPr>
            </a:lvl2pPr>
            <a:lvl3pPr marL="942975" indent="-257175" algn="l">
              <a:lnSpc>
                <a:spcPct val="110000"/>
              </a:lnSpc>
              <a:spcBef>
                <a:spcPts val="0"/>
              </a:spcBef>
              <a:spcAft>
                <a:spcPts val="1350"/>
              </a:spcAft>
              <a:buChar char="•"/>
              <a:defRPr sz="2531" b="0">
                <a:solidFill>
                  <a:schemeClr val="tx1"/>
                </a:solidFill>
                <a:latin typeface="+mn-lt"/>
                <a:ea typeface="+mn-lt"/>
                <a:cs typeface="+mn-lt"/>
              </a:defRPr>
            </a:lvl3pPr>
            <a:lvl4pPr marL="1285875" indent="-257175" algn="l">
              <a:lnSpc>
                <a:spcPct val="110000"/>
              </a:lnSpc>
              <a:spcBef>
                <a:spcPts val="0"/>
              </a:spcBef>
              <a:spcAft>
                <a:spcPts val="1350"/>
              </a:spcAft>
              <a:buChar char="•"/>
              <a:defRPr sz="2531" b="0">
                <a:solidFill>
                  <a:schemeClr val="tx1"/>
                </a:solidFill>
                <a:latin typeface="+mn-lt"/>
                <a:ea typeface="+mn-lt"/>
                <a:cs typeface="+mn-lt"/>
              </a:defRPr>
            </a:lvl4pPr>
            <a:lvl5pPr marL="1628775" indent="-257175" algn="l">
              <a:lnSpc>
                <a:spcPct val="110000"/>
              </a:lnSpc>
              <a:spcBef>
                <a:spcPts val="0"/>
              </a:spcBef>
              <a:spcAft>
                <a:spcPts val="1350"/>
              </a:spcAft>
              <a:buChar char="•"/>
              <a:defRPr sz="2531" b="0">
                <a:solidFill>
                  <a:schemeClr val="tx1"/>
                </a:solidFill>
                <a:latin typeface="+mn-lt"/>
                <a:ea typeface="+mn-lt"/>
                <a:cs typeface="+mn-lt"/>
              </a:defRPr>
            </a:lvl5pPr>
            <a:lvl6pPr marL="1971675" indent="-257175" algn="l">
              <a:lnSpc>
                <a:spcPct val="110000"/>
              </a:lnSpc>
              <a:spcBef>
                <a:spcPts val="0"/>
              </a:spcBef>
              <a:spcAft>
                <a:spcPts val="1350"/>
              </a:spcAft>
              <a:buChar char="•"/>
              <a:defRPr sz="2531" b="0">
                <a:solidFill>
                  <a:schemeClr val="tx1"/>
                </a:solidFill>
                <a:latin typeface="+mn-lt"/>
                <a:ea typeface="+mn-lt"/>
                <a:cs typeface="+mn-lt"/>
              </a:defRPr>
            </a:lvl6pPr>
            <a:lvl7pPr marL="2314575" indent="-257175" algn="l">
              <a:lnSpc>
                <a:spcPct val="110000"/>
              </a:lnSpc>
              <a:spcBef>
                <a:spcPts val="0"/>
              </a:spcBef>
              <a:spcAft>
                <a:spcPts val="1350"/>
              </a:spcAft>
              <a:buChar char="•"/>
              <a:defRPr sz="2531" b="0">
                <a:solidFill>
                  <a:schemeClr val="tx1"/>
                </a:solidFill>
                <a:latin typeface="+mn-lt"/>
                <a:ea typeface="+mn-lt"/>
                <a:cs typeface="+mn-lt"/>
              </a:defRPr>
            </a:lvl7pPr>
            <a:lvl8pPr marL="2657475" indent="-257175" algn="l">
              <a:lnSpc>
                <a:spcPct val="110000"/>
              </a:lnSpc>
              <a:spcBef>
                <a:spcPts val="0"/>
              </a:spcBef>
              <a:spcAft>
                <a:spcPts val="1350"/>
              </a:spcAft>
              <a:buChar char="•"/>
              <a:defRPr sz="2531" b="0">
                <a:solidFill>
                  <a:schemeClr val="tx1"/>
                </a:solidFill>
                <a:latin typeface="+mn-lt"/>
                <a:ea typeface="+mn-lt"/>
                <a:cs typeface="+mn-lt"/>
              </a:defRPr>
            </a:lvl8pPr>
            <a:lvl9pPr marL="3000375" indent="-257175" algn="l">
              <a:lnSpc>
                <a:spcPct val="110000"/>
              </a:lnSpc>
              <a:spcBef>
                <a:spcPts val="0"/>
              </a:spcBef>
              <a:spcAft>
                <a:spcPts val="1350"/>
              </a:spcAft>
              <a:buChar char="•"/>
              <a:defRPr sz="2531"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2540"/>
        </a:solidFill>
        <a:effectLst/>
      </p:bgPr>
    </p:bg>
    <p:spTree>
      <p:nvGrpSpPr>
        <p:cNvPr id="1" name=""/>
        <p:cNvGrpSpPr/>
        <p:nvPr/>
      </p:nvGrpSpPr>
      <p:grpSpPr>
        <a:xfrm>
          <a:off x="0" y="0"/>
          <a:ext cx="0" cy="0"/>
          <a:chOff x="0" y="0"/>
          <a:chExt cx="0" cy="0"/>
        </a:xfrm>
      </p:grpSpPr>
      <p:sp>
        <p:nvSpPr>
          <p:cNvPr id="27" name="Source layout 5">
            <a:extLst>
              <a:ext uri="{FF2B5EF4-FFF2-40B4-BE49-F238E27FC236}">
                <a16:creationId xmlns:a16="http://schemas.microsoft.com/office/drawing/2014/main" id="{691B4293-FA55-48D7-BD1D-64B93C0188BD}"/>
              </a:ext>
            </a:extLst>
          </p:cNvPr>
          <p:cNvSpPr>
            <a:spLocks noGrp="1"/>
          </p:cNvSpPr>
          <p:nvPr/>
        </p:nvSpPr>
        <p:spPr>
          <a:xfrm>
            <a:off x="685800" y="1964531"/>
            <a:ext cx="78581" cy="78581"/>
          </a:xfrm>
          <a:custGeom>
            <a:avLst/>
            <a:gdLst/>
            <a:ahLst/>
            <a:cxnLst/>
            <a:rect l="0" t="0" r="0" b="0"/>
            <a:pathLst>
              <a:path w="78581" h="78581">
                <a:moveTo>
                  <a:pt x="0" y="0"/>
                </a:moveTo>
                <a:lnTo>
                  <a:pt x="78581" y="0"/>
                </a:lnTo>
                <a:lnTo>
                  <a:pt x="78581" y="78581"/>
                </a:lnTo>
                <a:lnTo>
                  <a:pt x="0" y="78581"/>
                </a:lnTo>
                <a:close/>
              </a:path>
            </a:pathLst>
          </a:custGeom>
          <a:solidFill>
            <a:srgbClr val="8FB4FF"/>
          </a:solidFill>
          <a:ln w="7144">
            <a:noFill/>
            <a:prstDash val="solid"/>
          </a:ln>
        </p:spPr>
      </p:sp>
      <p:sp>
        <p:nvSpPr>
          <p:cNvPr id="2" name="Source layout 6">
            <a:extLst>
              <a:ext uri="{FF2B5EF4-FFF2-40B4-BE49-F238E27FC236}">
                <a16:creationId xmlns:a16="http://schemas.microsoft.com/office/drawing/2014/main" id="{73D60EB0-3A4F-4404-8E48-5C8C96675583}"/>
              </a:ext>
            </a:extLst>
          </p:cNvPr>
          <p:cNvSpPr>
            <a:spLocks noGrp="1"/>
          </p:cNvSpPr>
          <p:nvPr/>
        </p:nvSpPr>
        <p:spPr>
          <a:xfrm>
            <a:off x="685800" y="5079206"/>
            <a:ext cx="742950" cy="42862"/>
          </a:xfrm>
          <a:custGeom>
            <a:avLst/>
            <a:gdLst/>
            <a:ahLst/>
            <a:cxnLst/>
            <a:rect l="0" t="0" r="0" b="0"/>
            <a:pathLst>
              <a:path w="742950" h="42862">
                <a:moveTo>
                  <a:pt x="0" y="0"/>
                </a:moveTo>
                <a:lnTo>
                  <a:pt x="742950" y="0"/>
                </a:lnTo>
                <a:lnTo>
                  <a:pt x="742950" y="42862"/>
                </a:lnTo>
                <a:lnTo>
                  <a:pt x="0" y="42862"/>
                </a:lnTo>
                <a:close/>
              </a:path>
            </a:pathLst>
          </a:custGeom>
          <a:solidFill>
            <a:srgbClr val="1D4ED8"/>
          </a:solidFill>
          <a:ln w="7144">
            <a:noFill/>
            <a:prstDash val="solid"/>
          </a:ln>
        </p:spPr>
      </p:sp>
      <p:sp>
        <p:nvSpPr>
          <p:cNvPr id="3" name="Source layout 7">
            <a:extLst>
              <a:ext uri="{FF2B5EF4-FFF2-40B4-BE49-F238E27FC236}">
                <a16:creationId xmlns:a16="http://schemas.microsoft.com/office/drawing/2014/main" id="{84C21141-F107-48F1-8AB2-C616024EC598}"/>
              </a:ext>
            </a:extLst>
          </p:cNvPr>
          <p:cNvSpPr>
            <a:spLocks noGrp="1"/>
          </p:cNvSpPr>
          <p:nvPr/>
        </p:nvSpPr>
        <p:spPr>
          <a:xfrm>
            <a:off x="7786723" y="2765438"/>
            <a:ext cx="5187889" cy="3003515"/>
          </a:xfrm>
          <a:custGeom>
            <a:avLst/>
            <a:gdLst/>
            <a:ahLst/>
            <a:cxnLst/>
            <a:rect l="0" t="0" r="0" b="0"/>
            <a:pathLst>
              <a:path w="5187889" h="3003515">
                <a:moveTo>
                  <a:pt x="0" y="0"/>
                </a:moveTo>
                <a:lnTo>
                  <a:pt x="5187889" y="3003515"/>
                </a:lnTo>
              </a:path>
            </a:pathLst>
          </a:custGeom>
          <a:noFill/>
          <a:ln w="40957">
            <a:solidFill>
              <a:srgbClr val="FFFFFF">
                <a:alpha val="11000"/>
              </a:srgbClr>
            </a:solidFill>
            <a:prstDash val="solid"/>
          </a:ln>
        </p:spPr>
      </p:sp>
      <p:sp>
        <p:nvSpPr>
          <p:cNvPr id="4" name="Source layout 8">
            <a:extLst>
              <a:ext uri="{FF2B5EF4-FFF2-40B4-BE49-F238E27FC236}">
                <a16:creationId xmlns:a16="http://schemas.microsoft.com/office/drawing/2014/main" id="{F44226AA-6EE7-48DC-B2C4-F4C469BA034B}"/>
              </a:ext>
            </a:extLst>
          </p:cNvPr>
          <p:cNvSpPr>
            <a:spLocks noGrp="1"/>
          </p:cNvSpPr>
          <p:nvPr/>
        </p:nvSpPr>
        <p:spPr>
          <a:xfrm>
            <a:off x="7786723" y="2151082"/>
            <a:ext cx="4778319" cy="3208300"/>
          </a:xfrm>
          <a:custGeom>
            <a:avLst/>
            <a:gdLst/>
            <a:ahLst/>
            <a:cxnLst/>
            <a:rect l="0" t="0" r="0" b="0"/>
            <a:pathLst>
              <a:path w="4778319" h="3208300">
                <a:moveTo>
                  <a:pt x="0" y="3208300"/>
                </a:moveTo>
                <a:lnTo>
                  <a:pt x="4778319" y="0"/>
                </a:lnTo>
              </a:path>
            </a:pathLst>
          </a:custGeom>
          <a:noFill/>
          <a:ln w="40957">
            <a:solidFill>
              <a:srgbClr val="FFFFFF">
                <a:alpha val="11000"/>
              </a:srgbClr>
            </a:solidFill>
            <a:prstDash val="solid"/>
          </a:ln>
        </p:spPr>
      </p:sp>
      <p:sp>
        <p:nvSpPr>
          <p:cNvPr id="5" name="Source layout 9">
            <a:extLst>
              <a:ext uri="{FF2B5EF4-FFF2-40B4-BE49-F238E27FC236}">
                <a16:creationId xmlns:a16="http://schemas.microsoft.com/office/drawing/2014/main" id="{DC2CB3B3-A678-40AE-93BE-BE762D21805C}"/>
              </a:ext>
            </a:extLst>
          </p:cNvPr>
          <p:cNvSpPr>
            <a:spLocks noGrp="1"/>
          </p:cNvSpPr>
          <p:nvPr/>
        </p:nvSpPr>
        <p:spPr>
          <a:xfrm>
            <a:off x="7786723" y="3908821"/>
            <a:ext cx="6061639" cy="34131"/>
          </a:xfrm>
          <a:custGeom>
            <a:avLst/>
            <a:gdLst/>
            <a:ahLst/>
            <a:cxnLst/>
            <a:rect l="0" t="0" r="0" b="0"/>
            <a:pathLst>
              <a:path w="6061639" h="34131">
                <a:moveTo>
                  <a:pt x="0" y="0"/>
                </a:moveTo>
                <a:lnTo>
                  <a:pt x="122871" y="0"/>
                </a:lnTo>
                <a:lnTo>
                  <a:pt x="122871" y="34131"/>
                </a:lnTo>
                <a:lnTo>
                  <a:pt x="0" y="34131"/>
                </a:lnTo>
                <a:moveTo>
                  <a:pt x="204785" y="0"/>
                </a:moveTo>
                <a:lnTo>
                  <a:pt x="327656" y="0"/>
                </a:lnTo>
                <a:lnTo>
                  <a:pt x="327656" y="34131"/>
                </a:lnTo>
                <a:lnTo>
                  <a:pt x="204785" y="34131"/>
                </a:lnTo>
                <a:moveTo>
                  <a:pt x="409570" y="0"/>
                </a:moveTo>
                <a:lnTo>
                  <a:pt x="532441" y="0"/>
                </a:lnTo>
                <a:lnTo>
                  <a:pt x="532441" y="34131"/>
                </a:lnTo>
                <a:lnTo>
                  <a:pt x="409570" y="34131"/>
                </a:lnTo>
                <a:moveTo>
                  <a:pt x="614355" y="0"/>
                </a:moveTo>
                <a:lnTo>
                  <a:pt x="737226" y="0"/>
                </a:lnTo>
                <a:lnTo>
                  <a:pt x="737226" y="34131"/>
                </a:lnTo>
                <a:lnTo>
                  <a:pt x="614355" y="34131"/>
                </a:lnTo>
                <a:moveTo>
                  <a:pt x="819140" y="0"/>
                </a:moveTo>
                <a:lnTo>
                  <a:pt x="942011" y="0"/>
                </a:lnTo>
                <a:lnTo>
                  <a:pt x="942011" y="34131"/>
                </a:lnTo>
                <a:lnTo>
                  <a:pt x="819140" y="34131"/>
                </a:lnTo>
                <a:moveTo>
                  <a:pt x="1023925" y="0"/>
                </a:moveTo>
                <a:lnTo>
                  <a:pt x="1146797" y="0"/>
                </a:lnTo>
                <a:lnTo>
                  <a:pt x="1146797" y="34131"/>
                </a:lnTo>
                <a:lnTo>
                  <a:pt x="1023925" y="34131"/>
                </a:lnTo>
                <a:moveTo>
                  <a:pt x="1228711" y="0"/>
                </a:moveTo>
                <a:lnTo>
                  <a:pt x="1351582" y="0"/>
                </a:lnTo>
                <a:lnTo>
                  <a:pt x="1351582" y="34131"/>
                </a:lnTo>
                <a:lnTo>
                  <a:pt x="1228711" y="34131"/>
                </a:lnTo>
                <a:moveTo>
                  <a:pt x="1433496" y="0"/>
                </a:moveTo>
                <a:lnTo>
                  <a:pt x="1556367" y="0"/>
                </a:lnTo>
                <a:lnTo>
                  <a:pt x="1556367" y="34131"/>
                </a:lnTo>
                <a:lnTo>
                  <a:pt x="1433496" y="34131"/>
                </a:lnTo>
                <a:moveTo>
                  <a:pt x="1638281" y="0"/>
                </a:moveTo>
                <a:lnTo>
                  <a:pt x="1761152" y="0"/>
                </a:lnTo>
                <a:lnTo>
                  <a:pt x="1761152" y="34131"/>
                </a:lnTo>
                <a:lnTo>
                  <a:pt x="1638281" y="34131"/>
                </a:lnTo>
                <a:moveTo>
                  <a:pt x="1843066" y="0"/>
                </a:moveTo>
                <a:lnTo>
                  <a:pt x="1965937" y="0"/>
                </a:lnTo>
                <a:lnTo>
                  <a:pt x="1965937" y="34131"/>
                </a:lnTo>
                <a:lnTo>
                  <a:pt x="1843066" y="34131"/>
                </a:lnTo>
                <a:moveTo>
                  <a:pt x="2047851" y="0"/>
                </a:moveTo>
                <a:lnTo>
                  <a:pt x="2170722" y="0"/>
                </a:lnTo>
                <a:lnTo>
                  <a:pt x="2170722" y="34131"/>
                </a:lnTo>
                <a:lnTo>
                  <a:pt x="2047851" y="34131"/>
                </a:lnTo>
                <a:moveTo>
                  <a:pt x="2252636" y="0"/>
                </a:moveTo>
                <a:lnTo>
                  <a:pt x="2375507" y="0"/>
                </a:lnTo>
                <a:lnTo>
                  <a:pt x="2375507" y="34131"/>
                </a:lnTo>
                <a:lnTo>
                  <a:pt x="2252636" y="34131"/>
                </a:lnTo>
                <a:moveTo>
                  <a:pt x="2457421" y="0"/>
                </a:moveTo>
                <a:lnTo>
                  <a:pt x="2580292" y="0"/>
                </a:lnTo>
                <a:lnTo>
                  <a:pt x="2580292" y="34131"/>
                </a:lnTo>
                <a:lnTo>
                  <a:pt x="2457421" y="34131"/>
                </a:lnTo>
                <a:moveTo>
                  <a:pt x="2662206" y="0"/>
                </a:moveTo>
                <a:lnTo>
                  <a:pt x="2785077" y="0"/>
                </a:lnTo>
                <a:lnTo>
                  <a:pt x="2785077" y="34131"/>
                </a:lnTo>
                <a:lnTo>
                  <a:pt x="2662206" y="34131"/>
                </a:lnTo>
                <a:moveTo>
                  <a:pt x="2866991" y="0"/>
                </a:moveTo>
                <a:lnTo>
                  <a:pt x="2989862" y="0"/>
                </a:lnTo>
                <a:lnTo>
                  <a:pt x="2989862" y="34131"/>
                </a:lnTo>
                <a:lnTo>
                  <a:pt x="2866991" y="34131"/>
                </a:lnTo>
                <a:moveTo>
                  <a:pt x="3071776" y="0"/>
                </a:moveTo>
                <a:lnTo>
                  <a:pt x="3194647" y="0"/>
                </a:lnTo>
                <a:lnTo>
                  <a:pt x="3194647" y="34131"/>
                </a:lnTo>
                <a:lnTo>
                  <a:pt x="3071776" y="34131"/>
                </a:lnTo>
                <a:moveTo>
                  <a:pt x="3276561" y="0"/>
                </a:moveTo>
                <a:lnTo>
                  <a:pt x="3399433" y="0"/>
                </a:lnTo>
                <a:lnTo>
                  <a:pt x="3399433" y="34131"/>
                </a:lnTo>
                <a:lnTo>
                  <a:pt x="3276561" y="34131"/>
                </a:lnTo>
                <a:moveTo>
                  <a:pt x="3481347" y="0"/>
                </a:moveTo>
                <a:lnTo>
                  <a:pt x="3604218" y="0"/>
                </a:lnTo>
                <a:lnTo>
                  <a:pt x="3604218" y="34131"/>
                </a:lnTo>
                <a:lnTo>
                  <a:pt x="3481347" y="34131"/>
                </a:lnTo>
                <a:moveTo>
                  <a:pt x="3686132" y="0"/>
                </a:moveTo>
                <a:lnTo>
                  <a:pt x="3809003" y="0"/>
                </a:lnTo>
                <a:lnTo>
                  <a:pt x="3809003" y="34131"/>
                </a:lnTo>
                <a:lnTo>
                  <a:pt x="3686132" y="34131"/>
                </a:lnTo>
                <a:moveTo>
                  <a:pt x="3890917" y="0"/>
                </a:moveTo>
                <a:lnTo>
                  <a:pt x="4013788" y="0"/>
                </a:lnTo>
                <a:lnTo>
                  <a:pt x="4013788" y="34131"/>
                </a:lnTo>
                <a:lnTo>
                  <a:pt x="3890917" y="34131"/>
                </a:lnTo>
                <a:moveTo>
                  <a:pt x="4095702" y="0"/>
                </a:moveTo>
                <a:lnTo>
                  <a:pt x="4218573" y="0"/>
                </a:lnTo>
                <a:lnTo>
                  <a:pt x="4218573" y="34131"/>
                </a:lnTo>
                <a:lnTo>
                  <a:pt x="4095702" y="34131"/>
                </a:lnTo>
                <a:moveTo>
                  <a:pt x="4300487" y="0"/>
                </a:moveTo>
                <a:lnTo>
                  <a:pt x="4423358" y="0"/>
                </a:lnTo>
                <a:lnTo>
                  <a:pt x="4423358" y="34131"/>
                </a:lnTo>
                <a:lnTo>
                  <a:pt x="4300487" y="34131"/>
                </a:lnTo>
                <a:moveTo>
                  <a:pt x="4505272" y="0"/>
                </a:moveTo>
                <a:lnTo>
                  <a:pt x="4628143" y="0"/>
                </a:lnTo>
                <a:lnTo>
                  <a:pt x="4628143" y="34131"/>
                </a:lnTo>
                <a:lnTo>
                  <a:pt x="4505272" y="34131"/>
                </a:lnTo>
                <a:moveTo>
                  <a:pt x="4710057" y="0"/>
                </a:moveTo>
                <a:lnTo>
                  <a:pt x="4832928" y="0"/>
                </a:lnTo>
                <a:lnTo>
                  <a:pt x="4832928" y="34131"/>
                </a:lnTo>
                <a:lnTo>
                  <a:pt x="4710057" y="34131"/>
                </a:lnTo>
                <a:moveTo>
                  <a:pt x="4914842" y="0"/>
                </a:moveTo>
                <a:lnTo>
                  <a:pt x="5037713" y="0"/>
                </a:lnTo>
                <a:lnTo>
                  <a:pt x="5037713" y="34131"/>
                </a:lnTo>
                <a:lnTo>
                  <a:pt x="4914842" y="34131"/>
                </a:lnTo>
                <a:moveTo>
                  <a:pt x="5119627" y="0"/>
                </a:moveTo>
                <a:lnTo>
                  <a:pt x="5242498" y="0"/>
                </a:lnTo>
                <a:lnTo>
                  <a:pt x="5242498" y="34131"/>
                </a:lnTo>
                <a:lnTo>
                  <a:pt x="5119627" y="34131"/>
                </a:lnTo>
                <a:moveTo>
                  <a:pt x="5324412" y="0"/>
                </a:moveTo>
                <a:lnTo>
                  <a:pt x="5447283" y="0"/>
                </a:lnTo>
                <a:lnTo>
                  <a:pt x="5447283" y="34131"/>
                </a:lnTo>
                <a:lnTo>
                  <a:pt x="5324412" y="34131"/>
                </a:lnTo>
                <a:moveTo>
                  <a:pt x="5529197" y="0"/>
                </a:moveTo>
                <a:lnTo>
                  <a:pt x="5652068" y="0"/>
                </a:lnTo>
                <a:lnTo>
                  <a:pt x="5652068" y="34131"/>
                </a:lnTo>
                <a:lnTo>
                  <a:pt x="5529197" y="34131"/>
                </a:lnTo>
                <a:moveTo>
                  <a:pt x="5733983" y="0"/>
                </a:moveTo>
                <a:lnTo>
                  <a:pt x="5856854" y="0"/>
                </a:lnTo>
                <a:lnTo>
                  <a:pt x="5856854" y="34131"/>
                </a:lnTo>
                <a:lnTo>
                  <a:pt x="5733983" y="34131"/>
                </a:lnTo>
                <a:moveTo>
                  <a:pt x="5938768" y="0"/>
                </a:moveTo>
                <a:lnTo>
                  <a:pt x="6061639" y="0"/>
                </a:lnTo>
                <a:lnTo>
                  <a:pt x="6061639" y="34131"/>
                </a:lnTo>
                <a:lnTo>
                  <a:pt x="5938768" y="34131"/>
                </a:lnTo>
              </a:path>
            </a:pathLst>
          </a:custGeom>
          <a:solidFill>
            <a:srgbClr val="FFFFFF">
              <a:alpha val="19000"/>
            </a:srgbClr>
          </a:solidFill>
          <a:ln w="40957">
            <a:noFill/>
            <a:prstDash val="solid"/>
          </a:ln>
        </p:spPr>
      </p:sp>
      <p:sp>
        <p:nvSpPr>
          <p:cNvPr id="6" name="Source layout 10">
            <a:extLst>
              <a:ext uri="{FF2B5EF4-FFF2-40B4-BE49-F238E27FC236}">
                <a16:creationId xmlns:a16="http://schemas.microsoft.com/office/drawing/2014/main" id="{1C8BE782-99A9-4A29-9BDC-D33A3ADEA959}"/>
              </a:ext>
            </a:extLst>
          </p:cNvPr>
          <p:cNvSpPr>
            <a:spLocks noGrp="1"/>
          </p:cNvSpPr>
          <p:nvPr/>
        </p:nvSpPr>
        <p:spPr>
          <a:xfrm>
            <a:off x="9834574" y="3925887"/>
            <a:ext cx="2730468" cy="1023925"/>
          </a:xfrm>
          <a:custGeom>
            <a:avLst/>
            <a:gdLst/>
            <a:ahLst/>
            <a:cxnLst/>
            <a:rect l="0" t="0" r="0" b="0"/>
            <a:pathLst>
              <a:path w="2730468" h="1023925">
                <a:moveTo>
                  <a:pt x="0" y="0"/>
                </a:moveTo>
                <a:lnTo>
                  <a:pt x="2730468" y="0"/>
                </a:lnTo>
                <a:lnTo>
                  <a:pt x="2184374" y="1023925"/>
                </a:lnTo>
                <a:lnTo>
                  <a:pt x="409570" y="1023925"/>
                </a:lnTo>
                <a:lnTo>
                  <a:pt x="0" y="0"/>
                </a:lnTo>
                <a:close/>
              </a:path>
            </a:pathLst>
          </a:custGeom>
          <a:solidFill>
            <a:srgbClr val="FFFFFF">
              <a:alpha val="3500"/>
            </a:srgbClr>
          </a:solidFill>
          <a:ln w="40957">
            <a:noFill/>
            <a:prstDash val="solid"/>
          </a:ln>
        </p:spPr>
      </p:sp>
      <p:sp>
        <p:nvSpPr>
          <p:cNvPr id="7" name="Source layout 11">
            <a:extLst>
              <a:ext uri="{FF2B5EF4-FFF2-40B4-BE49-F238E27FC236}">
                <a16:creationId xmlns:a16="http://schemas.microsoft.com/office/drawing/2014/main" id="{CCBCDC20-C0EE-4FA7-9EAC-E26C90589668}"/>
              </a:ext>
            </a:extLst>
          </p:cNvPr>
          <p:cNvSpPr>
            <a:spLocks noGrp="1"/>
          </p:cNvSpPr>
          <p:nvPr/>
        </p:nvSpPr>
        <p:spPr>
          <a:xfrm>
            <a:off x="514350" y="7250906"/>
            <a:ext cx="12687299" cy="7144"/>
          </a:xfrm>
          <a:custGeom>
            <a:avLst/>
            <a:gdLst/>
            <a:ahLst/>
            <a:cxnLst/>
            <a:rect l="0" t="0" r="0" b="0"/>
            <a:pathLst>
              <a:path w="12687299" h="7144">
                <a:moveTo>
                  <a:pt x="0" y="0"/>
                </a:moveTo>
                <a:lnTo>
                  <a:pt x="12687299" y="0"/>
                </a:lnTo>
                <a:lnTo>
                  <a:pt x="12687299" y="7144"/>
                </a:lnTo>
                <a:lnTo>
                  <a:pt x="0" y="7144"/>
                </a:lnTo>
                <a:close/>
              </a:path>
            </a:pathLst>
          </a:custGeom>
          <a:solidFill>
            <a:srgbClr val="FFFFFF">
              <a:alpha val="18040"/>
            </a:srgbClr>
          </a:solidFill>
          <a:ln w="7144">
            <a:noFill/>
            <a:prstDash val="solid"/>
          </a:ln>
        </p:spPr>
      </p:sp>
      <p:sp>
        <p:nvSpPr>
          <p:cNvPr id="8" name="s1 text 1">
            <a:extLst>
              <a:ext uri="{FF2B5EF4-FFF2-40B4-BE49-F238E27FC236}">
                <a16:creationId xmlns:a16="http://schemas.microsoft.com/office/drawing/2014/main" id="{18CE7D58-91CE-4165-BB89-43913079A3CF}"/>
              </a:ext>
            </a:extLst>
          </p:cNvPr>
          <p:cNvSpPr>
            <a:spLocks noGrp="1"/>
          </p:cNvSpPr>
          <p:nvPr/>
        </p:nvSpPr>
        <p:spPr>
          <a:xfrm>
            <a:off x="850106" y="1933670"/>
            <a:ext cx="4960627" cy="173507"/>
          </a:xfrm>
          <a:prstGeom prst="rect">
            <a:avLst/>
          </a:prstGeom>
          <a:noFill/>
          <a:ln w="0">
            <a:noFill/>
            <a:prstDash val="solid"/>
          </a:ln>
        </p:spPr>
        <p:txBody>
          <a:bodyPr wrap="none" lIns="0" tIns="0" rIns="0" bIns="0" anchor="t">
            <a:noAutofit/>
          </a:bodyPr>
          <a:lstStyle>
            <a:defPPr algn="l">
              <a:defRPr sz="900" b="0" i="0" kern="0" spc="180">
                <a:solidFill>
                  <a:srgbClr val="8FB4FF"/>
                </a:solidFill>
                <a:latin typeface="JetBrains Mono"/>
                <a:ea typeface="JetBrains Mono"/>
                <a:cs typeface="JetBrains Mono"/>
              </a:defRPr>
            </a:defPPr>
            <a:lvl1pPr algn="l">
              <a:defRPr sz="900" b="0" i="0" kern="0" spc="180">
                <a:solidFill>
                  <a:srgbClr val="8FB4FF"/>
                </a:solidFill>
                <a:latin typeface="JetBrains Mono"/>
                <a:ea typeface="JetBrains Mono"/>
                <a:cs typeface="JetBrains Mono"/>
              </a:defRPr>
            </a:lvl1pPr>
            <a:lvl2pPr algn="l">
              <a:defRPr sz="900" b="0" i="0" kern="0" spc="180">
                <a:solidFill>
                  <a:srgbClr val="8FB4FF"/>
                </a:solidFill>
                <a:latin typeface="JetBrains Mono"/>
                <a:ea typeface="JetBrains Mono"/>
                <a:cs typeface="JetBrains Mono"/>
              </a:defRPr>
            </a:lvl2pPr>
            <a:lvl3pPr algn="l">
              <a:defRPr sz="900" b="0" i="0" kern="0" spc="180">
                <a:solidFill>
                  <a:srgbClr val="8FB4FF"/>
                </a:solidFill>
                <a:latin typeface="JetBrains Mono"/>
                <a:ea typeface="JetBrains Mono"/>
                <a:cs typeface="JetBrains Mono"/>
              </a:defRPr>
            </a:lvl3pPr>
            <a:lvl4pPr algn="l">
              <a:defRPr sz="900" b="0" i="0" kern="0" spc="180">
                <a:solidFill>
                  <a:srgbClr val="8FB4FF"/>
                </a:solidFill>
                <a:latin typeface="JetBrains Mono"/>
                <a:ea typeface="JetBrains Mono"/>
                <a:cs typeface="JetBrains Mono"/>
              </a:defRPr>
            </a:lvl4pPr>
            <a:lvl5pPr algn="l">
              <a:defRPr sz="900" b="0" i="0" kern="0" spc="180">
                <a:solidFill>
                  <a:srgbClr val="8FB4FF"/>
                </a:solidFill>
                <a:latin typeface="JetBrains Mono"/>
                <a:ea typeface="JetBrains Mono"/>
                <a:cs typeface="JetBrains Mono"/>
              </a:defRPr>
            </a:lvl5pPr>
            <a:lvl6pPr algn="l">
              <a:defRPr sz="900" b="0" i="0" kern="0" spc="180">
                <a:solidFill>
                  <a:srgbClr val="8FB4FF"/>
                </a:solidFill>
                <a:latin typeface="JetBrains Mono"/>
                <a:ea typeface="JetBrains Mono"/>
                <a:cs typeface="JetBrains Mono"/>
              </a:defRPr>
            </a:lvl6pPr>
            <a:lvl7pPr algn="l">
              <a:defRPr sz="900" b="0" i="0" kern="0" spc="180">
                <a:solidFill>
                  <a:srgbClr val="8FB4FF"/>
                </a:solidFill>
                <a:latin typeface="JetBrains Mono"/>
                <a:ea typeface="JetBrains Mono"/>
                <a:cs typeface="JetBrains Mono"/>
              </a:defRPr>
            </a:lvl7pPr>
            <a:lvl8pPr algn="l">
              <a:defRPr sz="900" b="0" i="0" kern="0" spc="180">
                <a:solidFill>
                  <a:srgbClr val="8FB4FF"/>
                </a:solidFill>
                <a:latin typeface="JetBrains Mono"/>
                <a:ea typeface="JetBrains Mono"/>
                <a:cs typeface="JetBrains Mono"/>
              </a:defRPr>
            </a:lvl8pPr>
            <a:lvl9pPr algn="l">
              <a:defRPr sz="900" b="0" i="0" kern="0" spc="180">
                <a:solidFill>
                  <a:srgbClr val="8FB4FF"/>
                </a:solidFill>
                <a:latin typeface="JetBrains Mono"/>
                <a:ea typeface="JetBrains Mono"/>
                <a:cs typeface="JetBrains Mono"/>
              </a:defRPr>
            </a:lvl9pPr>
          </a:lstStyle>
          <a:p>
            <a:pPr algn="l">
              <a:lnSpc>
                <a:spcPct val="100000"/>
              </a:lnSpc>
              <a:buNone/>
              <a:defRPr sz="900" b="0" i="0" kern="0" spc="180">
                <a:solidFill>
                  <a:srgbClr val="8FB4FF"/>
                </a:solidFill>
                <a:latin typeface="JetBrains Mono"/>
                <a:ea typeface="JetBrains Mono"/>
                <a:cs typeface="JetBrains Mono"/>
              </a:defRPr>
            </a:pPr>
            <a:r>
              <a:rPr sz="900" b="0" i="0" kern="0" spc="180">
                <a:solidFill>
                  <a:srgbClr val="8FB4FF"/>
                </a:solidFill>
                <a:latin typeface="JetBrains Mono"/>
                <a:ea typeface="JetBrains Mono"/>
                <a:cs typeface="JetBrains Mono"/>
              </a:rPr>
              <a:t>AF3625 · ENGINEERING ECONOMICS · TUTORIAL PRESENTATION</a:t>
            </a:r>
          </a:p>
        </p:txBody>
      </p:sp>
      <p:sp>
        <p:nvSpPr>
          <p:cNvPr id="9" name="s1 text 2">
            <a:extLst>
              <a:ext uri="{FF2B5EF4-FFF2-40B4-BE49-F238E27FC236}">
                <a16:creationId xmlns:a16="http://schemas.microsoft.com/office/drawing/2014/main" id="{EA847456-516B-489F-AC48-C76058BD51C5}"/>
              </a:ext>
            </a:extLst>
          </p:cNvPr>
          <p:cNvSpPr>
            <a:spLocks noGrp="1"/>
          </p:cNvSpPr>
          <p:nvPr/>
        </p:nvSpPr>
        <p:spPr>
          <a:xfrm>
            <a:off x="685800" y="2080617"/>
            <a:ext cx="5516309" cy="1033782"/>
          </a:xfrm>
          <a:prstGeom prst="rect">
            <a:avLst/>
          </a:prstGeom>
          <a:noFill/>
          <a:ln w="0">
            <a:noFill/>
            <a:prstDash val="solid"/>
          </a:ln>
        </p:spPr>
        <p:txBody>
          <a:bodyPr wrap="none" lIns="0" tIns="0" rIns="0" bIns="0" anchor="t">
            <a:noAutofit/>
          </a:bodyPr>
          <a:lstStyle>
            <a:defPPr algn="l">
              <a:defRPr sz="5850" b="0" i="0" kern="0" spc="-222">
                <a:solidFill>
                  <a:srgbClr val="FFFFFF"/>
                </a:solidFill>
                <a:latin typeface="Inter ExtraBold"/>
                <a:ea typeface="Inter ExtraBold"/>
                <a:cs typeface="Inter ExtraBold"/>
              </a:defRPr>
            </a:defPPr>
            <a:lvl1pPr algn="l">
              <a:defRPr sz="5850" b="0" i="0" kern="0" spc="-222">
                <a:solidFill>
                  <a:srgbClr val="FFFFFF"/>
                </a:solidFill>
                <a:latin typeface="Inter ExtraBold"/>
                <a:ea typeface="Inter ExtraBold"/>
                <a:cs typeface="Inter ExtraBold"/>
              </a:defRPr>
            </a:lvl1pPr>
            <a:lvl2pPr algn="l">
              <a:defRPr sz="5850" b="0" i="0" kern="0" spc="-222">
                <a:solidFill>
                  <a:srgbClr val="FFFFFF"/>
                </a:solidFill>
                <a:latin typeface="Inter ExtraBold"/>
                <a:ea typeface="Inter ExtraBold"/>
                <a:cs typeface="Inter ExtraBold"/>
              </a:defRPr>
            </a:lvl2pPr>
            <a:lvl3pPr algn="l">
              <a:defRPr sz="5850" b="0" i="0" kern="0" spc="-222">
                <a:solidFill>
                  <a:srgbClr val="FFFFFF"/>
                </a:solidFill>
                <a:latin typeface="Inter ExtraBold"/>
                <a:ea typeface="Inter ExtraBold"/>
                <a:cs typeface="Inter ExtraBold"/>
              </a:defRPr>
            </a:lvl3pPr>
            <a:lvl4pPr algn="l">
              <a:defRPr sz="5850" b="0" i="0" kern="0" spc="-222">
                <a:solidFill>
                  <a:srgbClr val="FFFFFF"/>
                </a:solidFill>
                <a:latin typeface="Inter ExtraBold"/>
                <a:ea typeface="Inter ExtraBold"/>
                <a:cs typeface="Inter ExtraBold"/>
              </a:defRPr>
            </a:lvl4pPr>
            <a:lvl5pPr algn="l">
              <a:defRPr sz="5850" b="0" i="0" kern="0" spc="-222">
                <a:solidFill>
                  <a:srgbClr val="FFFFFF"/>
                </a:solidFill>
                <a:latin typeface="Inter ExtraBold"/>
                <a:ea typeface="Inter ExtraBold"/>
                <a:cs typeface="Inter ExtraBold"/>
              </a:defRPr>
            </a:lvl5pPr>
            <a:lvl6pPr algn="l">
              <a:defRPr sz="5850" b="0" i="0" kern="0" spc="-222">
                <a:solidFill>
                  <a:srgbClr val="FFFFFF"/>
                </a:solidFill>
                <a:latin typeface="Inter ExtraBold"/>
                <a:ea typeface="Inter ExtraBold"/>
                <a:cs typeface="Inter ExtraBold"/>
              </a:defRPr>
            </a:lvl6pPr>
            <a:lvl7pPr algn="l">
              <a:defRPr sz="5850" b="0" i="0" kern="0" spc="-222">
                <a:solidFill>
                  <a:srgbClr val="FFFFFF"/>
                </a:solidFill>
                <a:latin typeface="Inter ExtraBold"/>
                <a:ea typeface="Inter ExtraBold"/>
                <a:cs typeface="Inter ExtraBold"/>
              </a:defRPr>
            </a:lvl7pPr>
            <a:lvl8pPr algn="l">
              <a:defRPr sz="5850" b="0" i="0" kern="0" spc="-222">
                <a:solidFill>
                  <a:srgbClr val="FFFFFF"/>
                </a:solidFill>
                <a:latin typeface="Inter ExtraBold"/>
                <a:ea typeface="Inter ExtraBold"/>
                <a:cs typeface="Inter ExtraBold"/>
              </a:defRPr>
            </a:lvl8pPr>
            <a:lvl9pPr algn="l">
              <a:defRPr sz="5850" b="0" i="0" kern="0" spc="-222">
                <a:solidFill>
                  <a:srgbClr val="FFFFFF"/>
                </a:solidFill>
                <a:latin typeface="Inter ExtraBold"/>
                <a:ea typeface="Inter ExtraBold"/>
                <a:cs typeface="Inter ExtraBold"/>
              </a:defRPr>
            </a:lvl9pPr>
          </a:lstStyle>
          <a:p>
            <a:pPr algn="l">
              <a:lnSpc>
                <a:spcPct val="100000"/>
              </a:lnSpc>
              <a:buNone/>
              <a:defRPr sz="5850" b="0" i="0" kern="0" spc="-222">
                <a:solidFill>
                  <a:srgbClr val="FFFFFF"/>
                </a:solidFill>
                <a:latin typeface="Inter ExtraBold"/>
                <a:ea typeface="Inter ExtraBold"/>
                <a:cs typeface="Inter ExtraBold"/>
              </a:defRPr>
            </a:pPr>
            <a:r>
              <a:rPr sz="5850" b="0" i="0" kern="0" spc="-222">
                <a:solidFill>
                  <a:srgbClr val="FFFFFF"/>
                </a:solidFill>
                <a:latin typeface="Inter ExtraBold"/>
                <a:ea typeface="Inter ExtraBold"/>
                <a:cs typeface="Inter ExtraBold"/>
              </a:rPr>
              <a:t>Trade barriers</a:t>
            </a:r>
          </a:p>
        </p:txBody>
      </p:sp>
      <p:sp>
        <p:nvSpPr>
          <p:cNvPr id="10" name="s1 text 3">
            <a:extLst>
              <a:ext uri="{FF2B5EF4-FFF2-40B4-BE49-F238E27FC236}">
                <a16:creationId xmlns:a16="http://schemas.microsoft.com/office/drawing/2014/main" id="{C0C65F9E-3159-4D8D-BFE2-F26FFB3E41FB}"/>
              </a:ext>
            </a:extLst>
          </p:cNvPr>
          <p:cNvSpPr>
            <a:spLocks noGrp="1"/>
          </p:cNvSpPr>
          <p:nvPr/>
        </p:nvSpPr>
        <p:spPr>
          <a:xfrm>
            <a:off x="685800" y="2809280"/>
            <a:ext cx="4594860" cy="1033782"/>
          </a:xfrm>
          <a:prstGeom prst="rect">
            <a:avLst/>
          </a:prstGeom>
          <a:noFill/>
          <a:ln w="0">
            <a:noFill/>
            <a:prstDash val="solid"/>
          </a:ln>
        </p:spPr>
        <p:txBody>
          <a:bodyPr wrap="none" lIns="0" tIns="0" rIns="0" bIns="0" anchor="t">
            <a:noAutofit/>
          </a:bodyPr>
          <a:lstStyle>
            <a:defPPr algn="l">
              <a:defRPr sz="5850" b="0" i="0" kern="0" spc="-222">
                <a:solidFill>
                  <a:srgbClr val="FFFFFF"/>
                </a:solidFill>
                <a:latin typeface="Inter ExtraBold"/>
                <a:ea typeface="Inter ExtraBold"/>
                <a:cs typeface="Inter ExtraBold"/>
              </a:defRPr>
            </a:defPPr>
            <a:lvl1pPr algn="l">
              <a:defRPr sz="5850" b="0" i="0" kern="0" spc="-222">
                <a:solidFill>
                  <a:srgbClr val="FFFFFF"/>
                </a:solidFill>
                <a:latin typeface="Inter ExtraBold"/>
                <a:ea typeface="Inter ExtraBold"/>
                <a:cs typeface="Inter ExtraBold"/>
              </a:defRPr>
            </a:lvl1pPr>
            <a:lvl2pPr algn="l">
              <a:defRPr sz="5850" b="0" i="0" kern="0" spc="-222">
                <a:solidFill>
                  <a:srgbClr val="FFFFFF"/>
                </a:solidFill>
                <a:latin typeface="Inter ExtraBold"/>
                <a:ea typeface="Inter ExtraBold"/>
                <a:cs typeface="Inter ExtraBold"/>
              </a:defRPr>
            </a:lvl2pPr>
            <a:lvl3pPr algn="l">
              <a:defRPr sz="5850" b="0" i="0" kern="0" spc="-222">
                <a:solidFill>
                  <a:srgbClr val="FFFFFF"/>
                </a:solidFill>
                <a:latin typeface="Inter ExtraBold"/>
                <a:ea typeface="Inter ExtraBold"/>
                <a:cs typeface="Inter ExtraBold"/>
              </a:defRPr>
            </a:lvl3pPr>
            <a:lvl4pPr algn="l">
              <a:defRPr sz="5850" b="0" i="0" kern="0" spc="-222">
                <a:solidFill>
                  <a:srgbClr val="FFFFFF"/>
                </a:solidFill>
                <a:latin typeface="Inter ExtraBold"/>
                <a:ea typeface="Inter ExtraBold"/>
                <a:cs typeface="Inter ExtraBold"/>
              </a:defRPr>
            </a:lvl4pPr>
            <a:lvl5pPr algn="l">
              <a:defRPr sz="5850" b="0" i="0" kern="0" spc="-222">
                <a:solidFill>
                  <a:srgbClr val="FFFFFF"/>
                </a:solidFill>
                <a:latin typeface="Inter ExtraBold"/>
                <a:ea typeface="Inter ExtraBold"/>
                <a:cs typeface="Inter ExtraBold"/>
              </a:defRPr>
            </a:lvl5pPr>
            <a:lvl6pPr algn="l">
              <a:defRPr sz="5850" b="0" i="0" kern="0" spc="-222">
                <a:solidFill>
                  <a:srgbClr val="FFFFFF"/>
                </a:solidFill>
                <a:latin typeface="Inter ExtraBold"/>
                <a:ea typeface="Inter ExtraBold"/>
                <a:cs typeface="Inter ExtraBold"/>
              </a:defRPr>
            </a:lvl6pPr>
            <a:lvl7pPr algn="l">
              <a:defRPr sz="5850" b="0" i="0" kern="0" spc="-222">
                <a:solidFill>
                  <a:srgbClr val="FFFFFF"/>
                </a:solidFill>
                <a:latin typeface="Inter ExtraBold"/>
                <a:ea typeface="Inter ExtraBold"/>
                <a:cs typeface="Inter ExtraBold"/>
              </a:defRPr>
            </a:lvl7pPr>
            <a:lvl8pPr algn="l">
              <a:defRPr sz="5850" b="0" i="0" kern="0" spc="-222">
                <a:solidFill>
                  <a:srgbClr val="FFFFFF"/>
                </a:solidFill>
                <a:latin typeface="Inter ExtraBold"/>
                <a:ea typeface="Inter ExtraBold"/>
                <a:cs typeface="Inter ExtraBold"/>
              </a:defRPr>
            </a:lvl8pPr>
            <a:lvl9pPr algn="l">
              <a:defRPr sz="5850" b="0" i="0" kern="0" spc="-222">
                <a:solidFill>
                  <a:srgbClr val="FFFFFF"/>
                </a:solidFill>
                <a:latin typeface="Inter ExtraBold"/>
                <a:ea typeface="Inter ExtraBold"/>
                <a:cs typeface="Inter ExtraBold"/>
              </a:defRPr>
            </a:lvl9pPr>
          </a:lstStyle>
          <a:p>
            <a:pPr algn="l">
              <a:lnSpc>
                <a:spcPct val="100000"/>
              </a:lnSpc>
              <a:buNone/>
              <a:defRPr sz="5850" b="0" i="0" kern="0" spc="-222">
                <a:solidFill>
                  <a:srgbClr val="FFFFFF"/>
                </a:solidFill>
                <a:latin typeface="Inter ExtraBold"/>
                <a:ea typeface="Inter ExtraBold"/>
                <a:cs typeface="Inter ExtraBold"/>
              </a:defRPr>
            </a:pPr>
            <a:r>
              <a:rPr sz="5850" b="0" i="0" kern="0" spc="-222">
                <a:solidFill>
                  <a:srgbClr val="FFFFFF"/>
                </a:solidFill>
                <a:latin typeface="Inter ExtraBold"/>
                <a:ea typeface="Inter ExtraBold"/>
                <a:cs typeface="Inter ExtraBold"/>
              </a:rPr>
              <a:t>and welfare</a:t>
            </a:r>
          </a:p>
        </p:txBody>
      </p:sp>
      <p:sp>
        <p:nvSpPr>
          <p:cNvPr id="11" name="s1 text 4">
            <a:extLst>
              <a:ext uri="{FF2B5EF4-FFF2-40B4-BE49-F238E27FC236}">
                <a16:creationId xmlns:a16="http://schemas.microsoft.com/office/drawing/2014/main" id="{4A430A7F-D703-414A-B4EE-077BB12E6E46}"/>
              </a:ext>
            </a:extLst>
          </p:cNvPr>
          <p:cNvSpPr>
            <a:spLocks noGrp="1"/>
          </p:cNvSpPr>
          <p:nvPr/>
        </p:nvSpPr>
        <p:spPr>
          <a:xfrm>
            <a:off x="685800" y="4050060"/>
            <a:ext cx="7456075" cy="298206"/>
          </a:xfrm>
          <a:prstGeom prst="rect">
            <a:avLst/>
          </a:prstGeom>
          <a:noFill/>
          <a:ln w="0">
            <a:noFill/>
            <a:prstDash val="solid"/>
          </a:ln>
        </p:spPr>
        <p:txBody>
          <a:bodyPr wrap="none" lIns="0" tIns="0" rIns="0" bIns="0" anchor="t">
            <a:noAutofit/>
          </a:bodyPr>
          <a:lstStyle>
            <a:defPPr algn="l">
              <a:defRPr sz="1687" b="0" i="0" kern="0" spc="-9">
                <a:solidFill>
                  <a:srgbClr val="FFFFFF">
                    <a:alpha val="76000"/>
                  </a:srgbClr>
                </a:solidFill>
                <a:latin typeface="Inter Light"/>
                <a:ea typeface="Inter Light"/>
                <a:cs typeface="Inter Light"/>
              </a:defRPr>
            </a:defPPr>
            <a:lvl1pPr algn="l">
              <a:defRPr sz="1687" b="0" i="0" kern="0" spc="-9">
                <a:solidFill>
                  <a:srgbClr val="FFFFFF">
                    <a:alpha val="76000"/>
                  </a:srgbClr>
                </a:solidFill>
                <a:latin typeface="Inter Light"/>
                <a:ea typeface="Inter Light"/>
                <a:cs typeface="Inter Light"/>
              </a:defRPr>
            </a:lvl1pPr>
            <a:lvl2pPr algn="l">
              <a:defRPr sz="1687" b="0" i="0" kern="0" spc="-9">
                <a:solidFill>
                  <a:srgbClr val="FFFFFF">
                    <a:alpha val="76000"/>
                  </a:srgbClr>
                </a:solidFill>
                <a:latin typeface="Inter Light"/>
                <a:ea typeface="Inter Light"/>
                <a:cs typeface="Inter Light"/>
              </a:defRPr>
            </a:lvl2pPr>
            <a:lvl3pPr algn="l">
              <a:defRPr sz="1687" b="0" i="0" kern="0" spc="-9">
                <a:solidFill>
                  <a:srgbClr val="FFFFFF">
                    <a:alpha val="76000"/>
                  </a:srgbClr>
                </a:solidFill>
                <a:latin typeface="Inter Light"/>
                <a:ea typeface="Inter Light"/>
                <a:cs typeface="Inter Light"/>
              </a:defRPr>
            </a:lvl3pPr>
            <a:lvl4pPr algn="l">
              <a:defRPr sz="1687" b="0" i="0" kern="0" spc="-9">
                <a:solidFill>
                  <a:srgbClr val="FFFFFF">
                    <a:alpha val="76000"/>
                  </a:srgbClr>
                </a:solidFill>
                <a:latin typeface="Inter Light"/>
                <a:ea typeface="Inter Light"/>
                <a:cs typeface="Inter Light"/>
              </a:defRPr>
            </a:lvl4pPr>
            <a:lvl5pPr algn="l">
              <a:defRPr sz="1687" b="0" i="0" kern="0" spc="-9">
                <a:solidFill>
                  <a:srgbClr val="FFFFFF">
                    <a:alpha val="76000"/>
                  </a:srgbClr>
                </a:solidFill>
                <a:latin typeface="Inter Light"/>
                <a:ea typeface="Inter Light"/>
                <a:cs typeface="Inter Light"/>
              </a:defRPr>
            </a:lvl5pPr>
            <a:lvl6pPr algn="l">
              <a:defRPr sz="1687" b="0" i="0" kern="0" spc="-9">
                <a:solidFill>
                  <a:srgbClr val="FFFFFF">
                    <a:alpha val="76000"/>
                  </a:srgbClr>
                </a:solidFill>
                <a:latin typeface="Inter Light"/>
                <a:ea typeface="Inter Light"/>
                <a:cs typeface="Inter Light"/>
              </a:defRPr>
            </a:lvl6pPr>
            <a:lvl7pPr algn="l">
              <a:defRPr sz="1687" b="0" i="0" kern="0" spc="-9">
                <a:solidFill>
                  <a:srgbClr val="FFFFFF">
                    <a:alpha val="76000"/>
                  </a:srgbClr>
                </a:solidFill>
                <a:latin typeface="Inter Light"/>
                <a:ea typeface="Inter Light"/>
                <a:cs typeface="Inter Light"/>
              </a:defRPr>
            </a:lvl7pPr>
            <a:lvl8pPr algn="l">
              <a:defRPr sz="1687" b="0" i="0" kern="0" spc="-9">
                <a:solidFill>
                  <a:srgbClr val="FFFFFF">
                    <a:alpha val="76000"/>
                  </a:srgbClr>
                </a:solidFill>
                <a:latin typeface="Inter Light"/>
                <a:ea typeface="Inter Light"/>
                <a:cs typeface="Inter Light"/>
              </a:defRPr>
            </a:lvl8pPr>
            <a:lvl9pPr algn="l">
              <a:defRPr sz="1687" b="0" i="0" kern="0" spc="-9">
                <a:solidFill>
                  <a:srgbClr val="FFFFFF">
                    <a:alpha val="76000"/>
                  </a:srgbClr>
                </a:solidFill>
                <a:latin typeface="Inter Light"/>
                <a:ea typeface="Inter Light"/>
                <a:cs typeface="Inter Light"/>
              </a:defRPr>
            </a:lvl9pPr>
          </a:lstStyle>
          <a:p>
            <a:pPr algn="l">
              <a:lnSpc>
                <a:spcPct val="100000"/>
              </a:lnSpc>
              <a:buNone/>
              <a:defRPr sz="1687" b="0" i="0" kern="0" spc="-9">
                <a:solidFill>
                  <a:srgbClr val="FFFFFF">
                    <a:alpha val="76000"/>
                  </a:srgbClr>
                </a:solidFill>
                <a:latin typeface="Inter Light"/>
                <a:ea typeface="Inter Light"/>
                <a:cs typeface="Inter Light"/>
              </a:defRPr>
            </a:pPr>
            <a:r>
              <a:rPr sz="1687" b="0" i="0" kern="0" spc="-9">
                <a:solidFill>
                  <a:srgbClr val="FFFFFF">
                    <a:alpha val="76000"/>
                  </a:srgbClr>
                </a:solidFill>
                <a:latin typeface="Inter Light"/>
                <a:ea typeface="Inter Light"/>
                <a:cs typeface="Inter Light"/>
              </a:rPr>
              <a:t>Import quotas, tariffs and deadweight loss in a small open economy — the</a:t>
            </a:r>
          </a:p>
        </p:txBody>
      </p:sp>
      <p:sp>
        <p:nvSpPr>
          <p:cNvPr id="12" name="s1 text 5">
            <a:extLst>
              <a:ext uri="{FF2B5EF4-FFF2-40B4-BE49-F238E27FC236}">
                <a16:creationId xmlns:a16="http://schemas.microsoft.com/office/drawing/2014/main" id="{B046BC96-149A-4D59-8EAC-54CA91C5001B}"/>
              </a:ext>
            </a:extLst>
          </p:cNvPr>
          <p:cNvSpPr>
            <a:spLocks noGrp="1"/>
          </p:cNvSpPr>
          <p:nvPr/>
        </p:nvSpPr>
        <p:spPr>
          <a:xfrm>
            <a:off x="685800" y="4357241"/>
            <a:ext cx="3348228" cy="298206"/>
          </a:xfrm>
          <a:prstGeom prst="rect">
            <a:avLst/>
          </a:prstGeom>
          <a:noFill/>
          <a:ln w="0">
            <a:noFill/>
            <a:prstDash val="solid"/>
          </a:ln>
        </p:spPr>
        <p:txBody>
          <a:bodyPr wrap="none" lIns="0" tIns="0" rIns="0" bIns="0" anchor="t">
            <a:noAutofit/>
          </a:bodyPr>
          <a:lstStyle>
            <a:defPPr algn="l">
              <a:defRPr sz="1687" b="0" i="0" kern="0" spc="-9">
                <a:solidFill>
                  <a:srgbClr val="FFFFFF">
                    <a:alpha val="76000"/>
                  </a:srgbClr>
                </a:solidFill>
                <a:latin typeface="Inter Light"/>
                <a:ea typeface="Inter Light"/>
                <a:cs typeface="Inter Light"/>
              </a:defRPr>
            </a:defPPr>
            <a:lvl1pPr algn="l">
              <a:defRPr sz="1687" b="0" i="0" kern="0" spc="-9">
                <a:solidFill>
                  <a:srgbClr val="FFFFFF">
                    <a:alpha val="76000"/>
                  </a:srgbClr>
                </a:solidFill>
                <a:latin typeface="Inter Light"/>
                <a:ea typeface="Inter Light"/>
                <a:cs typeface="Inter Light"/>
              </a:defRPr>
            </a:lvl1pPr>
            <a:lvl2pPr algn="l">
              <a:defRPr sz="1687" b="0" i="0" kern="0" spc="-9">
                <a:solidFill>
                  <a:srgbClr val="FFFFFF">
                    <a:alpha val="76000"/>
                  </a:srgbClr>
                </a:solidFill>
                <a:latin typeface="Inter Light"/>
                <a:ea typeface="Inter Light"/>
                <a:cs typeface="Inter Light"/>
              </a:defRPr>
            </a:lvl2pPr>
            <a:lvl3pPr algn="l">
              <a:defRPr sz="1687" b="0" i="0" kern="0" spc="-9">
                <a:solidFill>
                  <a:srgbClr val="FFFFFF">
                    <a:alpha val="76000"/>
                  </a:srgbClr>
                </a:solidFill>
                <a:latin typeface="Inter Light"/>
                <a:ea typeface="Inter Light"/>
                <a:cs typeface="Inter Light"/>
              </a:defRPr>
            </a:lvl3pPr>
            <a:lvl4pPr algn="l">
              <a:defRPr sz="1687" b="0" i="0" kern="0" spc="-9">
                <a:solidFill>
                  <a:srgbClr val="FFFFFF">
                    <a:alpha val="76000"/>
                  </a:srgbClr>
                </a:solidFill>
                <a:latin typeface="Inter Light"/>
                <a:ea typeface="Inter Light"/>
                <a:cs typeface="Inter Light"/>
              </a:defRPr>
            </a:lvl4pPr>
            <a:lvl5pPr algn="l">
              <a:defRPr sz="1687" b="0" i="0" kern="0" spc="-9">
                <a:solidFill>
                  <a:srgbClr val="FFFFFF">
                    <a:alpha val="76000"/>
                  </a:srgbClr>
                </a:solidFill>
                <a:latin typeface="Inter Light"/>
                <a:ea typeface="Inter Light"/>
                <a:cs typeface="Inter Light"/>
              </a:defRPr>
            </a:lvl5pPr>
            <a:lvl6pPr algn="l">
              <a:defRPr sz="1687" b="0" i="0" kern="0" spc="-9">
                <a:solidFill>
                  <a:srgbClr val="FFFFFF">
                    <a:alpha val="76000"/>
                  </a:srgbClr>
                </a:solidFill>
                <a:latin typeface="Inter Light"/>
                <a:ea typeface="Inter Light"/>
                <a:cs typeface="Inter Light"/>
              </a:defRPr>
            </a:lvl6pPr>
            <a:lvl7pPr algn="l">
              <a:defRPr sz="1687" b="0" i="0" kern="0" spc="-9">
                <a:solidFill>
                  <a:srgbClr val="FFFFFF">
                    <a:alpha val="76000"/>
                  </a:srgbClr>
                </a:solidFill>
                <a:latin typeface="Inter Light"/>
                <a:ea typeface="Inter Light"/>
                <a:cs typeface="Inter Light"/>
              </a:defRPr>
            </a:lvl7pPr>
            <a:lvl8pPr algn="l">
              <a:defRPr sz="1687" b="0" i="0" kern="0" spc="-9">
                <a:solidFill>
                  <a:srgbClr val="FFFFFF">
                    <a:alpha val="76000"/>
                  </a:srgbClr>
                </a:solidFill>
                <a:latin typeface="Inter Light"/>
                <a:ea typeface="Inter Light"/>
                <a:cs typeface="Inter Light"/>
              </a:defRPr>
            </a:lvl8pPr>
            <a:lvl9pPr algn="l">
              <a:defRPr sz="1687" b="0" i="0" kern="0" spc="-9">
                <a:solidFill>
                  <a:srgbClr val="FFFFFF">
                    <a:alpha val="76000"/>
                  </a:srgbClr>
                </a:solidFill>
                <a:latin typeface="Inter Light"/>
                <a:ea typeface="Inter Light"/>
                <a:cs typeface="Inter Light"/>
              </a:defRPr>
            </a:lvl9pPr>
          </a:lstStyle>
          <a:p>
            <a:pPr algn="l">
              <a:lnSpc>
                <a:spcPct val="100000"/>
              </a:lnSpc>
              <a:buNone/>
              <a:defRPr sz="1687" b="0" i="0" kern="0" spc="-9">
                <a:solidFill>
                  <a:srgbClr val="FFFFFF">
                    <a:alpha val="76000"/>
                  </a:srgbClr>
                </a:solidFill>
                <a:latin typeface="Inter Light"/>
                <a:ea typeface="Inter Light"/>
                <a:cs typeface="Inter Light"/>
              </a:defRPr>
            </a:pPr>
            <a:r>
              <a:rPr sz="1687" b="0" i="0" kern="0" spc="-9">
                <a:solidFill>
                  <a:srgbClr val="FFFFFF">
                    <a:alpha val="76000"/>
                  </a:srgbClr>
                </a:solidFill>
                <a:latin typeface="Inter Light"/>
                <a:ea typeface="Inter Light"/>
                <a:cs typeface="Inter Light"/>
              </a:rPr>
              <a:t>Group 5 set, Questions 5.1 to 5.4.</a:t>
            </a:r>
          </a:p>
        </p:txBody>
      </p:sp>
      <p:sp>
        <p:nvSpPr>
          <p:cNvPr id="13" name="s1 text 6">
            <a:extLst>
              <a:ext uri="{FF2B5EF4-FFF2-40B4-BE49-F238E27FC236}">
                <a16:creationId xmlns:a16="http://schemas.microsoft.com/office/drawing/2014/main" id="{DD1B640F-73AA-4D08-A0F5-8FC2A85CC4F6}"/>
              </a:ext>
            </a:extLst>
          </p:cNvPr>
          <p:cNvSpPr>
            <a:spLocks noGrp="1"/>
          </p:cNvSpPr>
          <p:nvPr/>
        </p:nvSpPr>
        <p:spPr>
          <a:xfrm>
            <a:off x="685800" y="5502616"/>
            <a:ext cx="345041" cy="124708"/>
          </a:xfrm>
          <a:prstGeom prst="rect">
            <a:avLst/>
          </a:prstGeom>
          <a:noFill/>
          <a:ln w="0">
            <a:noFill/>
            <a:prstDash val="solid"/>
          </a:ln>
        </p:spPr>
        <p:txBody>
          <a:bodyPr wrap="none" lIns="0" tIns="0" rIns="0" bIns="0" anchor="t">
            <a:noAutofit/>
          </a:bodyPr>
          <a:lstStyle>
            <a:defPPr algn="l">
              <a:defRPr sz="647" b="0" i="0" kern="0" spc="129">
                <a:solidFill>
                  <a:srgbClr val="FFFFFF">
                    <a:alpha val="50000"/>
                  </a:srgbClr>
                </a:solidFill>
                <a:latin typeface="JetBrains Mono"/>
                <a:ea typeface="JetBrains Mono"/>
                <a:cs typeface="JetBrains Mono"/>
              </a:defRPr>
            </a:defPPr>
            <a:lvl1pPr algn="l">
              <a:defRPr sz="647" b="0" i="0" kern="0" spc="129">
                <a:solidFill>
                  <a:srgbClr val="FFFFFF">
                    <a:alpha val="50000"/>
                  </a:srgbClr>
                </a:solidFill>
                <a:latin typeface="JetBrains Mono"/>
                <a:ea typeface="JetBrains Mono"/>
                <a:cs typeface="JetBrains Mono"/>
              </a:defRPr>
            </a:lvl1pPr>
            <a:lvl2pPr algn="l">
              <a:defRPr sz="647" b="0" i="0" kern="0" spc="129">
                <a:solidFill>
                  <a:srgbClr val="FFFFFF">
                    <a:alpha val="50000"/>
                  </a:srgbClr>
                </a:solidFill>
                <a:latin typeface="JetBrains Mono"/>
                <a:ea typeface="JetBrains Mono"/>
                <a:cs typeface="JetBrains Mono"/>
              </a:defRPr>
            </a:lvl2pPr>
            <a:lvl3pPr algn="l">
              <a:defRPr sz="647" b="0" i="0" kern="0" spc="129">
                <a:solidFill>
                  <a:srgbClr val="FFFFFF">
                    <a:alpha val="50000"/>
                  </a:srgbClr>
                </a:solidFill>
                <a:latin typeface="JetBrains Mono"/>
                <a:ea typeface="JetBrains Mono"/>
                <a:cs typeface="JetBrains Mono"/>
              </a:defRPr>
            </a:lvl3pPr>
            <a:lvl4pPr algn="l">
              <a:defRPr sz="647" b="0" i="0" kern="0" spc="129">
                <a:solidFill>
                  <a:srgbClr val="FFFFFF">
                    <a:alpha val="50000"/>
                  </a:srgbClr>
                </a:solidFill>
                <a:latin typeface="JetBrains Mono"/>
                <a:ea typeface="JetBrains Mono"/>
                <a:cs typeface="JetBrains Mono"/>
              </a:defRPr>
            </a:lvl4pPr>
            <a:lvl5pPr algn="l">
              <a:defRPr sz="647" b="0" i="0" kern="0" spc="129">
                <a:solidFill>
                  <a:srgbClr val="FFFFFF">
                    <a:alpha val="50000"/>
                  </a:srgbClr>
                </a:solidFill>
                <a:latin typeface="JetBrains Mono"/>
                <a:ea typeface="JetBrains Mono"/>
                <a:cs typeface="JetBrains Mono"/>
              </a:defRPr>
            </a:lvl5pPr>
            <a:lvl6pPr algn="l">
              <a:defRPr sz="647" b="0" i="0" kern="0" spc="129">
                <a:solidFill>
                  <a:srgbClr val="FFFFFF">
                    <a:alpha val="50000"/>
                  </a:srgbClr>
                </a:solidFill>
                <a:latin typeface="JetBrains Mono"/>
                <a:ea typeface="JetBrains Mono"/>
                <a:cs typeface="JetBrains Mono"/>
              </a:defRPr>
            </a:lvl6pPr>
            <a:lvl7pPr algn="l">
              <a:defRPr sz="647" b="0" i="0" kern="0" spc="129">
                <a:solidFill>
                  <a:srgbClr val="FFFFFF">
                    <a:alpha val="50000"/>
                  </a:srgbClr>
                </a:solidFill>
                <a:latin typeface="JetBrains Mono"/>
                <a:ea typeface="JetBrains Mono"/>
                <a:cs typeface="JetBrains Mono"/>
              </a:defRPr>
            </a:lvl7pPr>
            <a:lvl8pPr algn="l">
              <a:defRPr sz="647" b="0" i="0" kern="0" spc="129">
                <a:solidFill>
                  <a:srgbClr val="FFFFFF">
                    <a:alpha val="50000"/>
                  </a:srgbClr>
                </a:solidFill>
                <a:latin typeface="JetBrains Mono"/>
                <a:ea typeface="JetBrains Mono"/>
                <a:cs typeface="JetBrains Mono"/>
              </a:defRPr>
            </a:lvl8pPr>
            <a:lvl9pPr algn="l">
              <a:defRPr sz="647" b="0" i="0" kern="0" spc="129">
                <a:solidFill>
                  <a:srgbClr val="FFFFFF">
                    <a:alpha val="50000"/>
                  </a:srgbClr>
                </a:solidFill>
                <a:latin typeface="JetBrains Mono"/>
                <a:ea typeface="JetBrains Mono"/>
                <a:cs typeface="JetBrains Mono"/>
              </a:defRPr>
            </a:lvl9pPr>
          </a:lstStyle>
          <a:p>
            <a:pPr algn="l">
              <a:lnSpc>
                <a:spcPct val="100000"/>
              </a:lnSpc>
              <a:buNone/>
              <a:defRPr sz="647" b="0" i="0" kern="0" spc="129">
                <a:solidFill>
                  <a:srgbClr val="FFFFFF">
                    <a:alpha val="50000"/>
                  </a:srgbClr>
                </a:solidFill>
                <a:latin typeface="JetBrains Mono"/>
                <a:ea typeface="JetBrains Mono"/>
                <a:cs typeface="JetBrains Mono"/>
              </a:defRPr>
            </a:pPr>
            <a:r>
              <a:rPr sz="647" b="0" i="0" kern="0" spc="129">
                <a:solidFill>
                  <a:srgbClr val="FFFFFF">
                    <a:alpha val="50000"/>
                  </a:srgbClr>
                </a:solidFill>
                <a:latin typeface="JetBrains Mono"/>
                <a:ea typeface="JetBrains Mono"/>
                <a:cs typeface="JetBrains Mono"/>
              </a:rPr>
              <a:t>GROUP</a:t>
            </a:r>
          </a:p>
        </p:txBody>
      </p:sp>
      <p:sp>
        <p:nvSpPr>
          <p:cNvPr id="14" name="s1 text 7">
            <a:extLst>
              <a:ext uri="{FF2B5EF4-FFF2-40B4-BE49-F238E27FC236}">
                <a16:creationId xmlns:a16="http://schemas.microsoft.com/office/drawing/2014/main" id="{FBA5FB9D-51E5-4FDC-A01B-CEDC04896F19}"/>
              </a:ext>
            </a:extLst>
          </p:cNvPr>
          <p:cNvSpPr>
            <a:spLocks noGrp="1"/>
          </p:cNvSpPr>
          <p:nvPr/>
        </p:nvSpPr>
        <p:spPr>
          <a:xfrm>
            <a:off x="685800" y="5705177"/>
            <a:ext cx="604837" cy="198804"/>
          </a:xfrm>
          <a:prstGeom prst="rect">
            <a:avLst/>
          </a:prstGeom>
          <a:noFill/>
          <a:ln w="0">
            <a:noFill/>
            <a:prstDash val="solid"/>
          </a:ln>
        </p:spPr>
        <p:txBody>
          <a:bodyPr wrap="none" lIns="0" tIns="0" rIns="0" bIns="0" anchor="t">
            <a:noAutofit/>
          </a:bodyPr>
          <a:lstStyle>
            <a:defPPr algn="l">
              <a:defRPr sz="1125" b="0" i="0" kern="0" spc="-9">
                <a:solidFill>
                  <a:srgbClr val="FFFFFF"/>
                </a:solidFill>
                <a:latin typeface="Inter SemiBold"/>
                <a:ea typeface="Inter SemiBold"/>
                <a:cs typeface="Inter SemiBold"/>
              </a:defRPr>
            </a:defPPr>
            <a:lvl1pPr algn="l">
              <a:defRPr sz="1125" b="0" i="0" kern="0" spc="-9">
                <a:solidFill>
                  <a:srgbClr val="FFFFFF"/>
                </a:solidFill>
                <a:latin typeface="Inter SemiBold"/>
                <a:ea typeface="Inter SemiBold"/>
                <a:cs typeface="Inter SemiBold"/>
              </a:defRPr>
            </a:lvl1pPr>
            <a:lvl2pPr algn="l">
              <a:defRPr sz="1125" b="0" i="0" kern="0" spc="-9">
                <a:solidFill>
                  <a:srgbClr val="FFFFFF"/>
                </a:solidFill>
                <a:latin typeface="Inter SemiBold"/>
                <a:ea typeface="Inter SemiBold"/>
                <a:cs typeface="Inter SemiBold"/>
              </a:defRPr>
            </a:lvl2pPr>
            <a:lvl3pPr algn="l">
              <a:defRPr sz="1125" b="0" i="0" kern="0" spc="-9">
                <a:solidFill>
                  <a:srgbClr val="FFFFFF"/>
                </a:solidFill>
                <a:latin typeface="Inter SemiBold"/>
                <a:ea typeface="Inter SemiBold"/>
                <a:cs typeface="Inter SemiBold"/>
              </a:defRPr>
            </a:lvl3pPr>
            <a:lvl4pPr algn="l">
              <a:defRPr sz="1125" b="0" i="0" kern="0" spc="-9">
                <a:solidFill>
                  <a:srgbClr val="FFFFFF"/>
                </a:solidFill>
                <a:latin typeface="Inter SemiBold"/>
                <a:ea typeface="Inter SemiBold"/>
                <a:cs typeface="Inter SemiBold"/>
              </a:defRPr>
            </a:lvl4pPr>
            <a:lvl5pPr algn="l">
              <a:defRPr sz="1125" b="0" i="0" kern="0" spc="-9">
                <a:solidFill>
                  <a:srgbClr val="FFFFFF"/>
                </a:solidFill>
                <a:latin typeface="Inter SemiBold"/>
                <a:ea typeface="Inter SemiBold"/>
                <a:cs typeface="Inter SemiBold"/>
              </a:defRPr>
            </a:lvl5pPr>
            <a:lvl6pPr algn="l">
              <a:defRPr sz="1125" b="0" i="0" kern="0" spc="-9">
                <a:solidFill>
                  <a:srgbClr val="FFFFFF"/>
                </a:solidFill>
                <a:latin typeface="Inter SemiBold"/>
                <a:ea typeface="Inter SemiBold"/>
                <a:cs typeface="Inter SemiBold"/>
              </a:defRPr>
            </a:lvl6pPr>
            <a:lvl7pPr algn="l">
              <a:defRPr sz="1125" b="0" i="0" kern="0" spc="-9">
                <a:solidFill>
                  <a:srgbClr val="FFFFFF"/>
                </a:solidFill>
                <a:latin typeface="Inter SemiBold"/>
                <a:ea typeface="Inter SemiBold"/>
                <a:cs typeface="Inter SemiBold"/>
              </a:defRPr>
            </a:lvl7pPr>
            <a:lvl8pPr algn="l">
              <a:defRPr sz="1125" b="0" i="0" kern="0" spc="-9">
                <a:solidFill>
                  <a:srgbClr val="FFFFFF"/>
                </a:solidFill>
                <a:latin typeface="Inter SemiBold"/>
                <a:ea typeface="Inter SemiBold"/>
                <a:cs typeface="Inter SemiBold"/>
              </a:defRPr>
            </a:lvl8pPr>
            <a:lvl9pPr algn="l">
              <a:defRPr sz="1125" b="0" i="0" kern="0" spc="-9">
                <a:solidFill>
                  <a:srgbClr val="FFFFFF"/>
                </a:solidFill>
                <a:latin typeface="Inter SemiBold"/>
                <a:ea typeface="Inter SemiBold"/>
                <a:cs typeface="Inter SemiBold"/>
              </a:defRPr>
            </a:lvl9pPr>
          </a:lstStyle>
          <a:p>
            <a:pPr algn="l">
              <a:lnSpc>
                <a:spcPct val="100000"/>
              </a:lnSpc>
              <a:buNone/>
              <a:defRPr sz="1125" b="0" i="0" kern="0" spc="-9">
                <a:solidFill>
                  <a:srgbClr val="FFFFFF"/>
                </a:solidFill>
                <a:latin typeface="Inter SemiBold"/>
                <a:ea typeface="Inter SemiBold"/>
                <a:cs typeface="Inter SemiBold"/>
              </a:defRPr>
            </a:pPr>
            <a:r>
              <a:rPr sz="1125" b="0" i="0" kern="0" spc="-9">
                <a:solidFill>
                  <a:srgbClr val="FFFFFF"/>
                </a:solidFill>
                <a:latin typeface="Inter SemiBold"/>
                <a:ea typeface="Inter SemiBold"/>
                <a:cs typeface="Inter SemiBold"/>
              </a:rPr>
              <a:t>Group 5</a:t>
            </a:r>
          </a:p>
        </p:txBody>
      </p:sp>
      <p:sp>
        <p:nvSpPr>
          <p:cNvPr id="15" name="s1 text 8">
            <a:extLst>
              <a:ext uri="{FF2B5EF4-FFF2-40B4-BE49-F238E27FC236}">
                <a16:creationId xmlns:a16="http://schemas.microsoft.com/office/drawing/2014/main" id="{61B79039-99EF-4D49-B4A2-0F093DC1F8E0}"/>
              </a:ext>
            </a:extLst>
          </p:cNvPr>
          <p:cNvSpPr>
            <a:spLocks noGrp="1"/>
          </p:cNvSpPr>
          <p:nvPr/>
        </p:nvSpPr>
        <p:spPr>
          <a:xfrm>
            <a:off x="1682800" y="5502616"/>
            <a:ext cx="673651" cy="124708"/>
          </a:xfrm>
          <a:prstGeom prst="rect">
            <a:avLst/>
          </a:prstGeom>
          <a:noFill/>
          <a:ln w="0">
            <a:noFill/>
            <a:prstDash val="solid"/>
          </a:ln>
        </p:spPr>
        <p:txBody>
          <a:bodyPr wrap="none" lIns="0" tIns="0" rIns="0" bIns="0" anchor="t">
            <a:noAutofit/>
          </a:bodyPr>
          <a:lstStyle>
            <a:defPPr algn="l">
              <a:defRPr sz="647" b="0" i="0" kern="0" spc="129">
                <a:solidFill>
                  <a:srgbClr val="FFFFFF">
                    <a:alpha val="50000"/>
                  </a:srgbClr>
                </a:solidFill>
                <a:latin typeface="JetBrains Mono"/>
                <a:ea typeface="JetBrains Mono"/>
                <a:cs typeface="JetBrains Mono"/>
              </a:defRPr>
            </a:defPPr>
            <a:lvl1pPr algn="l">
              <a:defRPr sz="647" b="0" i="0" kern="0" spc="129">
                <a:solidFill>
                  <a:srgbClr val="FFFFFF">
                    <a:alpha val="50000"/>
                  </a:srgbClr>
                </a:solidFill>
                <a:latin typeface="JetBrains Mono"/>
                <a:ea typeface="JetBrains Mono"/>
                <a:cs typeface="JetBrains Mono"/>
              </a:defRPr>
            </a:lvl1pPr>
            <a:lvl2pPr algn="l">
              <a:defRPr sz="647" b="0" i="0" kern="0" spc="129">
                <a:solidFill>
                  <a:srgbClr val="FFFFFF">
                    <a:alpha val="50000"/>
                  </a:srgbClr>
                </a:solidFill>
                <a:latin typeface="JetBrains Mono"/>
                <a:ea typeface="JetBrains Mono"/>
                <a:cs typeface="JetBrains Mono"/>
              </a:defRPr>
            </a:lvl2pPr>
            <a:lvl3pPr algn="l">
              <a:defRPr sz="647" b="0" i="0" kern="0" spc="129">
                <a:solidFill>
                  <a:srgbClr val="FFFFFF">
                    <a:alpha val="50000"/>
                  </a:srgbClr>
                </a:solidFill>
                <a:latin typeface="JetBrains Mono"/>
                <a:ea typeface="JetBrains Mono"/>
                <a:cs typeface="JetBrains Mono"/>
              </a:defRPr>
            </a:lvl3pPr>
            <a:lvl4pPr algn="l">
              <a:defRPr sz="647" b="0" i="0" kern="0" spc="129">
                <a:solidFill>
                  <a:srgbClr val="FFFFFF">
                    <a:alpha val="50000"/>
                  </a:srgbClr>
                </a:solidFill>
                <a:latin typeface="JetBrains Mono"/>
                <a:ea typeface="JetBrains Mono"/>
                <a:cs typeface="JetBrains Mono"/>
              </a:defRPr>
            </a:lvl4pPr>
            <a:lvl5pPr algn="l">
              <a:defRPr sz="647" b="0" i="0" kern="0" spc="129">
                <a:solidFill>
                  <a:srgbClr val="FFFFFF">
                    <a:alpha val="50000"/>
                  </a:srgbClr>
                </a:solidFill>
                <a:latin typeface="JetBrains Mono"/>
                <a:ea typeface="JetBrains Mono"/>
                <a:cs typeface="JetBrains Mono"/>
              </a:defRPr>
            </a:lvl5pPr>
            <a:lvl6pPr algn="l">
              <a:defRPr sz="647" b="0" i="0" kern="0" spc="129">
                <a:solidFill>
                  <a:srgbClr val="FFFFFF">
                    <a:alpha val="50000"/>
                  </a:srgbClr>
                </a:solidFill>
                <a:latin typeface="JetBrains Mono"/>
                <a:ea typeface="JetBrains Mono"/>
                <a:cs typeface="JetBrains Mono"/>
              </a:defRPr>
            </a:lvl6pPr>
            <a:lvl7pPr algn="l">
              <a:defRPr sz="647" b="0" i="0" kern="0" spc="129">
                <a:solidFill>
                  <a:srgbClr val="FFFFFF">
                    <a:alpha val="50000"/>
                  </a:srgbClr>
                </a:solidFill>
                <a:latin typeface="JetBrains Mono"/>
                <a:ea typeface="JetBrains Mono"/>
                <a:cs typeface="JetBrains Mono"/>
              </a:defRPr>
            </a:lvl7pPr>
            <a:lvl8pPr algn="l">
              <a:defRPr sz="647" b="0" i="0" kern="0" spc="129">
                <a:solidFill>
                  <a:srgbClr val="FFFFFF">
                    <a:alpha val="50000"/>
                  </a:srgbClr>
                </a:solidFill>
                <a:latin typeface="JetBrains Mono"/>
                <a:ea typeface="JetBrains Mono"/>
                <a:cs typeface="JetBrains Mono"/>
              </a:defRPr>
            </a:lvl8pPr>
            <a:lvl9pPr algn="l">
              <a:defRPr sz="647" b="0" i="0" kern="0" spc="129">
                <a:solidFill>
                  <a:srgbClr val="FFFFFF">
                    <a:alpha val="50000"/>
                  </a:srgbClr>
                </a:solidFill>
                <a:latin typeface="JetBrains Mono"/>
                <a:ea typeface="JetBrains Mono"/>
                <a:cs typeface="JetBrains Mono"/>
              </a:defRPr>
            </a:lvl9pPr>
          </a:lstStyle>
          <a:p>
            <a:pPr algn="l">
              <a:lnSpc>
                <a:spcPct val="100000"/>
              </a:lnSpc>
              <a:buNone/>
              <a:defRPr sz="647" b="0" i="0" kern="0" spc="129">
                <a:solidFill>
                  <a:srgbClr val="FFFFFF">
                    <a:alpha val="50000"/>
                  </a:srgbClr>
                </a:solidFill>
                <a:latin typeface="JetBrains Mono"/>
                <a:ea typeface="JetBrains Mono"/>
                <a:cs typeface="JetBrains Mono"/>
              </a:defRPr>
            </a:pPr>
            <a:r>
              <a:rPr sz="647" b="0" i="0" kern="0" spc="129">
                <a:solidFill>
                  <a:srgbClr val="FFFFFF">
                    <a:alpha val="50000"/>
                  </a:srgbClr>
                </a:solidFill>
                <a:latin typeface="JetBrains Mono"/>
                <a:ea typeface="JetBrains Mono"/>
                <a:cs typeface="JetBrains Mono"/>
              </a:rPr>
              <a:t>PRESENTERS</a:t>
            </a:r>
          </a:p>
        </p:txBody>
      </p:sp>
      <p:sp>
        <p:nvSpPr>
          <p:cNvPr id="16" name="s1 text 9">
            <a:extLst>
              <a:ext uri="{FF2B5EF4-FFF2-40B4-BE49-F238E27FC236}">
                <a16:creationId xmlns:a16="http://schemas.microsoft.com/office/drawing/2014/main" id="{1AA1B954-DB66-4028-8479-33131C01488E}"/>
              </a:ext>
            </a:extLst>
          </p:cNvPr>
          <p:cNvSpPr>
            <a:spLocks noGrp="1"/>
          </p:cNvSpPr>
          <p:nvPr/>
        </p:nvSpPr>
        <p:spPr>
          <a:xfrm>
            <a:off x="1682800" y="5705177"/>
            <a:ext cx="1422654" cy="198804"/>
          </a:xfrm>
          <a:prstGeom prst="rect">
            <a:avLst/>
          </a:prstGeom>
          <a:noFill/>
          <a:ln w="0">
            <a:noFill/>
            <a:prstDash val="solid"/>
          </a:ln>
        </p:spPr>
        <p:txBody>
          <a:bodyPr wrap="none" lIns="0" tIns="0" rIns="0" bIns="0" anchor="t">
            <a:noAutofit/>
          </a:bodyPr>
          <a:lstStyle>
            <a:defPPr algn="l">
              <a:defRPr sz="1125" b="0" i="0" kern="0" spc="-9">
                <a:solidFill>
                  <a:srgbClr val="FFFFFF"/>
                </a:solidFill>
                <a:latin typeface="Inter SemiBold"/>
                <a:ea typeface="Inter SemiBold"/>
                <a:cs typeface="Inter SemiBold"/>
              </a:defRPr>
            </a:defPPr>
            <a:lvl1pPr algn="l">
              <a:defRPr sz="1125" b="0" i="0" kern="0" spc="-9">
                <a:solidFill>
                  <a:srgbClr val="FFFFFF"/>
                </a:solidFill>
                <a:latin typeface="Inter SemiBold"/>
                <a:ea typeface="Inter SemiBold"/>
                <a:cs typeface="Inter SemiBold"/>
              </a:defRPr>
            </a:lvl1pPr>
            <a:lvl2pPr algn="l">
              <a:defRPr sz="1125" b="0" i="0" kern="0" spc="-9">
                <a:solidFill>
                  <a:srgbClr val="FFFFFF"/>
                </a:solidFill>
                <a:latin typeface="Inter SemiBold"/>
                <a:ea typeface="Inter SemiBold"/>
                <a:cs typeface="Inter SemiBold"/>
              </a:defRPr>
            </a:lvl2pPr>
            <a:lvl3pPr algn="l">
              <a:defRPr sz="1125" b="0" i="0" kern="0" spc="-9">
                <a:solidFill>
                  <a:srgbClr val="FFFFFF"/>
                </a:solidFill>
                <a:latin typeface="Inter SemiBold"/>
                <a:ea typeface="Inter SemiBold"/>
                <a:cs typeface="Inter SemiBold"/>
              </a:defRPr>
            </a:lvl3pPr>
            <a:lvl4pPr algn="l">
              <a:defRPr sz="1125" b="0" i="0" kern="0" spc="-9">
                <a:solidFill>
                  <a:srgbClr val="FFFFFF"/>
                </a:solidFill>
                <a:latin typeface="Inter SemiBold"/>
                <a:ea typeface="Inter SemiBold"/>
                <a:cs typeface="Inter SemiBold"/>
              </a:defRPr>
            </a:lvl4pPr>
            <a:lvl5pPr algn="l">
              <a:defRPr sz="1125" b="0" i="0" kern="0" spc="-9">
                <a:solidFill>
                  <a:srgbClr val="FFFFFF"/>
                </a:solidFill>
                <a:latin typeface="Inter SemiBold"/>
                <a:ea typeface="Inter SemiBold"/>
                <a:cs typeface="Inter SemiBold"/>
              </a:defRPr>
            </a:lvl5pPr>
            <a:lvl6pPr algn="l">
              <a:defRPr sz="1125" b="0" i="0" kern="0" spc="-9">
                <a:solidFill>
                  <a:srgbClr val="FFFFFF"/>
                </a:solidFill>
                <a:latin typeface="Inter SemiBold"/>
                <a:ea typeface="Inter SemiBold"/>
                <a:cs typeface="Inter SemiBold"/>
              </a:defRPr>
            </a:lvl6pPr>
            <a:lvl7pPr algn="l">
              <a:defRPr sz="1125" b="0" i="0" kern="0" spc="-9">
                <a:solidFill>
                  <a:srgbClr val="FFFFFF"/>
                </a:solidFill>
                <a:latin typeface="Inter SemiBold"/>
                <a:ea typeface="Inter SemiBold"/>
                <a:cs typeface="Inter SemiBold"/>
              </a:defRPr>
            </a:lvl7pPr>
            <a:lvl8pPr algn="l">
              <a:defRPr sz="1125" b="0" i="0" kern="0" spc="-9">
                <a:solidFill>
                  <a:srgbClr val="FFFFFF"/>
                </a:solidFill>
                <a:latin typeface="Inter SemiBold"/>
                <a:ea typeface="Inter SemiBold"/>
                <a:cs typeface="Inter SemiBold"/>
              </a:defRPr>
            </a:lvl8pPr>
            <a:lvl9pPr algn="l">
              <a:defRPr sz="1125" b="0" i="0" kern="0" spc="-9">
                <a:solidFill>
                  <a:srgbClr val="FFFFFF"/>
                </a:solidFill>
                <a:latin typeface="Inter SemiBold"/>
                <a:ea typeface="Inter SemiBold"/>
                <a:cs typeface="Inter SemiBold"/>
              </a:defRPr>
            </a:lvl9pPr>
          </a:lstStyle>
          <a:p>
            <a:pPr algn="l">
              <a:lnSpc>
                <a:spcPct val="100000"/>
              </a:lnSpc>
              <a:buNone/>
              <a:defRPr sz="1125" b="0" i="0" kern="0" spc="-9">
                <a:solidFill>
                  <a:srgbClr val="FFFFFF"/>
                </a:solidFill>
                <a:latin typeface="Inter SemiBold"/>
                <a:ea typeface="Inter SemiBold"/>
                <a:cs typeface="Inter SemiBold"/>
              </a:defRPr>
            </a:pPr>
            <a:r>
              <a:rPr sz="1125" b="0" i="0" kern="0" spc="-9">
                <a:solidFill>
                  <a:srgbClr val="FFFFFF"/>
                </a:solidFill>
                <a:latin typeface="Inter SemiBold"/>
                <a:ea typeface="Inter SemiBold"/>
                <a:cs typeface="Inter SemiBold"/>
              </a:rPr>
              <a:t>add member names</a:t>
            </a:r>
          </a:p>
        </p:txBody>
      </p:sp>
      <p:sp>
        <p:nvSpPr>
          <p:cNvPr id="17" name="s1 text 10">
            <a:extLst>
              <a:ext uri="{FF2B5EF4-FFF2-40B4-BE49-F238E27FC236}">
                <a16:creationId xmlns:a16="http://schemas.microsoft.com/office/drawing/2014/main" id="{D7177F8A-BD8A-4908-B5B6-642A2EE7C15B}"/>
              </a:ext>
            </a:extLst>
          </p:cNvPr>
          <p:cNvSpPr>
            <a:spLocks noGrp="1"/>
          </p:cNvSpPr>
          <p:nvPr/>
        </p:nvSpPr>
        <p:spPr>
          <a:xfrm>
            <a:off x="3487266" y="5502616"/>
            <a:ext cx="279319" cy="124708"/>
          </a:xfrm>
          <a:prstGeom prst="rect">
            <a:avLst/>
          </a:prstGeom>
          <a:noFill/>
          <a:ln w="0">
            <a:noFill/>
            <a:prstDash val="solid"/>
          </a:ln>
        </p:spPr>
        <p:txBody>
          <a:bodyPr wrap="none" lIns="0" tIns="0" rIns="0" bIns="0" anchor="t">
            <a:noAutofit/>
          </a:bodyPr>
          <a:lstStyle>
            <a:defPPr algn="l">
              <a:defRPr sz="647" b="0" i="0" kern="0" spc="129">
                <a:solidFill>
                  <a:srgbClr val="FFFFFF">
                    <a:alpha val="50000"/>
                  </a:srgbClr>
                </a:solidFill>
                <a:latin typeface="JetBrains Mono"/>
                <a:ea typeface="JetBrains Mono"/>
                <a:cs typeface="JetBrains Mono"/>
              </a:defRPr>
            </a:defPPr>
            <a:lvl1pPr algn="l">
              <a:defRPr sz="647" b="0" i="0" kern="0" spc="129">
                <a:solidFill>
                  <a:srgbClr val="FFFFFF">
                    <a:alpha val="50000"/>
                  </a:srgbClr>
                </a:solidFill>
                <a:latin typeface="JetBrains Mono"/>
                <a:ea typeface="JetBrains Mono"/>
                <a:cs typeface="JetBrains Mono"/>
              </a:defRPr>
            </a:lvl1pPr>
            <a:lvl2pPr algn="l">
              <a:defRPr sz="647" b="0" i="0" kern="0" spc="129">
                <a:solidFill>
                  <a:srgbClr val="FFFFFF">
                    <a:alpha val="50000"/>
                  </a:srgbClr>
                </a:solidFill>
                <a:latin typeface="JetBrains Mono"/>
                <a:ea typeface="JetBrains Mono"/>
                <a:cs typeface="JetBrains Mono"/>
              </a:defRPr>
            </a:lvl2pPr>
            <a:lvl3pPr algn="l">
              <a:defRPr sz="647" b="0" i="0" kern="0" spc="129">
                <a:solidFill>
                  <a:srgbClr val="FFFFFF">
                    <a:alpha val="50000"/>
                  </a:srgbClr>
                </a:solidFill>
                <a:latin typeface="JetBrains Mono"/>
                <a:ea typeface="JetBrains Mono"/>
                <a:cs typeface="JetBrains Mono"/>
              </a:defRPr>
            </a:lvl3pPr>
            <a:lvl4pPr algn="l">
              <a:defRPr sz="647" b="0" i="0" kern="0" spc="129">
                <a:solidFill>
                  <a:srgbClr val="FFFFFF">
                    <a:alpha val="50000"/>
                  </a:srgbClr>
                </a:solidFill>
                <a:latin typeface="JetBrains Mono"/>
                <a:ea typeface="JetBrains Mono"/>
                <a:cs typeface="JetBrains Mono"/>
              </a:defRPr>
            </a:lvl4pPr>
            <a:lvl5pPr algn="l">
              <a:defRPr sz="647" b="0" i="0" kern="0" spc="129">
                <a:solidFill>
                  <a:srgbClr val="FFFFFF">
                    <a:alpha val="50000"/>
                  </a:srgbClr>
                </a:solidFill>
                <a:latin typeface="JetBrains Mono"/>
                <a:ea typeface="JetBrains Mono"/>
                <a:cs typeface="JetBrains Mono"/>
              </a:defRPr>
            </a:lvl5pPr>
            <a:lvl6pPr algn="l">
              <a:defRPr sz="647" b="0" i="0" kern="0" spc="129">
                <a:solidFill>
                  <a:srgbClr val="FFFFFF">
                    <a:alpha val="50000"/>
                  </a:srgbClr>
                </a:solidFill>
                <a:latin typeface="JetBrains Mono"/>
                <a:ea typeface="JetBrains Mono"/>
                <a:cs typeface="JetBrains Mono"/>
              </a:defRPr>
            </a:lvl6pPr>
            <a:lvl7pPr algn="l">
              <a:defRPr sz="647" b="0" i="0" kern="0" spc="129">
                <a:solidFill>
                  <a:srgbClr val="FFFFFF">
                    <a:alpha val="50000"/>
                  </a:srgbClr>
                </a:solidFill>
                <a:latin typeface="JetBrains Mono"/>
                <a:ea typeface="JetBrains Mono"/>
                <a:cs typeface="JetBrains Mono"/>
              </a:defRPr>
            </a:lvl7pPr>
            <a:lvl8pPr algn="l">
              <a:defRPr sz="647" b="0" i="0" kern="0" spc="129">
                <a:solidFill>
                  <a:srgbClr val="FFFFFF">
                    <a:alpha val="50000"/>
                  </a:srgbClr>
                </a:solidFill>
                <a:latin typeface="JetBrains Mono"/>
                <a:ea typeface="JetBrains Mono"/>
                <a:cs typeface="JetBrains Mono"/>
              </a:defRPr>
            </a:lvl8pPr>
            <a:lvl9pPr algn="l">
              <a:defRPr sz="647" b="0" i="0" kern="0" spc="129">
                <a:solidFill>
                  <a:srgbClr val="FFFFFF">
                    <a:alpha val="50000"/>
                  </a:srgbClr>
                </a:solidFill>
                <a:latin typeface="JetBrains Mono"/>
                <a:ea typeface="JetBrains Mono"/>
                <a:cs typeface="JetBrains Mono"/>
              </a:defRPr>
            </a:lvl9pPr>
          </a:lstStyle>
          <a:p>
            <a:pPr algn="l">
              <a:lnSpc>
                <a:spcPct val="100000"/>
              </a:lnSpc>
              <a:buNone/>
              <a:defRPr sz="647" b="0" i="0" kern="0" spc="129">
                <a:solidFill>
                  <a:srgbClr val="FFFFFF">
                    <a:alpha val="50000"/>
                  </a:srgbClr>
                </a:solidFill>
                <a:latin typeface="JetBrains Mono"/>
                <a:ea typeface="JetBrains Mono"/>
                <a:cs typeface="JetBrains Mono"/>
              </a:defRPr>
            </a:pPr>
            <a:r>
              <a:rPr sz="647" b="0" i="0" kern="0" spc="129">
                <a:solidFill>
                  <a:srgbClr val="FFFFFF">
                    <a:alpha val="50000"/>
                  </a:srgbClr>
                </a:solidFill>
                <a:latin typeface="JetBrains Mono"/>
                <a:ea typeface="JetBrains Mono"/>
                <a:cs typeface="JetBrains Mono"/>
              </a:rPr>
              <a:t>SLOT</a:t>
            </a:r>
          </a:p>
        </p:txBody>
      </p:sp>
      <p:sp>
        <p:nvSpPr>
          <p:cNvPr id="18" name="s1 text 11">
            <a:extLst>
              <a:ext uri="{FF2B5EF4-FFF2-40B4-BE49-F238E27FC236}">
                <a16:creationId xmlns:a16="http://schemas.microsoft.com/office/drawing/2014/main" id="{223D3E1B-8BE6-41FA-9775-3AFB01A698AD}"/>
              </a:ext>
            </a:extLst>
          </p:cNvPr>
          <p:cNvSpPr>
            <a:spLocks noGrp="1"/>
          </p:cNvSpPr>
          <p:nvPr/>
        </p:nvSpPr>
        <p:spPr>
          <a:xfrm>
            <a:off x="3487266" y="5705177"/>
            <a:ext cx="1798034" cy="198804"/>
          </a:xfrm>
          <a:prstGeom prst="rect">
            <a:avLst/>
          </a:prstGeom>
          <a:noFill/>
          <a:ln w="0">
            <a:noFill/>
            <a:prstDash val="solid"/>
          </a:ln>
        </p:spPr>
        <p:txBody>
          <a:bodyPr wrap="none" lIns="0" tIns="0" rIns="0" bIns="0" anchor="t">
            <a:noAutofit/>
          </a:bodyPr>
          <a:lstStyle>
            <a:defPPr algn="l">
              <a:defRPr sz="1125" b="0" i="0" kern="0" spc="-9">
                <a:solidFill>
                  <a:srgbClr val="FFFFFF"/>
                </a:solidFill>
                <a:latin typeface="Inter SemiBold"/>
                <a:ea typeface="Inter SemiBold"/>
                <a:cs typeface="Inter SemiBold"/>
              </a:defRPr>
            </a:defPPr>
            <a:lvl1pPr algn="l">
              <a:defRPr sz="1125" b="0" i="0" kern="0" spc="-9">
                <a:solidFill>
                  <a:srgbClr val="FFFFFF"/>
                </a:solidFill>
                <a:latin typeface="Inter SemiBold"/>
                <a:ea typeface="Inter SemiBold"/>
                <a:cs typeface="Inter SemiBold"/>
              </a:defRPr>
            </a:lvl1pPr>
            <a:lvl2pPr algn="l">
              <a:defRPr sz="1125" b="0" i="0" kern="0" spc="-9">
                <a:solidFill>
                  <a:srgbClr val="FFFFFF"/>
                </a:solidFill>
                <a:latin typeface="Inter SemiBold"/>
                <a:ea typeface="Inter SemiBold"/>
                <a:cs typeface="Inter SemiBold"/>
              </a:defRPr>
            </a:lvl2pPr>
            <a:lvl3pPr algn="l">
              <a:defRPr sz="1125" b="0" i="0" kern="0" spc="-9">
                <a:solidFill>
                  <a:srgbClr val="FFFFFF"/>
                </a:solidFill>
                <a:latin typeface="Inter SemiBold"/>
                <a:ea typeface="Inter SemiBold"/>
                <a:cs typeface="Inter SemiBold"/>
              </a:defRPr>
            </a:lvl3pPr>
            <a:lvl4pPr algn="l">
              <a:defRPr sz="1125" b="0" i="0" kern="0" spc="-9">
                <a:solidFill>
                  <a:srgbClr val="FFFFFF"/>
                </a:solidFill>
                <a:latin typeface="Inter SemiBold"/>
                <a:ea typeface="Inter SemiBold"/>
                <a:cs typeface="Inter SemiBold"/>
              </a:defRPr>
            </a:lvl4pPr>
            <a:lvl5pPr algn="l">
              <a:defRPr sz="1125" b="0" i="0" kern="0" spc="-9">
                <a:solidFill>
                  <a:srgbClr val="FFFFFF"/>
                </a:solidFill>
                <a:latin typeface="Inter SemiBold"/>
                <a:ea typeface="Inter SemiBold"/>
                <a:cs typeface="Inter SemiBold"/>
              </a:defRPr>
            </a:lvl5pPr>
            <a:lvl6pPr algn="l">
              <a:defRPr sz="1125" b="0" i="0" kern="0" spc="-9">
                <a:solidFill>
                  <a:srgbClr val="FFFFFF"/>
                </a:solidFill>
                <a:latin typeface="Inter SemiBold"/>
                <a:ea typeface="Inter SemiBold"/>
                <a:cs typeface="Inter SemiBold"/>
              </a:defRPr>
            </a:lvl6pPr>
            <a:lvl7pPr algn="l">
              <a:defRPr sz="1125" b="0" i="0" kern="0" spc="-9">
                <a:solidFill>
                  <a:srgbClr val="FFFFFF"/>
                </a:solidFill>
                <a:latin typeface="Inter SemiBold"/>
                <a:ea typeface="Inter SemiBold"/>
                <a:cs typeface="Inter SemiBold"/>
              </a:defRPr>
            </a:lvl7pPr>
            <a:lvl8pPr algn="l">
              <a:defRPr sz="1125" b="0" i="0" kern="0" spc="-9">
                <a:solidFill>
                  <a:srgbClr val="FFFFFF"/>
                </a:solidFill>
                <a:latin typeface="Inter SemiBold"/>
                <a:ea typeface="Inter SemiBold"/>
                <a:cs typeface="Inter SemiBold"/>
              </a:defRPr>
            </a:lvl8pPr>
            <a:lvl9pPr algn="l">
              <a:defRPr sz="1125" b="0" i="0" kern="0" spc="-9">
                <a:solidFill>
                  <a:srgbClr val="FFFFFF"/>
                </a:solidFill>
                <a:latin typeface="Inter SemiBold"/>
                <a:ea typeface="Inter SemiBold"/>
                <a:cs typeface="Inter SemiBold"/>
              </a:defRPr>
            </a:lvl9pPr>
          </a:lstStyle>
          <a:p>
            <a:pPr algn="l">
              <a:lnSpc>
                <a:spcPct val="100000"/>
              </a:lnSpc>
              <a:buNone/>
              <a:defRPr sz="1125" b="0" i="0" kern="0" spc="-9">
                <a:solidFill>
                  <a:srgbClr val="FFFFFF"/>
                </a:solidFill>
                <a:latin typeface="Inter SemiBold"/>
                <a:ea typeface="Inter SemiBold"/>
                <a:cs typeface="Inter SemiBold"/>
              </a:defRPr>
            </a:pPr>
            <a:r>
              <a:rPr sz="1125" b="0" i="0" kern="0" spc="-9">
                <a:solidFill>
                  <a:srgbClr val="FFFFFF"/>
                </a:solidFill>
                <a:latin typeface="Inter SemiBold"/>
                <a:ea typeface="Inter SemiBold"/>
                <a:cs typeface="Inter SemiBold"/>
              </a:rPr>
              <a:t>Week 9 · 27–30 Oct 2026</a:t>
            </a:r>
          </a:p>
        </p:txBody>
      </p:sp>
      <p:sp>
        <p:nvSpPr>
          <p:cNvPr id="19" name="s1 text 12">
            <a:extLst>
              <a:ext uri="{FF2B5EF4-FFF2-40B4-BE49-F238E27FC236}">
                <a16:creationId xmlns:a16="http://schemas.microsoft.com/office/drawing/2014/main" id="{0EE718AD-10DA-4ADE-86CE-082D72D02433}"/>
              </a:ext>
            </a:extLst>
          </p:cNvPr>
          <p:cNvSpPr>
            <a:spLocks noGrp="1"/>
          </p:cNvSpPr>
          <p:nvPr/>
        </p:nvSpPr>
        <p:spPr>
          <a:xfrm>
            <a:off x="5659189" y="5502616"/>
            <a:ext cx="476485" cy="124708"/>
          </a:xfrm>
          <a:prstGeom prst="rect">
            <a:avLst/>
          </a:prstGeom>
          <a:noFill/>
          <a:ln w="0">
            <a:noFill/>
            <a:prstDash val="solid"/>
          </a:ln>
        </p:spPr>
        <p:txBody>
          <a:bodyPr wrap="none" lIns="0" tIns="0" rIns="0" bIns="0" anchor="t">
            <a:noAutofit/>
          </a:bodyPr>
          <a:lstStyle>
            <a:defPPr algn="l">
              <a:defRPr sz="647" b="0" i="0" kern="0" spc="129">
                <a:solidFill>
                  <a:srgbClr val="FFFFFF">
                    <a:alpha val="50000"/>
                  </a:srgbClr>
                </a:solidFill>
                <a:latin typeface="JetBrains Mono"/>
                <a:ea typeface="JetBrains Mono"/>
                <a:cs typeface="JetBrains Mono"/>
              </a:defRPr>
            </a:defPPr>
            <a:lvl1pPr algn="l">
              <a:defRPr sz="647" b="0" i="0" kern="0" spc="129">
                <a:solidFill>
                  <a:srgbClr val="FFFFFF">
                    <a:alpha val="50000"/>
                  </a:srgbClr>
                </a:solidFill>
                <a:latin typeface="JetBrains Mono"/>
                <a:ea typeface="JetBrains Mono"/>
                <a:cs typeface="JetBrains Mono"/>
              </a:defRPr>
            </a:lvl1pPr>
            <a:lvl2pPr algn="l">
              <a:defRPr sz="647" b="0" i="0" kern="0" spc="129">
                <a:solidFill>
                  <a:srgbClr val="FFFFFF">
                    <a:alpha val="50000"/>
                  </a:srgbClr>
                </a:solidFill>
                <a:latin typeface="JetBrains Mono"/>
                <a:ea typeface="JetBrains Mono"/>
                <a:cs typeface="JetBrains Mono"/>
              </a:defRPr>
            </a:lvl2pPr>
            <a:lvl3pPr algn="l">
              <a:defRPr sz="647" b="0" i="0" kern="0" spc="129">
                <a:solidFill>
                  <a:srgbClr val="FFFFFF">
                    <a:alpha val="50000"/>
                  </a:srgbClr>
                </a:solidFill>
                <a:latin typeface="JetBrains Mono"/>
                <a:ea typeface="JetBrains Mono"/>
                <a:cs typeface="JetBrains Mono"/>
              </a:defRPr>
            </a:lvl3pPr>
            <a:lvl4pPr algn="l">
              <a:defRPr sz="647" b="0" i="0" kern="0" spc="129">
                <a:solidFill>
                  <a:srgbClr val="FFFFFF">
                    <a:alpha val="50000"/>
                  </a:srgbClr>
                </a:solidFill>
                <a:latin typeface="JetBrains Mono"/>
                <a:ea typeface="JetBrains Mono"/>
                <a:cs typeface="JetBrains Mono"/>
              </a:defRPr>
            </a:lvl4pPr>
            <a:lvl5pPr algn="l">
              <a:defRPr sz="647" b="0" i="0" kern="0" spc="129">
                <a:solidFill>
                  <a:srgbClr val="FFFFFF">
                    <a:alpha val="50000"/>
                  </a:srgbClr>
                </a:solidFill>
                <a:latin typeface="JetBrains Mono"/>
                <a:ea typeface="JetBrains Mono"/>
                <a:cs typeface="JetBrains Mono"/>
              </a:defRPr>
            </a:lvl5pPr>
            <a:lvl6pPr algn="l">
              <a:defRPr sz="647" b="0" i="0" kern="0" spc="129">
                <a:solidFill>
                  <a:srgbClr val="FFFFFF">
                    <a:alpha val="50000"/>
                  </a:srgbClr>
                </a:solidFill>
                <a:latin typeface="JetBrains Mono"/>
                <a:ea typeface="JetBrains Mono"/>
                <a:cs typeface="JetBrains Mono"/>
              </a:defRPr>
            </a:lvl6pPr>
            <a:lvl7pPr algn="l">
              <a:defRPr sz="647" b="0" i="0" kern="0" spc="129">
                <a:solidFill>
                  <a:srgbClr val="FFFFFF">
                    <a:alpha val="50000"/>
                  </a:srgbClr>
                </a:solidFill>
                <a:latin typeface="JetBrains Mono"/>
                <a:ea typeface="JetBrains Mono"/>
                <a:cs typeface="JetBrains Mono"/>
              </a:defRPr>
            </a:lvl7pPr>
            <a:lvl8pPr algn="l">
              <a:defRPr sz="647" b="0" i="0" kern="0" spc="129">
                <a:solidFill>
                  <a:srgbClr val="FFFFFF">
                    <a:alpha val="50000"/>
                  </a:srgbClr>
                </a:solidFill>
                <a:latin typeface="JetBrains Mono"/>
                <a:ea typeface="JetBrains Mono"/>
                <a:cs typeface="JetBrains Mono"/>
              </a:defRPr>
            </a:lvl8pPr>
            <a:lvl9pPr algn="l">
              <a:defRPr sz="647" b="0" i="0" kern="0" spc="129">
                <a:solidFill>
                  <a:srgbClr val="FFFFFF">
                    <a:alpha val="50000"/>
                  </a:srgbClr>
                </a:solidFill>
                <a:latin typeface="JetBrains Mono"/>
                <a:ea typeface="JetBrains Mono"/>
                <a:cs typeface="JetBrains Mono"/>
              </a:defRPr>
            </a:lvl9pPr>
          </a:lstStyle>
          <a:p>
            <a:pPr algn="l">
              <a:lnSpc>
                <a:spcPct val="100000"/>
              </a:lnSpc>
              <a:buNone/>
              <a:defRPr sz="647" b="0" i="0" kern="0" spc="129">
                <a:solidFill>
                  <a:srgbClr val="FFFFFF">
                    <a:alpha val="50000"/>
                  </a:srgbClr>
                </a:solidFill>
                <a:latin typeface="JetBrains Mono"/>
                <a:ea typeface="JetBrains Mono"/>
                <a:cs typeface="JetBrains Mono"/>
              </a:defRPr>
            </a:pPr>
            <a:r>
              <a:rPr sz="647" b="0" i="0" kern="0" spc="129">
                <a:solidFill>
                  <a:srgbClr val="FFFFFF">
                    <a:alpha val="50000"/>
                  </a:srgbClr>
                </a:solidFill>
                <a:latin typeface="JetBrains Mono"/>
                <a:ea typeface="JetBrains Mono"/>
                <a:cs typeface="JetBrains Mono"/>
              </a:rPr>
              <a:t>RUNTIME</a:t>
            </a:r>
          </a:p>
        </p:txBody>
      </p:sp>
      <p:sp>
        <p:nvSpPr>
          <p:cNvPr id="20" name="s1 text 13">
            <a:extLst>
              <a:ext uri="{FF2B5EF4-FFF2-40B4-BE49-F238E27FC236}">
                <a16:creationId xmlns:a16="http://schemas.microsoft.com/office/drawing/2014/main" id="{4357AF96-8067-44DF-BB0F-E04D4D3C1C76}"/>
              </a:ext>
            </a:extLst>
          </p:cNvPr>
          <p:cNvSpPr>
            <a:spLocks noGrp="1"/>
          </p:cNvSpPr>
          <p:nvPr/>
        </p:nvSpPr>
        <p:spPr>
          <a:xfrm>
            <a:off x="5659189" y="5711909"/>
            <a:ext cx="200025" cy="188936"/>
          </a:xfrm>
          <a:prstGeom prst="rect">
            <a:avLst/>
          </a:prstGeom>
          <a:noFill/>
          <a:ln w="0">
            <a:noFill/>
            <a:prstDash val="solid"/>
          </a:ln>
        </p:spPr>
        <p:txBody>
          <a:bodyPr wrap="none" lIns="0" tIns="0" rIns="0" bIns="0" anchor="t">
            <a:noAutofit/>
          </a:bodyPr>
          <a:lstStyle>
            <a:defPPr algn="l">
              <a:defRPr sz="1125" b="0" i="0" kern="0" spc="0">
                <a:solidFill>
                  <a:srgbClr val="FFFFFF"/>
                </a:solidFill>
                <a:latin typeface="Arial"/>
                <a:ea typeface="Arial"/>
                <a:cs typeface="Arial"/>
              </a:defRPr>
            </a:defPPr>
            <a:lvl1pPr algn="l">
              <a:defRPr sz="1125" b="0" i="0" kern="0" spc="0">
                <a:solidFill>
                  <a:srgbClr val="FFFFFF"/>
                </a:solidFill>
                <a:latin typeface="Arial"/>
                <a:ea typeface="Arial"/>
                <a:cs typeface="Arial"/>
              </a:defRPr>
            </a:lvl1pPr>
            <a:lvl2pPr algn="l">
              <a:defRPr sz="1125" b="0" i="0" kern="0" spc="0">
                <a:solidFill>
                  <a:srgbClr val="FFFFFF"/>
                </a:solidFill>
                <a:latin typeface="Arial"/>
                <a:ea typeface="Arial"/>
                <a:cs typeface="Arial"/>
              </a:defRPr>
            </a:lvl2pPr>
            <a:lvl3pPr algn="l">
              <a:defRPr sz="1125" b="0" i="0" kern="0" spc="0">
                <a:solidFill>
                  <a:srgbClr val="FFFFFF"/>
                </a:solidFill>
                <a:latin typeface="Arial"/>
                <a:ea typeface="Arial"/>
                <a:cs typeface="Arial"/>
              </a:defRPr>
            </a:lvl3pPr>
            <a:lvl4pPr algn="l">
              <a:defRPr sz="1125" b="0" i="0" kern="0" spc="0">
                <a:solidFill>
                  <a:srgbClr val="FFFFFF"/>
                </a:solidFill>
                <a:latin typeface="Arial"/>
                <a:ea typeface="Arial"/>
                <a:cs typeface="Arial"/>
              </a:defRPr>
            </a:lvl4pPr>
            <a:lvl5pPr algn="l">
              <a:defRPr sz="1125" b="0" i="0" kern="0" spc="0">
                <a:solidFill>
                  <a:srgbClr val="FFFFFF"/>
                </a:solidFill>
                <a:latin typeface="Arial"/>
                <a:ea typeface="Arial"/>
                <a:cs typeface="Arial"/>
              </a:defRPr>
            </a:lvl5pPr>
            <a:lvl6pPr algn="l">
              <a:defRPr sz="1125" b="0" i="0" kern="0" spc="0">
                <a:solidFill>
                  <a:srgbClr val="FFFFFF"/>
                </a:solidFill>
                <a:latin typeface="Arial"/>
                <a:ea typeface="Arial"/>
                <a:cs typeface="Arial"/>
              </a:defRPr>
            </a:lvl6pPr>
            <a:lvl7pPr algn="l">
              <a:defRPr sz="1125" b="0" i="0" kern="0" spc="0">
                <a:solidFill>
                  <a:srgbClr val="FFFFFF"/>
                </a:solidFill>
                <a:latin typeface="Arial"/>
                <a:ea typeface="Arial"/>
                <a:cs typeface="Arial"/>
              </a:defRPr>
            </a:lvl7pPr>
            <a:lvl8pPr algn="l">
              <a:defRPr sz="1125" b="0" i="0" kern="0" spc="0">
                <a:solidFill>
                  <a:srgbClr val="FFFFFF"/>
                </a:solidFill>
                <a:latin typeface="Arial"/>
                <a:ea typeface="Arial"/>
                <a:cs typeface="Arial"/>
              </a:defRPr>
            </a:lvl8pPr>
            <a:lvl9pPr algn="l">
              <a:defRPr sz="1125" b="0" i="0" kern="0" spc="0">
                <a:solidFill>
                  <a:srgbClr val="FFFFFF"/>
                </a:solidFill>
                <a:latin typeface="Arial"/>
                <a:ea typeface="Arial"/>
                <a:cs typeface="Arial"/>
              </a:defRPr>
            </a:lvl9pPr>
          </a:lstStyle>
          <a:p>
            <a:pPr algn="l">
              <a:lnSpc>
                <a:spcPct val="100000"/>
              </a:lnSpc>
              <a:buNone/>
              <a:defRPr sz="1125" b="0" i="0" kern="0" spc="0">
                <a:solidFill>
                  <a:srgbClr val="FFFFFF"/>
                </a:solidFill>
                <a:latin typeface="Arial"/>
                <a:ea typeface="Arial"/>
                <a:cs typeface="Arial"/>
              </a:defRPr>
            </a:pPr>
            <a:r>
              <a:rPr sz="1125" b="0" i="0" kern="0" spc="0">
                <a:solidFill>
                  <a:srgbClr val="FFFFFF"/>
                </a:solidFill>
                <a:latin typeface="Arial"/>
                <a:ea typeface="Arial"/>
                <a:cs typeface="Arial"/>
              </a:rPr>
              <a:t>≈</a:t>
            </a:r>
          </a:p>
        </p:txBody>
      </p:sp>
      <p:sp>
        <p:nvSpPr>
          <p:cNvPr id="21" name="s1 text 14">
            <a:extLst>
              <a:ext uri="{FF2B5EF4-FFF2-40B4-BE49-F238E27FC236}">
                <a16:creationId xmlns:a16="http://schemas.microsoft.com/office/drawing/2014/main" id="{ACCADAC2-E564-4567-8AC5-827B7C9CFA6E}"/>
              </a:ext>
            </a:extLst>
          </p:cNvPr>
          <p:cNvSpPr>
            <a:spLocks noGrp="1"/>
          </p:cNvSpPr>
          <p:nvPr/>
        </p:nvSpPr>
        <p:spPr>
          <a:xfrm>
            <a:off x="5835776" y="5705177"/>
            <a:ext cx="824103" cy="198804"/>
          </a:xfrm>
          <a:prstGeom prst="rect">
            <a:avLst/>
          </a:prstGeom>
          <a:noFill/>
          <a:ln w="0">
            <a:noFill/>
            <a:prstDash val="solid"/>
          </a:ln>
        </p:spPr>
        <p:txBody>
          <a:bodyPr wrap="none" lIns="0" tIns="0" rIns="0" bIns="0" anchor="t">
            <a:noAutofit/>
          </a:bodyPr>
          <a:lstStyle>
            <a:defPPr algn="l">
              <a:defRPr sz="1125" b="0" i="0" kern="0" spc="-9">
                <a:solidFill>
                  <a:srgbClr val="FFFFFF"/>
                </a:solidFill>
                <a:latin typeface="Inter SemiBold"/>
                <a:ea typeface="Inter SemiBold"/>
                <a:cs typeface="Inter SemiBold"/>
              </a:defRPr>
            </a:defPPr>
            <a:lvl1pPr algn="l">
              <a:defRPr sz="1125" b="0" i="0" kern="0" spc="-9">
                <a:solidFill>
                  <a:srgbClr val="FFFFFF"/>
                </a:solidFill>
                <a:latin typeface="Inter SemiBold"/>
                <a:ea typeface="Inter SemiBold"/>
                <a:cs typeface="Inter SemiBold"/>
              </a:defRPr>
            </a:lvl1pPr>
            <a:lvl2pPr algn="l">
              <a:defRPr sz="1125" b="0" i="0" kern="0" spc="-9">
                <a:solidFill>
                  <a:srgbClr val="FFFFFF"/>
                </a:solidFill>
                <a:latin typeface="Inter SemiBold"/>
                <a:ea typeface="Inter SemiBold"/>
                <a:cs typeface="Inter SemiBold"/>
              </a:defRPr>
            </a:lvl2pPr>
            <a:lvl3pPr algn="l">
              <a:defRPr sz="1125" b="0" i="0" kern="0" spc="-9">
                <a:solidFill>
                  <a:srgbClr val="FFFFFF"/>
                </a:solidFill>
                <a:latin typeface="Inter SemiBold"/>
                <a:ea typeface="Inter SemiBold"/>
                <a:cs typeface="Inter SemiBold"/>
              </a:defRPr>
            </a:lvl3pPr>
            <a:lvl4pPr algn="l">
              <a:defRPr sz="1125" b="0" i="0" kern="0" spc="-9">
                <a:solidFill>
                  <a:srgbClr val="FFFFFF"/>
                </a:solidFill>
                <a:latin typeface="Inter SemiBold"/>
                <a:ea typeface="Inter SemiBold"/>
                <a:cs typeface="Inter SemiBold"/>
              </a:defRPr>
            </a:lvl4pPr>
            <a:lvl5pPr algn="l">
              <a:defRPr sz="1125" b="0" i="0" kern="0" spc="-9">
                <a:solidFill>
                  <a:srgbClr val="FFFFFF"/>
                </a:solidFill>
                <a:latin typeface="Inter SemiBold"/>
                <a:ea typeface="Inter SemiBold"/>
                <a:cs typeface="Inter SemiBold"/>
              </a:defRPr>
            </a:lvl5pPr>
            <a:lvl6pPr algn="l">
              <a:defRPr sz="1125" b="0" i="0" kern="0" spc="-9">
                <a:solidFill>
                  <a:srgbClr val="FFFFFF"/>
                </a:solidFill>
                <a:latin typeface="Inter SemiBold"/>
                <a:ea typeface="Inter SemiBold"/>
                <a:cs typeface="Inter SemiBold"/>
              </a:defRPr>
            </a:lvl6pPr>
            <a:lvl7pPr algn="l">
              <a:defRPr sz="1125" b="0" i="0" kern="0" spc="-9">
                <a:solidFill>
                  <a:srgbClr val="FFFFFF"/>
                </a:solidFill>
                <a:latin typeface="Inter SemiBold"/>
                <a:ea typeface="Inter SemiBold"/>
                <a:cs typeface="Inter SemiBold"/>
              </a:defRPr>
            </a:lvl7pPr>
            <a:lvl8pPr algn="l">
              <a:defRPr sz="1125" b="0" i="0" kern="0" spc="-9">
                <a:solidFill>
                  <a:srgbClr val="FFFFFF"/>
                </a:solidFill>
                <a:latin typeface="Inter SemiBold"/>
                <a:ea typeface="Inter SemiBold"/>
                <a:cs typeface="Inter SemiBold"/>
              </a:defRPr>
            </a:lvl8pPr>
            <a:lvl9pPr algn="l">
              <a:defRPr sz="1125" b="0" i="0" kern="0" spc="-9">
                <a:solidFill>
                  <a:srgbClr val="FFFFFF"/>
                </a:solidFill>
                <a:latin typeface="Inter SemiBold"/>
                <a:ea typeface="Inter SemiBold"/>
                <a:cs typeface="Inter SemiBold"/>
              </a:defRPr>
            </a:lvl9pPr>
          </a:lstStyle>
          <a:p>
            <a:pPr algn="l">
              <a:lnSpc>
                <a:spcPct val="100000"/>
              </a:lnSpc>
              <a:buNone/>
              <a:defRPr sz="1125" b="0" i="0" kern="0" spc="-9">
                <a:solidFill>
                  <a:srgbClr val="FFFFFF"/>
                </a:solidFill>
                <a:latin typeface="Inter SemiBold"/>
                <a:ea typeface="Inter SemiBold"/>
                <a:cs typeface="Inter SemiBold"/>
              </a:defRPr>
            </a:pPr>
            <a:r>
              <a:rPr sz="1125" b="0" i="0" kern="0" spc="-9">
                <a:solidFill>
                  <a:srgbClr val="FFFFFF"/>
                </a:solidFill>
                <a:latin typeface="Inter SemiBold"/>
                <a:ea typeface="Inter SemiBold"/>
                <a:cs typeface="Inter SemiBold"/>
              </a:rPr>
              <a:t>22 minutes</a:t>
            </a:r>
          </a:p>
        </p:txBody>
      </p:sp>
      <p:sp>
        <p:nvSpPr>
          <p:cNvPr id="22" name="s1 text 15">
            <a:extLst>
              <a:ext uri="{FF2B5EF4-FFF2-40B4-BE49-F238E27FC236}">
                <a16:creationId xmlns:a16="http://schemas.microsoft.com/office/drawing/2014/main" id="{6A70F15A-23E5-4A98-94AF-72A41136E3D3}"/>
              </a:ext>
            </a:extLst>
          </p:cNvPr>
          <p:cNvSpPr>
            <a:spLocks noGrp="1"/>
          </p:cNvSpPr>
          <p:nvPr/>
        </p:nvSpPr>
        <p:spPr>
          <a:xfrm>
            <a:off x="11950637" y="3603278"/>
            <a:ext cx="957634" cy="227929"/>
          </a:xfrm>
          <a:prstGeom prst="rect">
            <a:avLst/>
          </a:prstGeom>
          <a:noFill/>
          <a:ln w="0">
            <a:noFill/>
            <a:prstDash val="solid"/>
          </a:ln>
        </p:spPr>
        <p:txBody>
          <a:bodyPr wrap="none" lIns="0" tIns="0" rIns="0" bIns="0" anchor="t">
            <a:noAutofit/>
          </a:bodyPr>
          <a:lstStyle>
            <a:defPPr algn="l">
              <a:defRPr sz="1290" b="0" i="0" kern="0" spc="-9">
                <a:solidFill>
                  <a:srgbClr val="FFFFFF">
                    <a:alpha val="25000"/>
                  </a:srgbClr>
                </a:solidFill>
                <a:latin typeface="Inter SemiBold"/>
                <a:ea typeface="Inter SemiBold"/>
                <a:cs typeface="Inter SemiBold"/>
              </a:defRPr>
            </a:defPPr>
            <a:lvl1pPr algn="l">
              <a:defRPr sz="1290" b="0" i="0" kern="0" spc="-9">
                <a:solidFill>
                  <a:srgbClr val="FFFFFF">
                    <a:alpha val="25000"/>
                  </a:srgbClr>
                </a:solidFill>
                <a:latin typeface="Inter SemiBold"/>
                <a:ea typeface="Inter SemiBold"/>
                <a:cs typeface="Inter SemiBold"/>
              </a:defRPr>
            </a:lvl1pPr>
            <a:lvl2pPr algn="l">
              <a:defRPr sz="1290" b="0" i="0" kern="0" spc="-9">
                <a:solidFill>
                  <a:srgbClr val="FFFFFF">
                    <a:alpha val="25000"/>
                  </a:srgbClr>
                </a:solidFill>
                <a:latin typeface="Inter SemiBold"/>
                <a:ea typeface="Inter SemiBold"/>
                <a:cs typeface="Inter SemiBold"/>
              </a:defRPr>
            </a:lvl2pPr>
            <a:lvl3pPr algn="l">
              <a:defRPr sz="1290" b="0" i="0" kern="0" spc="-9">
                <a:solidFill>
                  <a:srgbClr val="FFFFFF">
                    <a:alpha val="25000"/>
                  </a:srgbClr>
                </a:solidFill>
                <a:latin typeface="Inter SemiBold"/>
                <a:ea typeface="Inter SemiBold"/>
                <a:cs typeface="Inter SemiBold"/>
              </a:defRPr>
            </a:lvl3pPr>
            <a:lvl4pPr algn="l">
              <a:defRPr sz="1290" b="0" i="0" kern="0" spc="-9">
                <a:solidFill>
                  <a:srgbClr val="FFFFFF">
                    <a:alpha val="25000"/>
                  </a:srgbClr>
                </a:solidFill>
                <a:latin typeface="Inter SemiBold"/>
                <a:ea typeface="Inter SemiBold"/>
                <a:cs typeface="Inter SemiBold"/>
              </a:defRPr>
            </a:lvl4pPr>
            <a:lvl5pPr algn="l">
              <a:defRPr sz="1290" b="0" i="0" kern="0" spc="-9">
                <a:solidFill>
                  <a:srgbClr val="FFFFFF">
                    <a:alpha val="25000"/>
                  </a:srgbClr>
                </a:solidFill>
                <a:latin typeface="Inter SemiBold"/>
                <a:ea typeface="Inter SemiBold"/>
                <a:cs typeface="Inter SemiBold"/>
              </a:defRPr>
            </a:lvl5pPr>
            <a:lvl6pPr algn="l">
              <a:defRPr sz="1290" b="0" i="0" kern="0" spc="-9">
                <a:solidFill>
                  <a:srgbClr val="FFFFFF">
                    <a:alpha val="25000"/>
                  </a:srgbClr>
                </a:solidFill>
                <a:latin typeface="Inter SemiBold"/>
                <a:ea typeface="Inter SemiBold"/>
                <a:cs typeface="Inter SemiBold"/>
              </a:defRPr>
            </a:lvl6pPr>
            <a:lvl7pPr algn="l">
              <a:defRPr sz="1290" b="0" i="0" kern="0" spc="-9">
                <a:solidFill>
                  <a:srgbClr val="FFFFFF">
                    <a:alpha val="25000"/>
                  </a:srgbClr>
                </a:solidFill>
                <a:latin typeface="Inter SemiBold"/>
                <a:ea typeface="Inter SemiBold"/>
                <a:cs typeface="Inter SemiBold"/>
              </a:defRPr>
            </a:lvl7pPr>
            <a:lvl8pPr algn="l">
              <a:defRPr sz="1290" b="0" i="0" kern="0" spc="-9">
                <a:solidFill>
                  <a:srgbClr val="FFFFFF">
                    <a:alpha val="25000"/>
                  </a:srgbClr>
                </a:solidFill>
                <a:latin typeface="Inter SemiBold"/>
                <a:ea typeface="Inter SemiBold"/>
                <a:cs typeface="Inter SemiBold"/>
              </a:defRPr>
            </a:lvl8pPr>
            <a:lvl9pPr algn="l">
              <a:defRPr sz="1290" b="0" i="0" kern="0" spc="-9">
                <a:solidFill>
                  <a:srgbClr val="FFFFFF">
                    <a:alpha val="25000"/>
                  </a:srgbClr>
                </a:solidFill>
                <a:latin typeface="Inter SemiBold"/>
                <a:ea typeface="Inter SemiBold"/>
                <a:cs typeface="Inter SemiBold"/>
              </a:defRPr>
            </a:lvl9pPr>
          </a:lstStyle>
          <a:p>
            <a:pPr algn="l">
              <a:lnSpc>
                <a:spcPct val="100000"/>
              </a:lnSpc>
              <a:buNone/>
              <a:defRPr sz="1290" b="0" i="0" kern="0" spc="-9">
                <a:solidFill>
                  <a:srgbClr val="FFFFFF">
                    <a:alpha val="25000"/>
                  </a:srgbClr>
                </a:solidFill>
                <a:latin typeface="Inter SemiBold"/>
                <a:ea typeface="Inter SemiBold"/>
                <a:cs typeface="Inter SemiBold"/>
              </a:defRPr>
            </a:pPr>
            <a:r>
              <a:rPr sz="1290" b="0" i="0" kern="0" spc="-9">
                <a:solidFill>
                  <a:srgbClr val="FFFFFF">
                    <a:alpha val="25000"/>
                  </a:srgbClr>
                </a:solidFill>
                <a:latin typeface="Inter SemiBold"/>
                <a:ea typeface="Inter SemiBold"/>
                <a:cs typeface="Inter SemiBold"/>
              </a:rPr>
              <a:t>world price</a:t>
            </a:r>
          </a:p>
        </p:txBody>
      </p:sp>
      <p:sp>
        <p:nvSpPr>
          <p:cNvPr id="23" name="s1 text 16">
            <a:extLst>
              <a:ext uri="{FF2B5EF4-FFF2-40B4-BE49-F238E27FC236}">
                <a16:creationId xmlns:a16="http://schemas.microsoft.com/office/drawing/2014/main" id="{19119C9A-9F13-4867-B807-EBE4E84F3276}"/>
              </a:ext>
            </a:extLst>
          </p:cNvPr>
          <p:cNvSpPr>
            <a:spLocks noGrp="1"/>
          </p:cNvSpPr>
          <p:nvPr/>
        </p:nvSpPr>
        <p:spPr>
          <a:xfrm>
            <a:off x="12564999" y="5556953"/>
            <a:ext cx="229753" cy="284886"/>
          </a:xfrm>
          <a:prstGeom prst="rect">
            <a:avLst/>
          </a:prstGeom>
          <a:noFill/>
          <a:ln w="0">
            <a:noFill/>
            <a:prstDash val="solid"/>
          </a:ln>
        </p:spPr>
        <p:txBody>
          <a:bodyPr wrap="none" lIns="0" tIns="0" rIns="0" bIns="0" anchor="t">
            <a:noAutofit/>
          </a:bodyPr>
          <a:lstStyle>
            <a:defPPr algn="l">
              <a:defRPr sz="1612" b="1" i="0" kern="0" spc="0">
                <a:solidFill>
                  <a:srgbClr val="FFFFFF">
                    <a:alpha val="50000"/>
                  </a:srgbClr>
                </a:solidFill>
                <a:latin typeface="Inter"/>
                <a:ea typeface="Inter"/>
                <a:cs typeface="Inter"/>
              </a:defRPr>
            </a:defPPr>
            <a:lvl1pPr algn="l">
              <a:defRPr sz="1612" b="1" i="0" kern="0" spc="0">
                <a:solidFill>
                  <a:srgbClr val="FFFFFF">
                    <a:alpha val="50000"/>
                  </a:srgbClr>
                </a:solidFill>
                <a:latin typeface="Inter"/>
                <a:ea typeface="Inter"/>
                <a:cs typeface="Inter"/>
              </a:defRPr>
            </a:lvl1pPr>
            <a:lvl2pPr algn="l">
              <a:defRPr sz="1612" b="1" i="0" kern="0" spc="0">
                <a:solidFill>
                  <a:srgbClr val="FFFFFF">
                    <a:alpha val="50000"/>
                  </a:srgbClr>
                </a:solidFill>
                <a:latin typeface="Inter"/>
                <a:ea typeface="Inter"/>
                <a:cs typeface="Inter"/>
              </a:defRPr>
            </a:lvl2pPr>
            <a:lvl3pPr algn="l">
              <a:defRPr sz="1612" b="1" i="0" kern="0" spc="0">
                <a:solidFill>
                  <a:srgbClr val="FFFFFF">
                    <a:alpha val="50000"/>
                  </a:srgbClr>
                </a:solidFill>
                <a:latin typeface="Inter"/>
                <a:ea typeface="Inter"/>
                <a:cs typeface="Inter"/>
              </a:defRPr>
            </a:lvl3pPr>
            <a:lvl4pPr algn="l">
              <a:defRPr sz="1612" b="1" i="0" kern="0" spc="0">
                <a:solidFill>
                  <a:srgbClr val="FFFFFF">
                    <a:alpha val="50000"/>
                  </a:srgbClr>
                </a:solidFill>
                <a:latin typeface="Inter"/>
                <a:ea typeface="Inter"/>
                <a:cs typeface="Inter"/>
              </a:defRPr>
            </a:lvl4pPr>
            <a:lvl5pPr algn="l">
              <a:defRPr sz="1612" b="1" i="0" kern="0" spc="0">
                <a:solidFill>
                  <a:srgbClr val="FFFFFF">
                    <a:alpha val="50000"/>
                  </a:srgbClr>
                </a:solidFill>
                <a:latin typeface="Inter"/>
                <a:ea typeface="Inter"/>
                <a:cs typeface="Inter"/>
              </a:defRPr>
            </a:lvl5pPr>
            <a:lvl6pPr algn="l">
              <a:defRPr sz="1612" b="1" i="0" kern="0" spc="0">
                <a:solidFill>
                  <a:srgbClr val="FFFFFF">
                    <a:alpha val="50000"/>
                  </a:srgbClr>
                </a:solidFill>
                <a:latin typeface="Inter"/>
                <a:ea typeface="Inter"/>
                <a:cs typeface="Inter"/>
              </a:defRPr>
            </a:lvl6pPr>
            <a:lvl7pPr algn="l">
              <a:defRPr sz="1612" b="1" i="0" kern="0" spc="0">
                <a:solidFill>
                  <a:srgbClr val="FFFFFF">
                    <a:alpha val="50000"/>
                  </a:srgbClr>
                </a:solidFill>
                <a:latin typeface="Inter"/>
                <a:ea typeface="Inter"/>
                <a:cs typeface="Inter"/>
              </a:defRPr>
            </a:lvl7pPr>
            <a:lvl8pPr algn="l">
              <a:defRPr sz="1612" b="1" i="0" kern="0" spc="0">
                <a:solidFill>
                  <a:srgbClr val="FFFFFF">
                    <a:alpha val="50000"/>
                  </a:srgbClr>
                </a:solidFill>
                <a:latin typeface="Inter"/>
                <a:ea typeface="Inter"/>
                <a:cs typeface="Inter"/>
              </a:defRPr>
            </a:lvl8pPr>
            <a:lvl9pPr algn="l">
              <a:defRPr sz="1612" b="1" i="0" kern="0" spc="0">
                <a:solidFill>
                  <a:srgbClr val="FFFFFF">
                    <a:alpha val="50000"/>
                  </a:srgbClr>
                </a:solidFill>
                <a:latin typeface="Inter"/>
                <a:ea typeface="Inter"/>
                <a:cs typeface="Inter"/>
              </a:defRPr>
            </a:lvl9pPr>
          </a:lstStyle>
          <a:p>
            <a:pPr algn="l">
              <a:lnSpc>
                <a:spcPct val="100000"/>
              </a:lnSpc>
              <a:buNone/>
              <a:defRPr sz="1612" b="1" i="0" kern="0" spc="0">
                <a:solidFill>
                  <a:srgbClr val="FFFFFF">
                    <a:alpha val="50000"/>
                  </a:srgbClr>
                </a:solidFill>
                <a:latin typeface="Inter"/>
                <a:ea typeface="Inter"/>
                <a:cs typeface="Inter"/>
              </a:defRPr>
            </a:pPr>
            <a:r>
              <a:rPr sz="1612" b="1" i="0" kern="0" spc="0">
                <a:solidFill>
                  <a:srgbClr val="FFFFFF">
                    <a:alpha val="50000"/>
                  </a:srgbClr>
                </a:solidFill>
                <a:latin typeface="Inter"/>
                <a:ea typeface="Inter"/>
                <a:cs typeface="Inter"/>
              </a:rPr>
              <a:t>D</a:t>
            </a:r>
          </a:p>
        </p:txBody>
      </p:sp>
      <p:sp>
        <p:nvSpPr>
          <p:cNvPr id="24" name="s1 text 17">
            <a:extLst>
              <a:ext uri="{FF2B5EF4-FFF2-40B4-BE49-F238E27FC236}">
                <a16:creationId xmlns:a16="http://schemas.microsoft.com/office/drawing/2014/main" id="{4AC179F6-64B7-4CC3-A52D-5198792A13DA}"/>
              </a:ext>
            </a:extLst>
          </p:cNvPr>
          <p:cNvSpPr>
            <a:spLocks noGrp="1"/>
          </p:cNvSpPr>
          <p:nvPr/>
        </p:nvSpPr>
        <p:spPr>
          <a:xfrm>
            <a:off x="12237280" y="2130186"/>
            <a:ext cx="215957" cy="284886"/>
          </a:xfrm>
          <a:prstGeom prst="rect">
            <a:avLst/>
          </a:prstGeom>
          <a:noFill/>
          <a:ln w="0">
            <a:noFill/>
            <a:prstDash val="solid"/>
          </a:ln>
        </p:spPr>
        <p:txBody>
          <a:bodyPr wrap="none" lIns="0" tIns="0" rIns="0" bIns="0" anchor="t">
            <a:noAutofit/>
          </a:bodyPr>
          <a:lstStyle>
            <a:defPPr algn="l">
              <a:defRPr sz="1612" b="1" i="0" kern="0" spc="0">
                <a:solidFill>
                  <a:srgbClr val="FFFFFF">
                    <a:alpha val="22500"/>
                  </a:srgbClr>
                </a:solidFill>
                <a:latin typeface="Inter"/>
                <a:ea typeface="Inter"/>
                <a:cs typeface="Inter"/>
              </a:defRPr>
            </a:defPPr>
            <a:lvl1pPr algn="l">
              <a:defRPr sz="1612" b="1" i="0" kern="0" spc="0">
                <a:solidFill>
                  <a:srgbClr val="FFFFFF">
                    <a:alpha val="22500"/>
                  </a:srgbClr>
                </a:solidFill>
                <a:latin typeface="Inter"/>
                <a:ea typeface="Inter"/>
                <a:cs typeface="Inter"/>
              </a:defRPr>
            </a:lvl1pPr>
            <a:lvl2pPr algn="l">
              <a:defRPr sz="1612" b="1" i="0" kern="0" spc="0">
                <a:solidFill>
                  <a:srgbClr val="FFFFFF">
                    <a:alpha val="22500"/>
                  </a:srgbClr>
                </a:solidFill>
                <a:latin typeface="Inter"/>
                <a:ea typeface="Inter"/>
                <a:cs typeface="Inter"/>
              </a:defRPr>
            </a:lvl2pPr>
            <a:lvl3pPr algn="l">
              <a:defRPr sz="1612" b="1" i="0" kern="0" spc="0">
                <a:solidFill>
                  <a:srgbClr val="FFFFFF">
                    <a:alpha val="22500"/>
                  </a:srgbClr>
                </a:solidFill>
                <a:latin typeface="Inter"/>
                <a:ea typeface="Inter"/>
                <a:cs typeface="Inter"/>
              </a:defRPr>
            </a:lvl3pPr>
            <a:lvl4pPr algn="l">
              <a:defRPr sz="1612" b="1" i="0" kern="0" spc="0">
                <a:solidFill>
                  <a:srgbClr val="FFFFFF">
                    <a:alpha val="22500"/>
                  </a:srgbClr>
                </a:solidFill>
                <a:latin typeface="Inter"/>
                <a:ea typeface="Inter"/>
                <a:cs typeface="Inter"/>
              </a:defRPr>
            </a:lvl4pPr>
            <a:lvl5pPr algn="l">
              <a:defRPr sz="1612" b="1" i="0" kern="0" spc="0">
                <a:solidFill>
                  <a:srgbClr val="FFFFFF">
                    <a:alpha val="22500"/>
                  </a:srgbClr>
                </a:solidFill>
                <a:latin typeface="Inter"/>
                <a:ea typeface="Inter"/>
                <a:cs typeface="Inter"/>
              </a:defRPr>
            </a:lvl5pPr>
            <a:lvl6pPr algn="l">
              <a:defRPr sz="1612" b="1" i="0" kern="0" spc="0">
                <a:solidFill>
                  <a:srgbClr val="FFFFFF">
                    <a:alpha val="22500"/>
                  </a:srgbClr>
                </a:solidFill>
                <a:latin typeface="Inter"/>
                <a:ea typeface="Inter"/>
                <a:cs typeface="Inter"/>
              </a:defRPr>
            </a:lvl6pPr>
            <a:lvl7pPr algn="l">
              <a:defRPr sz="1612" b="1" i="0" kern="0" spc="0">
                <a:solidFill>
                  <a:srgbClr val="FFFFFF">
                    <a:alpha val="22500"/>
                  </a:srgbClr>
                </a:solidFill>
                <a:latin typeface="Inter"/>
                <a:ea typeface="Inter"/>
                <a:cs typeface="Inter"/>
              </a:defRPr>
            </a:lvl7pPr>
            <a:lvl8pPr algn="l">
              <a:defRPr sz="1612" b="1" i="0" kern="0" spc="0">
                <a:solidFill>
                  <a:srgbClr val="FFFFFF">
                    <a:alpha val="22500"/>
                  </a:srgbClr>
                </a:solidFill>
                <a:latin typeface="Inter"/>
                <a:ea typeface="Inter"/>
                <a:cs typeface="Inter"/>
              </a:defRPr>
            </a:lvl8pPr>
            <a:lvl9pPr algn="l">
              <a:defRPr sz="1612" b="1" i="0" kern="0" spc="0">
                <a:solidFill>
                  <a:srgbClr val="FFFFFF">
                    <a:alpha val="22500"/>
                  </a:srgbClr>
                </a:solidFill>
                <a:latin typeface="Inter"/>
                <a:ea typeface="Inter"/>
                <a:cs typeface="Inter"/>
              </a:defRPr>
            </a:lvl9pPr>
          </a:lstStyle>
          <a:p>
            <a:pPr algn="l">
              <a:lnSpc>
                <a:spcPct val="100000"/>
              </a:lnSpc>
              <a:buNone/>
              <a:defRPr sz="1612" b="1" i="0" kern="0" spc="0">
                <a:solidFill>
                  <a:srgbClr val="FFFFFF">
                    <a:alpha val="22500"/>
                  </a:srgbClr>
                </a:solidFill>
                <a:latin typeface="Inter"/>
                <a:ea typeface="Inter"/>
                <a:cs typeface="Inter"/>
              </a:defRPr>
            </a:pPr>
            <a:r>
              <a:rPr sz="1612" b="1" i="0" kern="0" spc="0">
                <a:solidFill>
                  <a:srgbClr val="FFFFFF">
                    <a:alpha val="22500"/>
                  </a:srgbClr>
                </a:solidFill>
                <a:latin typeface="Inter"/>
                <a:ea typeface="Inter"/>
                <a:cs typeface="Inter"/>
              </a:rPr>
              <a:t>S</a:t>
            </a:r>
          </a:p>
        </p:txBody>
      </p:sp>
      <p:sp>
        <p:nvSpPr>
          <p:cNvPr id="25" name="s1 text 18">
            <a:extLst>
              <a:ext uri="{FF2B5EF4-FFF2-40B4-BE49-F238E27FC236}">
                <a16:creationId xmlns:a16="http://schemas.microsoft.com/office/drawing/2014/main" id="{95E8850F-0FFB-493A-98FD-2C4B2685D941}"/>
              </a:ext>
            </a:extLst>
          </p:cNvPr>
          <p:cNvSpPr>
            <a:spLocks noGrp="1"/>
          </p:cNvSpPr>
          <p:nvPr/>
        </p:nvSpPr>
        <p:spPr>
          <a:xfrm>
            <a:off x="514350" y="7370207"/>
            <a:ext cx="2219217" cy="162663"/>
          </a:xfrm>
          <a:prstGeom prst="rect">
            <a:avLst/>
          </a:prstGeom>
          <a:noFill/>
          <a:ln w="0">
            <a:noFill/>
            <a:prstDash val="solid"/>
          </a:ln>
        </p:spPr>
        <p:txBody>
          <a:bodyPr wrap="none" lIns="0" tIns="0" rIns="0" bIns="0" anchor="t">
            <a:noAutofit/>
          </a:bodyPr>
          <a:lstStyle>
            <a:defPPr algn="l">
              <a:defRPr sz="844" b="0" i="0" kern="0" spc="110">
                <a:solidFill>
                  <a:srgbClr val="FFFFFF">
                    <a:alpha val="45000"/>
                  </a:srgbClr>
                </a:solidFill>
                <a:latin typeface="JetBrains Mono"/>
                <a:ea typeface="JetBrains Mono"/>
                <a:cs typeface="JetBrains Mono"/>
              </a:defRPr>
            </a:defPPr>
            <a:lvl1pPr algn="l">
              <a:defRPr sz="844" b="0" i="0" kern="0" spc="110">
                <a:solidFill>
                  <a:srgbClr val="FFFFFF">
                    <a:alpha val="45000"/>
                  </a:srgbClr>
                </a:solidFill>
                <a:latin typeface="JetBrains Mono"/>
                <a:ea typeface="JetBrains Mono"/>
                <a:cs typeface="JetBrains Mono"/>
              </a:defRPr>
            </a:lvl1pPr>
            <a:lvl2pPr algn="l">
              <a:defRPr sz="844" b="0" i="0" kern="0" spc="110">
                <a:solidFill>
                  <a:srgbClr val="FFFFFF">
                    <a:alpha val="45000"/>
                  </a:srgbClr>
                </a:solidFill>
                <a:latin typeface="JetBrains Mono"/>
                <a:ea typeface="JetBrains Mono"/>
                <a:cs typeface="JetBrains Mono"/>
              </a:defRPr>
            </a:lvl2pPr>
            <a:lvl3pPr algn="l">
              <a:defRPr sz="844" b="0" i="0" kern="0" spc="110">
                <a:solidFill>
                  <a:srgbClr val="FFFFFF">
                    <a:alpha val="45000"/>
                  </a:srgbClr>
                </a:solidFill>
                <a:latin typeface="JetBrains Mono"/>
                <a:ea typeface="JetBrains Mono"/>
                <a:cs typeface="JetBrains Mono"/>
              </a:defRPr>
            </a:lvl3pPr>
            <a:lvl4pPr algn="l">
              <a:defRPr sz="844" b="0" i="0" kern="0" spc="110">
                <a:solidFill>
                  <a:srgbClr val="FFFFFF">
                    <a:alpha val="45000"/>
                  </a:srgbClr>
                </a:solidFill>
                <a:latin typeface="JetBrains Mono"/>
                <a:ea typeface="JetBrains Mono"/>
                <a:cs typeface="JetBrains Mono"/>
              </a:defRPr>
            </a:lvl4pPr>
            <a:lvl5pPr algn="l">
              <a:defRPr sz="844" b="0" i="0" kern="0" spc="110">
                <a:solidFill>
                  <a:srgbClr val="FFFFFF">
                    <a:alpha val="45000"/>
                  </a:srgbClr>
                </a:solidFill>
                <a:latin typeface="JetBrains Mono"/>
                <a:ea typeface="JetBrains Mono"/>
                <a:cs typeface="JetBrains Mono"/>
              </a:defRPr>
            </a:lvl5pPr>
            <a:lvl6pPr algn="l">
              <a:defRPr sz="844" b="0" i="0" kern="0" spc="110">
                <a:solidFill>
                  <a:srgbClr val="FFFFFF">
                    <a:alpha val="45000"/>
                  </a:srgbClr>
                </a:solidFill>
                <a:latin typeface="JetBrains Mono"/>
                <a:ea typeface="JetBrains Mono"/>
                <a:cs typeface="JetBrains Mono"/>
              </a:defRPr>
            </a:lvl6pPr>
            <a:lvl7pPr algn="l">
              <a:defRPr sz="844" b="0" i="0" kern="0" spc="110">
                <a:solidFill>
                  <a:srgbClr val="FFFFFF">
                    <a:alpha val="45000"/>
                  </a:srgbClr>
                </a:solidFill>
                <a:latin typeface="JetBrains Mono"/>
                <a:ea typeface="JetBrains Mono"/>
                <a:cs typeface="JetBrains Mono"/>
              </a:defRPr>
            </a:lvl7pPr>
            <a:lvl8pPr algn="l">
              <a:defRPr sz="844" b="0" i="0" kern="0" spc="110">
                <a:solidFill>
                  <a:srgbClr val="FFFFFF">
                    <a:alpha val="45000"/>
                  </a:srgbClr>
                </a:solidFill>
                <a:latin typeface="JetBrains Mono"/>
                <a:ea typeface="JetBrains Mono"/>
                <a:cs typeface="JetBrains Mono"/>
              </a:defRPr>
            </a:lvl8pPr>
            <a:lvl9pPr algn="l">
              <a:defRPr sz="844" b="0" i="0" kern="0" spc="110">
                <a:solidFill>
                  <a:srgbClr val="FFFFFF">
                    <a:alpha val="45000"/>
                  </a:srgbClr>
                </a:solidFill>
                <a:latin typeface="JetBrains Mono"/>
                <a:ea typeface="JetBrains Mono"/>
                <a:cs typeface="JetBrains Mono"/>
              </a:defRPr>
            </a:lvl9pPr>
          </a:lstStyle>
          <a:p>
            <a:pPr algn="l">
              <a:lnSpc>
                <a:spcPct val="100000"/>
              </a:lnSpc>
              <a:buNone/>
              <a:defRPr sz="844" b="0" i="0" kern="0" spc="110">
                <a:solidFill>
                  <a:srgbClr val="FFFFFF">
                    <a:alpha val="45000"/>
                  </a:srgbClr>
                </a:solidFill>
                <a:latin typeface="JetBrains Mono"/>
                <a:ea typeface="JetBrains Mono"/>
                <a:cs typeface="JetBrains Mono"/>
              </a:defRPr>
            </a:pPr>
            <a:r>
              <a:rPr sz="844" b="0" i="0" kern="0" spc="110">
                <a:solidFill>
                  <a:srgbClr val="FFFFFF">
                    <a:alpha val="45000"/>
                  </a:srgbClr>
                </a:solidFill>
                <a:latin typeface="JetBrains Mono"/>
                <a:ea typeface="JetBrains Mono"/>
                <a:cs typeface="JetBrains Mono"/>
              </a:rPr>
              <a:t>AF3625 ENGINEERING ECONOMICS</a:t>
            </a:r>
          </a:p>
        </p:txBody>
      </p:sp>
      <p:sp>
        <p:nvSpPr>
          <p:cNvPr id="26" name="s1 text 19">
            <a:extLst>
              <a:ext uri="{FF2B5EF4-FFF2-40B4-BE49-F238E27FC236}">
                <a16:creationId xmlns:a16="http://schemas.microsoft.com/office/drawing/2014/main" id="{A570E662-26D5-4211-889C-45F373ACEB7D}"/>
              </a:ext>
            </a:extLst>
          </p:cNvPr>
          <p:cNvSpPr>
            <a:spLocks noGrp="1"/>
          </p:cNvSpPr>
          <p:nvPr/>
        </p:nvSpPr>
        <p:spPr>
          <a:xfrm>
            <a:off x="12732283" y="7370207"/>
            <a:ext cx="498279" cy="162663"/>
          </a:xfrm>
          <a:prstGeom prst="rect">
            <a:avLst/>
          </a:prstGeom>
          <a:noFill/>
          <a:ln w="0">
            <a:noFill/>
            <a:prstDash val="solid"/>
          </a:ln>
        </p:spPr>
        <p:txBody>
          <a:bodyPr wrap="none" lIns="0" tIns="0" rIns="0" bIns="0" anchor="t">
            <a:noAutofit/>
          </a:bodyPr>
          <a:lstStyle>
            <a:defPPr algn="l">
              <a:defRPr sz="844" b="0" i="0" kern="0" spc="110">
                <a:solidFill>
                  <a:srgbClr val="FFFFFF">
                    <a:alpha val="45000"/>
                  </a:srgbClr>
                </a:solidFill>
                <a:latin typeface="JetBrains Mono"/>
                <a:ea typeface="JetBrains Mono"/>
                <a:cs typeface="JetBrains Mono"/>
              </a:defRPr>
            </a:defPPr>
            <a:lvl1pPr algn="l">
              <a:defRPr sz="844" b="0" i="0" kern="0" spc="110">
                <a:solidFill>
                  <a:srgbClr val="FFFFFF">
                    <a:alpha val="45000"/>
                  </a:srgbClr>
                </a:solidFill>
                <a:latin typeface="JetBrains Mono"/>
                <a:ea typeface="JetBrains Mono"/>
                <a:cs typeface="JetBrains Mono"/>
              </a:defRPr>
            </a:lvl1pPr>
            <a:lvl2pPr algn="l">
              <a:defRPr sz="844" b="0" i="0" kern="0" spc="110">
                <a:solidFill>
                  <a:srgbClr val="FFFFFF">
                    <a:alpha val="45000"/>
                  </a:srgbClr>
                </a:solidFill>
                <a:latin typeface="JetBrains Mono"/>
                <a:ea typeface="JetBrains Mono"/>
                <a:cs typeface="JetBrains Mono"/>
              </a:defRPr>
            </a:lvl2pPr>
            <a:lvl3pPr algn="l">
              <a:defRPr sz="844" b="0" i="0" kern="0" spc="110">
                <a:solidFill>
                  <a:srgbClr val="FFFFFF">
                    <a:alpha val="45000"/>
                  </a:srgbClr>
                </a:solidFill>
                <a:latin typeface="JetBrains Mono"/>
                <a:ea typeface="JetBrains Mono"/>
                <a:cs typeface="JetBrains Mono"/>
              </a:defRPr>
            </a:lvl3pPr>
            <a:lvl4pPr algn="l">
              <a:defRPr sz="844" b="0" i="0" kern="0" spc="110">
                <a:solidFill>
                  <a:srgbClr val="FFFFFF">
                    <a:alpha val="45000"/>
                  </a:srgbClr>
                </a:solidFill>
                <a:latin typeface="JetBrains Mono"/>
                <a:ea typeface="JetBrains Mono"/>
                <a:cs typeface="JetBrains Mono"/>
              </a:defRPr>
            </a:lvl4pPr>
            <a:lvl5pPr algn="l">
              <a:defRPr sz="844" b="0" i="0" kern="0" spc="110">
                <a:solidFill>
                  <a:srgbClr val="FFFFFF">
                    <a:alpha val="45000"/>
                  </a:srgbClr>
                </a:solidFill>
                <a:latin typeface="JetBrains Mono"/>
                <a:ea typeface="JetBrains Mono"/>
                <a:cs typeface="JetBrains Mono"/>
              </a:defRPr>
            </a:lvl5pPr>
            <a:lvl6pPr algn="l">
              <a:defRPr sz="844" b="0" i="0" kern="0" spc="110">
                <a:solidFill>
                  <a:srgbClr val="FFFFFF">
                    <a:alpha val="45000"/>
                  </a:srgbClr>
                </a:solidFill>
                <a:latin typeface="JetBrains Mono"/>
                <a:ea typeface="JetBrains Mono"/>
                <a:cs typeface="JetBrains Mono"/>
              </a:defRPr>
            </a:lvl6pPr>
            <a:lvl7pPr algn="l">
              <a:defRPr sz="844" b="0" i="0" kern="0" spc="110">
                <a:solidFill>
                  <a:srgbClr val="FFFFFF">
                    <a:alpha val="45000"/>
                  </a:srgbClr>
                </a:solidFill>
                <a:latin typeface="JetBrains Mono"/>
                <a:ea typeface="JetBrains Mono"/>
                <a:cs typeface="JetBrains Mono"/>
              </a:defRPr>
            </a:lvl7pPr>
            <a:lvl8pPr algn="l">
              <a:defRPr sz="844" b="0" i="0" kern="0" spc="110">
                <a:solidFill>
                  <a:srgbClr val="FFFFFF">
                    <a:alpha val="45000"/>
                  </a:srgbClr>
                </a:solidFill>
                <a:latin typeface="JetBrains Mono"/>
                <a:ea typeface="JetBrains Mono"/>
                <a:cs typeface="JetBrains Mono"/>
              </a:defRPr>
            </a:lvl8pPr>
            <a:lvl9pPr algn="l">
              <a:defRPr sz="844" b="0" i="0" kern="0" spc="110">
                <a:solidFill>
                  <a:srgbClr val="FFFFFF">
                    <a:alpha val="45000"/>
                  </a:srgbClr>
                </a:solidFill>
                <a:latin typeface="JetBrains Mono"/>
                <a:ea typeface="JetBrains Mono"/>
                <a:cs typeface="JetBrains Mono"/>
              </a:defRPr>
            </a:lvl9pPr>
          </a:lstStyle>
          <a:p>
            <a:pPr algn="l">
              <a:lnSpc>
                <a:spcPct val="100000"/>
              </a:lnSpc>
              <a:buNone/>
              <a:defRPr sz="844" b="0" i="0" kern="0" spc="110">
                <a:solidFill>
                  <a:srgbClr val="FFFFFF">
                    <a:alpha val="45000"/>
                  </a:srgbClr>
                </a:solidFill>
                <a:latin typeface="JetBrains Mono"/>
                <a:ea typeface="JetBrains Mono"/>
                <a:cs typeface="JetBrains Mono"/>
              </a:defRPr>
            </a:pPr>
            <a:r>
              <a:rPr sz="844" b="0" i="0" kern="0" spc="110">
                <a:solidFill>
                  <a:srgbClr val="FFFFFF">
                    <a:alpha val="45000"/>
                  </a:srgbClr>
                </a:solidFill>
                <a:latin typeface="JetBrains Mono"/>
                <a:ea typeface="JetBrains Mono"/>
                <a:cs typeface="JetBrains Mono"/>
              </a:rPr>
              <a:t>1 / 26</a:t>
            </a:r>
          </a:p>
        </p:txBody>
      </p:sp>
    </p:spTree>
    <p:extLst>
      <p:ext uri="{BB962C8B-B14F-4D97-AF65-F5344CB8AC3E}">
        <p14:creationId xmlns:p14="http://schemas.microsoft.com/office/powerpoint/2010/main" val="374011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 name="Blueprint grid">
            <a:extLst>
              <a:ext uri="{FF2B5EF4-FFF2-40B4-BE49-F238E27FC236}">
                <a16:creationId xmlns:a16="http://schemas.microsoft.com/office/drawing/2014/main" id="{3E9EE63E-3276-470D-BAD1-DB48B05B19BC}"/>
              </a:ext>
            </a:extLst>
          </p:cNvPr>
          <p:cNvSpPr>
            <a:spLocks noGrp="1"/>
          </p:cNvSpPr>
          <p:nvPr/>
        </p:nvSpPr>
        <p:spPr>
          <a:xfrm>
            <a:off x="7144" y="0"/>
            <a:ext cx="7144" cy="7715250"/>
          </a:xfrm>
          <a:prstGeom prst="rect">
            <a:avLst/>
          </a:prstGeom>
          <a:solidFill>
            <a:srgbClr val="0A2540">
              <a:alpha val="5000"/>
            </a:srgbClr>
          </a:solidFill>
          <a:ln w="0">
            <a:noFill/>
            <a:prstDash val="solid"/>
          </a:ln>
        </p:spPr>
      </p:sp>
      <p:sp>
        <p:nvSpPr>
          <p:cNvPr id="2" name="Blueprint grid">
            <a:extLst>
              <a:ext uri="{FF2B5EF4-FFF2-40B4-BE49-F238E27FC236}">
                <a16:creationId xmlns:a16="http://schemas.microsoft.com/office/drawing/2014/main" id="{B530051B-00B2-48B0-B4D9-71ACCD47B5D1}"/>
              </a:ext>
            </a:extLst>
          </p:cNvPr>
          <p:cNvSpPr>
            <a:spLocks noGrp="1"/>
          </p:cNvSpPr>
          <p:nvPr/>
        </p:nvSpPr>
        <p:spPr>
          <a:xfrm>
            <a:off x="578644" y="0"/>
            <a:ext cx="7144" cy="7715250"/>
          </a:xfrm>
          <a:prstGeom prst="rect">
            <a:avLst/>
          </a:prstGeom>
          <a:solidFill>
            <a:srgbClr val="0A2540">
              <a:alpha val="5000"/>
            </a:srgbClr>
          </a:solidFill>
          <a:ln w="0">
            <a:noFill/>
            <a:prstDash val="solid"/>
          </a:ln>
        </p:spPr>
      </p:sp>
      <p:sp>
        <p:nvSpPr>
          <p:cNvPr id="3" name="Blueprint grid">
            <a:extLst>
              <a:ext uri="{FF2B5EF4-FFF2-40B4-BE49-F238E27FC236}">
                <a16:creationId xmlns:a16="http://schemas.microsoft.com/office/drawing/2014/main" id="{D50D93CB-DAB3-4A3F-ADBC-6F539561C914}"/>
              </a:ext>
            </a:extLst>
          </p:cNvPr>
          <p:cNvSpPr>
            <a:spLocks noGrp="1"/>
          </p:cNvSpPr>
          <p:nvPr/>
        </p:nvSpPr>
        <p:spPr>
          <a:xfrm>
            <a:off x="9151144" y="0"/>
            <a:ext cx="7144" cy="7715250"/>
          </a:xfrm>
          <a:prstGeom prst="rect">
            <a:avLst/>
          </a:prstGeom>
          <a:solidFill>
            <a:srgbClr val="0A2540">
              <a:alpha val="5000"/>
            </a:srgbClr>
          </a:solidFill>
          <a:ln w="0">
            <a:noFill/>
            <a:prstDash val="solid"/>
          </a:ln>
        </p:spPr>
      </p:sp>
      <p:sp>
        <p:nvSpPr>
          <p:cNvPr id="4" name="Blueprint grid">
            <a:extLst>
              <a:ext uri="{FF2B5EF4-FFF2-40B4-BE49-F238E27FC236}">
                <a16:creationId xmlns:a16="http://schemas.microsoft.com/office/drawing/2014/main" id="{8DD5A6E3-E780-4CD2-9333-24A7EDCB4ECF}"/>
              </a:ext>
            </a:extLst>
          </p:cNvPr>
          <p:cNvSpPr>
            <a:spLocks noGrp="1"/>
          </p:cNvSpPr>
          <p:nvPr/>
        </p:nvSpPr>
        <p:spPr>
          <a:xfrm>
            <a:off x="9436894" y="0"/>
            <a:ext cx="7144" cy="7715250"/>
          </a:xfrm>
          <a:prstGeom prst="rect">
            <a:avLst/>
          </a:prstGeom>
          <a:solidFill>
            <a:srgbClr val="0A2540">
              <a:alpha val="5000"/>
            </a:srgbClr>
          </a:solidFill>
          <a:ln w="0">
            <a:noFill/>
            <a:prstDash val="solid"/>
          </a:ln>
        </p:spPr>
      </p:sp>
      <p:sp>
        <p:nvSpPr>
          <p:cNvPr id="5" name="Blueprint grid">
            <a:extLst>
              <a:ext uri="{FF2B5EF4-FFF2-40B4-BE49-F238E27FC236}">
                <a16:creationId xmlns:a16="http://schemas.microsoft.com/office/drawing/2014/main" id="{857929E9-EBC2-4599-AF46-BE54350FBAED}"/>
              </a:ext>
            </a:extLst>
          </p:cNvPr>
          <p:cNvSpPr>
            <a:spLocks noGrp="1"/>
          </p:cNvSpPr>
          <p:nvPr/>
        </p:nvSpPr>
        <p:spPr>
          <a:xfrm>
            <a:off x="9722644" y="0"/>
            <a:ext cx="7144" cy="7715250"/>
          </a:xfrm>
          <a:prstGeom prst="rect">
            <a:avLst/>
          </a:prstGeom>
          <a:solidFill>
            <a:srgbClr val="0A2540">
              <a:alpha val="5000"/>
            </a:srgbClr>
          </a:solidFill>
          <a:ln w="0">
            <a:noFill/>
            <a:prstDash val="solid"/>
          </a:ln>
        </p:spPr>
      </p:sp>
      <p:sp>
        <p:nvSpPr>
          <p:cNvPr id="6" name="Blueprint grid">
            <a:extLst>
              <a:ext uri="{FF2B5EF4-FFF2-40B4-BE49-F238E27FC236}">
                <a16:creationId xmlns:a16="http://schemas.microsoft.com/office/drawing/2014/main" id="{EF68A63C-0C79-4337-A8FF-FA5E711CBBBF}"/>
              </a:ext>
            </a:extLst>
          </p:cNvPr>
          <p:cNvSpPr>
            <a:spLocks noGrp="1"/>
          </p:cNvSpPr>
          <p:nvPr/>
        </p:nvSpPr>
        <p:spPr>
          <a:xfrm>
            <a:off x="10008394" y="0"/>
            <a:ext cx="7144" cy="7715250"/>
          </a:xfrm>
          <a:prstGeom prst="rect">
            <a:avLst/>
          </a:prstGeom>
          <a:solidFill>
            <a:srgbClr val="0A2540">
              <a:alpha val="5000"/>
            </a:srgbClr>
          </a:solidFill>
          <a:ln w="0">
            <a:noFill/>
            <a:prstDash val="solid"/>
          </a:ln>
        </p:spPr>
      </p:sp>
      <p:sp>
        <p:nvSpPr>
          <p:cNvPr id="7" name="Blueprint grid">
            <a:extLst>
              <a:ext uri="{FF2B5EF4-FFF2-40B4-BE49-F238E27FC236}">
                <a16:creationId xmlns:a16="http://schemas.microsoft.com/office/drawing/2014/main" id="{820F9F4A-003D-499D-B090-609FB6EDEB58}"/>
              </a:ext>
            </a:extLst>
          </p:cNvPr>
          <p:cNvSpPr>
            <a:spLocks noGrp="1"/>
          </p:cNvSpPr>
          <p:nvPr/>
        </p:nvSpPr>
        <p:spPr>
          <a:xfrm>
            <a:off x="10294144" y="0"/>
            <a:ext cx="7144" cy="7715250"/>
          </a:xfrm>
          <a:prstGeom prst="rect">
            <a:avLst/>
          </a:prstGeom>
          <a:solidFill>
            <a:srgbClr val="0A2540">
              <a:alpha val="5000"/>
            </a:srgbClr>
          </a:solidFill>
          <a:ln w="0">
            <a:noFill/>
            <a:prstDash val="solid"/>
          </a:ln>
        </p:spPr>
      </p:sp>
      <p:sp>
        <p:nvSpPr>
          <p:cNvPr id="8" name="Blueprint grid">
            <a:extLst>
              <a:ext uri="{FF2B5EF4-FFF2-40B4-BE49-F238E27FC236}">
                <a16:creationId xmlns:a16="http://schemas.microsoft.com/office/drawing/2014/main" id="{181B73AF-8EBF-4243-AAC5-2C893CA17964}"/>
              </a:ext>
            </a:extLst>
          </p:cNvPr>
          <p:cNvSpPr>
            <a:spLocks noGrp="1"/>
          </p:cNvSpPr>
          <p:nvPr/>
        </p:nvSpPr>
        <p:spPr>
          <a:xfrm>
            <a:off x="10579894" y="0"/>
            <a:ext cx="7144" cy="7715250"/>
          </a:xfrm>
          <a:prstGeom prst="rect">
            <a:avLst/>
          </a:prstGeom>
          <a:solidFill>
            <a:srgbClr val="0A2540">
              <a:alpha val="5000"/>
            </a:srgbClr>
          </a:solidFill>
          <a:ln w="0">
            <a:noFill/>
            <a:prstDash val="solid"/>
          </a:ln>
        </p:spPr>
      </p:sp>
      <p:sp>
        <p:nvSpPr>
          <p:cNvPr id="9" name="Blueprint grid">
            <a:extLst>
              <a:ext uri="{FF2B5EF4-FFF2-40B4-BE49-F238E27FC236}">
                <a16:creationId xmlns:a16="http://schemas.microsoft.com/office/drawing/2014/main" id="{0961C88F-AF67-4D05-9BA0-F7FC35A9AD47}"/>
              </a:ext>
            </a:extLst>
          </p:cNvPr>
          <p:cNvSpPr>
            <a:spLocks noGrp="1"/>
          </p:cNvSpPr>
          <p:nvPr/>
        </p:nvSpPr>
        <p:spPr>
          <a:xfrm>
            <a:off x="10865644" y="0"/>
            <a:ext cx="7144" cy="7715250"/>
          </a:xfrm>
          <a:prstGeom prst="rect">
            <a:avLst/>
          </a:prstGeom>
          <a:solidFill>
            <a:srgbClr val="0A2540">
              <a:alpha val="5000"/>
            </a:srgbClr>
          </a:solidFill>
          <a:ln w="0">
            <a:noFill/>
            <a:prstDash val="solid"/>
          </a:ln>
        </p:spPr>
      </p:sp>
      <p:sp>
        <p:nvSpPr>
          <p:cNvPr id="10" name="Layout surface">
            <a:extLst>
              <a:ext uri="{FF2B5EF4-FFF2-40B4-BE49-F238E27FC236}">
                <a16:creationId xmlns:a16="http://schemas.microsoft.com/office/drawing/2014/main" id="{DE06602E-F4B4-4E3A-8138-08250781C0F3}"/>
              </a:ext>
            </a:extLst>
          </p:cNvPr>
          <p:cNvSpPr>
            <a:spLocks noGrp="1"/>
          </p:cNvSpPr>
          <p:nvPr/>
        </p:nvSpPr>
        <p:spPr>
          <a:xfrm>
            <a:off x="0" y="0"/>
            <a:ext cx="1428750" cy="35719"/>
          </a:xfrm>
          <a:prstGeom prst="rect">
            <a:avLst/>
          </a:prstGeom>
          <a:solidFill>
            <a:srgbClr val="0A2540"/>
          </a:solidFill>
          <a:ln w="0">
            <a:noFill/>
            <a:prstDash val="solid"/>
          </a:ln>
        </p:spPr>
      </p:sp>
      <p:sp>
        <p:nvSpPr>
          <p:cNvPr id="11" name="Layout surface">
            <a:extLst>
              <a:ext uri="{FF2B5EF4-FFF2-40B4-BE49-F238E27FC236}">
                <a16:creationId xmlns:a16="http://schemas.microsoft.com/office/drawing/2014/main" id="{C64C5BE2-51AE-4169-A47B-F06CA562B2F5}"/>
              </a:ext>
            </a:extLst>
          </p:cNvPr>
          <p:cNvSpPr>
            <a:spLocks noGrp="1"/>
          </p:cNvSpPr>
          <p:nvPr/>
        </p:nvSpPr>
        <p:spPr>
          <a:xfrm>
            <a:off x="1428750" y="0"/>
            <a:ext cx="1000125" cy="35719"/>
          </a:xfrm>
          <a:prstGeom prst="rect">
            <a:avLst/>
          </a:prstGeom>
          <a:solidFill>
            <a:srgbClr val="1D4ED8"/>
          </a:solidFill>
          <a:ln w="0">
            <a:noFill/>
            <a:prstDash val="solid"/>
          </a:ln>
        </p:spPr>
      </p:sp>
      <p:sp>
        <p:nvSpPr>
          <p:cNvPr id="12" name="Layout surface">
            <a:extLst>
              <a:ext uri="{FF2B5EF4-FFF2-40B4-BE49-F238E27FC236}">
                <a16:creationId xmlns:a16="http://schemas.microsoft.com/office/drawing/2014/main" id="{78F87C00-2D18-4B04-B5FF-C1BB80E397C6}"/>
              </a:ext>
            </a:extLst>
          </p:cNvPr>
          <p:cNvSpPr>
            <a:spLocks noGrp="1"/>
          </p:cNvSpPr>
          <p:nvPr/>
        </p:nvSpPr>
        <p:spPr>
          <a:xfrm>
            <a:off x="2428875" y="0"/>
            <a:ext cx="11287125" cy="35719"/>
          </a:xfrm>
          <a:prstGeom prst="rect">
            <a:avLst/>
          </a:prstGeom>
          <a:solidFill>
            <a:srgbClr val="0A2540">
              <a:alpha val="16000"/>
            </a:srgbClr>
          </a:solidFill>
          <a:ln w="0">
            <a:noFill/>
            <a:prstDash val="solid"/>
          </a:ln>
        </p:spPr>
      </p:sp>
      <p:sp>
        <p:nvSpPr>
          <p:cNvPr id="13" name="Source layout 5">
            <a:extLst>
              <a:ext uri="{FF2B5EF4-FFF2-40B4-BE49-F238E27FC236}">
                <a16:creationId xmlns:a16="http://schemas.microsoft.com/office/drawing/2014/main" id="{7D7229E9-4FF7-4665-949B-1BF107C782F8}"/>
              </a:ext>
            </a:extLst>
          </p:cNvPr>
          <p:cNvSpPr>
            <a:spLocks noGrp="1"/>
          </p:cNvSpPr>
          <p:nvPr/>
        </p:nvSpPr>
        <p:spPr>
          <a:xfrm>
            <a:off x="514350" y="1407319"/>
            <a:ext cx="78581" cy="78581"/>
          </a:xfrm>
          <a:custGeom>
            <a:avLst/>
            <a:gdLst/>
            <a:ahLst/>
            <a:cxnLst/>
            <a:rect l="0" t="0" r="0" b="0"/>
            <a:pathLst>
              <a:path w="78581" h="78581">
                <a:moveTo>
                  <a:pt x="0" y="0"/>
                </a:moveTo>
                <a:lnTo>
                  <a:pt x="78581" y="0"/>
                </a:lnTo>
                <a:lnTo>
                  <a:pt x="78581" y="78581"/>
                </a:lnTo>
                <a:lnTo>
                  <a:pt x="0" y="78581"/>
                </a:lnTo>
                <a:close/>
              </a:path>
            </a:pathLst>
          </a:custGeom>
          <a:solidFill>
            <a:srgbClr val="1D4ED8"/>
          </a:solidFill>
          <a:ln w="7144">
            <a:noFill/>
            <a:prstDash val="solid"/>
          </a:ln>
        </p:spPr>
      </p:sp>
      <p:sp>
        <p:nvSpPr>
          <p:cNvPr id="14" name="Source layout 6">
            <a:extLst>
              <a:ext uri="{FF2B5EF4-FFF2-40B4-BE49-F238E27FC236}">
                <a16:creationId xmlns:a16="http://schemas.microsoft.com/office/drawing/2014/main" id="{64FBF3B6-CE76-4179-AE8B-D405B3A104A7}"/>
              </a:ext>
            </a:extLst>
          </p:cNvPr>
          <p:cNvSpPr>
            <a:spLocks noGrp="1"/>
          </p:cNvSpPr>
          <p:nvPr/>
        </p:nvSpPr>
        <p:spPr>
          <a:xfrm>
            <a:off x="514350" y="2328862"/>
            <a:ext cx="4114800" cy="1800225"/>
          </a:xfrm>
          <a:custGeom>
            <a:avLst/>
            <a:gdLst/>
            <a:ahLst/>
            <a:cxnLst/>
            <a:rect l="0" t="0" r="0" b="0"/>
            <a:pathLst>
              <a:path w="4114800" h="1800225">
                <a:moveTo>
                  <a:pt x="0" y="0"/>
                </a:moveTo>
                <a:lnTo>
                  <a:pt x="4114800" y="0"/>
                </a:lnTo>
                <a:lnTo>
                  <a:pt x="4114800" y="1800225"/>
                </a:lnTo>
                <a:lnTo>
                  <a:pt x="0" y="1800225"/>
                </a:lnTo>
                <a:close/>
              </a:path>
            </a:pathLst>
          </a:custGeom>
          <a:solidFill>
            <a:srgbClr val="FFFFFF"/>
          </a:solidFill>
          <a:ln w="7144">
            <a:noFill/>
            <a:prstDash val="solid"/>
          </a:ln>
        </p:spPr>
      </p:sp>
      <p:sp>
        <p:nvSpPr>
          <p:cNvPr id="15" name="Source layout 7">
            <a:extLst>
              <a:ext uri="{FF2B5EF4-FFF2-40B4-BE49-F238E27FC236}">
                <a16:creationId xmlns:a16="http://schemas.microsoft.com/office/drawing/2014/main" id="{D37AC2C5-6C2D-4793-9DA5-5BE227918108}"/>
              </a:ext>
            </a:extLst>
          </p:cNvPr>
          <p:cNvSpPr>
            <a:spLocks noGrp="1"/>
          </p:cNvSpPr>
          <p:nvPr/>
        </p:nvSpPr>
        <p:spPr>
          <a:xfrm>
            <a:off x="517922" y="2332434"/>
            <a:ext cx="4107656" cy="1793081"/>
          </a:xfrm>
          <a:custGeom>
            <a:avLst/>
            <a:gdLst/>
            <a:ahLst/>
            <a:cxnLst/>
            <a:rect l="0" t="0" r="0" b="0"/>
            <a:pathLst>
              <a:path w="4107656" h="1793081">
                <a:moveTo>
                  <a:pt x="0" y="0"/>
                </a:moveTo>
                <a:lnTo>
                  <a:pt x="4107656" y="0"/>
                </a:lnTo>
                <a:lnTo>
                  <a:pt x="4107656" y="1793081"/>
                </a:lnTo>
                <a:lnTo>
                  <a:pt x="0" y="1793081"/>
                </a:lnTo>
                <a:close/>
              </a:path>
            </a:pathLst>
          </a:custGeom>
          <a:noFill/>
          <a:ln w="7144">
            <a:solidFill>
              <a:srgbClr val="0A2540">
                <a:alpha val="34120"/>
              </a:srgbClr>
            </a:solidFill>
            <a:prstDash val="solid"/>
          </a:ln>
        </p:spPr>
      </p:sp>
      <p:sp>
        <p:nvSpPr>
          <p:cNvPr id="16" name="Source layout 8">
            <a:extLst>
              <a:ext uri="{FF2B5EF4-FFF2-40B4-BE49-F238E27FC236}">
                <a16:creationId xmlns:a16="http://schemas.microsoft.com/office/drawing/2014/main" id="{64B73D4B-23D0-4DA0-AB86-1E7B6EAB4C3F}"/>
              </a:ext>
            </a:extLst>
          </p:cNvPr>
          <p:cNvSpPr>
            <a:spLocks noGrp="1"/>
          </p:cNvSpPr>
          <p:nvPr/>
        </p:nvSpPr>
        <p:spPr>
          <a:xfrm>
            <a:off x="4800600" y="2328862"/>
            <a:ext cx="4114800" cy="1800225"/>
          </a:xfrm>
          <a:custGeom>
            <a:avLst/>
            <a:gdLst/>
            <a:ahLst/>
            <a:cxnLst/>
            <a:rect l="0" t="0" r="0" b="0"/>
            <a:pathLst>
              <a:path w="4114800" h="1800225">
                <a:moveTo>
                  <a:pt x="0" y="0"/>
                </a:moveTo>
                <a:lnTo>
                  <a:pt x="4114800" y="0"/>
                </a:lnTo>
                <a:lnTo>
                  <a:pt x="4114800" y="1800225"/>
                </a:lnTo>
                <a:lnTo>
                  <a:pt x="0" y="1800225"/>
                </a:lnTo>
                <a:close/>
              </a:path>
            </a:pathLst>
          </a:custGeom>
          <a:solidFill>
            <a:srgbClr val="FFFFFF"/>
          </a:solidFill>
          <a:ln w="7144">
            <a:noFill/>
            <a:prstDash val="solid"/>
          </a:ln>
        </p:spPr>
      </p:sp>
      <p:sp>
        <p:nvSpPr>
          <p:cNvPr id="17" name="Source layout 9">
            <a:extLst>
              <a:ext uri="{FF2B5EF4-FFF2-40B4-BE49-F238E27FC236}">
                <a16:creationId xmlns:a16="http://schemas.microsoft.com/office/drawing/2014/main" id="{220EA753-99AB-4220-A765-4365324A0F7F}"/>
              </a:ext>
            </a:extLst>
          </p:cNvPr>
          <p:cNvSpPr>
            <a:spLocks noGrp="1"/>
          </p:cNvSpPr>
          <p:nvPr/>
        </p:nvSpPr>
        <p:spPr>
          <a:xfrm>
            <a:off x="4804172" y="2332434"/>
            <a:ext cx="4107656" cy="1793081"/>
          </a:xfrm>
          <a:custGeom>
            <a:avLst/>
            <a:gdLst/>
            <a:ahLst/>
            <a:cxnLst/>
            <a:rect l="0" t="0" r="0" b="0"/>
            <a:pathLst>
              <a:path w="4107656" h="1793081">
                <a:moveTo>
                  <a:pt x="0" y="0"/>
                </a:moveTo>
                <a:lnTo>
                  <a:pt x="4107656" y="0"/>
                </a:lnTo>
                <a:lnTo>
                  <a:pt x="4107656" y="1793081"/>
                </a:lnTo>
                <a:lnTo>
                  <a:pt x="0" y="1793081"/>
                </a:lnTo>
                <a:close/>
              </a:path>
            </a:pathLst>
          </a:custGeom>
          <a:noFill/>
          <a:ln w="7144">
            <a:solidFill>
              <a:srgbClr val="0A2540">
                <a:alpha val="34120"/>
              </a:srgbClr>
            </a:solidFill>
            <a:prstDash val="solid"/>
          </a:ln>
        </p:spPr>
      </p:sp>
      <p:sp>
        <p:nvSpPr>
          <p:cNvPr id="18" name="Source layout 10">
            <a:extLst>
              <a:ext uri="{FF2B5EF4-FFF2-40B4-BE49-F238E27FC236}">
                <a16:creationId xmlns:a16="http://schemas.microsoft.com/office/drawing/2014/main" id="{34150C56-D20F-4783-B838-49DA22811A63}"/>
              </a:ext>
            </a:extLst>
          </p:cNvPr>
          <p:cNvSpPr>
            <a:spLocks noGrp="1"/>
          </p:cNvSpPr>
          <p:nvPr/>
        </p:nvSpPr>
        <p:spPr>
          <a:xfrm>
            <a:off x="9086850" y="2328862"/>
            <a:ext cx="4114800" cy="1800225"/>
          </a:xfrm>
          <a:custGeom>
            <a:avLst/>
            <a:gdLst/>
            <a:ahLst/>
            <a:cxnLst/>
            <a:rect l="0" t="0" r="0" b="0"/>
            <a:pathLst>
              <a:path w="4114800" h="1800225">
                <a:moveTo>
                  <a:pt x="0" y="0"/>
                </a:moveTo>
                <a:lnTo>
                  <a:pt x="4114800" y="0"/>
                </a:lnTo>
                <a:lnTo>
                  <a:pt x="4114800" y="1800225"/>
                </a:lnTo>
                <a:lnTo>
                  <a:pt x="0" y="1800225"/>
                </a:lnTo>
                <a:close/>
              </a:path>
            </a:pathLst>
          </a:custGeom>
          <a:solidFill>
            <a:srgbClr val="FFFFFF"/>
          </a:solidFill>
          <a:ln w="7144">
            <a:noFill/>
            <a:prstDash val="solid"/>
          </a:ln>
        </p:spPr>
      </p:sp>
      <p:sp>
        <p:nvSpPr>
          <p:cNvPr id="19" name="Source layout 11">
            <a:extLst>
              <a:ext uri="{FF2B5EF4-FFF2-40B4-BE49-F238E27FC236}">
                <a16:creationId xmlns:a16="http://schemas.microsoft.com/office/drawing/2014/main" id="{AD87FA73-7CDD-4757-B639-9A0C0864D90D}"/>
              </a:ext>
            </a:extLst>
          </p:cNvPr>
          <p:cNvSpPr>
            <a:spLocks noGrp="1"/>
          </p:cNvSpPr>
          <p:nvPr/>
        </p:nvSpPr>
        <p:spPr>
          <a:xfrm>
            <a:off x="9090421" y="2332434"/>
            <a:ext cx="4107656" cy="1793081"/>
          </a:xfrm>
          <a:custGeom>
            <a:avLst/>
            <a:gdLst/>
            <a:ahLst/>
            <a:cxnLst/>
            <a:rect l="0" t="0" r="0" b="0"/>
            <a:pathLst>
              <a:path w="4107656" h="1793081">
                <a:moveTo>
                  <a:pt x="0" y="0"/>
                </a:moveTo>
                <a:lnTo>
                  <a:pt x="4107656" y="0"/>
                </a:lnTo>
                <a:lnTo>
                  <a:pt x="4107656" y="1793081"/>
                </a:lnTo>
                <a:lnTo>
                  <a:pt x="0" y="1793081"/>
                </a:lnTo>
                <a:close/>
              </a:path>
            </a:pathLst>
          </a:custGeom>
          <a:noFill/>
          <a:ln w="7144">
            <a:solidFill>
              <a:srgbClr val="0A2540">
                <a:alpha val="34120"/>
              </a:srgbClr>
            </a:solidFill>
            <a:prstDash val="solid"/>
          </a:ln>
        </p:spPr>
      </p:sp>
      <p:sp>
        <p:nvSpPr>
          <p:cNvPr id="20" name="Source layout 12">
            <a:extLst>
              <a:ext uri="{FF2B5EF4-FFF2-40B4-BE49-F238E27FC236}">
                <a16:creationId xmlns:a16="http://schemas.microsoft.com/office/drawing/2014/main" id="{E75A7D08-6BAC-458E-8509-49D3DBAF0C8B}"/>
              </a:ext>
            </a:extLst>
          </p:cNvPr>
          <p:cNvSpPr>
            <a:spLocks noGrp="1"/>
          </p:cNvSpPr>
          <p:nvPr/>
        </p:nvSpPr>
        <p:spPr>
          <a:xfrm>
            <a:off x="514350" y="4300537"/>
            <a:ext cx="4114800" cy="1793081"/>
          </a:xfrm>
          <a:custGeom>
            <a:avLst/>
            <a:gdLst/>
            <a:ahLst/>
            <a:cxnLst/>
            <a:rect l="0" t="0" r="0" b="0"/>
            <a:pathLst>
              <a:path w="4114800" h="1793081">
                <a:moveTo>
                  <a:pt x="0" y="0"/>
                </a:moveTo>
                <a:lnTo>
                  <a:pt x="4114800" y="0"/>
                </a:lnTo>
                <a:lnTo>
                  <a:pt x="4114800" y="1793081"/>
                </a:lnTo>
                <a:lnTo>
                  <a:pt x="0" y="1793081"/>
                </a:lnTo>
                <a:close/>
              </a:path>
            </a:pathLst>
          </a:custGeom>
          <a:solidFill>
            <a:srgbClr val="FFFFFF"/>
          </a:solidFill>
          <a:ln w="7144">
            <a:noFill/>
            <a:prstDash val="solid"/>
          </a:ln>
        </p:spPr>
      </p:sp>
      <p:sp>
        <p:nvSpPr>
          <p:cNvPr id="21" name="Source layout 13">
            <a:extLst>
              <a:ext uri="{FF2B5EF4-FFF2-40B4-BE49-F238E27FC236}">
                <a16:creationId xmlns:a16="http://schemas.microsoft.com/office/drawing/2014/main" id="{FABDF66B-0D89-4909-B6FD-BD86AE61A43D}"/>
              </a:ext>
            </a:extLst>
          </p:cNvPr>
          <p:cNvSpPr>
            <a:spLocks noGrp="1"/>
          </p:cNvSpPr>
          <p:nvPr/>
        </p:nvSpPr>
        <p:spPr>
          <a:xfrm>
            <a:off x="517922" y="4304109"/>
            <a:ext cx="4107656" cy="1785937"/>
          </a:xfrm>
          <a:custGeom>
            <a:avLst/>
            <a:gdLst/>
            <a:ahLst/>
            <a:cxnLst/>
            <a:rect l="0" t="0" r="0" b="0"/>
            <a:pathLst>
              <a:path w="4107656" h="1785937">
                <a:moveTo>
                  <a:pt x="0" y="0"/>
                </a:moveTo>
                <a:lnTo>
                  <a:pt x="4107656" y="0"/>
                </a:lnTo>
                <a:lnTo>
                  <a:pt x="4107656" y="1785937"/>
                </a:lnTo>
                <a:lnTo>
                  <a:pt x="0" y="1785937"/>
                </a:lnTo>
                <a:close/>
              </a:path>
            </a:pathLst>
          </a:custGeom>
          <a:noFill/>
          <a:ln w="7144">
            <a:solidFill>
              <a:srgbClr val="0A2540">
                <a:alpha val="34120"/>
              </a:srgbClr>
            </a:solidFill>
            <a:prstDash val="solid"/>
          </a:ln>
        </p:spPr>
      </p:sp>
      <p:sp>
        <p:nvSpPr>
          <p:cNvPr id="22" name="Source layout 14">
            <a:extLst>
              <a:ext uri="{FF2B5EF4-FFF2-40B4-BE49-F238E27FC236}">
                <a16:creationId xmlns:a16="http://schemas.microsoft.com/office/drawing/2014/main" id="{8B9A360D-3C3B-41DB-8496-7A08503BB7AF}"/>
              </a:ext>
            </a:extLst>
          </p:cNvPr>
          <p:cNvSpPr>
            <a:spLocks noGrp="1"/>
          </p:cNvSpPr>
          <p:nvPr/>
        </p:nvSpPr>
        <p:spPr>
          <a:xfrm>
            <a:off x="4800600" y="4300537"/>
            <a:ext cx="4114800" cy="1793081"/>
          </a:xfrm>
          <a:custGeom>
            <a:avLst/>
            <a:gdLst/>
            <a:ahLst/>
            <a:cxnLst/>
            <a:rect l="0" t="0" r="0" b="0"/>
            <a:pathLst>
              <a:path w="4114800" h="1793081">
                <a:moveTo>
                  <a:pt x="0" y="0"/>
                </a:moveTo>
                <a:lnTo>
                  <a:pt x="4114800" y="0"/>
                </a:lnTo>
                <a:lnTo>
                  <a:pt x="4114800" y="1793081"/>
                </a:lnTo>
                <a:lnTo>
                  <a:pt x="0" y="1793081"/>
                </a:lnTo>
                <a:close/>
              </a:path>
            </a:pathLst>
          </a:custGeom>
          <a:solidFill>
            <a:srgbClr val="FFFFFF"/>
          </a:solidFill>
          <a:ln w="7144">
            <a:noFill/>
            <a:prstDash val="solid"/>
          </a:ln>
        </p:spPr>
      </p:sp>
      <p:sp>
        <p:nvSpPr>
          <p:cNvPr id="23" name="Source layout 15">
            <a:extLst>
              <a:ext uri="{FF2B5EF4-FFF2-40B4-BE49-F238E27FC236}">
                <a16:creationId xmlns:a16="http://schemas.microsoft.com/office/drawing/2014/main" id="{1BAE8097-F768-4BDA-8EFD-82050272DFA0}"/>
              </a:ext>
            </a:extLst>
          </p:cNvPr>
          <p:cNvSpPr>
            <a:spLocks noGrp="1"/>
          </p:cNvSpPr>
          <p:nvPr/>
        </p:nvSpPr>
        <p:spPr>
          <a:xfrm>
            <a:off x="4804172" y="4304109"/>
            <a:ext cx="4107656" cy="1785937"/>
          </a:xfrm>
          <a:custGeom>
            <a:avLst/>
            <a:gdLst/>
            <a:ahLst/>
            <a:cxnLst/>
            <a:rect l="0" t="0" r="0" b="0"/>
            <a:pathLst>
              <a:path w="4107656" h="1785937">
                <a:moveTo>
                  <a:pt x="0" y="0"/>
                </a:moveTo>
                <a:lnTo>
                  <a:pt x="4107656" y="0"/>
                </a:lnTo>
                <a:lnTo>
                  <a:pt x="4107656" y="1785937"/>
                </a:lnTo>
                <a:lnTo>
                  <a:pt x="0" y="1785937"/>
                </a:lnTo>
                <a:close/>
              </a:path>
            </a:pathLst>
          </a:custGeom>
          <a:noFill/>
          <a:ln w="7144">
            <a:solidFill>
              <a:srgbClr val="0A2540">
                <a:alpha val="34120"/>
              </a:srgbClr>
            </a:solidFill>
            <a:prstDash val="solid"/>
          </a:ln>
        </p:spPr>
      </p:sp>
      <p:sp>
        <p:nvSpPr>
          <p:cNvPr id="24" name="Source layout 16">
            <a:extLst>
              <a:ext uri="{FF2B5EF4-FFF2-40B4-BE49-F238E27FC236}">
                <a16:creationId xmlns:a16="http://schemas.microsoft.com/office/drawing/2014/main" id="{5F0B2C66-A6DC-488E-A091-E5D93F1FC775}"/>
              </a:ext>
            </a:extLst>
          </p:cNvPr>
          <p:cNvSpPr>
            <a:spLocks noGrp="1"/>
          </p:cNvSpPr>
          <p:nvPr/>
        </p:nvSpPr>
        <p:spPr>
          <a:xfrm>
            <a:off x="9086850" y="4300537"/>
            <a:ext cx="4114800" cy="1793081"/>
          </a:xfrm>
          <a:custGeom>
            <a:avLst/>
            <a:gdLst/>
            <a:ahLst/>
            <a:cxnLst/>
            <a:rect l="0" t="0" r="0" b="0"/>
            <a:pathLst>
              <a:path w="4114800" h="1793081">
                <a:moveTo>
                  <a:pt x="0" y="0"/>
                </a:moveTo>
                <a:lnTo>
                  <a:pt x="4114800" y="0"/>
                </a:lnTo>
                <a:lnTo>
                  <a:pt x="4114800" y="1793081"/>
                </a:lnTo>
                <a:lnTo>
                  <a:pt x="0" y="1793081"/>
                </a:lnTo>
                <a:close/>
              </a:path>
            </a:pathLst>
          </a:custGeom>
          <a:solidFill>
            <a:srgbClr val="FFFFFF"/>
          </a:solidFill>
          <a:ln w="7144">
            <a:noFill/>
            <a:prstDash val="solid"/>
          </a:ln>
        </p:spPr>
      </p:sp>
      <p:sp>
        <p:nvSpPr>
          <p:cNvPr id="25" name="Source layout 17">
            <a:extLst>
              <a:ext uri="{FF2B5EF4-FFF2-40B4-BE49-F238E27FC236}">
                <a16:creationId xmlns:a16="http://schemas.microsoft.com/office/drawing/2014/main" id="{0732830F-3FD4-4513-9EA4-A632B16E0AC1}"/>
              </a:ext>
            </a:extLst>
          </p:cNvPr>
          <p:cNvSpPr>
            <a:spLocks noGrp="1"/>
          </p:cNvSpPr>
          <p:nvPr/>
        </p:nvSpPr>
        <p:spPr>
          <a:xfrm>
            <a:off x="9090421" y="4304109"/>
            <a:ext cx="4107656" cy="1785937"/>
          </a:xfrm>
          <a:custGeom>
            <a:avLst/>
            <a:gdLst/>
            <a:ahLst/>
            <a:cxnLst/>
            <a:rect l="0" t="0" r="0" b="0"/>
            <a:pathLst>
              <a:path w="4107656" h="1785937">
                <a:moveTo>
                  <a:pt x="0" y="0"/>
                </a:moveTo>
                <a:lnTo>
                  <a:pt x="4107656" y="0"/>
                </a:lnTo>
                <a:lnTo>
                  <a:pt x="4107656" y="1785937"/>
                </a:lnTo>
                <a:lnTo>
                  <a:pt x="0" y="1785937"/>
                </a:lnTo>
                <a:close/>
              </a:path>
            </a:pathLst>
          </a:custGeom>
          <a:noFill/>
          <a:ln w="7144">
            <a:solidFill>
              <a:srgbClr val="0A2540">
                <a:alpha val="34120"/>
              </a:srgbClr>
            </a:solidFill>
            <a:prstDash val="solid"/>
          </a:ln>
        </p:spPr>
      </p:sp>
      <p:sp>
        <p:nvSpPr>
          <p:cNvPr id="26" name="Source layout 18">
            <a:extLst>
              <a:ext uri="{FF2B5EF4-FFF2-40B4-BE49-F238E27FC236}">
                <a16:creationId xmlns:a16="http://schemas.microsoft.com/office/drawing/2014/main" id="{10BCF684-35D6-4735-A9E1-7AB897C803AD}"/>
              </a:ext>
            </a:extLst>
          </p:cNvPr>
          <p:cNvSpPr>
            <a:spLocks noGrp="1"/>
          </p:cNvSpPr>
          <p:nvPr/>
        </p:nvSpPr>
        <p:spPr>
          <a:xfrm>
            <a:off x="514350" y="7250906"/>
            <a:ext cx="12687299" cy="7144"/>
          </a:xfrm>
          <a:custGeom>
            <a:avLst/>
            <a:gdLst/>
            <a:ahLst/>
            <a:cxnLst/>
            <a:rect l="0" t="0" r="0" b="0"/>
            <a:pathLst>
              <a:path w="12687299" h="7144">
                <a:moveTo>
                  <a:pt x="0" y="0"/>
                </a:moveTo>
                <a:lnTo>
                  <a:pt x="12687299" y="0"/>
                </a:lnTo>
                <a:lnTo>
                  <a:pt x="12687299" y="7144"/>
                </a:lnTo>
                <a:lnTo>
                  <a:pt x="0" y="7144"/>
                </a:lnTo>
                <a:close/>
              </a:path>
            </a:pathLst>
          </a:custGeom>
          <a:solidFill>
            <a:srgbClr val="0A2540">
              <a:alpha val="16080"/>
            </a:srgbClr>
          </a:solidFill>
          <a:ln w="7144">
            <a:noFill/>
            <a:prstDash val="solid"/>
          </a:ln>
        </p:spPr>
      </p:sp>
      <p:sp>
        <p:nvSpPr>
          <p:cNvPr id="27" name="s2 text 1">
            <a:extLst>
              <a:ext uri="{FF2B5EF4-FFF2-40B4-BE49-F238E27FC236}">
                <a16:creationId xmlns:a16="http://schemas.microsoft.com/office/drawing/2014/main" id="{B7E5B8DF-3397-4134-BF6B-511E852F64C5}"/>
              </a:ext>
            </a:extLst>
          </p:cNvPr>
          <p:cNvSpPr>
            <a:spLocks noGrp="1"/>
          </p:cNvSpPr>
          <p:nvPr/>
        </p:nvSpPr>
        <p:spPr>
          <a:xfrm>
            <a:off x="678656" y="1376458"/>
            <a:ext cx="662941" cy="173507"/>
          </a:xfrm>
          <a:prstGeom prst="rect">
            <a:avLst/>
          </a:prstGeom>
          <a:noFill/>
          <a:ln w="0">
            <a:noFill/>
            <a:prstDash val="solid"/>
          </a:ln>
        </p:spPr>
        <p:txBody>
          <a:bodyPr wrap="none" lIns="0" tIns="0" rIns="0" bIns="0" anchor="t">
            <a:noAutofit/>
          </a:bodyPr>
          <a:lstStyle>
            <a:defPPr algn="l">
              <a:defRPr sz="900" b="0" i="0" kern="0" spc="180">
                <a:solidFill>
                  <a:srgbClr val="1D4ED8"/>
                </a:solidFill>
                <a:latin typeface="JetBrains Mono"/>
                <a:ea typeface="JetBrains Mono"/>
                <a:cs typeface="JetBrains Mono"/>
              </a:defRPr>
            </a:defPPr>
            <a:lvl1pPr algn="l">
              <a:defRPr sz="900" b="0" i="0" kern="0" spc="180">
                <a:solidFill>
                  <a:srgbClr val="1D4ED8"/>
                </a:solidFill>
                <a:latin typeface="JetBrains Mono"/>
                <a:ea typeface="JetBrains Mono"/>
                <a:cs typeface="JetBrains Mono"/>
              </a:defRPr>
            </a:lvl1pPr>
            <a:lvl2pPr algn="l">
              <a:defRPr sz="900" b="0" i="0" kern="0" spc="180">
                <a:solidFill>
                  <a:srgbClr val="1D4ED8"/>
                </a:solidFill>
                <a:latin typeface="JetBrains Mono"/>
                <a:ea typeface="JetBrains Mono"/>
                <a:cs typeface="JetBrains Mono"/>
              </a:defRPr>
            </a:lvl2pPr>
            <a:lvl3pPr algn="l">
              <a:defRPr sz="900" b="0" i="0" kern="0" spc="180">
                <a:solidFill>
                  <a:srgbClr val="1D4ED8"/>
                </a:solidFill>
                <a:latin typeface="JetBrains Mono"/>
                <a:ea typeface="JetBrains Mono"/>
                <a:cs typeface="JetBrains Mono"/>
              </a:defRPr>
            </a:lvl3pPr>
            <a:lvl4pPr algn="l">
              <a:defRPr sz="900" b="0" i="0" kern="0" spc="180">
                <a:solidFill>
                  <a:srgbClr val="1D4ED8"/>
                </a:solidFill>
                <a:latin typeface="JetBrains Mono"/>
                <a:ea typeface="JetBrains Mono"/>
                <a:cs typeface="JetBrains Mono"/>
              </a:defRPr>
            </a:lvl4pPr>
            <a:lvl5pPr algn="l">
              <a:defRPr sz="900" b="0" i="0" kern="0" spc="180">
                <a:solidFill>
                  <a:srgbClr val="1D4ED8"/>
                </a:solidFill>
                <a:latin typeface="JetBrains Mono"/>
                <a:ea typeface="JetBrains Mono"/>
                <a:cs typeface="JetBrains Mono"/>
              </a:defRPr>
            </a:lvl5pPr>
            <a:lvl6pPr algn="l">
              <a:defRPr sz="900" b="0" i="0" kern="0" spc="180">
                <a:solidFill>
                  <a:srgbClr val="1D4ED8"/>
                </a:solidFill>
                <a:latin typeface="JetBrains Mono"/>
                <a:ea typeface="JetBrains Mono"/>
                <a:cs typeface="JetBrains Mono"/>
              </a:defRPr>
            </a:lvl6pPr>
            <a:lvl7pPr algn="l">
              <a:defRPr sz="900" b="0" i="0" kern="0" spc="180">
                <a:solidFill>
                  <a:srgbClr val="1D4ED8"/>
                </a:solidFill>
                <a:latin typeface="JetBrains Mono"/>
                <a:ea typeface="JetBrains Mono"/>
                <a:cs typeface="JetBrains Mono"/>
              </a:defRPr>
            </a:lvl7pPr>
            <a:lvl8pPr algn="l">
              <a:defRPr sz="900" b="0" i="0" kern="0" spc="180">
                <a:solidFill>
                  <a:srgbClr val="1D4ED8"/>
                </a:solidFill>
                <a:latin typeface="JetBrains Mono"/>
                <a:ea typeface="JetBrains Mono"/>
                <a:cs typeface="JetBrains Mono"/>
              </a:defRPr>
            </a:lvl8pPr>
            <a:lvl9pPr algn="l">
              <a:defRPr sz="900" b="0" i="0" kern="0" spc="180">
                <a:solidFill>
                  <a:srgbClr val="1D4ED8"/>
                </a:solidFill>
                <a:latin typeface="JetBrains Mono"/>
                <a:ea typeface="JetBrains Mono"/>
                <a:cs typeface="JetBrains Mono"/>
              </a:defRPr>
            </a:lvl9pPr>
          </a:lstStyle>
          <a:p>
            <a:pPr algn="l">
              <a:lnSpc>
                <a:spcPct val="100000"/>
              </a:lnSpc>
              <a:buNone/>
              <a:defRPr sz="900" b="0" i="0" kern="0" spc="180">
                <a:solidFill>
                  <a:srgbClr val="1D4ED8"/>
                </a:solidFill>
                <a:latin typeface="JetBrains Mono"/>
                <a:ea typeface="JetBrains Mono"/>
                <a:cs typeface="JetBrains Mono"/>
              </a:defRPr>
            </a:pPr>
            <a:r>
              <a:rPr sz="900" b="0" i="0" kern="0" spc="180">
                <a:solidFill>
                  <a:srgbClr val="1D4ED8"/>
                </a:solidFill>
                <a:latin typeface="JetBrains Mono"/>
                <a:ea typeface="JetBrains Mono"/>
                <a:cs typeface="JetBrains Mono"/>
              </a:rPr>
              <a:t>ROADMAP</a:t>
            </a:r>
          </a:p>
        </p:txBody>
      </p:sp>
      <p:sp>
        <p:nvSpPr>
          <p:cNvPr id="28" name="s2 text 2">
            <a:extLst>
              <a:ext uri="{FF2B5EF4-FFF2-40B4-BE49-F238E27FC236}">
                <a16:creationId xmlns:a16="http://schemas.microsoft.com/office/drawing/2014/main" id="{EA098CD3-E064-443F-8A41-A98E67C6648D}"/>
              </a:ext>
            </a:extLst>
          </p:cNvPr>
          <p:cNvSpPr>
            <a:spLocks noGrp="1"/>
          </p:cNvSpPr>
          <p:nvPr/>
        </p:nvSpPr>
        <p:spPr>
          <a:xfrm>
            <a:off x="514350" y="1570285"/>
            <a:ext cx="4019169" cy="576532"/>
          </a:xfrm>
          <a:prstGeom prst="rect">
            <a:avLst/>
          </a:prstGeom>
          <a:noFill/>
          <a:ln w="0">
            <a:noFill/>
            <a:prstDash val="solid"/>
          </a:ln>
        </p:spPr>
        <p:txBody>
          <a:bodyPr wrap="none" lIns="0" tIns="0" rIns="0" bIns="0" anchor="t">
            <a:noAutofit/>
          </a:bodyPr>
          <a:lstStyle>
            <a:defPPr algn="l">
              <a:defRPr sz="3262" b="0" i="0" kern="0" spc="-104">
                <a:solidFill>
                  <a:srgbClr val="0A2540"/>
                </a:solidFill>
                <a:latin typeface="Inter ExtraBold"/>
                <a:ea typeface="Inter ExtraBold"/>
                <a:cs typeface="Inter ExtraBold"/>
              </a:defRPr>
            </a:defPPr>
            <a:lvl1pPr algn="l">
              <a:defRPr sz="3262" b="0" i="0" kern="0" spc="-104">
                <a:solidFill>
                  <a:srgbClr val="0A2540"/>
                </a:solidFill>
                <a:latin typeface="Inter ExtraBold"/>
                <a:ea typeface="Inter ExtraBold"/>
                <a:cs typeface="Inter ExtraBold"/>
              </a:defRPr>
            </a:lvl1pPr>
            <a:lvl2pPr algn="l">
              <a:defRPr sz="3262" b="0" i="0" kern="0" spc="-104">
                <a:solidFill>
                  <a:srgbClr val="0A2540"/>
                </a:solidFill>
                <a:latin typeface="Inter ExtraBold"/>
                <a:ea typeface="Inter ExtraBold"/>
                <a:cs typeface="Inter ExtraBold"/>
              </a:defRPr>
            </a:lvl2pPr>
            <a:lvl3pPr algn="l">
              <a:defRPr sz="3262" b="0" i="0" kern="0" spc="-104">
                <a:solidFill>
                  <a:srgbClr val="0A2540"/>
                </a:solidFill>
                <a:latin typeface="Inter ExtraBold"/>
                <a:ea typeface="Inter ExtraBold"/>
                <a:cs typeface="Inter ExtraBold"/>
              </a:defRPr>
            </a:lvl3pPr>
            <a:lvl4pPr algn="l">
              <a:defRPr sz="3262" b="0" i="0" kern="0" spc="-104">
                <a:solidFill>
                  <a:srgbClr val="0A2540"/>
                </a:solidFill>
                <a:latin typeface="Inter ExtraBold"/>
                <a:ea typeface="Inter ExtraBold"/>
                <a:cs typeface="Inter ExtraBold"/>
              </a:defRPr>
            </a:lvl4pPr>
            <a:lvl5pPr algn="l">
              <a:defRPr sz="3262" b="0" i="0" kern="0" spc="-104">
                <a:solidFill>
                  <a:srgbClr val="0A2540"/>
                </a:solidFill>
                <a:latin typeface="Inter ExtraBold"/>
                <a:ea typeface="Inter ExtraBold"/>
                <a:cs typeface="Inter ExtraBold"/>
              </a:defRPr>
            </a:lvl5pPr>
            <a:lvl6pPr algn="l">
              <a:defRPr sz="3262" b="0" i="0" kern="0" spc="-104">
                <a:solidFill>
                  <a:srgbClr val="0A2540"/>
                </a:solidFill>
                <a:latin typeface="Inter ExtraBold"/>
                <a:ea typeface="Inter ExtraBold"/>
                <a:cs typeface="Inter ExtraBold"/>
              </a:defRPr>
            </a:lvl6pPr>
            <a:lvl7pPr algn="l">
              <a:defRPr sz="3262" b="0" i="0" kern="0" spc="-104">
                <a:solidFill>
                  <a:srgbClr val="0A2540"/>
                </a:solidFill>
                <a:latin typeface="Inter ExtraBold"/>
                <a:ea typeface="Inter ExtraBold"/>
                <a:cs typeface="Inter ExtraBold"/>
              </a:defRPr>
            </a:lvl7pPr>
            <a:lvl8pPr algn="l">
              <a:defRPr sz="3262" b="0" i="0" kern="0" spc="-104">
                <a:solidFill>
                  <a:srgbClr val="0A2540"/>
                </a:solidFill>
                <a:latin typeface="Inter ExtraBold"/>
                <a:ea typeface="Inter ExtraBold"/>
                <a:cs typeface="Inter ExtraBold"/>
              </a:defRPr>
            </a:lvl8pPr>
            <a:lvl9pPr algn="l">
              <a:defRPr sz="3262" b="0" i="0" kern="0" spc="-104">
                <a:solidFill>
                  <a:srgbClr val="0A2540"/>
                </a:solidFill>
                <a:latin typeface="Inter ExtraBold"/>
                <a:ea typeface="Inter ExtraBold"/>
                <a:cs typeface="Inter ExtraBold"/>
              </a:defRPr>
            </a:lvl9pPr>
          </a:lstStyle>
          <a:p>
            <a:pPr algn="l">
              <a:lnSpc>
                <a:spcPct val="100000"/>
              </a:lnSpc>
              <a:buNone/>
              <a:defRPr sz="3262" b="0" i="0" kern="0" spc="-104">
                <a:solidFill>
                  <a:srgbClr val="0A2540"/>
                </a:solidFill>
                <a:latin typeface="Inter ExtraBold"/>
                <a:ea typeface="Inter ExtraBold"/>
                <a:cs typeface="Inter ExtraBold"/>
              </a:defRPr>
            </a:pPr>
            <a:r>
              <a:rPr sz="3262" b="0" i="0" kern="0" spc="-104">
                <a:solidFill>
                  <a:srgbClr val="0A2540"/>
                </a:solidFill>
                <a:latin typeface="Inter ExtraBold"/>
                <a:ea typeface="Inter ExtraBold"/>
                <a:cs typeface="Inter ExtraBold"/>
              </a:rPr>
              <a:t>What we will cover</a:t>
            </a:r>
          </a:p>
        </p:txBody>
      </p:sp>
      <p:sp>
        <p:nvSpPr>
          <p:cNvPr id="29" name="s2 text 3">
            <a:extLst>
              <a:ext uri="{FF2B5EF4-FFF2-40B4-BE49-F238E27FC236}">
                <a16:creationId xmlns:a16="http://schemas.microsoft.com/office/drawing/2014/main" id="{D735E8BA-7F0C-4ECF-B71B-F11AD96363FF}"/>
              </a:ext>
            </a:extLst>
          </p:cNvPr>
          <p:cNvSpPr>
            <a:spLocks noGrp="1"/>
          </p:cNvSpPr>
          <p:nvPr/>
        </p:nvSpPr>
        <p:spPr>
          <a:xfrm>
            <a:off x="721519" y="2526655"/>
            <a:ext cx="865061" cy="218685"/>
          </a:xfrm>
          <a:prstGeom prst="rect">
            <a:avLst/>
          </a:prstGeom>
          <a:noFill/>
          <a:ln w="0">
            <a:noFill/>
            <a:prstDash val="solid"/>
          </a:ln>
        </p:spPr>
        <p:txBody>
          <a:bodyPr wrap="none" lIns="0" tIns="0" rIns="0" bIns="0" anchor="t">
            <a:noAutofit/>
          </a:bodyPr>
          <a:lstStyle>
            <a:defPPr algn="l">
              <a:defRPr sz="1237" b="0" i="0" kern="0" spc="-9">
                <a:solidFill>
                  <a:srgbClr val="0A2540"/>
                </a:solidFill>
                <a:latin typeface="Inter SemiBold"/>
                <a:ea typeface="Inter SemiBold"/>
                <a:cs typeface="Inter SemiBold"/>
              </a:defRPr>
            </a:defPPr>
            <a:lvl1pPr algn="l">
              <a:defRPr sz="1237" b="0" i="0" kern="0" spc="-9">
                <a:solidFill>
                  <a:srgbClr val="0A2540"/>
                </a:solidFill>
                <a:latin typeface="Inter SemiBold"/>
                <a:ea typeface="Inter SemiBold"/>
                <a:cs typeface="Inter SemiBold"/>
              </a:defRPr>
            </a:lvl1pPr>
            <a:lvl2pPr algn="l">
              <a:defRPr sz="1237" b="0" i="0" kern="0" spc="-9">
                <a:solidFill>
                  <a:srgbClr val="0A2540"/>
                </a:solidFill>
                <a:latin typeface="Inter SemiBold"/>
                <a:ea typeface="Inter SemiBold"/>
                <a:cs typeface="Inter SemiBold"/>
              </a:defRPr>
            </a:lvl2pPr>
            <a:lvl3pPr algn="l">
              <a:defRPr sz="1237" b="0" i="0" kern="0" spc="-9">
                <a:solidFill>
                  <a:srgbClr val="0A2540"/>
                </a:solidFill>
                <a:latin typeface="Inter SemiBold"/>
                <a:ea typeface="Inter SemiBold"/>
                <a:cs typeface="Inter SemiBold"/>
              </a:defRPr>
            </a:lvl3pPr>
            <a:lvl4pPr algn="l">
              <a:defRPr sz="1237" b="0" i="0" kern="0" spc="-9">
                <a:solidFill>
                  <a:srgbClr val="0A2540"/>
                </a:solidFill>
                <a:latin typeface="Inter SemiBold"/>
                <a:ea typeface="Inter SemiBold"/>
                <a:cs typeface="Inter SemiBold"/>
              </a:defRPr>
            </a:lvl4pPr>
            <a:lvl5pPr algn="l">
              <a:defRPr sz="1237" b="0" i="0" kern="0" spc="-9">
                <a:solidFill>
                  <a:srgbClr val="0A2540"/>
                </a:solidFill>
                <a:latin typeface="Inter SemiBold"/>
                <a:ea typeface="Inter SemiBold"/>
                <a:cs typeface="Inter SemiBold"/>
              </a:defRPr>
            </a:lvl5pPr>
            <a:lvl6pPr algn="l">
              <a:defRPr sz="1237" b="0" i="0" kern="0" spc="-9">
                <a:solidFill>
                  <a:srgbClr val="0A2540"/>
                </a:solidFill>
                <a:latin typeface="Inter SemiBold"/>
                <a:ea typeface="Inter SemiBold"/>
                <a:cs typeface="Inter SemiBold"/>
              </a:defRPr>
            </a:lvl6pPr>
            <a:lvl7pPr algn="l">
              <a:defRPr sz="1237" b="0" i="0" kern="0" spc="-9">
                <a:solidFill>
                  <a:srgbClr val="0A2540"/>
                </a:solidFill>
                <a:latin typeface="Inter SemiBold"/>
                <a:ea typeface="Inter SemiBold"/>
                <a:cs typeface="Inter SemiBold"/>
              </a:defRPr>
            </a:lvl7pPr>
            <a:lvl8pPr algn="l">
              <a:defRPr sz="1237" b="0" i="0" kern="0" spc="-9">
                <a:solidFill>
                  <a:srgbClr val="0A2540"/>
                </a:solidFill>
                <a:latin typeface="Inter SemiBold"/>
                <a:ea typeface="Inter SemiBold"/>
                <a:cs typeface="Inter SemiBold"/>
              </a:defRPr>
            </a:lvl8pPr>
            <a:lvl9pPr algn="l">
              <a:defRPr sz="1237" b="0" i="0" kern="0" spc="-9">
                <a:solidFill>
                  <a:srgbClr val="0A2540"/>
                </a:solidFill>
                <a:latin typeface="Inter SemiBold"/>
                <a:ea typeface="Inter SemiBold"/>
                <a:cs typeface="Inter SemiBold"/>
              </a:defRPr>
            </a:lvl9pPr>
          </a:lstStyle>
          <a:p>
            <a:pPr algn="l">
              <a:lnSpc>
                <a:spcPct val="100000"/>
              </a:lnSpc>
              <a:buNone/>
              <a:defRPr sz="1237" b="0" i="0" kern="0" spc="-9">
                <a:solidFill>
                  <a:srgbClr val="0A2540"/>
                </a:solidFill>
                <a:latin typeface="Inter SemiBold"/>
                <a:ea typeface="Inter SemiBold"/>
                <a:cs typeface="Inter SemiBold"/>
              </a:defRPr>
            </a:pPr>
            <a:r>
              <a:rPr sz="1237" b="0" i="0" kern="0" spc="-9">
                <a:solidFill>
                  <a:srgbClr val="0A2540"/>
                </a:solidFill>
                <a:latin typeface="Inter SemiBold"/>
                <a:ea typeface="Inter SemiBold"/>
                <a:cs typeface="Inter SemiBold"/>
              </a:rPr>
              <a:t>01 · Primer</a:t>
            </a:r>
          </a:p>
        </p:txBody>
      </p:sp>
      <p:sp>
        <p:nvSpPr>
          <p:cNvPr id="30" name="s2 text 4">
            <a:extLst>
              <a:ext uri="{FF2B5EF4-FFF2-40B4-BE49-F238E27FC236}">
                <a16:creationId xmlns:a16="http://schemas.microsoft.com/office/drawing/2014/main" id="{2981152B-2100-4ACD-83F9-2E577114CACB}"/>
              </a:ext>
            </a:extLst>
          </p:cNvPr>
          <p:cNvSpPr>
            <a:spLocks noGrp="1"/>
          </p:cNvSpPr>
          <p:nvPr/>
        </p:nvSpPr>
        <p:spPr>
          <a:xfrm>
            <a:off x="721519" y="2934965"/>
            <a:ext cx="3474339"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Small country, world price, consumer</a:t>
            </a:r>
          </a:p>
        </p:txBody>
      </p:sp>
      <p:sp>
        <p:nvSpPr>
          <p:cNvPr id="31" name="s2 text 5">
            <a:extLst>
              <a:ext uri="{FF2B5EF4-FFF2-40B4-BE49-F238E27FC236}">
                <a16:creationId xmlns:a16="http://schemas.microsoft.com/office/drawing/2014/main" id="{E67F8180-BFB2-4AA2-8828-FF95C4B39263}"/>
              </a:ext>
            </a:extLst>
          </p:cNvPr>
          <p:cNvSpPr>
            <a:spLocks noGrp="1"/>
          </p:cNvSpPr>
          <p:nvPr/>
        </p:nvSpPr>
        <p:spPr>
          <a:xfrm>
            <a:off x="721519" y="3206427"/>
            <a:ext cx="3740753"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and producer surplus, and the two ways</a:t>
            </a:r>
          </a:p>
        </p:txBody>
      </p:sp>
      <p:sp>
        <p:nvSpPr>
          <p:cNvPr id="32" name="s2 text 6">
            <a:extLst>
              <a:ext uri="{FF2B5EF4-FFF2-40B4-BE49-F238E27FC236}">
                <a16:creationId xmlns:a16="http://schemas.microsoft.com/office/drawing/2014/main" id="{861C87FA-BBD2-4FAA-A2D7-2F4398CC89B7}"/>
              </a:ext>
            </a:extLst>
          </p:cNvPr>
          <p:cNvSpPr>
            <a:spLocks noGrp="1"/>
          </p:cNvSpPr>
          <p:nvPr/>
        </p:nvSpPr>
        <p:spPr>
          <a:xfrm>
            <a:off x="721519" y="3477890"/>
            <a:ext cx="1823085"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of restricting trade.</a:t>
            </a:r>
          </a:p>
        </p:txBody>
      </p:sp>
      <p:sp>
        <p:nvSpPr>
          <p:cNvPr id="33" name="s2 text 7">
            <a:extLst>
              <a:ext uri="{FF2B5EF4-FFF2-40B4-BE49-F238E27FC236}">
                <a16:creationId xmlns:a16="http://schemas.microsoft.com/office/drawing/2014/main" id="{4B2B11E7-3E6F-42C0-BEED-E7F0F0A75E70}"/>
              </a:ext>
            </a:extLst>
          </p:cNvPr>
          <p:cNvSpPr>
            <a:spLocks noGrp="1"/>
          </p:cNvSpPr>
          <p:nvPr/>
        </p:nvSpPr>
        <p:spPr>
          <a:xfrm>
            <a:off x="5007769" y="2526655"/>
            <a:ext cx="1538478" cy="218685"/>
          </a:xfrm>
          <a:prstGeom prst="rect">
            <a:avLst/>
          </a:prstGeom>
          <a:noFill/>
          <a:ln w="0">
            <a:noFill/>
            <a:prstDash val="solid"/>
          </a:ln>
        </p:spPr>
        <p:txBody>
          <a:bodyPr wrap="none" lIns="0" tIns="0" rIns="0" bIns="0" anchor="t">
            <a:noAutofit/>
          </a:bodyPr>
          <a:lstStyle>
            <a:defPPr algn="l">
              <a:defRPr sz="1237" b="0" i="0" kern="0" spc="-9">
                <a:solidFill>
                  <a:srgbClr val="0A2540"/>
                </a:solidFill>
                <a:latin typeface="Inter SemiBold"/>
                <a:ea typeface="Inter SemiBold"/>
                <a:cs typeface="Inter SemiBold"/>
              </a:defRPr>
            </a:defPPr>
            <a:lvl1pPr algn="l">
              <a:defRPr sz="1237" b="0" i="0" kern="0" spc="-9">
                <a:solidFill>
                  <a:srgbClr val="0A2540"/>
                </a:solidFill>
                <a:latin typeface="Inter SemiBold"/>
                <a:ea typeface="Inter SemiBold"/>
                <a:cs typeface="Inter SemiBold"/>
              </a:defRPr>
            </a:lvl1pPr>
            <a:lvl2pPr algn="l">
              <a:defRPr sz="1237" b="0" i="0" kern="0" spc="-9">
                <a:solidFill>
                  <a:srgbClr val="0A2540"/>
                </a:solidFill>
                <a:latin typeface="Inter SemiBold"/>
                <a:ea typeface="Inter SemiBold"/>
                <a:cs typeface="Inter SemiBold"/>
              </a:defRPr>
            </a:lvl2pPr>
            <a:lvl3pPr algn="l">
              <a:defRPr sz="1237" b="0" i="0" kern="0" spc="-9">
                <a:solidFill>
                  <a:srgbClr val="0A2540"/>
                </a:solidFill>
                <a:latin typeface="Inter SemiBold"/>
                <a:ea typeface="Inter SemiBold"/>
                <a:cs typeface="Inter SemiBold"/>
              </a:defRPr>
            </a:lvl3pPr>
            <a:lvl4pPr algn="l">
              <a:defRPr sz="1237" b="0" i="0" kern="0" spc="-9">
                <a:solidFill>
                  <a:srgbClr val="0A2540"/>
                </a:solidFill>
                <a:latin typeface="Inter SemiBold"/>
                <a:ea typeface="Inter SemiBold"/>
                <a:cs typeface="Inter SemiBold"/>
              </a:defRPr>
            </a:lvl4pPr>
            <a:lvl5pPr algn="l">
              <a:defRPr sz="1237" b="0" i="0" kern="0" spc="-9">
                <a:solidFill>
                  <a:srgbClr val="0A2540"/>
                </a:solidFill>
                <a:latin typeface="Inter SemiBold"/>
                <a:ea typeface="Inter SemiBold"/>
                <a:cs typeface="Inter SemiBold"/>
              </a:defRPr>
            </a:lvl5pPr>
            <a:lvl6pPr algn="l">
              <a:defRPr sz="1237" b="0" i="0" kern="0" spc="-9">
                <a:solidFill>
                  <a:srgbClr val="0A2540"/>
                </a:solidFill>
                <a:latin typeface="Inter SemiBold"/>
                <a:ea typeface="Inter SemiBold"/>
                <a:cs typeface="Inter SemiBold"/>
              </a:defRPr>
            </a:lvl6pPr>
            <a:lvl7pPr algn="l">
              <a:defRPr sz="1237" b="0" i="0" kern="0" spc="-9">
                <a:solidFill>
                  <a:srgbClr val="0A2540"/>
                </a:solidFill>
                <a:latin typeface="Inter SemiBold"/>
                <a:ea typeface="Inter SemiBold"/>
                <a:cs typeface="Inter SemiBold"/>
              </a:defRPr>
            </a:lvl7pPr>
            <a:lvl8pPr algn="l">
              <a:defRPr sz="1237" b="0" i="0" kern="0" spc="-9">
                <a:solidFill>
                  <a:srgbClr val="0A2540"/>
                </a:solidFill>
                <a:latin typeface="Inter SemiBold"/>
                <a:ea typeface="Inter SemiBold"/>
                <a:cs typeface="Inter SemiBold"/>
              </a:defRPr>
            </a:lvl8pPr>
            <a:lvl9pPr algn="l">
              <a:defRPr sz="1237" b="0" i="0" kern="0" spc="-9">
                <a:solidFill>
                  <a:srgbClr val="0A2540"/>
                </a:solidFill>
                <a:latin typeface="Inter SemiBold"/>
                <a:ea typeface="Inter SemiBold"/>
                <a:cs typeface="Inter SemiBold"/>
              </a:defRPr>
            </a:lvl9pPr>
          </a:lstStyle>
          <a:p>
            <a:pPr algn="l">
              <a:lnSpc>
                <a:spcPct val="100000"/>
              </a:lnSpc>
              <a:buNone/>
              <a:defRPr sz="1237" b="0" i="0" kern="0" spc="-9">
                <a:solidFill>
                  <a:srgbClr val="0A2540"/>
                </a:solidFill>
                <a:latin typeface="Inter SemiBold"/>
                <a:ea typeface="Inter SemiBold"/>
                <a:cs typeface="Inter SemiBold"/>
              </a:defRPr>
            </a:pPr>
            <a:r>
              <a:rPr sz="1237" b="0" i="0" kern="0" spc="-9">
                <a:solidFill>
                  <a:srgbClr val="0A2540"/>
                </a:solidFill>
                <a:latin typeface="Inter SemiBold"/>
                <a:ea typeface="Inter SemiBold"/>
                <a:cs typeface="Inter SemiBold"/>
              </a:rPr>
              <a:t>02 · Q5.1 TV market</a:t>
            </a:r>
          </a:p>
        </p:txBody>
      </p:sp>
      <p:sp>
        <p:nvSpPr>
          <p:cNvPr id="34" name="s2 text 8">
            <a:extLst>
              <a:ext uri="{FF2B5EF4-FFF2-40B4-BE49-F238E27FC236}">
                <a16:creationId xmlns:a16="http://schemas.microsoft.com/office/drawing/2014/main" id="{90374E71-2B78-4C55-ABEE-5500A70DCC20}"/>
              </a:ext>
            </a:extLst>
          </p:cNvPr>
          <p:cNvSpPr>
            <a:spLocks noGrp="1"/>
          </p:cNvSpPr>
          <p:nvPr/>
        </p:nvSpPr>
        <p:spPr>
          <a:xfrm>
            <a:off x="5007769" y="2934965"/>
            <a:ext cx="3270885"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Why country Z imports, how much,</a:t>
            </a:r>
          </a:p>
        </p:txBody>
      </p:sp>
      <p:sp>
        <p:nvSpPr>
          <p:cNvPr id="35" name="s2 text 9">
            <a:extLst>
              <a:ext uri="{FF2B5EF4-FFF2-40B4-BE49-F238E27FC236}">
                <a16:creationId xmlns:a16="http://schemas.microsoft.com/office/drawing/2014/main" id="{9583009E-B8CE-4748-AD34-1AF6234F0A03}"/>
              </a:ext>
            </a:extLst>
          </p:cNvPr>
          <p:cNvSpPr>
            <a:spLocks noGrp="1"/>
          </p:cNvSpPr>
          <p:nvPr/>
        </p:nvSpPr>
        <p:spPr>
          <a:xfrm>
            <a:off x="5007769" y="3206427"/>
            <a:ext cx="3414046"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producer surplus, and the effect of a</a:t>
            </a:r>
          </a:p>
        </p:txBody>
      </p:sp>
      <p:sp>
        <p:nvSpPr>
          <p:cNvPr id="36" name="s2 text 10">
            <a:extLst>
              <a:ext uri="{FF2B5EF4-FFF2-40B4-BE49-F238E27FC236}">
                <a16:creationId xmlns:a16="http://schemas.microsoft.com/office/drawing/2014/main" id="{74C4F259-D15D-4771-A16D-77C302D82AF7}"/>
              </a:ext>
            </a:extLst>
          </p:cNvPr>
          <p:cNvSpPr>
            <a:spLocks noGrp="1"/>
          </p:cNvSpPr>
          <p:nvPr/>
        </p:nvSpPr>
        <p:spPr>
          <a:xfrm>
            <a:off x="5007769" y="3477890"/>
            <a:ext cx="2426208"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20,000-unit import quota.</a:t>
            </a:r>
          </a:p>
        </p:txBody>
      </p:sp>
      <p:sp>
        <p:nvSpPr>
          <p:cNvPr id="37" name="s2 text 11">
            <a:extLst>
              <a:ext uri="{FF2B5EF4-FFF2-40B4-BE49-F238E27FC236}">
                <a16:creationId xmlns:a16="http://schemas.microsoft.com/office/drawing/2014/main" id="{303C495D-319B-4454-9EE2-1375F5A96C91}"/>
              </a:ext>
            </a:extLst>
          </p:cNvPr>
          <p:cNvSpPr>
            <a:spLocks noGrp="1"/>
          </p:cNvSpPr>
          <p:nvPr/>
        </p:nvSpPr>
        <p:spPr>
          <a:xfrm>
            <a:off x="9294018" y="2526655"/>
            <a:ext cx="1573435" cy="218685"/>
          </a:xfrm>
          <a:prstGeom prst="rect">
            <a:avLst/>
          </a:prstGeom>
          <a:noFill/>
          <a:ln w="0">
            <a:noFill/>
            <a:prstDash val="solid"/>
          </a:ln>
        </p:spPr>
        <p:txBody>
          <a:bodyPr wrap="none" lIns="0" tIns="0" rIns="0" bIns="0" anchor="t">
            <a:noAutofit/>
          </a:bodyPr>
          <a:lstStyle>
            <a:defPPr algn="l">
              <a:defRPr sz="1237" b="0" i="0" kern="0" spc="-9">
                <a:solidFill>
                  <a:srgbClr val="0A2540"/>
                </a:solidFill>
                <a:latin typeface="Inter SemiBold"/>
                <a:ea typeface="Inter SemiBold"/>
                <a:cs typeface="Inter SemiBold"/>
              </a:defRPr>
            </a:defPPr>
            <a:lvl1pPr algn="l">
              <a:defRPr sz="1237" b="0" i="0" kern="0" spc="-9">
                <a:solidFill>
                  <a:srgbClr val="0A2540"/>
                </a:solidFill>
                <a:latin typeface="Inter SemiBold"/>
                <a:ea typeface="Inter SemiBold"/>
                <a:cs typeface="Inter SemiBold"/>
              </a:defRPr>
            </a:lvl1pPr>
            <a:lvl2pPr algn="l">
              <a:defRPr sz="1237" b="0" i="0" kern="0" spc="-9">
                <a:solidFill>
                  <a:srgbClr val="0A2540"/>
                </a:solidFill>
                <a:latin typeface="Inter SemiBold"/>
                <a:ea typeface="Inter SemiBold"/>
                <a:cs typeface="Inter SemiBold"/>
              </a:defRPr>
            </a:lvl2pPr>
            <a:lvl3pPr algn="l">
              <a:defRPr sz="1237" b="0" i="0" kern="0" spc="-9">
                <a:solidFill>
                  <a:srgbClr val="0A2540"/>
                </a:solidFill>
                <a:latin typeface="Inter SemiBold"/>
                <a:ea typeface="Inter SemiBold"/>
                <a:cs typeface="Inter SemiBold"/>
              </a:defRPr>
            </a:lvl3pPr>
            <a:lvl4pPr algn="l">
              <a:defRPr sz="1237" b="0" i="0" kern="0" spc="-9">
                <a:solidFill>
                  <a:srgbClr val="0A2540"/>
                </a:solidFill>
                <a:latin typeface="Inter SemiBold"/>
                <a:ea typeface="Inter SemiBold"/>
                <a:cs typeface="Inter SemiBold"/>
              </a:defRPr>
            </a:lvl4pPr>
            <a:lvl5pPr algn="l">
              <a:defRPr sz="1237" b="0" i="0" kern="0" spc="-9">
                <a:solidFill>
                  <a:srgbClr val="0A2540"/>
                </a:solidFill>
                <a:latin typeface="Inter SemiBold"/>
                <a:ea typeface="Inter SemiBold"/>
                <a:cs typeface="Inter SemiBold"/>
              </a:defRPr>
            </a:lvl5pPr>
            <a:lvl6pPr algn="l">
              <a:defRPr sz="1237" b="0" i="0" kern="0" spc="-9">
                <a:solidFill>
                  <a:srgbClr val="0A2540"/>
                </a:solidFill>
                <a:latin typeface="Inter SemiBold"/>
                <a:ea typeface="Inter SemiBold"/>
                <a:cs typeface="Inter SemiBold"/>
              </a:defRPr>
            </a:lvl6pPr>
            <a:lvl7pPr algn="l">
              <a:defRPr sz="1237" b="0" i="0" kern="0" spc="-9">
                <a:solidFill>
                  <a:srgbClr val="0A2540"/>
                </a:solidFill>
                <a:latin typeface="Inter SemiBold"/>
                <a:ea typeface="Inter SemiBold"/>
                <a:cs typeface="Inter SemiBold"/>
              </a:defRPr>
            </a:lvl7pPr>
            <a:lvl8pPr algn="l">
              <a:defRPr sz="1237" b="0" i="0" kern="0" spc="-9">
                <a:solidFill>
                  <a:srgbClr val="0A2540"/>
                </a:solidFill>
                <a:latin typeface="Inter SemiBold"/>
                <a:ea typeface="Inter SemiBold"/>
                <a:cs typeface="Inter SemiBold"/>
              </a:defRPr>
            </a:lvl8pPr>
            <a:lvl9pPr algn="l">
              <a:defRPr sz="1237" b="0" i="0" kern="0" spc="-9">
                <a:solidFill>
                  <a:srgbClr val="0A2540"/>
                </a:solidFill>
                <a:latin typeface="Inter SemiBold"/>
                <a:ea typeface="Inter SemiBold"/>
                <a:cs typeface="Inter SemiBold"/>
              </a:defRPr>
            </a:lvl9pPr>
          </a:lstStyle>
          <a:p>
            <a:pPr algn="l">
              <a:lnSpc>
                <a:spcPct val="100000"/>
              </a:lnSpc>
              <a:buNone/>
              <a:defRPr sz="1237" b="0" i="0" kern="0" spc="-9">
                <a:solidFill>
                  <a:srgbClr val="0A2540"/>
                </a:solidFill>
                <a:latin typeface="Inter SemiBold"/>
                <a:ea typeface="Inter SemiBold"/>
                <a:cs typeface="Inter SemiBold"/>
              </a:defRPr>
            </a:pPr>
            <a:r>
              <a:rPr sz="1237" b="0" i="0" kern="0" spc="-9">
                <a:solidFill>
                  <a:srgbClr val="0A2540"/>
                </a:solidFill>
                <a:latin typeface="Inter SemiBold"/>
                <a:ea typeface="Inter SemiBold"/>
                <a:cs typeface="Inter SemiBold"/>
              </a:rPr>
              <a:t>03 · Q5.2 Handbags</a:t>
            </a:r>
          </a:p>
        </p:txBody>
      </p:sp>
      <p:sp>
        <p:nvSpPr>
          <p:cNvPr id="38" name="s2 text 12">
            <a:extLst>
              <a:ext uri="{FF2B5EF4-FFF2-40B4-BE49-F238E27FC236}">
                <a16:creationId xmlns:a16="http://schemas.microsoft.com/office/drawing/2014/main" id="{185DB1A9-1C3D-4A23-ACA8-3AC691FC1C04}"/>
              </a:ext>
            </a:extLst>
          </p:cNvPr>
          <p:cNvSpPr>
            <a:spLocks noGrp="1"/>
          </p:cNvSpPr>
          <p:nvPr/>
        </p:nvSpPr>
        <p:spPr>
          <a:xfrm>
            <a:off x="9294018" y="2934965"/>
            <a:ext cx="3459480"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Algebra: autarky, free trade, the tariff</a:t>
            </a:r>
          </a:p>
        </p:txBody>
      </p:sp>
      <p:sp>
        <p:nvSpPr>
          <p:cNvPr id="39" name="s2 text 13">
            <a:extLst>
              <a:ext uri="{FF2B5EF4-FFF2-40B4-BE49-F238E27FC236}">
                <a16:creationId xmlns:a16="http://schemas.microsoft.com/office/drawing/2014/main" id="{610C16E1-EC19-4B8D-90C6-A6313C939D84}"/>
              </a:ext>
            </a:extLst>
          </p:cNvPr>
          <p:cNvSpPr>
            <a:spLocks noGrp="1"/>
          </p:cNvSpPr>
          <p:nvPr/>
        </p:nvSpPr>
        <p:spPr>
          <a:xfrm>
            <a:off x="9294018" y="3206427"/>
            <a:ext cx="3602355"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that cuts imports by 25%, revenue and</a:t>
            </a:r>
          </a:p>
        </p:txBody>
      </p:sp>
      <p:sp>
        <p:nvSpPr>
          <p:cNvPr id="40" name="s2 text 14">
            <a:extLst>
              <a:ext uri="{FF2B5EF4-FFF2-40B4-BE49-F238E27FC236}">
                <a16:creationId xmlns:a16="http://schemas.microsoft.com/office/drawing/2014/main" id="{72B7D836-A4F7-4333-AE7F-9C485A0FEEA0}"/>
              </a:ext>
            </a:extLst>
          </p:cNvPr>
          <p:cNvSpPr>
            <a:spLocks noGrp="1"/>
          </p:cNvSpPr>
          <p:nvPr/>
        </p:nvSpPr>
        <p:spPr>
          <a:xfrm>
            <a:off x="9294018" y="3477890"/>
            <a:ext cx="1768793"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consumer surplus.</a:t>
            </a:r>
          </a:p>
        </p:txBody>
      </p:sp>
      <p:sp>
        <p:nvSpPr>
          <p:cNvPr id="41" name="s2 text 15">
            <a:extLst>
              <a:ext uri="{FF2B5EF4-FFF2-40B4-BE49-F238E27FC236}">
                <a16:creationId xmlns:a16="http://schemas.microsoft.com/office/drawing/2014/main" id="{87C9EE10-3C42-4B89-85FE-41113114EA5C}"/>
              </a:ext>
            </a:extLst>
          </p:cNvPr>
          <p:cNvSpPr>
            <a:spLocks noGrp="1"/>
          </p:cNvSpPr>
          <p:nvPr/>
        </p:nvSpPr>
        <p:spPr>
          <a:xfrm>
            <a:off x="721519" y="4498330"/>
            <a:ext cx="1239774" cy="218685"/>
          </a:xfrm>
          <a:prstGeom prst="rect">
            <a:avLst/>
          </a:prstGeom>
          <a:noFill/>
          <a:ln w="0">
            <a:noFill/>
            <a:prstDash val="solid"/>
          </a:ln>
        </p:spPr>
        <p:txBody>
          <a:bodyPr wrap="none" lIns="0" tIns="0" rIns="0" bIns="0" anchor="t">
            <a:noAutofit/>
          </a:bodyPr>
          <a:lstStyle>
            <a:defPPr algn="l">
              <a:defRPr sz="1237" b="0" i="0" kern="0" spc="-9">
                <a:solidFill>
                  <a:srgbClr val="0A2540"/>
                </a:solidFill>
                <a:latin typeface="Inter SemiBold"/>
                <a:ea typeface="Inter SemiBold"/>
                <a:cs typeface="Inter SemiBold"/>
              </a:defRPr>
            </a:defPPr>
            <a:lvl1pPr algn="l">
              <a:defRPr sz="1237" b="0" i="0" kern="0" spc="-9">
                <a:solidFill>
                  <a:srgbClr val="0A2540"/>
                </a:solidFill>
                <a:latin typeface="Inter SemiBold"/>
                <a:ea typeface="Inter SemiBold"/>
                <a:cs typeface="Inter SemiBold"/>
              </a:defRPr>
            </a:lvl1pPr>
            <a:lvl2pPr algn="l">
              <a:defRPr sz="1237" b="0" i="0" kern="0" spc="-9">
                <a:solidFill>
                  <a:srgbClr val="0A2540"/>
                </a:solidFill>
                <a:latin typeface="Inter SemiBold"/>
                <a:ea typeface="Inter SemiBold"/>
                <a:cs typeface="Inter SemiBold"/>
              </a:defRPr>
            </a:lvl2pPr>
            <a:lvl3pPr algn="l">
              <a:defRPr sz="1237" b="0" i="0" kern="0" spc="-9">
                <a:solidFill>
                  <a:srgbClr val="0A2540"/>
                </a:solidFill>
                <a:latin typeface="Inter SemiBold"/>
                <a:ea typeface="Inter SemiBold"/>
                <a:cs typeface="Inter SemiBold"/>
              </a:defRPr>
            </a:lvl3pPr>
            <a:lvl4pPr algn="l">
              <a:defRPr sz="1237" b="0" i="0" kern="0" spc="-9">
                <a:solidFill>
                  <a:srgbClr val="0A2540"/>
                </a:solidFill>
                <a:latin typeface="Inter SemiBold"/>
                <a:ea typeface="Inter SemiBold"/>
                <a:cs typeface="Inter SemiBold"/>
              </a:defRPr>
            </a:lvl4pPr>
            <a:lvl5pPr algn="l">
              <a:defRPr sz="1237" b="0" i="0" kern="0" spc="-9">
                <a:solidFill>
                  <a:srgbClr val="0A2540"/>
                </a:solidFill>
                <a:latin typeface="Inter SemiBold"/>
                <a:ea typeface="Inter SemiBold"/>
                <a:cs typeface="Inter SemiBold"/>
              </a:defRPr>
            </a:lvl5pPr>
            <a:lvl6pPr algn="l">
              <a:defRPr sz="1237" b="0" i="0" kern="0" spc="-9">
                <a:solidFill>
                  <a:srgbClr val="0A2540"/>
                </a:solidFill>
                <a:latin typeface="Inter SemiBold"/>
                <a:ea typeface="Inter SemiBold"/>
                <a:cs typeface="Inter SemiBold"/>
              </a:defRPr>
            </a:lvl6pPr>
            <a:lvl7pPr algn="l">
              <a:defRPr sz="1237" b="0" i="0" kern="0" spc="-9">
                <a:solidFill>
                  <a:srgbClr val="0A2540"/>
                </a:solidFill>
                <a:latin typeface="Inter SemiBold"/>
                <a:ea typeface="Inter SemiBold"/>
                <a:cs typeface="Inter SemiBold"/>
              </a:defRPr>
            </a:lvl7pPr>
            <a:lvl8pPr algn="l">
              <a:defRPr sz="1237" b="0" i="0" kern="0" spc="-9">
                <a:solidFill>
                  <a:srgbClr val="0A2540"/>
                </a:solidFill>
                <a:latin typeface="Inter SemiBold"/>
                <a:ea typeface="Inter SemiBold"/>
                <a:cs typeface="Inter SemiBold"/>
              </a:defRPr>
            </a:lvl8pPr>
            <a:lvl9pPr algn="l">
              <a:defRPr sz="1237" b="0" i="0" kern="0" spc="-9">
                <a:solidFill>
                  <a:srgbClr val="0A2540"/>
                </a:solidFill>
                <a:latin typeface="Inter SemiBold"/>
                <a:ea typeface="Inter SemiBold"/>
                <a:cs typeface="Inter SemiBold"/>
              </a:defRPr>
            </a:lvl9pPr>
          </a:lstStyle>
          <a:p>
            <a:pPr algn="l">
              <a:lnSpc>
                <a:spcPct val="100000"/>
              </a:lnSpc>
              <a:buNone/>
              <a:defRPr sz="1237" b="0" i="0" kern="0" spc="-9">
                <a:solidFill>
                  <a:srgbClr val="0A2540"/>
                </a:solidFill>
                <a:latin typeface="Inter SemiBold"/>
                <a:ea typeface="Inter SemiBold"/>
                <a:cs typeface="Inter SemiBold"/>
              </a:defRPr>
            </a:pPr>
            <a:r>
              <a:rPr sz="1237" b="0" i="0" kern="0" spc="-9">
                <a:solidFill>
                  <a:srgbClr val="0A2540"/>
                </a:solidFill>
                <a:latin typeface="Inter SemiBold"/>
                <a:ea typeface="Inter SemiBold"/>
                <a:cs typeface="Inter SemiBold"/>
              </a:rPr>
              <a:t>04 · Q5.3 Egypt</a:t>
            </a:r>
          </a:p>
        </p:txBody>
      </p:sp>
      <p:sp>
        <p:nvSpPr>
          <p:cNvPr id="42" name="s2 text 16">
            <a:extLst>
              <a:ext uri="{FF2B5EF4-FFF2-40B4-BE49-F238E27FC236}">
                <a16:creationId xmlns:a16="http://schemas.microsoft.com/office/drawing/2014/main" id="{A30DA435-AE15-419E-B57D-5186470E4A06}"/>
              </a:ext>
            </a:extLst>
          </p:cNvPr>
          <p:cNvSpPr>
            <a:spLocks noGrp="1"/>
          </p:cNvSpPr>
          <p:nvPr/>
        </p:nvSpPr>
        <p:spPr>
          <a:xfrm>
            <a:off x="721519" y="4899496"/>
            <a:ext cx="3029998"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Generators: the post-tariff price,</a:t>
            </a:r>
          </a:p>
        </p:txBody>
      </p:sp>
      <p:sp>
        <p:nvSpPr>
          <p:cNvPr id="43" name="s2 text 17">
            <a:extLst>
              <a:ext uri="{FF2B5EF4-FFF2-40B4-BE49-F238E27FC236}">
                <a16:creationId xmlns:a16="http://schemas.microsoft.com/office/drawing/2014/main" id="{6E015DAB-6144-49BE-A0E5-88C3EE957E1F}"/>
              </a:ext>
            </a:extLst>
          </p:cNvPr>
          <p:cNvSpPr>
            <a:spLocks noGrp="1"/>
          </p:cNvSpPr>
          <p:nvPr/>
        </p:nvSpPr>
        <p:spPr>
          <a:xfrm>
            <a:off x="721519" y="5178102"/>
            <a:ext cx="3738372"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domestic output, imports, tariff revenue,</a:t>
            </a:r>
          </a:p>
        </p:txBody>
      </p:sp>
      <p:sp>
        <p:nvSpPr>
          <p:cNvPr id="44" name="s2 text 18">
            <a:extLst>
              <a:ext uri="{FF2B5EF4-FFF2-40B4-BE49-F238E27FC236}">
                <a16:creationId xmlns:a16="http://schemas.microsoft.com/office/drawing/2014/main" id="{0595B2C4-7B13-497E-A66F-13C78000E4F9}"/>
              </a:ext>
            </a:extLst>
          </p:cNvPr>
          <p:cNvSpPr>
            <a:spLocks noGrp="1"/>
          </p:cNvSpPr>
          <p:nvPr/>
        </p:nvSpPr>
        <p:spPr>
          <a:xfrm>
            <a:off x="721519" y="5449565"/>
            <a:ext cx="1806797"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gainers and losers.</a:t>
            </a:r>
          </a:p>
        </p:txBody>
      </p:sp>
      <p:sp>
        <p:nvSpPr>
          <p:cNvPr id="45" name="s2 text 19">
            <a:extLst>
              <a:ext uri="{FF2B5EF4-FFF2-40B4-BE49-F238E27FC236}">
                <a16:creationId xmlns:a16="http://schemas.microsoft.com/office/drawing/2014/main" id="{6EE822C6-1BBF-46B5-B59B-437A0F7B9C4C}"/>
              </a:ext>
            </a:extLst>
          </p:cNvPr>
          <p:cNvSpPr>
            <a:spLocks noGrp="1"/>
          </p:cNvSpPr>
          <p:nvPr/>
        </p:nvSpPr>
        <p:spPr>
          <a:xfrm>
            <a:off x="5007769" y="4498330"/>
            <a:ext cx="1302163" cy="218685"/>
          </a:xfrm>
          <a:prstGeom prst="rect">
            <a:avLst/>
          </a:prstGeom>
          <a:noFill/>
          <a:ln w="0">
            <a:noFill/>
            <a:prstDash val="solid"/>
          </a:ln>
        </p:spPr>
        <p:txBody>
          <a:bodyPr wrap="none" lIns="0" tIns="0" rIns="0" bIns="0" anchor="t">
            <a:noAutofit/>
          </a:bodyPr>
          <a:lstStyle>
            <a:defPPr algn="l">
              <a:defRPr sz="1237" b="0" i="0" kern="0" spc="-9">
                <a:solidFill>
                  <a:srgbClr val="0A2540"/>
                </a:solidFill>
                <a:latin typeface="Inter SemiBold"/>
                <a:ea typeface="Inter SemiBold"/>
                <a:cs typeface="Inter SemiBold"/>
              </a:defRPr>
            </a:defPPr>
            <a:lvl1pPr algn="l">
              <a:defRPr sz="1237" b="0" i="0" kern="0" spc="-9">
                <a:solidFill>
                  <a:srgbClr val="0A2540"/>
                </a:solidFill>
                <a:latin typeface="Inter SemiBold"/>
                <a:ea typeface="Inter SemiBold"/>
                <a:cs typeface="Inter SemiBold"/>
              </a:defRPr>
            </a:lvl1pPr>
            <a:lvl2pPr algn="l">
              <a:defRPr sz="1237" b="0" i="0" kern="0" spc="-9">
                <a:solidFill>
                  <a:srgbClr val="0A2540"/>
                </a:solidFill>
                <a:latin typeface="Inter SemiBold"/>
                <a:ea typeface="Inter SemiBold"/>
                <a:cs typeface="Inter SemiBold"/>
              </a:defRPr>
            </a:lvl2pPr>
            <a:lvl3pPr algn="l">
              <a:defRPr sz="1237" b="0" i="0" kern="0" spc="-9">
                <a:solidFill>
                  <a:srgbClr val="0A2540"/>
                </a:solidFill>
                <a:latin typeface="Inter SemiBold"/>
                <a:ea typeface="Inter SemiBold"/>
                <a:cs typeface="Inter SemiBold"/>
              </a:defRPr>
            </a:lvl3pPr>
            <a:lvl4pPr algn="l">
              <a:defRPr sz="1237" b="0" i="0" kern="0" spc="-9">
                <a:solidFill>
                  <a:srgbClr val="0A2540"/>
                </a:solidFill>
                <a:latin typeface="Inter SemiBold"/>
                <a:ea typeface="Inter SemiBold"/>
                <a:cs typeface="Inter SemiBold"/>
              </a:defRPr>
            </a:lvl4pPr>
            <a:lvl5pPr algn="l">
              <a:defRPr sz="1237" b="0" i="0" kern="0" spc="-9">
                <a:solidFill>
                  <a:srgbClr val="0A2540"/>
                </a:solidFill>
                <a:latin typeface="Inter SemiBold"/>
                <a:ea typeface="Inter SemiBold"/>
                <a:cs typeface="Inter SemiBold"/>
              </a:defRPr>
            </a:lvl5pPr>
            <a:lvl6pPr algn="l">
              <a:defRPr sz="1237" b="0" i="0" kern="0" spc="-9">
                <a:solidFill>
                  <a:srgbClr val="0A2540"/>
                </a:solidFill>
                <a:latin typeface="Inter SemiBold"/>
                <a:ea typeface="Inter SemiBold"/>
                <a:cs typeface="Inter SemiBold"/>
              </a:defRPr>
            </a:lvl6pPr>
            <a:lvl7pPr algn="l">
              <a:defRPr sz="1237" b="0" i="0" kern="0" spc="-9">
                <a:solidFill>
                  <a:srgbClr val="0A2540"/>
                </a:solidFill>
                <a:latin typeface="Inter SemiBold"/>
                <a:ea typeface="Inter SemiBold"/>
                <a:cs typeface="Inter SemiBold"/>
              </a:defRPr>
            </a:lvl7pPr>
            <a:lvl8pPr algn="l">
              <a:defRPr sz="1237" b="0" i="0" kern="0" spc="-9">
                <a:solidFill>
                  <a:srgbClr val="0A2540"/>
                </a:solidFill>
                <a:latin typeface="Inter SemiBold"/>
                <a:ea typeface="Inter SemiBold"/>
                <a:cs typeface="Inter SemiBold"/>
              </a:defRPr>
            </a:lvl8pPr>
            <a:lvl9pPr algn="l">
              <a:defRPr sz="1237" b="0" i="0" kern="0" spc="-9">
                <a:solidFill>
                  <a:srgbClr val="0A2540"/>
                </a:solidFill>
                <a:latin typeface="Inter SemiBold"/>
                <a:ea typeface="Inter SemiBold"/>
                <a:cs typeface="Inter SemiBold"/>
              </a:defRPr>
            </a:lvl9pPr>
          </a:lstStyle>
          <a:p>
            <a:pPr algn="l">
              <a:lnSpc>
                <a:spcPct val="100000"/>
              </a:lnSpc>
              <a:buNone/>
              <a:defRPr sz="1237" b="0" i="0" kern="0" spc="-9">
                <a:solidFill>
                  <a:srgbClr val="0A2540"/>
                </a:solidFill>
                <a:latin typeface="Inter SemiBold"/>
                <a:ea typeface="Inter SemiBold"/>
                <a:cs typeface="Inter SemiBold"/>
              </a:defRPr>
            </a:pPr>
            <a:r>
              <a:rPr sz="1237" b="0" i="0" kern="0" spc="-9">
                <a:solidFill>
                  <a:srgbClr val="0A2540"/>
                </a:solidFill>
                <a:latin typeface="Inter SemiBold"/>
                <a:ea typeface="Inter SemiBold"/>
                <a:cs typeface="Inter SemiBold"/>
              </a:rPr>
              <a:t>05 · Q5.4 Article</a:t>
            </a:r>
          </a:p>
        </p:txBody>
      </p:sp>
      <p:sp>
        <p:nvSpPr>
          <p:cNvPr id="46" name="s2 text 20">
            <a:extLst>
              <a:ext uri="{FF2B5EF4-FFF2-40B4-BE49-F238E27FC236}">
                <a16:creationId xmlns:a16="http://schemas.microsoft.com/office/drawing/2014/main" id="{A708B2EC-0576-412B-86D9-DF55FE979849}"/>
              </a:ext>
            </a:extLst>
          </p:cNvPr>
          <p:cNvSpPr>
            <a:spLocks noGrp="1"/>
          </p:cNvSpPr>
          <p:nvPr/>
        </p:nvSpPr>
        <p:spPr>
          <a:xfrm>
            <a:off x="5007769" y="4899496"/>
            <a:ext cx="741902"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The EU</a:t>
            </a:r>
          </a:p>
        </p:txBody>
      </p:sp>
      <p:sp>
        <p:nvSpPr>
          <p:cNvPr id="47" name="s2 text 21">
            <a:extLst>
              <a:ext uri="{FF2B5EF4-FFF2-40B4-BE49-F238E27FC236}">
                <a16:creationId xmlns:a16="http://schemas.microsoft.com/office/drawing/2014/main" id="{041C2786-A8DB-42FC-8EB6-0595C7CD0FAC}"/>
              </a:ext>
            </a:extLst>
          </p:cNvPr>
          <p:cNvSpPr>
            <a:spLocks noGrp="1"/>
          </p:cNvSpPr>
          <p:nvPr/>
        </p:nvSpPr>
        <p:spPr>
          <a:xfrm>
            <a:off x="5665636" y="4899496"/>
            <a:ext cx="127445" cy="268386"/>
          </a:xfrm>
          <a:prstGeom prst="rect">
            <a:avLst/>
          </a:prstGeom>
          <a:noFill/>
          <a:ln w="0">
            <a:noFill/>
            <a:prstDash val="solid"/>
          </a:ln>
        </p:spPr>
        <p:txBody>
          <a:bodyPr wrap="none" lIns="0" tIns="0" rIns="0" bIns="0" anchor="t">
            <a:noAutofit/>
          </a:bodyPr>
          <a:lstStyle>
            <a:defPPr algn="l">
              <a:defRPr sz="1519" b="0" i="0" kern="0" spc="0">
                <a:solidFill>
                  <a:srgbClr val="3D4D68"/>
                </a:solidFill>
                <a:latin typeface="Inter"/>
                <a:ea typeface="Inter"/>
                <a:cs typeface="Inter"/>
              </a:defRPr>
            </a:defPPr>
            <a:lvl1pPr algn="l">
              <a:defRPr sz="1519" b="0" i="0" kern="0" spc="0">
                <a:solidFill>
                  <a:srgbClr val="3D4D68"/>
                </a:solidFill>
                <a:latin typeface="Inter"/>
                <a:ea typeface="Inter"/>
                <a:cs typeface="Inter"/>
              </a:defRPr>
            </a:lvl1pPr>
            <a:lvl2pPr algn="l">
              <a:defRPr sz="1519" b="0" i="0" kern="0" spc="0">
                <a:solidFill>
                  <a:srgbClr val="3D4D68"/>
                </a:solidFill>
                <a:latin typeface="Inter"/>
                <a:ea typeface="Inter"/>
                <a:cs typeface="Inter"/>
              </a:defRPr>
            </a:lvl2pPr>
            <a:lvl3pPr algn="l">
              <a:defRPr sz="1519" b="0" i="0" kern="0" spc="0">
                <a:solidFill>
                  <a:srgbClr val="3D4D68"/>
                </a:solidFill>
                <a:latin typeface="Inter"/>
                <a:ea typeface="Inter"/>
                <a:cs typeface="Inter"/>
              </a:defRPr>
            </a:lvl3pPr>
            <a:lvl4pPr algn="l">
              <a:defRPr sz="1519" b="0" i="0" kern="0" spc="0">
                <a:solidFill>
                  <a:srgbClr val="3D4D68"/>
                </a:solidFill>
                <a:latin typeface="Inter"/>
                <a:ea typeface="Inter"/>
                <a:cs typeface="Inter"/>
              </a:defRPr>
            </a:lvl4pPr>
            <a:lvl5pPr algn="l">
              <a:defRPr sz="1519" b="0" i="0" kern="0" spc="0">
                <a:solidFill>
                  <a:srgbClr val="3D4D68"/>
                </a:solidFill>
                <a:latin typeface="Inter"/>
                <a:ea typeface="Inter"/>
                <a:cs typeface="Inter"/>
              </a:defRPr>
            </a:lvl5pPr>
            <a:lvl6pPr algn="l">
              <a:defRPr sz="1519" b="0" i="0" kern="0" spc="0">
                <a:solidFill>
                  <a:srgbClr val="3D4D68"/>
                </a:solidFill>
                <a:latin typeface="Inter"/>
                <a:ea typeface="Inter"/>
                <a:cs typeface="Inter"/>
              </a:defRPr>
            </a:lvl6pPr>
            <a:lvl7pPr algn="l">
              <a:defRPr sz="1519" b="0" i="0" kern="0" spc="0">
                <a:solidFill>
                  <a:srgbClr val="3D4D68"/>
                </a:solidFill>
                <a:latin typeface="Inter"/>
                <a:ea typeface="Inter"/>
                <a:cs typeface="Inter"/>
              </a:defRPr>
            </a:lvl7pPr>
            <a:lvl8pPr algn="l">
              <a:defRPr sz="1519" b="0" i="0" kern="0" spc="0">
                <a:solidFill>
                  <a:srgbClr val="3D4D68"/>
                </a:solidFill>
                <a:latin typeface="Inter"/>
                <a:ea typeface="Inter"/>
                <a:cs typeface="Inter"/>
              </a:defRPr>
            </a:lvl8pPr>
            <a:lvl9pPr algn="l">
              <a:defRPr sz="1519" b="0" i="0" kern="0" spc="0">
                <a:solidFill>
                  <a:srgbClr val="3D4D68"/>
                </a:solidFill>
                <a:latin typeface="Inter"/>
                <a:ea typeface="Inter"/>
                <a:cs typeface="Inter"/>
              </a:defRPr>
            </a:lvl9pPr>
          </a:lstStyle>
          <a:p>
            <a:pPr algn="l">
              <a:lnSpc>
                <a:spcPct val="100000"/>
              </a:lnSpc>
              <a:buNone/>
              <a:defRPr sz="1519" b="0" i="0" kern="0" spc="0">
                <a:solidFill>
                  <a:srgbClr val="3D4D68"/>
                </a:solidFill>
                <a:latin typeface="Inter"/>
                <a:ea typeface="Inter"/>
                <a:cs typeface="Inter"/>
              </a:defRPr>
            </a:pPr>
            <a:r>
              <a:rPr sz="1519" b="0" i="0" kern="0" spc="0">
                <a:solidFill>
                  <a:srgbClr val="3D4D68"/>
                </a:solidFill>
                <a:latin typeface="Inter"/>
                <a:ea typeface="Inter"/>
                <a:cs typeface="Inter"/>
              </a:rPr>
              <a:t>ʼ</a:t>
            </a:r>
          </a:p>
        </p:txBody>
      </p:sp>
      <p:sp>
        <p:nvSpPr>
          <p:cNvPr id="48" name="s2 text 22">
            <a:extLst>
              <a:ext uri="{FF2B5EF4-FFF2-40B4-BE49-F238E27FC236}">
                <a16:creationId xmlns:a16="http://schemas.microsoft.com/office/drawing/2014/main" id="{C54EC94C-C82B-498B-82A9-B861070E1A17}"/>
              </a:ext>
            </a:extLst>
          </p:cNvPr>
          <p:cNvSpPr>
            <a:spLocks noGrp="1"/>
          </p:cNvSpPr>
          <p:nvPr/>
        </p:nvSpPr>
        <p:spPr>
          <a:xfrm>
            <a:off x="5699999" y="4899496"/>
            <a:ext cx="2402681"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s 2024 duties on Chinese</a:t>
            </a:r>
          </a:p>
        </p:txBody>
      </p:sp>
      <p:sp>
        <p:nvSpPr>
          <p:cNvPr id="49" name="s2 text 23">
            <a:extLst>
              <a:ext uri="{FF2B5EF4-FFF2-40B4-BE49-F238E27FC236}">
                <a16:creationId xmlns:a16="http://schemas.microsoft.com/office/drawing/2014/main" id="{D7969797-C753-4116-8F81-281504D1760F}"/>
              </a:ext>
            </a:extLst>
          </p:cNvPr>
          <p:cNvSpPr>
            <a:spLocks noGrp="1"/>
          </p:cNvSpPr>
          <p:nvPr/>
        </p:nvSpPr>
        <p:spPr>
          <a:xfrm>
            <a:off x="5007769" y="5178102"/>
            <a:ext cx="3258788"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electric cars, read through Topic 5.</a:t>
            </a:r>
          </a:p>
        </p:txBody>
      </p:sp>
      <p:sp>
        <p:nvSpPr>
          <p:cNvPr id="50" name="s2 text 24">
            <a:extLst>
              <a:ext uri="{FF2B5EF4-FFF2-40B4-BE49-F238E27FC236}">
                <a16:creationId xmlns:a16="http://schemas.microsoft.com/office/drawing/2014/main" id="{4BD52A19-0014-4D6E-BD89-3049D17E9820}"/>
              </a:ext>
            </a:extLst>
          </p:cNvPr>
          <p:cNvSpPr>
            <a:spLocks noGrp="1"/>
          </p:cNvSpPr>
          <p:nvPr/>
        </p:nvSpPr>
        <p:spPr>
          <a:xfrm>
            <a:off x="9294018" y="4498330"/>
            <a:ext cx="1252252" cy="218685"/>
          </a:xfrm>
          <a:prstGeom prst="rect">
            <a:avLst/>
          </a:prstGeom>
          <a:noFill/>
          <a:ln w="0">
            <a:noFill/>
            <a:prstDash val="solid"/>
          </a:ln>
        </p:spPr>
        <p:txBody>
          <a:bodyPr wrap="none" lIns="0" tIns="0" rIns="0" bIns="0" anchor="t">
            <a:noAutofit/>
          </a:bodyPr>
          <a:lstStyle>
            <a:defPPr algn="l">
              <a:defRPr sz="1237" b="0" i="0" kern="0" spc="-9">
                <a:solidFill>
                  <a:srgbClr val="0A2540"/>
                </a:solidFill>
                <a:latin typeface="Inter SemiBold"/>
                <a:ea typeface="Inter SemiBold"/>
                <a:cs typeface="Inter SemiBold"/>
              </a:defRPr>
            </a:defPPr>
            <a:lvl1pPr algn="l">
              <a:defRPr sz="1237" b="0" i="0" kern="0" spc="-9">
                <a:solidFill>
                  <a:srgbClr val="0A2540"/>
                </a:solidFill>
                <a:latin typeface="Inter SemiBold"/>
                <a:ea typeface="Inter SemiBold"/>
                <a:cs typeface="Inter SemiBold"/>
              </a:defRPr>
            </a:lvl1pPr>
            <a:lvl2pPr algn="l">
              <a:defRPr sz="1237" b="0" i="0" kern="0" spc="-9">
                <a:solidFill>
                  <a:srgbClr val="0A2540"/>
                </a:solidFill>
                <a:latin typeface="Inter SemiBold"/>
                <a:ea typeface="Inter SemiBold"/>
                <a:cs typeface="Inter SemiBold"/>
              </a:defRPr>
            </a:lvl2pPr>
            <a:lvl3pPr algn="l">
              <a:defRPr sz="1237" b="0" i="0" kern="0" spc="-9">
                <a:solidFill>
                  <a:srgbClr val="0A2540"/>
                </a:solidFill>
                <a:latin typeface="Inter SemiBold"/>
                <a:ea typeface="Inter SemiBold"/>
                <a:cs typeface="Inter SemiBold"/>
              </a:defRPr>
            </a:lvl3pPr>
            <a:lvl4pPr algn="l">
              <a:defRPr sz="1237" b="0" i="0" kern="0" spc="-9">
                <a:solidFill>
                  <a:srgbClr val="0A2540"/>
                </a:solidFill>
                <a:latin typeface="Inter SemiBold"/>
                <a:ea typeface="Inter SemiBold"/>
                <a:cs typeface="Inter SemiBold"/>
              </a:defRPr>
            </a:lvl4pPr>
            <a:lvl5pPr algn="l">
              <a:defRPr sz="1237" b="0" i="0" kern="0" spc="-9">
                <a:solidFill>
                  <a:srgbClr val="0A2540"/>
                </a:solidFill>
                <a:latin typeface="Inter SemiBold"/>
                <a:ea typeface="Inter SemiBold"/>
                <a:cs typeface="Inter SemiBold"/>
              </a:defRPr>
            </a:lvl5pPr>
            <a:lvl6pPr algn="l">
              <a:defRPr sz="1237" b="0" i="0" kern="0" spc="-9">
                <a:solidFill>
                  <a:srgbClr val="0A2540"/>
                </a:solidFill>
                <a:latin typeface="Inter SemiBold"/>
                <a:ea typeface="Inter SemiBold"/>
                <a:cs typeface="Inter SemiBold"/>
              </a:defRPr>
            </a:lvl6pPr>
            <a:lvl7pPr algn="l">
              <a:defRPr sz="1237" b="0" i="0" kern="0" spc="-9">
                <a:solidFill>
                  <a:srgbClr val="0A2540"/>
                </a:solidFill>
                <a:latin typeface="Inter SemiBold"/>
                <a:ea typeface="Inter SemiBold"/>
                <a:cs typeface="Inter SemiBold"/>
              </a:defRPr>
            </a:lvl7pPr>
            <a:lvl8pPr algn="l">
              <a:defRPr sz="1237" b="0" i="0" kern="0" spc="-9">
                <a:solidFill>
                  <a:srgbClr val="0A2540"/>
                </a:solidFill>
                <a:latin typeface="Inter SemiBold"/>
                <a:ea typeface="Inter SemiBold"/>
                <a:cs typeface="Inter SemiBold"/>
              </a:defRPr>
            </a:lvl8pPr>
            <a:lvl9pPr algn="l">
              <a:defRPr sz="1237" b="0" i="0" kern="0" spc="-9">
                <a:solidFill>
                  <a:srgbClr val="0A2540"/>
                </a:solidFill>
                <a:latin typeface="Inter SemiBold"/>
                <a:ea typeface="Inter SemiBold"/>
                <a:cs typeface="Inter SemiBold"/>
              </a:defRPr>
            </a:lvl9pPr>
          </a:lstStyle>
          <a:p>
            <a:pPr algn="l">
              <a:lnSpc>
                <a:spcPct val="100000"/>
              </a:lnSpc>
              <a:buNone/>
              <a:defRPr sz="1237" b="0" i="0" kern="0" spc="-9">
                <a:solidFill>
                  <a:srgbClr val="0A2540"/>
                </a:solidFill>
                <a:latin typeface="Inter SemiBold"/>
                <a:ea typeface="Inter SemiBold"/>
                <a:cs typeface="Inter SemiBold"/>
              </a:defRPr>
            </a:pPr>
            <a:r>
              <a:rPr sz="1237" b="0" i="0" kern="0" spc="-9">
                <a:solidFill>
                  <a:srgbClr val="0A2540"/>
                </a:solidFill>
                <a:latin typeface="Inter SemiBold"/>
                <a:ea typeface="Inter SemiBold"/>
                <a:cs typeface="Inter SemiBold"/>
              </a:rPr>
              <a:t>06 · Conclusion</a:t>
            </a:r>
          </a:p>
        </p:txBody>
      </p:sp>
      <p:sp>
        <p:nvSpPr>
          <p:cNvPr id="51" name="s2 text 25">
            <a:extLst>
              <a:ext uri="{FF2B5EF4-FFF2-40B4-BE49-F238E27FC236}">
                <a16:creationId xmlns:a16="http://schemas.microsoft.com/office/drawing/2014/main" id="{393A1EBB-0E51-4A07-B770-605DF30F11B1}"/>
              </a:ext>
            </a:extLst>
          </p:cNvPr>
          <p:cNvSpPr>
            <a:spLocks noGrp="1"/>
          </p:cNvSpPr>
          <p:nvPr/>
        </p:nvSpPr>
        <p:spPr>
          <a:xfrm>
            <a:off x="9294018" y="4899496"/>
            <a:ext cx="3814096"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What the four questions have in common</a:t>
            </a:r>
          </a:p>
        </p:txBody>
      </p:sp>
      <p:sp>
        <p:nvSpPr>
          <p:cNvPr id="52" name="s2 text 26">
            <a:extLst>
              <a:ext uri="{FF2B5EF4-FFF2-40B4-BE49-F238E27FC236}">
                <a16:creationId xmlns:a16="http://schemas.microsoft.com/office/drawing/2014/main" id="{BF6116F9-41DD-48B3-80B4-41314187C08F}"/>
              </a:ext>
            </a:extLst>
          </p:cNvPr>
          <p:cNvSpPr>
            <a:spLocks noGrp="1"/>
          </p:cNvSpPr>
          <p:nvPr/>
        </p:nvSpPr>
        <p:spPr>
          <a:xfrm>
            <a:off x="9294018" y="5178102"/>
            <a:ext cx="1523143"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 and the Q&amp;A.</a:t>
            </a:r>
          </a:p>
        </p:txBody>
      </p:sp>
      <p:sp>
        <p:nvSpPr>
          <p:cNvPr id="53" name="s2 text 27">
            <a:extLst>
              <a:ext uri="{FF2B5EF4-FFF2-40B4-BE49-F238E27FC236}">
                <a16:creationId xmlns:a16="http://schemas.microsoft.com/office/drawing/2014/main" id="{E43403CD-4767-4648-BD63-3AA931BD3E2B}"/>
              </a:ext>
            </a:extLst>
          </p:cNvPr>
          <p:cNvSpPr>
            <a:spLocks noGrp="1"/>
          </p:cNvSpPr>
          <p:nvPr/>
        </p:nvSpPr>
        <p:spPr>
          <a:xfrm>
            <a:off x="514350" y="7370207"/>
            <a:ext cx="576503"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ROADMAP</a:t>
            </a:r>
          </a:p>
        </p:txBody>
      </p:sp>
      <p:sp>
        <p:nvSpPr>
          <p:cNvPr id="54" name="s2 text 28">
            <a:extLst>
              <a:ext uri="{FF2B5EF4-FFF2-40B4-BE49-F238E27FC236}">
                <a16:creationId xmlns:a16="http://schemas.microsoft.com/office/drawing/2014/main" id="{1D69CE75-834A-4EC7-885D-4FECB212CEA4}"/>
              </a:ext>
            </a:extLst>
          </p:cNvPr>
          <p:cNvSpPr>
            <a:spLocks noGrp="1"/>
          </p:cNvSpPr>
          <p:nvPr/>
        </p:nvSpPr>
        <p:spPr>
          <a:xfrm>
            <a:off x="12732283" y="7370207"/>
            <a:ext cx="498279"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2 / 26</a:t>
            </a:r>
          </a:p>
        </p:txBody>
      </p:sp>
    </p:spTree>
    <p:extLst>
      <p:ext uri="{BB962C8B-B14F-4D97-AF65-F5344CB8AC3E}">
        <p14:creationId xmlns:p14="http://schemas.microsoft.com/office/powerpoint/2010/main" val="20457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8" name="Blueprint grid">
            <a:extLst>
              <a:ext uri="{FF2B5EF4-FFF2-40B4-BE49-F238E27FC236}">
                <a16:creationId xmlns:a16="http://schemas.microsoft.com/office/drawing/2014/main" id="{70D880A2-48F1-4E9B-A774-502A7016826B}"/>
              </a:ext>
            </a:extLst>
          </p:cNvPr>
          <p:cNvSpPr>
            <a:spLocks noGrp="1"/>
          </p:cNvSpPr>
          <p:nvPr/>
        </p:nvSpPr>
        <p:spPr>
          <a:xfrm>
            <a:off x="7144" y="0"/>
            <a:ext cx="7144" cy="7715250"/>
          </a:xfrm>
          <a:prstGeom prst="rect">
            <a:avLst/>
          </a:prstGeom>
          <a:solidFill>
            <a:srgbClr val="0A2540">
              <a:alpha val="5000"/>
            </a:srgbClr>
          </a:solidFill>
          <a:ln w="0">
            <a:noFill/>
            <a:prstDash val="solid"/>
          </a:ln>
        </p:spPr>
      </p:sp>
      <p:sp>
        <p:nvSpPr>
          <p:cNvPr id="2" name="Blueprint grid">
            <a:extLst>
              <a:ext uri="{FF2B5EF4-FFF2-40B4-BE49-F238E27FC236}">
                <a16:creationId xmlns:a16="http://schemas.microsoft.com/office/drawing/2014/main" id="{9E4E8A60-3763-4ACD-B11C-06793205E619}"/>
              </a:ext>
            </a:extLst>
          </p:cNvPr>
          <p:cNvSpPr>
            <a:spLocks noGrp="1"/>
          </p:cNvSpPr>
          <p:nvPr/>
        </p:nvSpPr>
        <p:spPr>
          <a:xfrm>
            <a:off x="578644" y="0"/>
            <a:ext cx="7144" cy="7715250"/>
          </a:xfrm>
          <a:prstGeom prst="rect">
            <a:avLst/>
          </a:prstGeom>
          <a:solidFill>
            <a:srgbClr val="0A2540">
              <a:alpha val="5000"/>
            </a:srgbClr>
          </a:solidFill>
          <a:ln w="0">
            <a:noFill/>
            <a:prstDash val="solid"/>
          </a:ln>
        </p:spPr>
      </p:sp>
      <p:sp>
        <p:nvSpPr>
          <p:cNvPr id="3" name="Blueprint grid">
            <a:extLst>
              <a:ext uri="{FF2B5EF4-FFF2-40B4-BE49-F238E27FC236}">
                <a16:creationId xmlns:a16="http://schemas.microsoft.com/office/drawing/2014/main" id="{2A20EBFD-36A6-4825-8499-DD5C45337EDC}"/>
              </a:ext>
            </a:extLst>
          </p:cNvPr>
          <p:cNvSpPr>
            <a:spLocks noGrp="1"/>
          </p:cNvSpPr>
          <p:nvPr/>
        </p:nvSpPr>
        <p:spPr>
          <a:xfrm>
            <a:off x="9151144" y="0"/>
            <a:ext cx="7144" cy="7715250"/>
          </a:xfrm>
          <a:prstGeom prst="rect">
            <a:avLst/>
          </a:prstGeom>
          <a:solidFill>
            <a:srgbClr val="0A2540">
              <a:alpha val="5000"/>
            </a:srgbClr>
          </a:solidFill>
          <a:ln w="0">
            <a:noFill/>
            <a:prstDash val="solid"/>
          </a:ln>
        </p:spPr>
      </p:sp>
      <p:sp>
        <p:nvSpPr>
          <p:cNvPr id="4" name="Blueprint grid">
            <a:extLst>
              <a:ext uri="{FF2B5EF4-FFF2-40B4-BE49-F238E27FC236}">
                <a16:creationId xmlns:a16="http://schemas.microsoft.com/office/drawing/2014/main" id="{9B651B5C-CD50-4A29-94A2-8A3201639E60}"/>
              </a:ext>
            </a:extLst>
          </p:cNvPr>
          <p:cNvSpPr>
            <a:spLocks noGrp="1"/>
          </p:cNvSpPr>
          <p:nvPr/>
        </p:nvSpPr>
        <p:spPr>
          <a:xfrm>
            <a:off x="9436894" y="0"/>
            <a:ext cx="7144" cy="7715250"/>
          </a:xfrm>
          <a:prstGeom prst="rect">
            <a:avLst/>
          </a:prstGeom>
          <a:solidFill>
            <a:srgbClr val="0A2540">
              <a:alpha val="5000"/>
            </a:srgbClr>
          </a:solidFill>
          <a:ln w="0">
            <a:noFill/>
            <a:prstDash val="solid"/>
          </a:ln>
        </p:spPr>
      </p:sp>
      <p:sp>
        <p:nvSpPr>
          <p:cNvPr id="5" name="Blueprint grid">
            <a:extLst>
              <a:ext uri="{FF2B5EF4-FFF2-40B4-BE49-F238E27FC236}">
                <a16:creationId xmlns:a16="http://schemas.microsoft.com/office/drawing/2014/main" id="{EA66E5D3-97EE-4119-86F5-1EF8C5ED5809}"/>
              </a:ext>
            </a:extLst>
          </p:cNvPr>
          <p:cNvSpPr>
            <a:spLocks noGrp="1"/>
          </p:cNvSpPr>
          <p:nvPr/>
        </p:nvSpPr>
        <p:spPr>
          <a:xfrm>
            <a:off x="9722644" y="0"/>
            <a:ext cx="7144" cy="7715250"/>
          </a:xfrm>
          <a:prstGeom prst="rect">
            <a:avLst/>
          </a:prstGeom>
          <a:solidFill>
            <a:srgbClr val="0A2540">
              <a:alpha val="5000"/>
            </a:srgbClr>
          </a:solidFill>
          <a:ln w="0">
            <a:noFill/>
            <a:prstDash val="solid"/>
          </a:ln>
        </p:spPr>
      </p:sp>
      <p:sp>
        <p:nvSpPr>
          <p:cNvPr id="6" name="Blueprint grid">
            <a:extLst>
              <a:ext uri="{FF2B5EF4-FFF2-40B4-BE49-F238E27FC236}">
                <a16:creationId xmlns:a16="http://schemas.microsoft.com/office/drawing/2014/main" id="{C281EE52-1753-4E46-A0B8-CDACE3093EB8}"/>
              </a:ext>
            </a:extLst>
          </p:cNvPr>
          <p:cNvSpPr>
            <a:spLocks noGrp="1"/>
          </p:cNvSpPr>
          <p:nvPr/>
        </p:nvSpPr>
        <p:spPr>
          <a:xfrm>
            <a:off x="10008394" y="0"/>
            <a:ext cx="7144" cy="7715250"/>
          </a:xfrm>
          <a:prstGeom prst="rect">
            <a:avLst/>
          </a:prstGeom>
          <a:solidFill>
            <a:srgbClr val="0A2540">
              <a:alpha val="5000"/>
            </a:srgbClr>
          </a:solidFill>
          <a:ln w="0">
            <a:noFill/>
            <a:prstDash val="solid"/>
          </a:ln>
        </p:spPr>
      </p:sp>
      <p:sp>
        <p:nvSpPr>
          <p:cNvPr id="7" name="Blueprint grid">
            <a:extLst>
              <a:ext uri="{FF2B5EF4-FFF2-40B4-BE49-F238E27FC236}">
                <a16:creationId xmlns:a16="http://schemas.microsoft.com/office/drawing/2014/main" id="{28F1893D-D971-4112-8350-7C783D42FB9B}"/>
              </a:ext>
            </a:extLst>
          </p:cNvPr>
          <p:cNvSpPr>
            <a:spLocks noGrp="1"/>
          </p:cNvSpPr>
          <p:nvPr/>
        </p:nvSpPr>
        <p:spPr>
          <a:xfrm>
            <a:off x="10294144" y="0"/>
            <a:ext cx="7144" cy="7715250"/>
          </a:xfrm>
          <a:prstGeom prst="rect">
            <a:avLst/>
          </a:prstGeom>
          <a:solidFill>
            <a:srgbClr val="0A2540">
              <a:alpha val="5000"/>
            </a:srgbClr>
          </a:solidFill>
          <a:ln w="0">
            <a:noFill/>
            <a:prstDash val="solid"/>
          </a:ln>
        </p:spPr>
      </p:sp>
      <p:sp>
        <p:nvSpPr>
          <p:cNvPr id="8" name="Blueprint grid">
            <a:extLst>
              <a:ext uri="{FF2B5EF4-FFF2-40B4-BE49-F238E27FC236}">
                <a16:creationId xmlns:a16="http://schemas.microsoft.com/office/drawing/2014/main" id="{BCCD7154-95D1-4F12-ABB2-FBC18D17E916}"/>
              </a:ext>
            </a:extLst>
          </p:cNvPr>
          <p:cNvSpPr>
            <a:spLocks noGrp="1"/>
          </p:cNvSpPr>
          <p:nvPr/>
        </p:nvSpPr>
        <p:spPr>
          <a:xfrm>
            <a:off x="10579894" y="0"/>
            <a:ext cx="7144" cy="7715250"/>
          </a:xfrm>
          <a:prstGeom prst="rect">
            <a:avLst/>
          </a:prstGeom>
          <a:solidFill>
            <a:srgbClr val="0A2540">
              <a:alpha val="5000"/>
            </a:srgbClr>
          </a:solidFill>
          <a:ln w="0">
            <a:noFill/>
            <a:prstDash val="solid"/>
          </a:ln>
        </p:spPr>
      </p:sp>
      <p:sp>
        <p:nvSpPr>
          <p:cNvPr id="9" name="Blueprint grid">
            <a:extLst>
              <a:ext uri="{FF2B5EF4-FFF2-40B4-BE49-F238E27FC236}">
                <a16:creationId xmlns:a16="http://schemas.microsoft.com/office/drawing/2014/main" id="{2D033E8C-8800-4762-863C-0146BC535708}"/>
              </a:ext>
            </a:extLst>
          </p:cNvPr>
          <p:cNvSpPr>
            <a:spLocks noGrp="1"/>
          </p:cNvSpPr>
          <p:nvPr/>
        </p:nvSpPr>
        <p:spPr>
          <a:xfrm>
            <a:off x="10865644" y="0"/>
            <a:ext cx="7144" cy="7715250"/>
          </a:xfrm>
          <a:prstGeom prst="rect">
            <a:avLst/>
          </a:prstGeom>
          <a:solidFill>
            <a:srgbClr val="0A2540">
              <a:alpha val="5000"/>
            </a:srgbClr>
          </a:solidFill>
          <a:ln w="0">
            <a:noFill/>
            <a:prstDash val="solid"/>
          </a:ln>
        </p:spPr>
      </p:sp>
      <p:sp>
        <p:nvSpPr>
          <p:cNvPr id="10" name="Layout surface">
            <a:extLst>
              <a:ext uri="{FF2B5EF4-FFF2-40B4-BE49-F238E27FC236}">
                <a16:creationId xmlns:a16="http://schemas.microsoft.com/office/drawing/2014/main" id="{C3AC36C4-7C1C-4E3A-AE9E-96355187EDB6}"/>
              </a:ext>
            </a:extLst>
          </p:cNvPr>
          <p:cNvSpPr>
            <a:spLocks noGrp="1"/>
          </p:cNvSpPr>
          <p:nvPr/>
        </p:nvSpPr>
        <p:spPr>
          <a:xfrm>
            <a:off x="0" y="0"/>
            <a:ext cx="1428750" cy="35719"/>
          </a:xfrm>
          <a:prstGeom prst="rect">
            <a:avLst/>
          </a:prstGeom>
          <a:solidFill>
            <a:srgbClr val="0A2540"/>
          </a:solidFill>
          <a:ln w="0">
            <a:noFill/>
            <a:prstDash val="solid"/>
          </a:ln>
        </p:spPr>
      </p:sp>
      <p:sp>
        <p:nvSpPr>
          <p:cNvPr id="11" name="Layout surface">
            <a:extLst>
              <a:ext uri="{FF2B5EF4-FFF2-40B4-BE49-F238E27FC236}">
                <a16:creationId xmlns:a16="http://schemas.microsoft.com/office/drawing/2014/main" id="{9AD21E4E-A2B4-46E1-B5B5-C6664F90298F}"/>
              </a:ext>
            </a:extLst>
          </p:cNvPr>
          <p:cNvSpPr>
            <a:spLocks noGrp="1"/>
          </p:cNvSpPr>
          <p:nvPr/>
        </p:nvSpPr>
        <p:spPr>
          <a:xfrm>
            <a:off x="1428750" y="0"/>
            <a:ext cx="1000125" cy="35719"/>
          </a:xfrm>
          <a:prstGeom prst="rect">
            <a:avLst/>
          </a:prstGeom>
          <a:solidFill>
            <a:srgbClr val="1D4ED8"/>
          </a:solidFill>
          <a:ln w="0">
            <a:noFill/>
            <a:prstDash val="solid"/>
          </a:ln>
        </p:spPr>
      </p:sp>
      <p:sp>
        <p:nvSpPr>
          <p:cNvPr id="12" name="Layout surface">
            <a:extLst>
              <a:ext uri="{FF2B5EF4-FFF2-40B4-BE49-F238E27FC236}">
                <a16:creationId xmlns:a16="http://schemas.microsoft.com/office/drawing/2014/main" id="{26F2A914-01B9-4EB7-B80C-7C1FCD9E24C7}"/>
              </a:ext>
            </a:extLst>
          </p:cNvPr>
          <p:cNvSpPr>
            <a:spLocks noGrp="1"/>
          </p:cNvSpPr>
          <p:nvPr/>
        </p:nvSpPr>
        <p:spPr>
          <a:xfrm>
            <a:off x="2428875" y="0"/>
            <a:ext cx="11287125" cy="35719"/>
          </a:xfrm>
          <a:prstGeom prst="rect">
            <a:avLst/>
          </a:prstGeom>
          <a:solidFill>
            <a:srgbClr val="0A2540">
              <a:alpha val="16000"/>
            </a:srgbClr>
          </a:solidFill>
          <a:ln w="0">
            <a:noFill/>
            <a:prstDash val="solid"/>
          </a:ln>
        </p:spPr>
      </p:sp>
      <p:sp>
        <p:nvSpPr>
          <p:cNvPr id="13" name="Source layout 5">
            <a:extLst>
              <a:ext uri="{FF2B5EF4-FFF2-40B4-BE49-F238E27FC236}">
                <a16:creationId xmlns:a16="http://schemas.microsoft.com/office/drawing/2014/main" id="{889726A0-BB7F-4589-B49C-17C70A2D8E46}"/>
              </a:ext>
            </a:extLst>
          </p:cNvPr>
          <p:cNvSpPr>
            <a:spLocks noGrp="1"/>
          </p:cNvSpPr>
          <p:nvPr/>
        </p:nvSpPr>
        <p:spPr>
          <a:xfrm>
            <a:off x="514350" y="807244"/>
            <a:ext cx="78581" cy="78581"/>
          </a:xfrm>
          <a:custGeom>
            <a:avLst/>
            <a:gdLst/>
            <a:ahLst/>
            <a:cxnLst/>
            <a:rect l="0" t="0" r="0" b="0"/>
            <a:pathLst>
              <a:path w="78581" h="78581">
                <a:moveTo>
                  <a:pt x="0" y="0"/>
                </a:moveTo>
                <a:lnTo>
                  <a:pt x="78581" y="0"/>
                </a:lnTo>
                <a:lnTo>
                  <a:pt x="78581" y="78581"/>
                </a:lnTo>
                <a:lnTo>
                  <a:pt x="0" y="78581"/>
                </a:lnTo>
                <a:close/>
              </a:path>
            </a:pathLst>
          </a:custGeom>
          <a:solidFill>
            <a:srgbClr val="1D4ED8"/>
          </a:solidFill>
          <a:ln w="7144">
            <a:noFill/>
            <a:prstDash val="solid"/>
          </a:ln>
        </p:spPr>
      </p:sp>
      <p:sp>
        <p:nvSpPr>
          <p:cNvPr id="14" name="Source layout 6">
            <a:extLst>
              <a:ext uri="{FF2B5EF4-FFF2-40B4-BE49-F238E27FC236}">
                <a16:creationId xmlns:a16="http://schemas.microsoft.com/office/drawing/2014/main" id="{6C0F533B-FE50-45DB-88F9-7AEFCF1944DB}"/>
              </a:ext>
            </a:extLst>
          </p:cNvPr>
          <p:cNvSpPr>
            <a:spLocks noGrp="1"/>
          </p:cNvSpPr>
          <p:nvPr/>
        </p:nvSpPr>
        <p:spPr>
          <a:xfrm>
            <a:off x="8215311" y="2214562"/>
            <a:ext cx="71438" cy="71437"/>
          </a:xfrm>
          <a:custGeom>
            <a:avLst/>
            <a:gdLst/>
            <a:ahLst/>
            <a:cxnLst/>
            <a:rect l="0" t="0" r="0" b="0"/>
            <a:pathLst>
              <a:path w="71438" h="71437">
                <a:moveTo>
                  <a:pt x="71438" y="35719"/>
                </a:moveTo>
                <a:cubicBezTo>
                  <a:pt x="71437" y="40456"/>
                  <a:pt x="70531" y="45011"/>
                  <a:pt x="68718" y="49387"/>
                </a:cubicBezTo>
                <a:cubicBezTo>
                  <a:pt x="66906" y="53763"/>
                  <a:pt x="64326" y="57624"/>
                  <a:pt x="60976" y="60975"/>
                </a:cubicBezTo>
                <a:cubicBezTo>
                  <a:pt x="57627" y="64324"/>
                  <a:pt x="53764" y="66905"/>
                  <a:pt x="49388" y="68719"/>
                </a:cubicBezTo>
                <a:cubicBezTo>
                  <a:pt x="45011" y="70530"/>
                  <a:pt x="40456" y="71437"/>
                  <a:pt x="35720" y="71437"/>
                </a:cubicBezTo>
                <a:cubicBezTo>
                  <a:pt x="30983" y="71437"/>
                  <a:pt x="26426" y="70530"/>
                  <a:pt x="22050" y="68719"/>
                </a:cubicBezTo>
                <a:cubicBezTo>
                  <a:pt x="17674" y="66905"/>
                  <a:pt x="13811" y="64324"/>
                  <a:pt x="10463" y="60975"/>
                </a:cubicBezTo>
                <a:cubicBezTo>
                  <a:pt x="7113" y="57624"/>
                  <a:pt x="4532" y="53763"/>
                  <a:pt x="2720" y="49387"/>
                </a:cubicBezTo>
                <a:cubicBezTo>
                  <a:pt x="907" y="45011"/>
                  <a:pt x="0" y="40456"/>
                  <a:pt x="1" y="35719"/>
                </a:cubicBezTo>
                <a:cubicBezTo>
                  <a:pt x="0" y="30982"/>
                  <a:pt x="907" y="26425"/>
                  <a:pt x="2720" y="22047"/>
                </a:cubicBezTo>
                <a:cubicBezTo>
                  <a:pt x="4532" y="17671"/>
                  <a:pt x="7113" y="13808"/>
                  <a:pt x="10463" y="10461"/>
                </a:cubicBezTo>
                <a:cubicBezTo>
                  <a:pt x="13811" y="7111"/>
                  <a:pt x="17674" y="4529"/>
                  <a:pt x="22050" y="2717"/>
                </a:cubicBezTo>
                <a:cubicBezTo>
                  <a:pt x="26426" y="905"/>
                  <a:pt x="30983" y="0"/>
                  <a:pt x="35720" y="0"/>
                </a:cubicBezTo>
                <a:cubicBezTo>
                  <a:pt x="40456" y="0"/>
                  <a:pt x="45011" y="905"/>
                  <a:pt x="49388" y="2717"/>
                </a:cubicBezTo>
                <a:cubicBezTo>
                  <a:pt x="53764" y="4529"/>
                  <a:pt x="57627" y="7111"/>
                  <a:pt x="60976" y="10461"/>
                </a:cubicBezTo>
                <a:cubicBezTo>
                  <a:pt x="64326" y="13808"/>
                  <a:pt x="66906" y="17671"/>
                  <a:pt x="68718" y="22047"/>
                </a:cubicBezTo>
                <a:cubicBezTo>
                  <a:pt x="70531" y="26425"/>
                  <a:pt x="71437" y="30982"/>
                  <a:pt x="71438" y="35719"/>
                </a:cubicBezTo>
                <a:close/>
              </a:path>
            </a:pathLst>
          </a:custGeom>
          <a:solidFill>
            <a:srgbClr val="1D4ED8"/>
          </a:solidFill>
          <a:ln w="7144">
            <a:noFill/>
            <a:prstDash val="solid"/>
          </a:ln>
        </p:spPr>
      </p:sp>
      <p:sp>
        <p:nvSpPr>
          <p:cNvPr id="15" name="Source layout 7">
            <a:extLst>
              <a:ext uri="{FF2B5EF4-FFF2-40B4-BE49-F238E27FC236}">
                <a16:creationId xmlns:a16="http://schemas.microsoft.com/office/drawing/2014/main" id="{F976FD4B-D345-498B-AB68-87452B9F8E26}"/>
              </a:ext>
            </a:extLst>
          </p:cNvPr>
          <p:cNvSpPr>
            <a:spLocks noGrp="1"/>
          </p:cNvSpPr>
          <p:nvPr/>
        </p:nvSpPr>
        <p:spPr>
          <a:xfrm>
            <a:off x="8215311" y="3507581"/>
            <a:ext cx="71438" cy="71437"/>
          </a:xfrm>
          <a:custGeom>
            <a:avLst/>
            <a:gdLst/>
            <a:ahLst/>
            <a:cxnLst/>
            <a:rect l="0" t="0" r="0" b="0"/>
            <a:pathLst>
              <a:path w="71438" h="71437">
                <a:moveTo>
                  <a:pt x="71438" y="35719"/>
                </a:moveTo>
                <a:cubicBezTo>
                  <a:pt x="71437" y="40454"/>
                  <a:pt x="70531" y="45009"/>
                  <a:pt x="68718" y="49387"/>
                </a:cubicBezTo>
                <a:cubicBezTo>
                  <a:pt x="66906" y="53763"/>
                  <a:pt x="64326" y="57624"/>
                  <a:pt x="60976" y="60975"/>
                </a:cubicBezTo>
                <a:cubicBezTo>
                  <a:pt x="57627" y="64324"/>
                  <a:pt x="53764" y="66905"/>
                  <a:pt x="49388" y="68719"/>
                </a:cubicBezTo>
                <a:cubicBezTo>
                  <a:pt x="45011" y="70530"/>
                  <a:pt x="40456" y="71436"/>
                  <a:pt x="35720" y="71437"/>
                </a:cubicBezTo>
                <a:cubicBezTo>
                  <a:pt x="30983" y="71436"/>
                  <a:pt x="26426" y="70530"/>
                  <a:pt x="22050" y="68719"/>
                </a:cubicBezTo>
                <a:cubicBezTo>
                  <a:pt x="17674" y="66905"/>
                  <a:pt x="13811" y="64324"/>
                  <a:pt x="10463" y="60975"/>
                </a:cubicBezTo>
                <a:cubicBezTo>
                  <a:pt x="7113" y="57624"/>
                  <a:pt x="4532" y="53763"/>
                  <a:pt x="2720" y="49387"/>
                </a:cubicBezTo>
                <a:cubicBezTo>
                  <a:pt x="907" y="45009"/>
                  <a:pt x="0" y="40454"/>
                  <a:pt x="1" y="35719"/>
                </a:cubicBezTo>
                <a:cubicBezTo>
                  <a:pt x="0" y="30980"/>
                  <a:pt x="907" y="26423"/>
                  <a:pt x="2720" y="22047"/>
                </a:cubicBezTo>
                <a:cubicBezTo>
                  <a:pt x="4532" y="17671"/>
                  <a:pt x="7113" y="13810"/>
                  <a:pt x="10463" y="10461"/>
                </a:cubicBezTo>
                <a:cubicBezTo>
                  <a:pt x="13811" y="7111"/>
                  <a:pt x="17674" y="4529"/>
                  <a:pt x="22050" y="2717"/>
                </a:cubicBezTo>
                <a:cubicBezTo>
                  <a:pt x="26426" y="905"/>
                  <a:pt x="30983" y="0"/>
                  <a:pt x="35720" y="0"/>
                </a:cubicBezTo>
                <a:cubicBezTo>
                  <a:pt x="40456" y="0"/>
                  <a:pt x="45011" y="905"/>
                  <a:pt x="49388" y="2717"/>
                </a:cubicBezTo>
                <a:cubicBezTo>
                  <a:pt x="53764" y="4529"/>
                  <a:pt x="57627" y="7111"/>
                  <a:pt x="60976" y="10461"/>
                </a:cubicBezTo>
                <a:cubicBezTo>
                  <a:pt x="64326" y="13810"/>
                  <a:pt x="66906" y="17671"/>
                  <a:pt x="68718" y="22047"/>
                </a:cubicBezTo>
                <a:cubicBezTo>
                  <a:pt x="70531" y="26423"/>
                  <a:pt x="71437" y="30980"/>
                  <a:pt x="71438" y="35719"/>
                </a:cubicBezTo>
                <a:close/>
              </a:path>
            </a:pathLst>
          </a:custGeom>
          <a:solidFill>
            <a:srgbClr val="1D4ED8"/>
          </a:solidFill>
          <a:ln w="7144">
            <a:noFill/>
            <a:prstDash val="solid"/>
          </a:ln>
        </p:spPr>
      </p:sp>
      <p:sp>
        <p:nvSpPr>
          <p:cNvPr id="16" name="Source layout 8">
            <a:extLst>
              <a:ext uri="{FF2B5EF4-FFF2-40B4-BE49-F238E27FC236}">
                <a16:creationId xmlns:a16="http://schemas.microsoft.com/office/drawing/2014/main" id="{C73E8219-22BA-4754-84CB-7CCFB5267727}"/>
              </a:ext>
            </a:extLst>
          </p:cNvPr>
          <p:cNvSpPr>
            <a:spLocks noGrp="1"/>
          </p:cNvSpPr>
          <p:nvPr/>
        </p:nvSpPr>
        <p:spPr>
          <a:xfrm>
            <a:off x="8215311" y="4200525"/>
            <a:ext cx="71438" cy="71437"/>
          </a:xfrm>
          <a:custGeom>
            <a:avLst/>
            <a:gdLst/>
            <a:ahLst/>
            <a:cxnLst/>
            <a:rect l="0" t="0" r="0" b="0"/>
            <a:pathLst>
              <a:path w="71438" h="71437">
                <a:moveTo>
                  <a:pt x="71438" y="35719"/>
                </a:moveTo>
                <a:cubicBezTo>
                  <a:pt x="71437" y="40454"/>
                  <a:pt x="70531" y="45008"/>
                  <a:pt x="68718" y="49383"/>
                </a:cubicBezTo>
                <a:cubicBezTo>
                  <a:pt x="66906" y="53760"/>
                  <a:pt x="64326" y="57623"/>
                  <a:pt x="60976" y="60973"/>
                </a:cubicBezTo>
                <a:cubicBezTo>
                  <a:pt x="57627" y="64322"/>
                  <a:pt x="53764" y="66903"/>
                  <a:pt x="49388" y="68715"/>
                </a:cubicBezTo>
                <a:cubicBezTo>
                  <a:pt x="45011" y="70529"/>
                  <a:pt x="40456" y="71436"/>
                  <a:pt x="35720" y="71437"/>
                </a:cubicBezTo>
                <a:cubicBezTo>
                  <a:pt x="30983" y="71436"/>
                  <a:pt x="26426" y="70529"/>
                  <a:pt x="22050" y="68715"/>
                </a:cubicBezTo>
                <a:cubicBezTo>
                  <a:pt x="17674" y="66903"/>
                  <a:pt x="13811" y="64322"/>
                  <a:pt x="10463" y="60973"/>
                </a:cubicBezTo>
                <a:cubicBezTo>
                  <a:pt x="7113" y="57623"/>
                  <a:pt x="4532" y="53760"/>
                  <a:pt x="2720" y="49383"/>
                </a:cubicBezTo>
                <a:cubicBezTo>
                  <a:pt x="907" y="45008"/>
                  <a:pt x="0" y="40454"/>
                  <a:pt x="1" y="35719"/>
                </a:cubicBezTo>
                <a:cubicBezTo>
                  <a:pt x="0" y="30980"/>
                  <a:pt x="907" y="26423"/>
                  <a:pt x="2720" y="22047"/>
                </a:cubicBezTo>
                <a:cubicBezTo>
                  <a:pt x="4532" y="17671"/>
                  <a:pt x="7113" y="13810"/>
                  <a:pt x="10463" y="10461"/>
                </a:cubicBezTo>
                <a:cubicBezTo>
                  <a:pt x="13811" y="7111"/>
                  <a:pt x="17674" y="4529"/>
                  <a:pt x="22050" y="2717"/>
                </a:cubicBezTo>
                <a:cubicBezTo>
                  <a:pt x="26426" y="905"/>
                  <a:pt x="30983" y="0"/>
                  <a:pt x="35720" y="0"/>
                </a:cubicBezTo>
                <a:cubicBezTo>
                  <a:pt x="40456" y="0"/>
                  <a:pt x="45011" y="905"/>
                  <a:pt x="49388" y="2717"/>
                </a:cubicBezTo>
                <a:cubicBezTo>
                  <a:pt x="53764" y="4529"/>
                  <a:pt x="57627" y="7111"/>
                  <a:pt x="60976" y="10461"/>
                </a:cubicBezTo>
                <a:cubicBezTo>
                  <a:pt x="64326" y="13810"/>
                  <a:pt x="66906" y="17671"/>
                  <a:pt x="68718" y="22047"/>
                </a:cubicBezTo>
                <a:cubicBezTo>
                  <a:pt x="70531" y="26423"/>
                  <a:pt x="71437" y="30980"/>
                  <a:pt x="71438" y="35719"/>
                </a:cubicBezTo>
                <a:close/>
              </a:path>
            </a:pathLst>
          </a:custGeom>
          <a:solidFill>
            <a:srgbClr val="1D4ED8"/>
          </a:solidFill>
          <a:ln w="7144">
            <a:noFill/>
            <a:prstDash val="solid"/>
          </a:ln>
        </p:spPr>
      </p:sp>
      <p:sp>
        <p:nvSpPr>
          <p:cNvPr id="17" name="Source layout 9">
            <a:extLst>
              <a:ext uri="{FF2B5EF4-FFF2-40B4-BE49-F238E27FC236}">
                <a16:creationId xmlns:a16="http://schemas.microsoft.com/office/drawing/2014/main" id="{23DBDC5B-2112-459E-9AB9-D02A706D844D}"/>
              </a:ext>
            </a:extLst>
          </p:cNvPr>
          <p:cNvSpPr>
            <a:spLocks noGrp="1"/>
          </p:cNvSpPr>
          <p:nvPr/>
        </p:nvSpPr>
        <p:spPr>
          <a:xfrm>
            <a:off x="8265318" y="4850606"/>
            <a:ext cx="3157537" cy="528637"/>
          </a:xfrm>
          <a:custGeom>
            <a:avLst/>
            <a:gdLst/>
            <a:ahLst/>
            <a:cxnLst/>
            <a:rect l="0" t="0" r="0" b="0"/>
            <a:pathLst>
              <a:path w="3157537" h="528637">
                <a:moveTo>
                  <a:pt x="0" y="0"/>
                </a:moveTo>
                <a:lnTo>
                  <a:pt x="3157537" y="0"/>
                </a:lnTo>
                <a:lnTo>
                  <a:pt x="3157537" y="528637"/>
                </a:lnTo>
                <a:lnTo>
                  <a:pt x="0" y="528637"/>
                </a:lnTo>
                <a:close/>
              </a:path>
            </a:pathLst>
          </a:custGeom>
          <a:solidFill>
            <a:srgbClr val="F1F5FA"/>
          </a:solidFill>
          <a:ln w="7144">
            <a:noFill/>
            <a:prstDash val="solid"/>
          </a:ln>
        </p:spPr>
      </p:sp>
      <p:sp>
        <p:nvSpPr>
          <p:cNvPr id="18" name="Source layout 10">
            <a:extLst>
              <a:ext uri="{FF2B5EF4-FFF2-40B4-BE49-F238E27FC236}">
                <a16:creationId xmlns:a16="http://schemas.microsoft.com/office/drawing/2014/main" id="{11F4A148-587F-43AE-9D03-A692FF1EFF58}"/>
              </a:ext>
            </a:extLst>
          </p:cNvPr>
          <p:cNvSpPr>
            <a:spLocks noGrp="1"/>
          </p:cNvSpPr>
          <p:nvPr/>
        </p:nvSpPr>
        <p:spPr>
          <a:xfrm>
            <a:off x="8265318" y="4850606"/>
            <a:ext cx="28575" cy="528637"/>
          </a:xfrm>
          <a:custGeom>
            <a:avLst/>
            <a:gdLst/>
            <a:ahLst/>
            <a:cxnLst/>
            <a:rect l="0" t="0" r="0" b="0"/>
            <a:pathLst>
              <a:path w="28575" h="528637">
                <a:moveTo>
                  <a:pt x="0" y="0"/>
                </a:moveTo>
                <a:lnTo>
                  <a:pt x="28575" y="0"/>
                </a:lnTo>
                <a:lnTo>
                  <a:pt x="28575" y="528637"/>
                </a:lnTo>
                <a:lnTo>
                  <a:pt x="0" y="528637"/>
                </a:lnTo>
                <a:close/>
              </a:path>
            </a:pathLst>
          </a:custGeom>
          <a:solidFill>
            <a:srgbClr val="1D4ED8"/>
          </a:solidFill>
          <a:ln w="7144">
            <a:noFill/>
            <a:prstDash val="solid"/>
          </a:ln>
        </p:spPr>
      </p:sp>
      <p:sp>
        <p:nvSpPr>
          <p:cNvPr id="19" name="Source layout 11">
            <a:extLst>
              <a:ext uri="{FF2B5EF4-FFF2-40B4-BE49-F238E27FC236}">
                <a16:creationId xmlns:a16="http://schemas.microsoft.com/office/drawing/2014/main" id="{814F34EB-8A73-42F0-82DA-F118BC6FBC25}"/>
              </a:ext>
            </a:extLst>
          </p:cNvPr>
          <p:cNvSpPr>
            <a:spLocks noGrp="1"/>
          </p:cNvSpPr>
          <p:nvPr/>
        </p:nvSpPr>
        <p:spPr>
          <a:xfrm>
            <a:off x="514350" y="1728787"/>
            <a:ext cx="7408068" cy="4964906"/>
          </a:xfrm>
          <a:custGeom>
            <a:avLst/>
            <a:gdLst/>
            <a:ahLst/>
            <a:cxnLst/>
            <a:rect l="0" t="0" r="0" b="0"/>
            <a:pathLst>
              <a:path w="7408068" h="4964906">
                <a:moveTo>
                  <a:pt x="0" y="0"/>
                </a:moveTo>
                <a:lnTo>
                  <a:pt x="7408068" y="0"/>
                </a:lnTo>
                <a:lnTo>
                  <a:pt x="7408068" y="4964906"/>
                </a:lnTo>
                <a:lnTo>
                  <a:pt x="0" y="4964906"/>
                </a:lnTo>
                <a:close/>
              </a:path>
            </a:pathLst>
          </a:custGeom>
          <a:solidFill>
            <a:srgbClr val="FFFFFF"/>
          </a:solidFill>
          <a:ln w="7144">
            <a:noFill/>
            <a:prstDash val="solid"/>
          </a:ln>
        </p:spPr>
      </p:sp>
      <p:sp>
        <p:nvSpPr>
          <p:cNvPr id="20" name="Source layout 12">
            <a:extLst>
              <a:ext uri="{FF2B5EF4-FFF2-40B4-BE49-F238E27FC236}">
                <a16:creationId xmlns:a16="http://schemas.microsoft.com/office/drawing/2014/main" id="{4EE17F00-1645-468A-9026-7ADF234C2414}"/>
              </a:ext>
            </a:extLst>
          </p:cNvPr>
          <p:cNvSpPr>
            <a:spLocks noGrp="1"/>
          </p:cNvSpPr>
          <p:nvPr/>
        </p:nvSpPr>
        <p:spPr>
          <a:xfrm>
            <a:off x="517922" y="1732359"/>
            <a:ext cx="7400925" cy="4957762"/>
          </a:xfrm>
          <a:custGeom>
            <a:avLst/>
            <a:gdLst/>
            <a:ahLst/>
            <a:cxnLst/>
            <a:rect l="0" t="0" r="0" b="0"/>
            <a:pathLst>
              <a:path w="7400925" h="4957762">
                <a:moveTo>
                  <a:pt x="0" y="0"/>
                </a:moveTo>
                <a:lnTo>
                  <a:pt x="7400925" y="0"/>
                </a:lnTo>
                <a:lnTo>
                  <a:pt x="7400925" y="4957762"/>
                </a:lnTo>
                <a:lnTo>
                  <a:pt x="0" y="4957762"/>
                </a:lnTo>
                <a:close/>
              </a:path>
            </a:pathLst>
          </a:custGeom>
          <a:noFill/>
          <a:ln w="7144">
            <a:solidFill>
              <a:srgbClr val="0A2540">
                <a:alpha val="34120"/>
              </a:srgbClr>
            </a:solidFill>
            <a:prstDash val="solid"/>
          </a:ln>
        </p:spPr>
      </p:sp>
      <p:sp>
        <p:nvSpPr>
          <p:cNvPr id="21" name="Source layout 37">
            <a:extLst>
              <a:ext uri="{FF2B5EF4-FFF2-40B4-BE49-F238E27FC236}">
                <a16:creationId xmlns:a16="http://schemas.microsoft.com/office/drawing/2014/main" id="{DE37B54D-0664-40E2-8059-F69525C5F08F}"/>
              </a:ext>
            </a:extLst>
          </p:cNvPr>
          <p:cNvSpPr>
            <a:spLocks noGrp="1"/>
          </p:cNvSpPr>
          <p:nvPr/>
        </p:nvSpPr>
        <p:spPr>
          <a:xfrm>
            <a:off x="521494" y="1735931"/>
            <a:ext cx="2693194" cy="264319"/>
          </a:xfrm>
          <a:custGeom>
            <a:avLst/>
            <a:gdLst/>
            <a:ahLst/>
            <a:cxnLst/>
            <a:rect l="0" t="0" r="0" b="0"/>
            <a:pathLst>
              <a:path w="2693194" h="264319">
                <a:moveTo>
                  <a:pt x="0" y="0"/>
                </a:moveTo>
                <a:lnTo>
                  <a:pt x="2693194" y="0"/>
                </a:lnTo>
                <a:lnTo>
                  <a:pt x="2693194" y="264319"/>
                </a:lnTo>
                <a:lnTo>
                  <a:pt x="0" y="264319"/>
                </a:lnTo>
                <a:close/>
              </a:path>
            </a:pathLst>
          </a:custGeom>
          <a:solidFill>
            <a:srgbClr val="0A2540"/>
          </a:solidFill>
          <a:ln w="7144">
            <a:noFill/>
            <a:prstDash val="solid"/>
          </a:ln>
        </p:spPr>
      </p:sp>
      <p:sp>
        <p:nvSpPr>
          <p:cNvPr id="22" name="Source layout 38">
            <a:extLst>
              <a:ext uri="{FF2B5EF4-FFF2-40B4-BE49-F238E27FC236}">
                <a16:creationId xmlns:a16="http://schemas.microsoft.com/office/drawing/2014/main" id="{3B5A06F3-588E-4449-BAB7-BED099B03B65}"/>
              </a:ext>
            </a:extLst>
          </p:cNvPr>
          <p:cNvSpPr>
            <a:spLocks noGrp="1"/>
          </p:cNvSpPr>
          <p:nvPr/>
        </p:nvSpPr>
        <p:spPr>
          <a:xfrm>
            <a:off x="514350" y="7250906"/>
            <a:ext cx="12687299" cy="7144"/>
          </a:xfrm>
          <a:custGeom>
            <a:avLst/>
            <a:gdLst/>
            <a:ahLst/>
            <a:cxnLst/>
            <a:rect l="0" t="0" r="0" b="0"/>
            <a:pathLst>
              <a:path w="12687299" h="7144">
                <a:moveTo>
                  <a:pt x="0" y="0"/>
                </a:moveTo>
                <a:lnTo>
                  <a:pt x="12687299" y="0"/>
                </a:lnTo>
                <a:lnTo>
                  <a:pt x="12687299" y="7144"/>
                </a:lnTo>
                <a:lnTo>
                  <a:pt x="0" y="7144"/>
                </a:lnTo>
                <a:close/>
              </a:path>
            </a:pathLst>
          </a:custGeom>
          <a:solidFill>
            <a:srgbClr val="0A2540">
              <a:alpha val="16080"/>
            </a:srgbClr>
          </a:solidFill>
          <a:ln w="7144">
            <a:noFill/>
            <a:prstDash val="solid"/>
          </a:ln>
        </p:spPr>
      </p:sp>
      <p:grpSp>
        <p:nvGrpSpPr>
          <p:cNvPr id="159" name="Editable diagram: f1-rule"/>
          <p:cNvGrpSpPr/>
          <p:nvPr/>
        </p:nvGrpSpPr>
        <p:grpSpPr>
          <a:xfrm>
            <a:off x="650092" y="2007394"/>
            <a:ext cx="7135133" cy="4067026"/>
            <a:chOff x="650092" y="2007394"/>
            <a:chExt cx="7135133" cy="4067026"/>
          </a:xfrm>
        </p:grpSpPr>
        <p:sp>
          <p:nvSpPr>
            <p:cNvPr id="23" name="f1-rule · rect 1">
              <a:extLst>
                <a:ext uri="{FF2B5EF4-FFF2-40B4-BE49-F238E27FC236}">
                  <a16:creationId xmlns:a16="http://schemas.microsoft.com/office/drawing/2014/main" id="{23E75689-496E-4FB4-B245-A41AF665B3A3}"/>
                </a:ext>
              </a:extLst>
            </p:cNvPr>
            <p:cNvSpPr>
              <a:spLocks noGrp="1"/>
            </p:cNvSpPr>
            <p:nvPr/>
          </p:nvSpPr>
          <p:spPr>
            <a:xfrm>
              <a:off x="650092" y="2007394"/>
              <a:ext cx="7135133" cy="4067026"/>
            </a:xfrm>
            <a:custGeom>
              <a:avLst/>
              <a:gdLst/>
              <a:ahLst/>
              <a:cxnLst/>
              <a:rect l="0" t="0" r="0" b="0"/>
              <a:pathLst>
                <a:path w="7135133" h="4067026">
                  <a:moveTo>
                    <a:pt x="0" y="0"/>
                  </a:moveTo>
                  <a:lnTo>
                    <a:pt x="7135133" y="0"/>
                  </a:lnTo>
                  <a:lnTo>
                    <a:pt x="7135133" y="4067026"/>
                  </a:lnTo>
                  <a:lnTo>
                    <a:pt x="0" y="4067026"/>
                  </a:lnTo>
                  <a:close/>
                </a:path>
              </a:pathLst>
            </a:custGeom>
            <a:solidFill>
              <a:srgbClr val="FFFFFF"/>
            </a:solidFill>
            <a:ln w="7135">
              <a:noFill/>
              <a:prstDash val="solid"/>
            </a:ln>
          </p:spPr>
        </p:sp>
        <p:sp>
          <p:nvSpPr>
            <p:cNvPr id="24" name="f1-rule · line 2">
              <a:extLst>
                <a:ext uri="{FF2B5EF4-FFF2-40B4-BE49-F238E27FC236}">
                  <a16:creationId xmlns:a16="http://schemas.microsoft.com/office/drawing/2014/main" id="{B0792D94-3A17-4FAA-BF55-A20FBA994892}"/>
                </a:ext>
              </a:extLst>
            </p:cNvPr>
            <p:cNvSpPr>
              <a:spLocks noGrp="1"/>
            </p:cNvSpPr>
            <p:nvPr/>
          </p:nvSpPr>
          <p:spPr>
            <a:xfrm>
              <a:off x="1434957" y="5075501"/>
              <a:ext cx="2283243" cy="95"/>
            </a:xfrm>
            <a:custGeom>
              <a:avLst/>
              <a:gdLst/>
              <a:ahLst/>
              <a:cxnLst/>
              <a:rect l="0" t="0" r="0" b="0"/>
              <a:pathLst>
                <a:path w="2283243" h="95">
                  <a:moveTo>
                    <a:pt x="0" y="0"/>
                  </a:moveTo>
                  <a:lnTo>
                    <a:pt x="2283243" y="0"/>
                  </a:lnTo>
                </a:path>
              </a:pathLst>
            </a:custGeom>
            <a:noFill/>
            <a:ln w="14270">
              <a:solidFill>
                <a:srgbClr val="0A2540"/>
              </a:solidFill>
              <a:prstDash val="solid"/>
            </a:ln>
          </p:spPr>
        </p:sp>
        <p:sp>
          <p:nvSpPr>
            <p:cNvPr id="25" name="f1-rule · line 3">
              <a:extLst>
                <a:ext uri="{FF2B5EF4-FFF2-40B4-BE49-F238E27FC236}">
                  <a16:creationId xmlns:a16="http://schemas.microsoft.com/office/drawing/2014/main" id="{0F224FBF-3635-4CE6-8875-E74F79FDC950}"/>
                </a:ext>
              </a:extLst>
            </p:cNvPr>
            <p:cNvSpPr>
              <a:spLocks noGrp="1"/>
            </p:cNvSpPr>
            <p:nvPr/>
          </p:nvSpPr>
          <p:spPr>
            <a:xfrm>
              <a:off x="1434957" y="2720907"/>
              <a:ext cx="95" cy="2354594"/>
            </a:xfrm>
            <a:custGeom>
              <a:avLst/>
              <a:gdLst/>
              <a:ahLst/>
              <a:cxnLst/>
              <a:rect l="0" t="0" r="0" b="0"/>
              <a:pathLst>
                <a:path w="95" h="2354594">
                  <a:moveTo>
                    <a:pt x="0" y="2354594"/>
                  </a:moveTo>
                  <a:lnTo>
                    <a:pt x="0" y="0"/>
                  </a:lnTo>
                </a:path>
              </a:pathLst>
            </a:custGeom>
            <a:noFill/>
            <a:ln w="14270">
              <a:solidFill>
                <a:srgbClr val="0A2540"/>
              </a:solidFill>
              <a:prstDash val="solid"/>
            </a:ln>
          </p:spPr>
        </p:sp>
        <p:sp>
          <p:nvSpPr>
            <p:cNvPr id="26" name="f1-rule · line 4">
              <a:extLst>
                <a:ext uri="{FF2B5EF4-FFF2-40B4-BE49-F238E27FC236}">
                  <a16:creationId xmlns:a16="http://schemas.microsoft.com/office/drawing/2014/main" id="{DEB8E60A-E1B6-467B-A323-D80A7FC7C4F9}"/>
                </a:ext>
              </a:extLst>
            </p:cNvPr>
            <p:cNvSpPr>
              <a:spLocks noGrp="1"/>
            </p:cNvSpPr>
            <p:nvPr/>
          </p:nvSpPr>
          <p:spPr>
            <a:xfrm>
              <a:off x="1434957" y="2720907"/>
              <a:ext cx="2283243" cy="1712432"/>
            </a:xfrm>
            <a:custGeom>
              <a:avLst/>
              <a:gdLst/>
              <a:ahLst/>
              <a:cxnLst/>
              <a:rect l="0" t="0" r="0" b="0"/>
              <a:pathLst>
                <a:path w="2283243" h="1712432">
                  <a:moveTo>
                    <a:pt x="0" y="0"/>
                  </a:moveTo>
                  <a:lnTo>
                    <a:pt x="2283243" y="1712432"/>
                  </a:lnTo>
                </a:path>
              </a:pathLst>
            </a:custGeom>
            <a:noFill/>
            <a:ln w="21405">
              <a:solidFill>
                <a:srgbClr val="0A2540"/>
              </a:solidFill>
              <a:prstDash val="solid"/>
            </a:ln>
          </p:spPr>
        </p:sp>
        <p:sp>
          <p:nvSpPr>
            <p:cNvPr id="27" name="f1-rule · line 5">
              <a:extLst>
                <a:ext uri="{FF2B5EF4-FFF2-40B4-BE49-F238E27FC236}">
                  <a16:creationId xmlns:a16="http://schemas.microsoft.com/office/drawing/2014/main" id="{663B69F2-328F-45F1-84E5-0FA594F17801}"/>
                </a:ext>
              </a:extLst>
            </p:cNvPr>
            <p:cNvSpPr>
              <a:spLocks noGrp="1"/>
            </p:cNvSpPr>
            <p:nvPr/>
          </p:nvSpPr>
          <p:spPr>
            <a:xfrm>
              <a:off x="1434957" y="2934961"/>
              <a:ext cx="2283243" cy="1712432"/>
            </a:xfrm>
            <a:custGeom>
              <a:avLst/>
              <a:gdLst/>
              <a:ahLst/>
              <a:cxnLst/>
              <a:rect l="0" t="0" r="0" b="0"/>
              <a:pathLst>
                <a:path w="2283243" h="1712432">
                  <a:moveTo>
                    <a:pt x="0" y="1712432"/>
                  </a:moveTo>
                  <a:lnTo>
                    <a:pt x="2283243" y="0"/>
                  </a:lnTo>
                </a:path>
              </a:pathLst>
            </a:custGeom>
            <a:noFill/>
            <a:ln w="21405">
              <a:solidFill>
                <a:srgbClr val="0A2540"/>
              </a:solidFill>
              <a:prstDash val="solid"/>
            </a:ln>
          </p:spPr>
        </p:sp>
        <p:sp>
          <p:nvSpPr>
            <p:cNvPr id="28" name="f1-rule · line 6">
              <a:extLst>
                <a:ext uri="{FF2B5EF4-FFF2-40B4-BE49-F238E27FC236}">
                  <a16:creationId xmlns:a16="http://schemas.microsoft.com/office/drawing/2014/main" id="{89742C64-AB6F-410B-B86D-80F147EDF69C}"/>
                </a:ext>
              </a:extLst>
            </p:cNvPr>
            <p:cNvSpPr>
              <a:spLocks noGrp="1"/>
            </p:cNvSpPr>
            <p:nvPr/>
          </p:nvSpPr>
          <p:spPr>
            <a:xfrm>
              <a:off x="1434957" y="4112258"/>
              <a:ext cx="2420237" cy="95"/>
            </a:xfrm>
            <a:custGeom>
              <a:avLst/>
              <a:gdLst/>
              <a:ahLst/>
              <a:cxnLst/>
              <a:rect l="0" t="0" r="0" b="0"/>
              <a:pathLst>
                <a:path w="2420237" h="95">
                  <a:moveTo>
                    <a:pt x="0" y="0"/>
                  </a:moveTo>
                  <a:lnTo>
                    <a:pt x="2420237" y="0"/>
                  </a:lnTo>
                </a:path>
              </a:pathLst>
            </a:custGeom>
            <a:noFill/>
            <a:ln w="21405">
              <a:solidFill>
                <a:srgbClr val="1D4ED8"/>
              </a:solidFill>
              <a:prstDash val="dash"/>
            </a:ln>
          </p:spPr>
        </p:sp>
        <p:sp>
          <p:nvSpPr>
            <p:cNvPr id="29" name="f1-rule · line 7">
              <a:extLst>
                <a:ext uri="{FF2B5EF4-FFF2-40B4-BE49-F238E27FC236}">
                  <a16:creationId xmlns:a16="http://schemas.microsoft.com/office/drawing/2014/main" id="{22CEB484-E6E2-433D-83D6-64804CD1E476}"/>
                </a:ext>
              </a:extLst>
            </p:cNvPr>
            <p:cNvSpPr>
              <a:spLocks noGrp="1"/>
            </p:cNvSpPr>
            <p:nvPr/>
          </p:nvSpPr>
          <p:spPr>
            <a:xfrm>
              <a:off x="1434957" y="3684150"/>
              <a:ext cx="1284324" cy="95"/>
            </a:xfrm>
            <a:custGeom>
              <a:avLst/>
              <a:gdLst/>
              <a:ahLst/>
              <a:cxnLst/>
              <a:rect l="0" t="0" r="0" b="0"/>
              <a:pathLst>
                <a:path w="1284324" h="95">
                  <a:moveTo>
                    <a:pt x="0" y="0"/>
                  </a:moveTo>
                  <a:lnTo>
                    <a:pt x="1284324" y="0"/>
                  </a:lnTo>
                </a:path>
              </a:pathLst>
            </a:custGeom>
            <a:noFill/>
            <a:ln w="14270">
              <a:solidFill>
                <a:srgbClr val="7B8BA0"/>
              </a:solidFill>
              <a:prstDash val="dash"/>
            </a:ln>
          </p:spPr>
        </p:sp>
        <p:sp>
          <p:nvSpPr>
            <p:cNvPr id="30" name="f1-rule · line 8">
              <a:extLst>
                <a:ext uri="{FF2B5EF4-FFF2-40B4-BE49-F238E27FC236}">
                  <a16:creationId xmlns:a16="http://schemas.microsoft.com/office/drawing/2014/main" id="{FD4BF4B4-3F86-42D1-AD65-15B4CB130808}"/>
                </a:ext>
              </a:extLst>
            </p:cNvPr>
            <p:cNvSpPr>
              <a:spLocks noGrp="1"/>
            </p:cNvSpPr>
            <p:nvPr/>
          </p:nvSpPr>
          <p:spPr>
            <a:xfrm>
              <a:off x="2148470" y="4112258"/>
              <a:ext cx="95" cy="963243"/>
            </a:xfrm>
            <a:custGeom>
              <a:avLst/>
              <a:gdLst/>
              <a:ahLst/>
              <a:cxnLst/>
              <a:rect l="0" t="0" r="0" b="0"/>
              <a:pathLst>
                <a:path w="95" h="963243">
                  <a:moveTo>
                    <a:pt x="0" y="963243"/>
                  </a:moveTo>
                  <a:lnTo>
                    <a:pt x="0" y="0"/>
                  </a:lnTo>
                </a:path>
              </a:pathLst>
            </a:custGeom>
            <a:noFill/>
            <a:ln w="11416">
              <a:solidFill>
                <a:srgbClr val="7B8BA0"/>
              </a:solidFill>
              <a:prstDash val="dash"/>
            </a:ln>
          </p:spPr>
        </p:sp>
        <p:sp>
          <p:nvSpPr>
            <p:cNvPr id="31" name="f1-rule · line 9">
              <a:extLst>
                <a:ext uri="{FF2B5EF4-FFF2-40B4-BE49-F238E27FC236}">
                  <a16:creationId xmlns:a16="http://schemas.microsoft.com/office/drawing/2014/main" id="{0BE358C3-B6A6-492E-B0BD-4FC2594DFAC0}"/>
                </a:ext>
              </a:extLst>
            </p:cNvPr>
            <p:cNvSpPr>
              <a:spLocks noGrp="1"/>
            </p:cNvSpPr>
            <p:nvPr/>
          </p:nvSpPr>
          <p:spPr>
            <a:xfrm>
              <a:off x="3290091" y="4112258"/>
              <a:ext cx="95" cy="963243"/>
            </a:xfrm>
            <a:custGeom>
              <a:avLst/>
              <a:gdLst/>
              <a:ahLst/>
              <a:cxnLst/>
              <a:rect l="0" t="0" r="0" b="0"/>
              <a:pathLst>
                <a:path w="95" h="963243">
                  <a:moveTo>
                    <a:pt x="0" y="963243"/>
                  </a:moveTo>
                  <a:lnTo>
                    <a:pt x="0" y="0"/>
                  </a:lnTo>
                </a:path>
              </a:pathLst>
            </a:custGeom>
            <a:noFill/>
            <a:ln w="11416">
              <a:solidFill>
                <a:srgbClr val="7B8BA0"/>
              </a:solidFill>
              <a:prstDash val="dash"/>
            </a:ln>
          </p:spPr>
        </p:sp>
        <p:sp>
          <p:nvSpPr>
            <p:cNvPr id="32" name="f1-rule · line 10">
              <a:extLst>
                <a:ext uri="{FF2B5EF4-FFF2-40B4-BE49-F238E27FC236}">
                  <a16:creationId xmlns:a16="http://schemas.microsoft.com/office/drawing/2014/main" id="{78176650-6CE6-47CF-9D2C-3EB5263DB6F6}"/>
                </a:ext>
              </a:extLst>
            </p:cNvPr>
            <p:cNvSpPr>
              <a:spLocks noGrp="1"/>
            </p:cNvSpPr>
            <p:nvPr/>
          </p:nvSpPr>
          <p:spPr>
            <a:xfrm>
              <a:off x="2148470" y="4283501"/>
              <a:ext cx="1141621" cy="95"/>
            </a:xfrm>
            <a:custGeom>
              <a:avLst/>
              <a:gdLst/>
              <a:ahLst/>
              <a:cxnLst/>
              <a:rect l="0" t="0" r="0" b="0"/>
              <a:pathLst>
                <a:path w="1141621" h="95">
                  <a:moveTo>
                    <a:pt x="0" y="0"/>
                  </a:moveTo>
                  <a:lnTo>
                    <a:pt x="1141621" y="0"/>
                  </a:lnTo>
                </a:path>
              </a:pathLst>
            </a:custGeom>
            <a:noFill/>
            <a:ln w="21405">
              <a:solidFill>
                <a:srgbClr val="1D4ED8"/>
              </a:solidFill>
              <a:prstDash val="solid"/>
            </a:ln>
          </p:spPr>
        </p:sp>
        <p:sp>
          <p:nvSpPr>
            <p:cNvPr id="33" name="f1-rule arrowhead">
              <a:extLst>
                <a:ext uri="{FF2B5EF4-FFF2-40B4-BE49-F238E27FC236}">
                  <a16:creationId xmlns:a16="http://schemas.microsoft.com/office/drawing/2014/main" id="{76CCC385-97AD-43D1-A2C3-7E3DDC28EAC9}"/>
                </a:ext>
              </a:extLst>
            </p:cNvPr>
            <p:cNvSpPr>
              <a:spLocks noGrp="1"/>
            </p:cNvSpPr>
            <p:nvPr/>
          </p:nvSpPr>
          <p:spPr>
            <a:xfrm>
              <a:off x="2073551" y="4208582"/>
              <a:ext cx="149838" cy="149838"/>
            </a:xfrm>
            <a:custGeom>
              <a:avLst/>
              <a:gdLst/>
              <a:ahLst/>
              <a:cxnLst/>
              <a:rect l="0" t="0" r="0" b="0"/>
              <a:pathLst>
                <a:path w="149838" h="149838">
                  <a:moveTo>
                    <a:pt x="149838" y="0"/>
                  </a:moveTo>
                  <a:lnTo>
                    <a:pt x="0" y="74919"/>
                  </a:lnTo>
                  <a:lnTo>
                    <a:pt x="149838" y="149838"/>
                  </a:lnTo>
                  <a:close/>
                </a:path>
              </a:pathLst>
            </a:custGeom>
            <a:solidFill>
              <a:srgbClr val="7B8BA0"/>
            </a:solidFill>
            <a:ln w="95">
              <a:noFill/>
              <a:prstDash val="solid"/>
            </a:ln>
          </p:spPr>
        </p:sp>
        <p:sp>
          <p:nvSpPr>
            <p:cNvPr id="34" name="f1-rule arrowhead">
              <a:extLst>
                <a:ext uri="{FF2B5EF4-FFF2-40B4-BE49-F238E27FC236}">
                  <a16:creationId xmlns:a16="http://schemas.microsoft.com/office/drawing/2014/main" id="{4D50053F-EC6D-42C1-9BAF-4D8AFA74EF11}"/>
                </a:ext>
              </a:extLst>
            </p:cNvPr>
            <p:cNvSpPr>
              <a:spLocks noGrp="1"/>
            </p:cNvSpPr>
            <p:nvPr/>
          </p:nvSpPr>
          <p:spPr>
            <a:xfrm>
              <a:off x="3155237" y="4208582"/>
              <a:ext cx="149838" cy="149838"/>
            </a:xfrm>
            <a:custGeom>
              <a:avLst/>
              <a:gdLst/>
              <a:ahLst/>
              <a:cxnLst/>
              <a:rect l="0" t="0" r="0" b="0"/>
              <a:pathLst>
                <a:path w="149838" h="149838">
                  <a:moveTo>
                    <a:pt x="0" y="0"/>
                  </a:moveTo>
                  <a:lnTo>
                    <a:pt x="149838" y="74919"/>
                  </a:lnTo>
                  <a:lnTo>
                    <a:pt x="0" y="149838"/>
                  </a:lnTo>
                  <a:close/>
                </a:path>
              </a:pathLst>
            </a:custGeom>
            <a:solidFill>
              <a:srgbClr val="7B8BA0"/>
            </a:solidFill>
            <a:ln w="95">
              <a:noFill/>
              <a:prstDash val="solid"/>
            </a:ln>
          </p:spPr>
        </p:sp>
        <p:sp>
          <p:nvSpPr>
            <p:cNvPr id="35" name="f1-rule · line 11">
              <a:extLst>
                <a:ext uri="{FF2B5EF4-FFF2-40B4-BE49-F238E27FC236}">
                  <a16:creationId xmlns:a16="http://schemas.microsoft.com/office/drawing/2014/main" id="{68EF8792-C7DB-49EA-8FCA-27CC9A43F624}"/>
                </a:ext>
              </a:extLst>
            </p:cNvPr>
            <p:cNvSpPr>
              <a:spLocks noGrp="1"/>
            </p:cNvSpPr>
            <p:nvPr/>
          </p:nvSpPr>
          <p:spPr>
            <a:xfrm>
              <a:off x="4560145" y="2506853"/>
              <a:ext cx="95" cy="3210810"/>
            </a:xfrm>
            <a:custGeom>
              <a:avLst/>
              <a:gdLst/>
              <a:ahLst/>
              <a:cxnLst/>
              <a:rect l="0" t="0" r="0" b="0"/>
              <a:pathLst>
                <a:path w="95" h="3210810">
                  <a:moveTo>
                    <a:pt x="0" y="0"/>
                  </a:moveTo>
                  <a:lnTo>
                    <a:pt x="0" y="3210810"/>
                  </a:lnTo>
                </a:path>
              </a:pathLst>
            </a:custGeom>
            <a:noFill/>
            <a:ln w="14270">
              <a:solidFill>
                <a:srgbClr val="DBE2EC"/>
              </a:solidFill>
              <a:prstDash val="solid"/>
            </a:ln>
          </p:spPr>
        </p:sp>
        <p:sp>
          <p:nvSpPr>
            <p:cNvPr id="36" name="f1-rule · line 12">
              <a:extLst>
                <a:ext uri="{FF2B5EF4-FFF2-40B4-BE49-F238E27FC236}">
                  <a16:creationId xmlns:a16="http://schemas.microsoft.com/office/drawing/2014/main" id="{42A8FE2A-62EB-4FFA-8750-95351A4E5357}"/>
                </a:ext>
              </a:extLst>
            </p:cNvPr>
            <p:cNvSpPr>
              <a:spLocks noGrp="1"/>
            </p:cNvSpPr>
            <p:nvPr/>
          </p:nvSpPr>
          <p:spPr>
            <a:xfrm>
              <a:off x="5109550" y="5075501"/>
              <a:ext cx="2283243" cy="95"/>
            </a:xfrm>
            <a:custGeom>
              <a:avLst/>
              <a:gdLst/>
              <a:ahLst/>
              <a:cxnLst/>
              <a:rect l="0" t="0" r="0" b="0"/>
              <a:pathLst>
                <a:path w="2283243" h="95">
                  <a:moveTo>
                    <a:pt x="0" y="0"/>
                  </a:moveTo>
                  <a:lnTo>
                    <a:pt x="2283243" y="0"/>
                  </a:lnTo>
                </a:path>
              </a:pathLst>
            </a:custGeom>
            <a:noFill/>
            <a:ln w="14270">
              <a:solidFill>
                <a:srgbClr val="0A2540"/>
              </a:solidFill>
              <a:prstDash val="solid"/>
            </a:ln>
          </p:spPr>
        </p:sp>
        <p:sp>
          <p:nvSpPr>
            <p:cNvPr id="37" name="f1-rule · line 13">
              <a:extLst>
                <a:ext uri="{FF2B5EF4-FFF2-40B4-BE49-F238E27FC236}">
                  <a16:creationId xmlns:a16="http://schemas.microsoft.com/office/drawing/2014/main" id="{21854421-3032-48E2-94C2-618B87BE137E}"/>
                </a:ext>
              </a:extLst>
            </p:cNvPr>
            <p:cNvSpPr>
              <a:spLocks noGrp="1"/>
            </p:cNvSpPr>
            <p:nvPr/>
          </p:nvSpPr>
          <p:spPr>
            <a:xfrm>
              <a:off x="5109550" y="2720907"/>
              <a:ext cx="95" cy="2354594"/>
            </a:xfrm>
            <a:custGeom>
              <a:avLst/>
              <a:gdLst/>
              <a:ahLst/>
              <a:cxnLst/>
              <a:rect l="0" t="0" r="0" b="0"/>
              <a:pathLst>
                <a:path w="95" h="2354594">
                  <a:moveTo>
                    <a:pt x="0" y="2354594"/>
                  </a:moveTo>
                  <a:lnTo>
                    <a:pt x="0" y="0"/>
                  </a:lnTo>
                </a:path>
              </a:pathLst>
            </a:custGeom>
            <a:noFill/>
            <a:ln w="14270">
              <a:solidFill>
                <a:srgbClr val="0A2540"/>
              </a:solidFill>
              <a:prstDash val="solid"/>
            </a:ln>
          </p:spPr>
        </p:sp>
        <p:sp>
          <p:nvSpPr>
            <p:cNvPr id="38" name="f1-rule · line 14">
              <a:extLst>
                <a:ext uri="{FF2B5EF4-FFF2-40B4-BE49-F238E27FC236}">
                  <a16:creationId xmlns:a16="http://schemas.microsoft.com/office/drawing/2014/main" id="{693E088F-540B-44B3-8DEC-49A39DA0A3A6}"/>
                </a:ext>
              </a:extLst>
            </p:cNvPr>
            <p:cNvSpPr>
              <a:spLocks noGrp="1"/>
            </p:cNvSpPr>
            <p:nvPr/>
          </p:nvSpPr>
          <p:spPr>
            <a:xfrm>
              <a:off x="5109550" y="2720907"/>
              <a:ext cx="2283243" cy="1712432"/>
            </a:xfrm>
            <a:custGeom>
              <a:avLst/>
              <a:gdLst/>
              <a:ahLst/>
              <a:cxnLst/>
              <a:rect l="0" t="0" r="0" b="0"/>
              <a:pathLst>
                <a:path w="2283243" h="1712432">
                  <a:moveTo>
                    <a:pt x="0" y="0"/>
                  </a:moveTo>
                  <a:lnTo>
                    <a:pt x="2283243" y="1712432"/>
                  </a:lnTo>
                </a:path>
              </a:pathLst>
            </a:custGeom>
            <a:noFill/>
            <a:ln w="21405">
              <a:solidFill>
                <a:srgbClr val="0A2540"/>
              </a:solidFill>
              <a:prstDash val="solid"/>
            </a:ln>
          </p:spPr>
        </p:sp>
        <p:sp>
          <p:nvSpPr>
            <p:cNvPr id="39" name="f1-rule · line 15">
              <a:extLst>
                <a:ext uri="{FF2B5EF4-FFF2-40B4-BE49-F238E27FC236}">
                  <a16:creationId xmlns:a16="http://schemas.microsoft.com/office/drawing/2014/main" id="{1E48FE51-501B-482F-A3BA-F3616CD46B14}"/>
                </a:ext>
              </a:extLst>
            </p:cNvPr>
            <p:cNvSpPr>
              <a:spLocks noGrp="1"/>
            </p:cNvSpPr>
            <p:nvPr/>
          </p:nvSpPr>
          <p:spPr>
            <a:xfrm>
              <a:off x="5109550" y="2934961"/>
              <a:ext cx="2283243" cy="1712432"/>
            </a:xfrm>
            <a:custGeom>
              <a:avLst/>
              <a:gdLst/>
              <a:ahLst/>
              <a:cxnLst/>
              <a:rect l="0" t="0" r="0" b="0"/>
              <a:pathLst>
                <a:path w="2283243" h="1712432">
                  <a:moveTo>
                    <a:pt x="0" y="1712432"/>
                  </a:moveTo>
                  <a:lnTo>
                    <a:pt x="2283243" y="0"/>
                  </a:lnTo>
                </a:path>
              </a:pathLst>
            </a:custGeom>
            <a:noFill/>
            <a:ln w="21405">
              <a:solidFill>
                <a:srgbClr val="0A2540"/>
              </a:solidFill>
              <a:prstDash val="solid"/>
            </a:ln>
          </p:spPr>
        </p:sp>
        <p:sp>
          <p:nvSpPr>
            <p:cNvPr id="40" name="f1-rule · line 16">
              <a:extLst>
                <a:ext uri="{FF2B5EF4-FFF2-40B4-BE49-F238E27FC236}">
                  <a16:creationId xmlns:a16="http://schemas.microsoft.com/office/drawing/2014/main" id="{2AF5EBF5-3D3E-47A7-9778-B678B2A97B96}"/>
                </a:ext>
              </a:extLst>
            </p:cNvPr>
            <p:cNvSpPr>
              <a:spLocks noGrp="1"/>
            </p:cNvSpPr>
            <p:nvPr/>
          </p:nvSpPr>
          <p:spPr>
            <a:xfrm>
              <a:off x="5109550" y="3256042"/>
              <a:ext cx="2420237" cy="95"/>
            </a:xfrm>
            <a:custGeom>
              <a:avLst/>
              <a:gdLst/>
              <a:ahLst/>
              <a:cxnLst/>
              <a:rect l="0" t="0" r="0" b="0"/>
              <a:pathLst>
                <a:path w="2420237" h="95">
                  <a:moveTo>
                    <a:pt x="0" y="0"/>
                  </a:moveTo>
                  <a:lnTo>
                    <a:pt x="2420237" y="0"/>
                  </a:lnTo>
                </a:path>
              </a:pathLst>
            </a:custGeom>
            <a:noFill/>
            <a:ln w="21405">
              <a:solidFill>
                <a:srgbClr val="0E9F6E"/>
              </a:solidFill>
              <a:prstDash val="dash"/>
            </a:ln>
          </p:spPr>
        </p:sp>
        <p:sp>
          <p:nvSpPr>
            <p:cNvPr id="41" name="f1-rule · line 17">
              <a:extLst>
                <a:ext uri="{FF2B5EF4-FFF2-40B4-BE49-F238E27FC236}">
                  <a16:creationId xmlns:a16="http://schemas.microsoft.com/office/drawing/2014/main" id="{FED6856C-BC6D-4D93-858F-A40EF3E589ED}"/>
                </a:ext>
              </a:extLst>
            </p:cNvPr>
            <p:cNvSpPr>
              <a:spLocks noGrp="1"/>
            </p:cNvSpPr>
            <p:nvPr/>
          </p:nvSpPr>
          <p:spPr>
            <a:xfrm>
              <a:off x="5109550" y="3684150"/>
              <a:ext cx="1284324" cy="95"/>
            </a:xfrm>
            <a:custGeom>
              <a:avLst/>
              <a:gdLst/>
              <a:ahLst/>
              <a:cxnLst/>
              <a:rect l="0" t="0" r="0" b="0"/>
              <a:pathLst>
                <a:path w="1284324" h="95">
                  <a:moveTo>
                    <a:pt x="0" y="0"/>
                  </a:moveTo>
                  <a:lnTo>
                    <a:pt x="1284324" y="0"/>
                  </a:lnTo>
                </a:path>
              </a:pathLst>
            </a:custGeom>
            <a:noFill/>
            <a:ln w="14270">
              <a:solidFill>
                <a:srgbClr val="7B8BA0"/>
              </a:solidFill>
              <a:prstDash val="dash"/>
            </a:ln>
          </p:spPr>
        </p:sp>
        <p:sp>
          <p:nvSpPr>
            <p:cNvPr id="42" name="f1-rule · line 18">
              <a:extLst>
                <a:ext uri="{FF2B5EF4-FFF2-40B4-BE49-F238E27FC236}">
                  <a16:creationId xmlns:a16="http://schemas.microsoft.com/office/drawing/2014/main" id="{1519B558-D158-402D-B9FB-584B10E2002E}"/>
                </a:ext>
              </a:extLst>
            </p:cNvPr>
            <p:cNvSpPr>
              <a:spLocks noGrp="1"/>
            </p:cNvSpPr>
            <p:nvPr/>
          </p:nvSpPr>
          <p:spPr>
            <a:xfrm>
              <a:off x="6964685" y="3256042"/>
              <a:ext cx="95" cy="1819459"/>
            </a:xfrm>
            <a:custGeom>
              <a:avLst/>
              <a:gdLst/>
              <a:ahLst/>
              <a:cxnLst/>
              <a:rect l="0" t="0" r="0" b="0"/>
              <a:pathLst>
                <a:path w="95" h="1819459">
                  <a:moveTo>
                    <a:pt x="0" y="1819459"/>
                  </a:moveTo>
                  <a:lnTo>
                    <a:pt x="0" y="0"/>
                  </a:lnTo>
                </a:path>
              </a:pathLst>
            </a:custGeom>
            <a:noFill/>
            <a:ln w="11416">
              <a:solidFill>
                <a:srgbClr val="7B8BA0"/>
              </a:solidFill>
              <a:prstDash val="dash"/>
            </a:ln>
          </p:spPr>
        </p:sp>
        <p:sp>
          <p:nvSpPr>
            <p:cNvPr id="43" name="f1-rule · line 19">
              <a:extLst>
                <a:ext uri="{FF2B5EF4-FFF2-40B4-BE49-F238E27FC236}">
                  <a16:creationId xmlns:a16="http://schemas.microsoft.com/office/drawing/2014/main" id="{25B4EDE1-DE86-4718-A8C6-06748471DD67}"/>
                </a:ext>
              </a:extLst>
            </p:cNvPr>
            <p:cNvSpPr>
              <a:spLocks noGrp="1"/>
            </p:cNvSpPr>
            <p:nvPr/>
          </p:nvSpPr>
          <p:spPr>
            <a:xfrm>
              <a:off x="5823064" y="3256042"/>
              <a:ext cx="95" cy="1819459"/>
            </a:xfrm>
            <a:custGeom>
              <a:avLst/>
              <a:gdLst/>
              <a:ahLst/>
              <a:cxnLst/>
              <a:rect l="0" t="0" r="0" b="0"/>
              <a:pathLst>
                <a:path w="95" h="1819459">
                  <a:moveTo>
                    <a:pt x="0" y="1819459"/>
                  </a:moveTo>
                  <a:lnTo>
                    <a:pt x="0" y="0"/>
                  </a:lnTo>
                </a:path>
              </a:pathLst>
            </a:custGeom>
            <a:noFill/>
            <a:ln w="11416">
              <a:solidFill>
                <a:srgbClr val="7B8BA0"/>
              </a:solidFill>
              <a:prstDash val="dash"/>
            </a:ln>
          </p:spPr>
        </p:sp>
        <p:sp>
          <p:nvSpPr>
            <p:cNvPr id="44" name="f1-rule · line 20">
              <a:extLst>
                <a:ext uri="{FF2B5EF4-FFF2-40B4-BE49-F238E27FC236}">
                  <a16:creationId xmlns:a16="http://schemas.microsoft.com/office/drawing/2014/main" id="{FA2DA586-7A9B-4B56-BE9C-374BCCF27A69}"/>
                </a:ext>
              </a:extLst>
            </p:cNvPr>
            <p:cNvSpPr>
              <a:spLocks noGrp="1"/>
            </p:cNvSpPr>
            <p:nvPr/>
          </p:nvSpPr>
          <p:spPr>
            <a:xfrm>
              <a:off x="5823064" y="3427285"/>
              <a:ext cx="1141621" cy="95"/>
            </a:xfrm>
            <a:custGeom>
              <a:avLst/>
              <a:gdLst/>
              <a:ahLst/>
              <a:cxnLst/>
              <a:rect l="0" t="0" r="0" b="0"/>
              <a:pathLst>
                <a:path w="1141621" h="95">
                  <a:moveTo>
                    <a:pt x="1141621" y="0"/>
                  </a:moveTo>
                  <a:lnTo>
                    <a:pt x="0" y="0"/>
                  </a:lnTo>
                </a:path>
              </a:pathLst>
            </a:custGeom>
            <a:noFill/>
            <a:ln w="21405">
              <a:solidFill>
                <a:srgbClr val="0E9F6E"/>
              </a:solidFill>
              <a:prstDash val="solid"/>
            </a:ln>
          </p:spPr>
        </p:sp>
        <p:sp>
          <p:nvSpPr>
            <p:cNvPr id="45" name="f1-rule arrowhead">
              <a:extLst>
                <a:ext uri="{FF2B5EF4-FFF2-40B4-BE49-F238E27FC236}">
                  <a16:creationId xmlns:a16="http://schemas.microsoft.com/office/drawing/2014/main" id="{BEF4CB1D-B232-4093-ACA7-A846563C07B7}"/>
                </a:ext>
              </a:extLst>
            </p:cNvPr>
            <p:cNvSpPr>
              <a:spLocks noGrp="1"/>
            </p:cNvSpPr>
            <p:nvPr/>
          </p:nvSpPr>
          <p:spPr>
            <a:xfrm>
              <a:off x="6889766" y="3352366"/>
              <a:ext cx="149838" cy="149838"/>
            </a:xfrm>
            <a:custGeom>
              <a:avLst/>
              <a:gdLst/>
              <a:ahLst/>
              <a:cxnLst/>
              <a:rect l="0" t="0" r="0" b="0"/>
              <a:pathLst>
                <a:path w="149838" h="149838">
                  <a:moveTo>
                    <a:pt x="0" y="149838"/>
                  </a:moveTo>
                  <a:lnTo>
                    <a:pt x="149838" y="74919"/>
                  </a:lnTo>
                  <a:lnTo>
                    <a:pt x="0" y="0"/>
                  </a:lnTo>
                  <a:close/>
                </a:path>
              </a:pathLst>
            </a:custGeom>
            <a:solidFill>
              <a:srgbClr val="7B8BA0"/>
            </a:solidFill>
            <a:ln w="95">
              <a:noFill/>
              <a:prstDash val="solid"/>
            </a:ln>
          </p:spPr>
        </p:sp>
        <p:sp>
          <p:nvSpPr>
            <p:cNvPr id="46" name="f1-rule arrowhead">
              <a:extLst>
                <a:ext uri="{FF2B5EF4-FFF2-40B4-BE49-F238E27FC236}">
                  <a16:creationId xmlns:a16="http://schemas.microsoft.com/office/drawing/2014/main" id="{C624BB08-23BD-487D-8AFE-C3A7116628AC}"/>
                </a:ext>
              </a:extLst>
            </p:cNvPr>
            <p:cNvSpPr>
              <a:spLocks noGrp="1"/>
            </p:cNvSpPr>
            <p:nvPr/>
          </p:nvSpPr>
          <p:spPr>
            <a:xfrm>
              <a:off x="5808080" y="3352366"/>
              <a:ext cx="149838" cy="149838"/>
            </a:xfrm>
            <a:custGeom>
              <a:avLst/>
              <a:gdLst/>
              <a:ahLst/>
              <a:cxnLst/>
              <a:rect l="0" t="0" r="0" b="0"/>
              <a:pathLst>
                <a:path w="149838" h="149838">
                  <a:moveTo>
                    <a:pt x="149838" y="149838"/>
                  </a:moveTo>
                  <a:lnTo>
                    <a:pt x="0" y="74919"/>
                  </a:lnTo>
                  <a:lnTo>
                    <a:pt x="149838" y="0"/>
                  </a:lnTo>
                  <a:close/>
                </a:path>
              </a:pathLst>
            </a:custGeom>
            <a:solidFill>
              <a:srgbClr val="7B8BA0"/>
            </a:solidFill>
            <a:ln w="95">
              <a:noFill/>
              <a:prstDash val="solid"/>
            </a:ln>
          </p:spPr>
        </p:sp>
        <p:sp>
          <p:nvSpPr>
            <p:cNvPr id="97" name="s3 text 53 halo">
              <a:extLst>
                <a:ext uri="{FF2B5EF4-FFF2-40B4-BE49-F238E27FC236}">
                  <a16:creationId xmlns:a16="http://schemas.microsoft.com/office/drawing/2014/main" id="{34F7761F-9817-4963-A001-C667BB29002D}"/>
                </a:ext>
              </a:extLst>
            </p:cNvPr>
            <p:cNvSpPr>
              <a:spLocks noGrp="1"/>
            </p:cNvSpPr>
            <p:nvPr/>
          </p:nvSpPr>
          <p:spPr>
            <a:xfrm>
              <a:off x="2193254" y="5436487"/>
              <a:ext cx="850716" cy="260235"/>
            </a:xfrm>
            <a:prstGeom prst="rect">
              <a:avLst/>
            </a:prstGeom>
            <a:noFill/>
            <a:ln w="0">
              <a:noFill/>
              <a:prstDash val="solid"/>
            </a:ln>
          </p:spPr>
          <p:txBody>
            <a:bodyPr wrap="none" lIns="0" tIns="0" rIns="0" bIns="0" anchor="t">
              <a:noAutofit/>
            </a:bodyPr>
            <a:lstStyle>
              <a:defPPr algn="l">
                <a:defRPr sz="1473" b="0" i="0" kern="0" spc="-9">
                  <a:ln w="42811">
                    <a:solidFill>
                      <a:srgbClr val="FFFFFF"/>
                    </a:solidFill>
                    <a:prstDash val="solid"/>
                  </a:ln>
                  <a:solidFill>
                    <a:srgbClr val="FFFFFF"/>
                  </a:solidFill>
                  <a:latin typeface="Inter SemiBold"/>
                  <a:ea typeface="Inter SemiBold"/>
                  <a:cs typeface="Inter SemiBold"/>
                </a:defRPr>
              </a:defPPr>
              <a:lvl1pPr algn="l">
                <a:defRPr sz="1473" b="0" i="0" kern="0" spc="-9">
                  <a:ln w="42811">
                    <a:solidFill>
                      <a:srgbClr val="FFFFFF"/>
                    </a:solidFill>
                    <a:prstDash val="solid"/>
                  </a:ln>
                  <a:solidFill>
                    <a:srgbClr val="FFFFFF"/>
                  </a:solidFill>
                  <a:latin typeface="Inter SemiBold"/>
                  <a:ea typeface="Inter SemiBold"/>
                  <a:cs typeface="Inter SemiBold"/>
                </a:defRPr>
              </a:lvl1pPr>
              <a:lvl2pPr algn="l">
                <a:defRPr sz="1473" b="0" i="0" kern="0" spc="-9">
                  <a:ln w="42811">
                    <a:solidFill>
                      <a:srgbClr val="FFFFFF"/>
                    </a:solidFill>
                    <a:prstDash val="solid"/>
                  </a:ln>
                  <a:solidFill>
                    <a:srgbClr val="FFFFFF"/>
                  </a:solidFill>
                  <a:latin typeface="Inter SemiBold"/>
                  <a:ea typeface="Inter SemiBold"/>
                  <a:cs typeface="Inter SemiBold"/>
                </a:defRPr>
              </a:lvl2pPr>
              <a:lvl3pPr algn="l">
                <a:defRPr sz="1473" b="0" i="0" kern="0" spc="-9">
                  <a:ln w="42811">
                    <a:solidFill>
                      <a:srgbClr val="FFFFFF"/>
                    </a:solidFill>
                    <a:prstDash val="solid"/>
                  </a:ln>
                  <a:solidFill>
                    <a:srgbClr val="FFFFFF"/>
                  </a:solidFill>
                  <a:latin typeface="Inter SemiBold"/>
                  <a:ea typeface="Inter SemiBold"/>
                  <a:cs typeface="Inter SemiBold"/>
                </a:defRPr>
              </a:lvl3pPr>
              <a:lvl4pPr algn="l">
                <a:defRPr sz="1473" b="0" i="0" kern="0" spc="-9">
                  <a:ln w="42811">
                    <a:solidFill>
                      <a:srgbClr val="FFFFFF"/>
                    </a:solidFill>
                    <a:prstDash val="solid"/>
                  </a:ln>
                  <a:solidFill>
                    <a:srgbClr val="FFFFFF"/>
                  </a:solidFill>
                  <a:latin typeface="Inter SemiBold"/>
                  <a:ea typeface="Inter SemiBold"/>
                  <a:cs typeface="Inter SemiBold"/>
                </a:defRPr>
              </a:lvl4pPr>
              <a:lvl5pPr algn="l">
                <a:defRPr sz="1473" b="0" i="0" kern="0" spc="-9">
                  <a:ln w="42811">
                    <a:solidFill>
                      <a:srgbClr val="FFFFFF"/>
                    </a:solidFill>
                    <a:prstDash val="solid"/>
                  </a:ln>
                  <a:solidFill>
                    <a:srgbClr val="FFFFFF"/>
                  </a:solidFill>
                  <a:latin typeface="Inter SemiBold"/>
                  <a:ea typeface="Inter SemiBold"/>
                  <a:cs typeface="Inter SemiBold"/>
                </a:defRPr>
              </a:lvl5pPr>
              <a:lvl6pPr algn="l">
                <a:defRPr sz="1473" b="0" i="0" kern="0" spc="-9">
                  <a:ln w="42811">
                    <a:solidFill>
                      <a:srgbClr val="FFFFFF"/>
                    </a:solidFill>
                    <a:prstDash val="solid"/>
                  </a:ln>
                  <a:solidFill>
                    <a:srgbClr val="FFFFFF"/>
                  </a:solidFill>
                  <a:latin typeface="Inter SemiBold"/>
                  <a:ea typeface="Inter SemiBold"/>
                  <a:cs typeface="Inter SemiBold"/>
                </a:defRPr>
              </a:lvl6pPr>
              <a:lvl7pPr algn="l">
                <a:defRPr sz="1473" b="0" i="0" kern="0" spc="-9">
                  <a:ln w="42811">
                    <a:solidFill>
                      <a:srgbClr val="FFFFFF"/>
                    </a:solidFill>
                    <a:prstDash val="solid"/>
                  </a:ln>
                  <a:solidFill>
                    <a:srgbClr val="FFFFFF"/>
                  </a:solidFill>
                  <a:latin typeface="Inter SemiBold"/>
                  <a:ea typeface="Inter SemiBold"/>
                  <a:cs typeface="Inter SemiBold"/>
                </a:defRPr>
              </a:lvl7pPr>
              <a:lvl8pPr algn="l">
                <a:defRPr sz="1473" b="0" i="0" kern="0" spc="-9">
                  <a:ln w="42811">
                    <a:solidFill>
                      <a:srgbClr val="FFFFFF"/>
                    </a:solidFill>
                    <a:prstDash val="solid"/>
                  </a:ln>
                  <a:solidFill>
                    <a:srgbClr val="FFFFFF"/>
                  </a:solidFill>
                  <a:latin typeface="Inter SemiBold"/>
                  <a:ea typeface="Inter SemiBold"/>
                  <a:cs typeface="Inter SemiBold"/>
                </a:defRPr>
              </a:lvl8pPr>
              <a:lvl9pPr algn="l">
                <a:defRPr sz="1473" b="0" i="0" kern="0" spc="-9">
                  <a:ln w="42811">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473" b="0" i="0" kern="0" spc="-9">
                  <a:solidFill>
                    <a:srgbClr val="FFFFFF"/>
                  </a:solidFill>
                  <a:latin typeface="Inter SemiBold"/>
                  <a:ea typeface="Inter SemiBold"/>
                  <a:cs typeface="Inter SemiBold"/>
                </a:defRPr>
              </a:pPr>
              <a:r>
                <a:rPr sz="1473" b="0" i="0" kern="0" spc="-9">
                  <a:ln w="42811">
                    <a:solidFill>
                      <a:srgbClr val="FFFFFF"/>
                    </a:solidFill>
                    <a:prstDash val="solid"/>
                  </a:ln>
                  <a:solidFill>
                    <a:srgbClr val="FFFFFF"/>
                  </a:solidFill>
                  <a:latin typeface="Inter SemiBold"/>
                  <a:ea typeface="Inter SemiBold"/>
                  <a:cs typeface="Inter SemiBold"/>
                </a:rPr>
                <a:t>Quantity</a:t>
              </a:r>
            </a:p>
          </p:txBody>
        </p:sp>
        <p:sp>
          <p:nvSpPr>
            <p:cNvPr id="98" name="s3 text 53">
              <a:extLst>
                <a:ext uri="{FF2B5EF4-FFF2-40B4-BE49-F238E27FC236}">
                  <a16:creationId xmlns:a16="http://schemas.microsoft.com/office/drawing/2014/main" id="{9304D353-4CAD-4C50-8AA5-36B8453D1632}"/>
                </a:ext>
              </a:extLst>
            </p:cNvPr>
            <p:cNvSpPr>
              <a:spLocks noGrp="1"/>
            </p:cNvSpPr>
            <p:nvPr/>
          </p:nvSpPr>
          <p:spPr>
            <a:xfrm>
              <a:off x="2193254" y="5436487"/>
              <a:ext cx="850716" cy="260235"/>
            </a:xfrm>
            <a:prstGeom prst="rect">
              <a:avLst/>
            </a:prstGeom>
            <a:noFill/>
            <a:ln w="0">
              <a:noFill/>
              <a:prstDash val="solid"/>
            </a:ln>
          </p:spPr>
          <p:txBody>
            <a:bodyPr wrap="none" lIns="0" tIns="0" rIns="0" bIns="0" anchor="t">
              <a:noAutofit/>
            </a:bodyPr>
            <a:lstStyle>
              <a:defPPr algn="l">
                <a:defRPr sz="1473" b="0" i="0" kern="0" spc="-9">
                  <a:solidFill>
                    <a:srgbClr val="0A2540"/>
                  </a:solidFill>
                  <a:latin typeface="Inter SemiBold"/>
                  <a:ea typeface="Inter SemiBold"/>
                  <a:cs typeface="Inter SemiBold"/>
                </a:defRPr>
              </a:defPPr>
              <a:lvl1pPr algn="l">
                <a:defRPr sz="1473" b="0" i="0" kern="0" spc="-9">
                  <a:solidFill>
                    <a:srgbClr val="0A2540"/>
                  </a:solidFill>
                  <a:latin typeface="Inter SemiBold"/>
                  <a:ea typeface="Inter SemiBold"/>
                  <a:cs typeface="Inter SemiBold"/>
                </a:defRPr>
              </a:lvl1pPr>
              <a:lvl2pPr algn="l">
                <a:defRPr sz="1473" b="0" i="0" kern="0" spc="-9">
                  <a:solidFill>
                    <a:srgbClr val="0A2540"/>
                  </a:solidFill>
                  <a:latin typeface="Inter SemiBold"/>
                  <a:ea typeface="Inter SemiBold"/>
                  <a:cs typeface="Inter SemiBold"/>
                </a:defRPr>
              </a:lvl2pPr>
              <a:lvl3pPr algn="l">
                <a:defRPr sz="1473" b="0" i="0" kern="0" spc="-9">
                  <a:solidFill>
                    <a:srgbClr val="0A2540"/>
                  </a:solidFill>
                  <a:latin typeface="Inter SemiBold"/>
                  <a:ea typeface="Inter SemiBold"/>
                  <a:cs typeface="Inter SemiBold"/>
                </a:defRPr>
              </a:lvl3pPr>
              <a:lvl4pPr algn="l">
                <a:defRPr sz="1473" b="0" i="0" kern="0" spc="-9">
                  <a:solidFill>
                    <a:srgbClr val="0A2540"/>
                  </a:solidFill>
                  <a:latin typeface="Inter SemiBold"/>
                  <a:ea typeface="Inter SemiBold"/>
                  <a:cs typeface="Inter SemiBold"/>
                </a:defRPr>
              </a:lvl4pPr>
              <a:lvl5pPr algn="l">
                <a:defRPr sz="1473" b="0" i="0" kern="0" spc="-9">
                  <a:solidFill>
                    <a:srgbClr val="0A2540"/>
                  </a:solidFill>
                  <a:latin typeface="Inter SemiBold"/>
                  <a:ea typeface="Inter SemiBold"/>
                  <a:cs typeface="Inter SemiBold"/>
                </a:defRPr>
              </a:lvl5pPr>
              <a:lvl6pPr algn="l">
                <a:defRPr sz="1473" b="0" i="0" kern="0" spc="-9">
                  <a:solidFill>
                    <a:srgbClr val="0A2540"/>
                  </a:solidFill>
                  <a:latin typeface="Inter SemiBold"/>
                  <a:ea typeface="Inter SemiBold"/>
                  <a:cs typeface="Inter SemiBold"/>
                </a:defRPr>
              </a:lvl6pPr>
              <a:lvl7pPr algn="l">
                <a:defRPr sz="1473" b="0" i="0" kern="0" spc="-9">
                  <a:solidFill>
                    <a:srgbClr val="0A2540"/>
                  </a:solidFill>
                  <a:latin typeface="Inter SemiBold"/>
                  <a:ea typeface="Inter SemiBold"/>
                  <a:cs typeface="Inter SemiBold"/>
                </a:defRPr>
              </a:lvl7pPr>
              <a:lvl8pPr algn="l">
                <a:defRPr sz="1473" b="0" i="0" kern="0" spc="-9">
                  <a:solidFill>
                    <a:srgbClr val="0A2540"/>
                  </a:solidFill>
                  <a:latin typeface="Inter SemiBold"/>
                  <a:ea typeface="Inter SemiBold"/>
                  <a:cs typeface="Inter SemiBold"/>
                </a:defRPr>
              </a:lvl8pPr>
              <a:lvl9pPr algn="l">
                <a:defRPr sz="1473" b="0" i="0" kern="0" spc="-9">
                  <a:solidFill>
                    <a:srgbClr val="0A2540"/>
                  </a:solidFill>
                  <a:latin typeface="Inter SemiBold"/>
                  <a:ea typeface="Inter SemiBold"/>
                  <a:cs typeface="Inter SemiBold"/>
                </a:defRPr>
              </a:lvl9pPr>
            </a:lstStyle>
            <a:p>
              <a:pPr algn="l">
                <a:lnSpc>
                  <a:spcPct val="100000"/>
                </a:lnSpc>
                <a:buNone/>
                <a:defRPr sz="1473" b="0" i="0" kern="0" spc="-9">
                  <a:solidFill>
                    <a:srgbClr val="0A2540"/>
                  </a:solidFill>
                  <a:latin typeface="Inter SemiBold"/>
                  <a:ea typeface="Inter SemiBold"/>
                  <a:cs typeface="Inter SemiBold"/>
                </a:defRPr>
              </a:pPr>
              <a:r>
                <a:rPr sz="1473" b="0" i="0" kern="0" spc="-9">
                  <a:solidFill>
                    <a:srgbClr val="0A2540"/>
                  </a:solidFill>
                  <a:latin typeface="Inter SemiBold"/>
                  <a:ea typeface="Inter SemiBold"/>
                  <a:cs typeface="Inter SemiBold"/>
                </a:rPr>
                <a:t>Quantity</a:t>
              </a:r>
            </a:p>
          </p:txBody>
        </p:sp>
        <p:sp>
          <p:nvSpPr>
            <p:cNvPr id="99" name="s3 text 54 halo">
              <a:extLst>
                <a:ext uri="{FF2B5EF4-FFF2-40B4-BE49-F238E27FC236}">
                  <a16:creationId xmlns:a16="http://schemas.microsoft.com/office/drawing/2014/main" id="{49E168D0-8D22-4667-B992-D196A79D6662}"/>
                </a:ext>
              </a:extLst>
            </p:cNvPr>
            <p:cNvSpPr>
              <a:spLocks noGrp="1"/>
            </p:cNvSpPr>
            <p:nvPr/>
          </p:nvSpPr>
          <p:spPr>
            <a:xfrm>
              <a:off x="3695339" y="4114161"/>
              <a:ext cx="220961" cy="273952"/>
            </a:xfrm>
            <a:prstGeom prst="rect">
              <a:avLst/>
            </a:prstGeom>
            <a:noFill/>
            <a:ln w="0">
              <a:noFill/>
              <a:prstDash val="solid"/>
            </a:ln>
          </p:spPr>
          <p:txBody>
            <a:bodyPr wrap="none" lIns="0" tIns="0" rIns="0" bIns="0" anchor="t">
              <a:noAutofit/>
            </a:bodyPr>
            <a:lstStyle>
              <a:defPPr algn="l">
                <a:defRPr sz="1550" b="1" i="0" kern="0" spc="0">
                  <a:ln w="42811">
                    <a:solidFill>
                      <a:srgbClr val="FFFFFF"/>
                    </a:solidFill>
                    <a:prstDash val="solid"/>
                  </a:ln>
                  <a:solidFill>
                    <a:srgbClr val="FFFFFF"/>
                  </a:solidFill>
                  <a:latin typeface="Inter"/>
                  <a:ea typeface="Inter"/>
                  <a:cs typeface="Inter"/>
                </a:defRPr>
              </a:defPPr>
              <a:lvl1pPr algn="l">
                <a:defRPr sz="1550" b="1" i="0" kern="0" spc="0">
                  <a:ln w="42811">
                    <a:solidFill>
                      <a:srgbClr val="FFFFFF"/>
                    </a:solidFill>
                    <a:prstDash val="solid"/>
                  </a:ln>
                  <a:solidFill>
                    <a:srgbClr val="FFFFFF"/>
                  </a:solidFill>
                  <a:latin typeface="Inter"/>
                  <a:ea typeface="Inter"/>
                  <a:cs typeface="Inter"/>
                </a:defRPr>
              </a:lvl1pPr>
              <a:lvl2pPr algn="l">
                <a:defRPr sz="1550" b="1" i="0" kern="0" spc="0">
                  <a:ln w="42811">
                    <a:solidFill>
                      <a:srgbClr val="FFFFFF"/>
                    </a:solidFill>
                    <a:prstDash val="solid"/>
                  </a:ln>
                  <a:solidFill>
                    <a:srgbClr val="FFFFFF"/>
                  </a:solidFill>
                  <a:latin typeface="Inter"/>
                  <a:ea typeface="Inter"/>
                  <a:cs typeface="Inter"/>
                </a:defRPr>
              </a:lvl2pPr>
              <a:lvl3pPr algn="l">
                <a:defRPr sz="1550" b="1" i="0" kern="0" spc="0">
                  <a:ln w="42811">
                    <a:solidFill>
                      <a:srgbClr val="FFFFFF"/>
                    </a:solidFill>
                    <a:prstDash val="solid"/>
                  </a:ln>
                  <a:solidFill>
                    <a:srgbClr val="FFFFFF"/>
                  </a:solidFill>
                  <a:latin typeface="Inter"/>
                  <a:ea typeface="Inter"/>
                  <a:cs typeface="Inter"/>
                </a:defRPr>
              </a:lvl3pPr>
              <a:lvl4pPr algn="l">
                <a:defRPr sz="1550" b="1" i="0" kern="0" spc="0">
                  <a:ln w="42811">
                    <a:solidFill>
                      <a:srgbClr val="FFFFFF"/>
                    </a:solidFill>
                    <a:prstDash val="solid"/>
                  </a:ln>
                  <a:solidFill>
                    <a:srgbClr val="FFFFFF"/>
                  </a:solidFill>
                  <a:latin typeface="Inter"/>
                  <a:ea typeface="Inter"/>
                  <a:cs typeface="Inter"/>
                </a:defRPr>
              </a:lvl4pPr>
              <a:lvl5pPr algn="l">
                <a:defRPr sz="1550" b="1" i="0" kern="0" spc="0">
                  <a:ln w="42811">
                    <a:solidFill>
                      <a:srgbClr val="FFFFFF"/>
                    </a:solidFill>
                    <a:prstDash val="solid"/>
                  </a:ln>
                  <a:solidFill>
                    <a:srgbClr val="FFFFFF"/>
                  </a:solidFill>
                  <a:latin typeface="Inter"/>
                  <a:ea typeface="Inter"/>
                  <a:cs typeface="Inter"/>
                </a:defRPr>
              </a:lvl5pPr>
              <a:lvl6pPr algn="l">
                <a:defRPr sz="1550" b="1" i="0" kern="0" spc="0">
                  <a:ln w="42811">
                    <a:solidFill>
                      <a:srgbClr val="FFFFFF"/>
                    </a:solidFill>
                    <a:prstDash val="solid"/>
                  </a:ln>
                  <a:solidFill>
                    <a:srgbClr val="FFFFFF"/>
                  </a:solidFill>
                  <a:latin typeface="Inter"/>
                  <a:ea typeface="Inter"/>
                  <a:cs typeface="Inter"/>
                </a:defRPr>
              </a:lvl6pPr>
              <a:lvl7pPr algn="l">
                <a:defRPr sz="1550" b="1" i="0" kern="0" spc="0">
                  <a:ln w="42811">
                    <a:solidFill>
                      <a:srgbClr val="FFFFFF"/>
                    </a:solidFill>
                    <a:prstDash val="solid"/>
                  </a:ln>
                  <a:solidFill>
                    <a:srgbClr val="FFFFFF"/>
                  </a:solidFill>
                  <a:latin typeface="Inter"/>
                  <a:ea typeface="Inter"/>
                  <a:cs typeface="Inter"/>
                </a:defRPr>
              </a:lvl7pPr>
              <a:lvl8pPr algn="l">
                <a:defRPr sz="1550" b="1" i="0" kern="0" spc="0">
                  <a:ln w="42811">
                    <a:solidFill>
                      <a:srgbClr val="FFFFFF"/>
                    </a:solidFill>
                    <a:prstDash val="solid"/>
                  </a:ln>
                  <a:solidFill>
                    <a:srgbClr val="FFFFFF"/>
                  </a:solidFill>
                  <a:latin typeface="Inter"/>
                  <a:ea typeface="Inter"/>
                  <a:cs typeface="Inter"/>
                </a:defRPr>
              </a:lvl8pPr>
              <a:lvl9pPr algn="l">
                <a:defRPr sz="1550" b="1" i="0" kern="0" spc="0">
                  <a:ln w="42811">
                    <a:solidFill>
                      <a:srgbClr val="FFFFFF"/>
                    </a:solidFill>
                    <a:prstDash val="solid"/>
                  </a:ln>
                  <a:solidFill>
                    <a:srgbClr val="FFFFFF"/>
                  </a:solidFill>
                  <a:latin typeface="Inter"/>
                  <a:ea typeface="Inter"/>
                  <a:cs typeface="Inter"/>
                </a:defRPr>
              </a:lvl9pPr>
            </a:lstStyle>
            <a:p>
              <a:pPr algn="l">
                <a:lnSpc>
                  <a:spcPct val="100000"/>
                </a:lnSpc>
                <a:buNone/>
                <a:defRPr sz="1550" b="1" i="0" kern="0" spc="0">
                  <a:solidFill>
                    <a:srgbClr val="FFFFFF"/>
                  </a:solidFill>
                  <a:latin typeface="Inter"/>
                  <a:ea typeface="Inter"/>
                  <a:cs typeface="Inter"/>
                </a:defRPr>
              </a:pPr>
              <a:r>
                <a:rPr sz="1550" b="1" i="0" kern="0" spc="0">
                  <a:ln w="42811">
                    <a:solidFill>
                      <a:srgbClr val="FFFFFF"/>
                    </a:solidFill>
                    <a:prstDash val="solid"/>
                  </a:ln>
                  <a:solidFill>
                    <a:srgbClr val="FFFFFF"/>
                  </a:solidFill>
                  <a:latin typeface="Inter"/>
                  <a:ea typeface="Inter"/>
                  <a:cs typeface="Inter"/>
                </a:rPr>
                <a:t>D</a:t>
              </a:r>
            </a:p>
          </p:txBody>
        </p:sp>
        <p:sp>
          <p:nvSpPr>
            <p:cNvPr id="100" name="s3 text 54">
              <a:extLst>
                <a:ext uri="{FF2B5EF4-FFF2-40B4-BE49-F238E27FC236}">
                  <a16:creationId xmlns:a16="http://schemas.microsoft.com/office/drawing/2014/main" id="{F4AAEB3E-45E3-4190-B6B6-3883E4DEB327}"/>
                </a:ext>
              </a:extLst>
            </p:cNvPr>
            <p:cNvSpPr>
              <a:spLocks noGrp="1"/>
            </p:cNvSpPr>
            <p:nvPr/>
          </p:nvSpPr>
          <p:spPr>
            <a:xfrm>
              <a:off x="3695339" y="4114161"/>
              <a:ext cx="220961" cy="273952"/>
            </a:xfrm>
            <a:prstGeom prst="rect">
              <a:avLst/>
            </a:prstGeom>
            <a:noFill/>
            <a:ln w="0">
              <a:noFill/>
              <a:prstDash val="solid"/>
            </a:ln>
          </p:spPr>
          <p:txBody>
            <a:bodyPr wrap="none" lIns="0" tIns="0" rIns="0" bIns="0" anchor="t">
              <a:noAutofit/>
            </a:bodyPr>
            <a:lstStyle>
              <a:defPPr algn="l">
                <a:defRPr sz="1550" b="1" i="0" kern="0" spc="0">
                  <a:solidFill>
                    <a:srgbClr val="0A2540"/>
                  </a:solidFill>
                  <a:latin typeface="Inter"/>
                  <a:ea typeface="Inter"/>
                  <a:cs typeface="Inter"/>
                </a:defRPr>
              </a:defPPr>
              <a:lvl1pPr algn="l">
                <a:defRPr sz="1550" b="1" i="0" kern="0" spc="0">
                  <a:solidFill>
                    <a:srgbClr val="0A2540"/>
                  </a:solidFill>
                  <a:latin typeface="Inter"/>
                  <a:ea typeface="Inter"/>
                  <a:cs typeface="Inter"/>
                </a:defRPr>
              </a:lvl1pPr>
              <a:lvl2pPr algn="l">
                <a:defRPr sz="1550" b="1" i="0" kern="0" spc="0">
                  <a:solidFill>
                    <a:srgbClr val="0A2540"/>
                  </a:solidFill>
                  <a:latin typeface="Inter"/>
                  <a:ea typeface="Inter"/>
                  <a:cs typeface="Inter"/>
                </a:defRPr>
              </a:lvl2pPr>
              <a:lvl3pPr algn="l">
                <a:defRPr sz="1550" b="1" i="0" kern="0" spc="0">
                  <a:solidFill>
                    <a:srgbClr val="0A2540"/>
                  </a:solidFill>
                  <a:latin typeface="Inter"/>
                  <a:ea typeface="Inter"/>
                  <a:cs typeface="Inter"/>
                </a:defRPr>
              </a:lvl3pPr>
              <a:lvl4pPr algn="l">
                <a:defRPr sz="1550" b="1" i="0" kern="0" spc="0">
                  <a:solidFill>
                    <a:srgbClr val="0A2540"/>
                  </a:solidFill>
                  <a:latin typeface="Inter"/>
                  <a:ea typeface="Inter"/>
                  <a:cs typeface="Inter"/>
                </a:defRPr>
              </a:lvl4pPr>
              <a:lvl5pPr algn="l">
                <a:defRPr sz="1550" b="1" i="0" kern="0" spc="0">
                  <a:solidFill>
                    <a:srgbClr val="0A2540"/>
                  </a:solidFill>
                  <a:latin typeface="Inter"/>
                  <a:ea typeface="Inter"/>
                  <a:cs typeface="Inter"/>
                </a:defRPr>
              </a:lvl5pPr>
              <a:lvl6pPr algn="l">
                <a:defRPr sz="1550" b="1" i="0" kern="0" spc="0">
                  <a:solidFill>
                    <a:srgbClr val="0A2540"/>
                  </a:solidFill>
                  <a:latin typeface="Inter"/>
                  <a:ea typeface="Inter"/>
                  <a:cs typeface="Inter"/>
                </a:defRPr>
              </a:lvl6pPr>
              <a:lvl7pPr algn="l">
                <a:defRPr sz="1550" b="1" i="0" kern="0" spc="0">
                  <a:solidFill>
                    <a:srgbClr val="0A2540"/>
                  </a:solidFill>
                  <a:latin typeface="Inter"/>
                  <a:ea typeface="Inter"/>
                  <a:cs typeface="Inter"/>
                </a:defRPr>
              </a:lvl7pPr>
              <a:lvl8pPr algn="l">
                <a:defRPr sz="1550" b="1" i="0" kern="0" spc="0">
                  <a:solidFill>
                    <a:srgbClr val="0A2540"/>
                  </a:solidFill>
                  <a:latin typeface="Inter"/>
                  <a:ea typeface="Inter"/>
                  <a:cs typeface="Inter"/>
                </a:defRPr>
              </a:lvl8pPr>
              <a:lvl9pPr algn="l">
                <a:defRPr sz="1550" b="1" i="0" kern="0" spc="0">
                  <a:solidFill>
                    <a:srgbClr val="0A2540"/>
                  </a:solidFill>
                  <a:latin typeface="Inter"/>
                  <a:ea typeface="Inter"/>
                  <a:cs typeface="Inter"/>
                </a:defRPr>
              </a:lvl9pPr>
            </a:lstStyle>
            <a:p>
              <a:pPr algn="l">
                <a:lnSpc>
                  <a:spcPct val="100000"/>
                </a:lnSpc>
                <a:buNone/>
                <a:defRPr sz="1550" b="1" i="0" kern="0" spc="0">
                  <a:solidFill>
                    <a:srgbClr val="0A2540"/>
                  </a:solidFill>
                  <a:latin typeface="Inter"/>
                  <a:ea typeface="Inter"/>
                  <a:cs typeface="Inter"/>
                </a:defRPr>
              </a:pPr>
              <a:r>
                <a:rPr sz="1550" b="1" i="0" kern="0" spc="0">
                  <a:solidFill>
                    <a:srgbClr val="0A2540"/>
                  </a:solidFill>
                  <a:latin typeface="Inter"/>
                  <a:ea typeface="Inter"/>
                  <a:cs typeface="Inter"/>
                </a:rPr>
                <a:t>D</a:t>
              </a:r>
            </a:p>
          </p:txBody>
        </p:sp>
        <p:sp>
          <p:nvSpPr>
            <p:cNvPr id="101" name="s3 text 55 halo">
              <a:extLst>
                <a:ext uri="{FF2B5EF4-FFF2-40B4-BE49-F238E27FC236}">
                  <a16:creationId xmlns:a16="http://schemas.microsoft.com/office/drawing/2014/main" id="{97C6962A-AD53-4402-9283-1734280C2C48}"/>
                </a:ext>
              </a:extLst>
            </p:cNvPr>
            <p:cNvSpPr>
              <a:spLocks noGrp="1"/>
            </p:cNvSpPr>
            <p:nvPr/>
          </p:nvSpPr>
          <p:spPr>
            <a:xfrm>
              <a:off x="3695339" y="2872600"/>
              <a:ext cx="207668" cy="273952"/>
            </a:xfrm>
            <a:prstGeom prst="rect">
              <a:avLst/>
            </a:prstGeom>
            <a:noFill/>
            <a:ln w="0">
              <a:noFill/>
              <a:prstDash val="solid"/>
            </a:ln>
          </p:spPr>
          <p:txBody>
            <a:bodyPr wrap="none" lIns="0" tIns="0" rIns="0" bIns="0" anchor="t">
              <a:noAutofit/>
            </a:bodyPr>
            <a:lstStyle>
              <a:defPPr algn="l">
                <a:defRPr sz="1550" b="1" i="0" kern="0" spc="0">
                  <a:ln w="42811">
                    <a:solidFill>
                      <a:srgbClr val="FFFFFF"/>
                    </a:solidFill>
                    <a:prstDash val="solid"/>
                  </a:ln>
                  <a:solidFill>
                    <a:srgbClr val="FFFFFF"/>
                  </a:solidFill>
                  <a:latin typeface="Inter"/>
                  <a:ea typeface="Inter"/>
                  <a:cs typeface="Inter"/>
                </a:defRPr>
              </a:defPPr>
              <a:lvl1pPr algn="l">
                <a:defRPr sz="1550" b="1" i="0" kern="0" spc="0">
                  <a:ln w="42811">
                    <a:solidFill>
                      <a:srgbClr val="FFFFFF"/>
                    </a:solidFill>
                    <a:prstDash val="solid"/>
                  </a:ln>
                  <a:solidFill>
                    <a:srgbClr val="FFFFFF"/>
                  </a:solidFill>
                  <a:latin typeface="Inter"/>
                  <a:ea typeface="Inter"/>
                  <a:cs typeface="Inter"/>
                </a:defRPr>
              </a:lvl1pPr>
              <a:lvl2pPr algn="l">
                <a:defRPr sz="1550" b="1" i="0" kern="0" spc="0">
                  <a:ln w="42811">
                    <a:solidFill>
                      <a:srgbClr val="FFFFFF"/>
                    </a:solidFill>
                    <a:prstDash val="solid"/>
                  </a:ln>
                  <a:solidFill>
                    <a:srgbClr val="FFFFFF"/>
                  </a:solidFill>
                  <a:latin typeface="Inter"/>
                  <a:ea typeface="Inter"/>
                  <a:cs typeface="Inter"/>
                </a:defRPr>
              </a:lvl2pPr>
              <a:lvl3pPr algn="l">
                <a:defRPr sz="1550" b="1" i="0" kern="0" spc="0">
                  <a:ln w="42811">
                    <a:solidFill>
                      <a:srgbClr val="FFFFFF"/>
                    </a:solidFill>
                    <a:prstDash val="solid"/>
                  </a:ln>
                  <a:solidFill>
                    <a:srgbClr val="FFFFFF"/>
                  </a:solidFill>
                  <a:latin typeface="Inter"/>
                  <a:ea typeface="Inter"/>
                  <a:cs typeface="Inter"/>
                </a:defRPr>
              </a:lvl3pPr>
              <a:lvl4pPr algn="l">
                <a:defRPr sz="1550" b="1" i="0" kern="0" spc="0">
                  <a:ln w="42811">
                    <a:solidFill>
                      <a:srgbClr val="FFFFFF"/>
                    </a:solidFill>
                    <a:prstDash val="solid"/>
                  </a:ln>
                  <a:solidFill>
                    <a:srgbClr val="FFFFFF"/>
                  </a:solidFill>
                  <a:latin typeface="Inter"/>
                  <a:ea typeface="Inter"/>
                  <a:cs typeface="Inter"/>
                </a:defRPr>
              </a:lvl4pPr>
              <a:lvl5pPr algn="l">
                <a:defRPr sz="1550" b="1" i="0" kern="0" spc="0">
                  <a:ln w="42811">
                    <a:solidFill>
                      <a:srgbClr val="FFFFFF"/>
                    </a:solidFill>
                    <a:prstDash val="solid"/>
                  </a:ln>
                  <a:solidFill>
                    <a:srgbClr val="FFFFFF"/>
                  </a:solidFill>
                  <a:latin typeface="Inter"/>
                  <a:ea typeface="Inter"/>
                  <a:cs typeface="Inter"/>
                </a:defRPr>
              </a:lvl5pPr>
              <a:lvl6pPr algn="l">
                <a:defRPr sz="1550" b="1" i="0" kern="0" spc="0">
                  <a:ln w="42811">
                    <a:solidFill>
                      <a:srgbClr val="FFFFFF"/>
                    </a:solidFill>
                    <a:prstDash val="solid"/>
                  </a:ln>
                  <a:solidFill>
                    <a:srgbClr val="FFFFFF"/>
                  </a:solidFill>
                  <a:latin typeface="Inter"/>
                  <a:ea typeface="Inter"/>
                  <a:cs typeface="Inter"/>
                </a:defRPr>
              </a:lvl6pPr>
              <a:lvl7pPr algn="l">
                <a:defRPr sz="1550" b="1" i="0" kern="0" spc="0">
                  <a:ln w="42811">
                    <a:solidFill>
                      <a:srgbClr val="FFFFFF"/>
                    </a:solidFill>
                    <a:prstDash val="solid"/>
                  </a:ln>
                  <a:solidFill>
                    <a:srgbClr val="FFFFFF"/>
                  </a:solidFill>
                  <a:latin typeface="Inter"/>
                  <a:ea typeface="Inter"/>
                  <a:cs typeface="Inter"/>
                </a:defRPr>
              </a:lvl7pPr>
              <a:lvl8pPr algn="l">
                <a:defRPr sz="1550" b="1" i="0" kern="0" spc="0">
                  <a:ln w="42811">
                    <a:solidFill>
                      <a:srgbClr val="FFFFFF"/>
                    </a:solidFill>
                    <a:prstDash val="solid"/>
                  </a:ln>
                  <a:solidFill>
                    <a:srgbClr val="FFFFFF"/>
                  </a:solidFill>
                  <a:latin typeface="Inter"/>
                  <a:ea typeface="Inter"/>
                  <a:cs typeface="Inter"/>
                </a:defRPr>
              </a:lvl8pPr>
              <a:lvl9pPr algn="l">
                <a:defRPr sz="1550" b="1" i="0" kern="0" spc="0">
                  <a:ln w="42811">
                    <a:solidFill>
                      <a:srgbClr val="FFFFFF"/>
                    </a:solidFill>
                    <a:prstDash val="solid"/>
                  </a:ln>
                  <a:solidFill>
                    <a:srgbClr val="FFFFFF"/>
                  </a:solidFill>
                  <a:latin typeface="Inter"/>
                  <a:ea typeface="Inter"/>
                  <a:cs typeface="Inter"/>
                </a:defRPr>
              </a:lvl9pPr>
            </a:lstStyle>
            <a:p>
              <a:pPr algn="l">
                <a:lnSpc>
                  <a:spcPct val="100000"/>
                </a:lnSpc>
                <a:buNone/>
                <a:defRPr sz="1550" b="1" i="0" kern="0" spc="0">
                  <a:solidFill>
                    <a:srgbClr val="FFFFFF"/>
                  </a:solidFill>
                  <a:latin typeface="Inter"/>
                  <a:ea typeface="Inter"/>
                  <a:cs typeface="Inter"/>
                </a:defRPr>
              </a:pPr>
              <a:r>
                <a:rPr sz="1550" b="1" i="0" kern="0" spc="0">
                  <a:ln w="42811">
                    <a:solidFill>
                      <a:srgbClr val="FFFFFF"/>
                    </a:solidFill>
                    <a:prstDash val="solid"/>
                  </a:ln>
                  <a:solidFill>
                    <a:srgbClr val="FFFFFF"/>
                  </a:solidFill>
                  <a:latin typeface="Inter"/>
                  <a:ea typeface="Inter"/>
                  <a:cs typeface="Inter"/>
                </a:rPr>
                <a:t>S</a:t>
              </a:r>
            </a:p>
          </p:txBody>
        </p:sp>
        <p:sp>
          <p:nvSpPr>
            <p:cNvPr id="102" name="s3 text 55">
              <a:extLst>
                <a:ext uri="{FF2B5EF4-FFF2-40B4-BE49-F238E27FC236}">
                  <a16:creationId xmlns:a16="http://schemas.microsoft.com/office/drawing/2014/main" id="{333648AD-6E40-425D-95DF-C0B16BBAFCA0}"/>
                </a:ext>
              </a:extLst>
            </p:cNvPr>
            <p:cNvSpPr>
              <a:spLocks noGrp="1"/>
            </p:cNvSpPr>
            <p:nvPr/>
          </p:nvSpPr>
          <p:spPr>
            <a:xfrm>
              <a:off x="3695339" y="2872600"/>
              <a:ext cx="207668" cy="273952"/>
            </a:xfrm>
            <a:prstGeom prst="rect">
              <a:avLst/>
            </a:prstGeom>
            <a:noFill/>
            <a:ln w="0">
              <a:noFill/>
              <a:prstDash val="solid"/>
            </a:ln>
          </p:spPr>
          <p:txBody>
            <a:bodyPr wrap="none" lIns="0" tIns="0" rIns="0" bIns="0" anchor="t">
              <a:noAutofit/>
            </a:bodyPr>
            <a:lstStyle>
              <a:defPPr algn="l">
                <a:defRPr sz="1550" b="1" i="0" kern="0" spc="0">
                  <a:solidFill>
                    <a:srgbClr val="0A2540"/>
                  </a:solidFill>
                  <a:latin typeface="Inter"/>
                  <a:ea typeface="Inter"/>
                  <a:cs typeface="Inter"/>
                </a:defRPr>
              </a:defPPr>
              <a:lvl1pPr algn="l">
                <a:defRPr sz="1550" b="1" i="0" kern="0" spc="0">
                  <a:solidFill>
                    <a:srgbClr val="0A2540"/>
                  </a:solidFill>
                  <a:latin typeface="Inter"/>
                  <a:ea typeface="Inter"/>
                  <a:cs typeface="Inter"/>
                </a:defRPr>
              </a:lvl1pPr>
              <a:lvl2pPr algn="l">
                <a:defRPr sz="1550" b="1" i="0" kern="0" spc="0">
                  <a:solidFill>
                    <a:srgbClr val="0A2540"/>
                  </a:solidFill>
                  <a:latin typeface="Inter"/>
                  <a:ea typeface="Inter"/>
                  <a:cs typeface="Inter"/>
                </a:defRPr>
              </a:lvl2pPr>
              <a:lvl3pPr algn="l">
                <a:defRPr sz="1550" b="1" i="0" kern="0" spc="0">
                  <a:solidFill>
                    <a:srgbClr val="0A2540"/>
                  </a:solidFill>
                  <a:latin typeface="Inter"/>
                  <a:ea typeface="Inter"/>
                  <a:cs typeface="Inter"/>
                </a:defRPr>
              </a:lvl3pPr>
              <a:lvl4pPr algn="l">
                <a:defRPr sz="1550" b="1" i="0" kern="0" spc="0">
                  <a:solidFill>
                    <a:srgbClr val="0A2540"/>
                  </a:solidFill>
                  <a:latin typeface="Inter"/>
                  <a:ea typeface="Inter"/>
                  <a:cs typeface="Inter"/>
                </a:defRPr>
              </a:lvl4pPr>
              <a:lvl5pPr algn="l">
                <a:defRPr sz="1550" b="1" i="0" kern="0" spc="0">
                  <a:solidFill>
                    <a:srgbClr val="0A2540"/>
                  </a:solidFill>
                  <a:latin typeface="Inter"/>
                  <a:ea typeface="Inter"/>
                  <a:cs typeface="Inter"/>
                </a:defRPr>
              </a:lvl5pPr>
              <a:lvl6pPr algn="l">
                <a:defRPr sz="1550" b="1" i="0" kern="0" spc="0">
                  <a:solidFill>
                    <a:srgbClr val="0A2540"/>
                  </a:solidFill>
                  <a:latin typeface="Inter"/>
                  <a:ea typeface="Inter"/>
                  <a:cs typeface="Inter"/>
                </a:defRPr>
              </a:lvl6pPr>
              <a:lvl7pPr algn="l">
                <a:defRPr sz="1550" b="1" i="0" kern="0" spc="0">
                  <a:solidFill>
                    <a:srgbClr val="0A2540"/>
                  </a:solidFill>
                  <a:latin typeface="Inter"/>
                  <a:ea typeface="Inter"/>
                  <a:cs typeface="Inter"/>
                </a:defRPr>
              </a:lvl7pPr>
              <a:lvl8pPr algn="l">
                <a:defRPr sz="1550" b="1" i="0" kern="0" spc="0">
                  <a:solidFill>
                    <a:srgbClr val="0A2540"/>
                  </a:solidFill>
                  <a:latin typeface="Inter"/>
                  <a:ea typeface="Inter"/>
                  <a:cs typeface="Inter"/>
                </a:defRPr>
              </a:lvl8pPr>
              <a:lvl9pPr algn="l">
                <a:defRPr sz="1550" b="1" i="0" kern="0" spc="0">
                  <a:solidFill>
                    <a:srgbClr val="0A2540"/>
                  </a:solidFill>
                  <a:latin typeface="Inter"/>
                  <a:ea typeface="Inter"/>
                  <a:cs typeface="Inter"/>
                </a:defRPr>
              </a:lvl9pPr>
            </a:lstStyle>
            <a:p>
              <a:pPr algn="l">
                <a:lnSpc>
                  <a:spcPct val="100000"/>
                </a:lnSpc>
                <a:buNone/>
                <a:defRPr sz="1550" b="1" i="0" kern="0" spc="0">
                  <a:solidFill>
                    <a:srgbClr val="0A2540"/>
                  </a:solidFill>
                  <a:latin typeface="Inter"/>
                  <a:ea typeface="Inter"/>
                  <a:cs typeface="Inter"/>
                </a:defRPr>
              </a:pPr>
              <a:r>
                <a:rPr sz="1550" b="1" i="0" kern="0" spc="0">
                  <a:solidFill>
                    <a:srgbClr val="0A2540"/>
                  </a:solidFill>
                  <a:latin typeface="Inter"/>
                  <a:ea typeface="Inter"/>
                  <a:cs typeface="Inter"/>
                </a:rPr>
                <a:t>S</a:t>
              </a:r>
            </a:p>
          </p:txBody>
        </p:sp>
        <p:sp>
          <p:nvSpPr>
            <p:cNvPr id="103" name="s3 text 56 halo">
              <a:extLst>
                <a:ext uri="{FF2B5EF4-FFF2-40B4-BE49-F238E27FC236}">
                  <a16:creationId xmlns:a16="http://schemas.microsoft.com/office/drawing/2014/main" id="{4728CB24-AE2A-46A1-B1A7-3F93404557CC}"/>
                </a:ext>
              </a:extLst>
            </p:cNvPr>
            <p:cNvSpPr>
              <a:spLocks noGrp="1"/>
            </p:cNvSpPr>
            <p:nvPr/>
          </p:nvSpPr>
          <p:spPr>
            <a:xfrm>
              <a:off x="2875147" y="3864472"/>
              <a:ext cx="1014212" cy="232899"/>
            </a:xfrm>
            <a:prstGeom prst="rect">
              <a:avLst/>
            </a:prstGeom>
            <a:noFill/>
            <a:ln w="0">
              <a:noFill/>
              <a:prstDash val="solid"/>
            </a:ln>
          </p:spPr>
          <p:txBody>
            <a:bodyPr wrap="none" lIns="0" tIns="0" rIns="0" bIns="0" anchor="t">
              <a:noAutofit/>
            </a:bodyPr>
            <a:lstStyle>
              <a:defPPr algn="l">
                <a:defRPr sz="1318" b="1" i="0" kern="0" spc="-9">
                  <a:ln w="42811">
                    <a:solidFill>
                      <a:srgbClr val="FFFFFF"/>
                    </a:solidFill>
                    <a:prstDash val="solid"/>
                  </a:ln>
                  <a:solidFill>
                    <a:srgbClr val="FFFFFF"/>
                  </a:solidFill>
                  <a:latin typeface="Inter"/>
                  <a:ea typeface="Inter"/>
                  <a:cs typeface="Inter"/>
                </a:defRPr>
              </a:defPPr>
              <a:lvl1pPr algn="l">
                <a:defRPr sz="1318" b="1" i="0" kern="0" spc="-9">
                  <a:ln w="42811">
                    <a:solidFill>
                      <a:srgbClr val="FFFFFF"/>
                    </a:solidFill>
                    <a:prstDash val="solid"/>
                  </a:ln>
                  <a:solidFill>
                    <a:srgbClr val="FFFFFF"/>
                  </a:solidFill>
                  <a:latin typeface="Inter"/>
                  <a:ea typeface="Inter"/>
                  <a:cs typeface="Inter"/>
                </a:defRPr>
              </a:lvl1pPr>
              <a:lvl2pPr algn="l">
                <a:defRPr sz="1318" b="1" i="0" kern="0" spc="-9">
                  <a:ln w="42811">
                    <a:solidFill>
                      <a:srgbClr val="FFFFFF"/>
                    </a:solidFill>
                    <a:prstDash val="solid"/>
                  </a:ln>
                  <a:solidFill>
                    <a:srgbClr val="FFFFFF"/>
                  </a:solidFill>
                  <a:latin typeface="Inter"/>
                  <a:ea typeface="Inter"/>
                  <a:cs typeface="Inter"/>
                </a:defRPr>
              </a:lvl2pPr>
              <a:lvl3pPr algn="l">
                <a:defRPr sz="1318" b="1" i="0" kern="0" spc="-9">
                  <a:ln w="42811">
                    <a:solidFill>
                      <a:srgbClr val="FFFFFF"/>
                    </a:solidFill>
                    <a:prstDash val="solid"/>
                  </a:ln>
                  <a:solidFill>
                    <a:srgbClr val="FFFFFF"/>
                  </a:solidFill>
                  <a:latin typeface="Inter"/>
                  <a:ea typeface="Inter"/>
                  <a:cs typeface="Inter"/>
                </a:defRPr>
              </a:lvl3pPr>
              <a:lvl4pPr algn="l">
                <a:defRPr sz="1318" b="1" i="0" kern="0" spc="-9">
                  <a:ln w="42811">
                    <a:solidFill>
                      <a:srgbClr val="FFFFFF"/>
                    </a:solidFill>
                    <a:prstDash val="solid"/>
                  </a:ln>
                  <a:solidFill>
                    <a:srgbClr val="FFFFFF"/>
                  </a:solidFill>
                  <a:latin typeface="Inter"/>
                  <a:ea typeface="Inter"/>
                  <a:cs typeface="Inter"/>
                </a:defRPr>
              </a:lvl4pPr>
              <a:lvl5pPr algn="l">
                <a:defRPr sz="1318" b="1" i="0" kern="0" spc="-9">
                  <a:ln w="42811">
                    <a:solidFill>
                      <a:srgbClr val="FFFFFF"/>
                    </a:solidFill>
                    <a:prstDash val="solid"/>
                  </a:ln>
                  <a:solidFill>
                    <a:srgbClr val="FFFFFF"/>
                  </a:solidFill>
                  <a:latin typeface="Inter"/>
                  <a:ea typeface="Inter"/>
                  <a:cs typeface="Inter"/>
                </a:defRPr>
              </a:lvl5pPr>
              <a:lvl6pPr algn="l">
                <a:defRPr sz="1318" b="1" i="0" kern="0" spc="-9">
                  <a:ln w="42811">
                    <a:solidFill>
                      <a:srgbClr val="FFFFFF"/>
                    </a:solidFill>
                    <a:prstDash val="solid"/>
                  </a:ln>
                  <a:solidFill>
                    <a:srgbClr val="FFFFFF"/>
                  </a:solidFill>
                  <a:latin typeface="Inter"/>
                  <a:ea typeface="Inter"/>
                  <a:cs typeface="Inter"/>
                </a:defRPr>
              </a:lvl6pPr>
              <a:lvl7pPr algn="l">
                <a:defRPr sz="1318" b="1" i="0" kern="0" spc="-9">
                  <a:ln w="42811">
                    <a:solidFill>
                      <a:srgbClr val="FFFFFF"/>
                    </a:solidFill>
                    <a:prstDash val="solid"/>
                  </a:ln>
                  <a:solidFill>
                    <a:srgbClr val="FFFFFF"/>
                  </a:solidFill>
                  <a:latin typeface="Inter"/>
                  <a:ea typeface="Inter"/>
                  <a:cs typeface="Inter"/>
                </a:defRPr>
              </a:lvl7pPr>
              <a:lvl8pPr algn="l">
                <a:defRPr sz="1318" b="1" i="0" kern="0" spc="-9">
                  <a:ln w="42811">
                    <a:solidFill>
                      <a:srgbClr val="FFFFFF"/>
                    </a:solidFill>
                    <a:prstDash val="solid"/>
                  </a:ln>
                  <a:solidFill>
                    <a:srgbClr val="FFFFFF"/>
                  </a:solidFill>
                  <a:latin typeface="Inter"/>
                  <a:ea typeface="Inter"/>
                  <a:cs typeface="Inter"/>
                </a:defRPr>
              </a:lvl8pPr>
              <a:lvl9pPr algn="l">
                <a:defRPr sz="1318" b="1" i="0" kern="0" spc="-9">
                  <a:ln w="42811">
                    <a:solidFill>
                      <a:srgbClr val="FFFFFF"/>
                    </a:solidFill>
                    <a:prstDash val="solid"/>
                  </a:ln>
                  <a:solidFill>
                    <a:srgbClr val="FFFFFF"/>
                  </a:solidFill>
                  <a:latin typeface="Inter"/>
                  <a:ea typeface="Inter"/>
                  <a:cs typeface="Inter"/>
                </a:defRPr>
              </a:lvl9pPr>
            </a:lstStyle>
            <a:p>
              <a:pPr algn="l">
                <a:lnSpc>
                  <a:spcPct val="100000"/>
                </a:lnSpc>
                <a:buNone/>
                <a:defRPr sz="1318" b="1" i="0" kern="0" spc="-9">
                  <a:solidFill>
                    <a:srgbClr val="FFFFFF"/>
                  </a:solidFill>
                  <a:latin typeface="Inter"/>
                  <a:ea typeface="Inter"/>
                  <a:cs typeface="Inter"/>
                </a:defRPr>
              </a:pPr>
              <a:r>
                <a:rPr sz="1318" b="1" i="0" kern="0" spc="-9">
                  <a:ln w="42811">
                    <a:solidFill>
                      <a:srgbClr val="FFFFFF"/>
                    </a:solidFill>
                    <a:prstDash val="solid"/>
                  </a:ln>
                  <a:solidFill>
                    <a:srgbClr val="FFFFFF"/>
                  </a:solidFill>
                  <a:latin typeface="Inter"/>
                  <a:ea typeface="Inter"/>
                  <a:cs typeface="Inter"/>
                </a:rPr>
                <a:t>World price</a:t>
              </a:r>
            </a:p>
          </p:txBody>
        </p:sp>
        <p:sp>
          <p:nvSpPr>
            <p:cNvPr id="104" name="s3 text 56">
              <a:extLst>
                <a:ext uri="{FF2B5EF4-FFF2-40B4-BE49-F238E27FC236}">
                  <a16:creationId xmlns:a16="http://schemas.microsoft.com/office/drawing/2014/main" id="{7A009E06-AAFE-4B9C-A554-5509DB4EDEAD}"/>
                </a:ext>
              </a:extLst>
            </p:cNvPr>
            <p:cNvSpPr>
              <a:spLocks noGrp="1"/>
            </p:cNvSpPr>
            <p:nvPr/>
          </p:nvSpPr>
          <p:spPr>
            <a:xfrm>
              <a:off x="2875147" y="3864472"/>
              <a:ext cx="1014212" cy="232899"/>
            </a:xfrm>
            <a:prstGeom prst="rect">
              <a:avLst/>
            </a:prstGeom>
            <a:noFill/>
            <a:ln w="0">
              <a:noFill/>
              <a:prstDash val="solid"/>
            </a:ln>
          </p:spPr>
          <p:txBody>
            <a:bodyPr wrap="none" lIns="0" tIns="0" rIns="0" bIns="0" anchor="t">
              <a:noAutofit/>
            </a:bodyPr>
            <a:lstStyle>
              <a:defPPr algn="l">
                <a:defRPr sz="1318" b="1" i="0" kern="0" spc="-9">
                  <a:solidFill>
                    <a:srgbClr val="1D4ED8"/>
                  </a:solidFill>
                  <a:latin typeface="Inter"/>
                  <a:ea typeface="Inter"/>
                  <a:cs typeface="Inter"/>
                </a:defRPr>
              </a:defPPr>
              <a:lvl1pPr algn="l">
                <a:defRPr sz="1318" b="1" i="0" kern="0" spc="-9">
                  <a:solidFill>
                    <a:srgbClr val="1D4ED8"/>
                  </a:solidFill>
                  <a:latin typeface="Inter"/>
                  <a:ea typeface="Inter"/>
                  <a:cs typeface="Inter"/>
                </a:defRPr>
              </a:lvl1pPr>
              <a:lvl2pPr algn="l">
                <a:defRPr sz="1318" b="1" i="0" kern="0" spc="-9">
                  <a:solidFill>
                    <a:srgbClr val="1D4ED8"/>
                  </a:solidFill>
                  <a:latin typeface="Inter"/>
                  <a:ea typeface="Inter"/>
                  <a:cs typeface="Inter"/>
                </a:defRPr>
              </a:lvl2pPr>
              <a:lvl3pPr algn="l">
                <a:defRPr sz="1318" b="1" i="0" kern="0" spc="-9">
                  <a:solidFill>
                    <a:srgbClr val="1D4ED8"/>
                  </a:solidFill>
                  <a:latin typeface="Inter"/>
                  <a:ea typeface="Inter"/>
                  <a:cs typeface="Inter"/>
                </a:defRPr>
              </a:lvl3pPr>
              <a:lvl4pPr algn="l">
                <a:defRPr sz="1318" b="1" i="0" kern="0" spc="-9">
                  <a:solidFill>
                    <a:srgbClr val="1D4ED8"/>
                  </a:solidFill>
                  <a:latin typeface="Inter"/>
                  <a:ea typeface="Inter"/>
                  <a:cs typeface="Inter"/>
                </a:defRPr>
              </a:lvl4pPr>
              <a:lvl5pPr algn="l">
                <a:defRPr sz="1318" b="1" i="0" kern="0" spc="-9">
                  <a:solidFill>
                    <a:srgbClr val="1D4ED8"/>
                  </a:solidFill>
                  <a:latin typeface="Inter"/>
                  <a:ea typeface="Inter"/>
                  <a:cs typeface="Inter"/>
                </a:defRPr>
              </a:lvl5pPr>
              <a:lvl6pPr algn="l">
                <a:defRPr sz="1318" b="1" i="0" kern="0" spc="-9">
                  <a:solidFill>
                    <a:srgbClr val="1D4ED8"/>
                  </a:solidFill>
                  <a:latin typeface="Inter"/>
                  <a:ea typeface="Inter"/>
                  <a:cs typeface="Inter"/>
                </a:defRPr>
              </a:lvl6pPr>
              <a:lvl7pPr algn="l">
                <a:defRPr sz="1318" b="1" i="0" kern="0" spc="-9">
                  <a:solidFill>
                    <a:srgbClr val="1D4ED8"/>
                  </a:solidFill>
                  <a:latin typeface="Inter"/>
                  <a:ea typeface="Inter"/>
                  <a:cs typeface="Inter"/>
                </a:defRPr>
              </a:lvl7pPr>
              <a:lvl8pPr algn="l">
                <a:defRPr sz="1318" b="1" i="0" kern="0" spc="-9">
                  <a:solidFill>
                    <a:srgbClr val="1D4ED8"/>
                  </a:solidFill>
                  <a:latin typeface="Inter"/>
                  <a:ea typeface="Inter"/>
                  <a:cs typeface="Inter"/>
                </a:defRPr>
              </a:lvl8pPr>
              <a:lvl9pPr algn="l">
                <a:defRPr sz="1318" b="1" i="0" kern="0" spc="-9">
                  <a:solidFill>
                    <a:srgbClr val="1D4ED8"/>
                  </a:solidFill>
                  <a:latin typeface="Inter"/>
                  <a:ea typeface="Inter"/>
                  <a:cs typeface="Inter"/>
                </a:defRPr>
              </a:lvl9pPr>
            </a:lstStyle>
            <a:p>
              <a:pPr algn="l">
                <a:lnSpc>
                  <a:spcPct val="100000"/>
                </a:lnSpc>
                <a:buNone/>
                <a:defRPr sz="1318" b="1" i="0" kern="0" spc="-9">
                  <a:solidFill>
                    <a:srgbClr val="1D4ED8"/>
                  </a:solidFill>
                  <a:latin typeface="Inter"/>
                  <a:ea typeface="Inter"/>
                  <a:cs typeface="Inter"/>
                </a:defRPr>
              </a:pPr>
              <a:r>
                <a:rPr sz="1318" b="1" i="0" kern="0" spc="-9">
                  <a:solidFill>
                    <a:srgbClr val="1D4ED8"/>
                  </a:solidFill>
                  <a:latin typeface="Inter"/>
                  <a:ea typeface="Inter"/>
                  <a:cs typeface="Inter"/>
                </a:rPr>
                <a:t>World price</a:t>
              </a:r>
            </a:p>
          </p:txBody>
        </p:sp>
        <p:sp>
          <p:nvSpPr>
            <p:cNvPr id="105" name="s3 text 57 halo">
              <a:extLst>
                <a:ext uri="{FF2B5EF4-FFF2-40B4-BE49-F238E27FC236}">
                  <a16:creationId xmlns:a16="http://schemas.microsoft.com/office/drawing/2014/main" id="{E9DB01F0-AE9A-48CF-A465-58982E763D79}"/>
                </a:ext>
              </a:extLst>
            </p:cNvPr>
            <p:cNvSpPr>
              <a:spLocks noGrp="1"/>
            </p:cNvSpPr>
            <p:nvPr/>
          </p:nvSpPr>
          <p:spPr>
            <a:xfrm>
              <a:off x="2804826" y="3617365"/>
              <a:ext cx="241355" cy="321367"/>
            </a:xfrm>
            <a:prstGeom prst="rect">
              <a:avLst/>
            </a:prstGeom>
            <a:noFill/>
            <a:ln w="0">
              <a:noFill/>
              <a:prstDash val="solid"/>
            </a:ln>
          </p:spPr>
          <p:txBody>
            <a:bodyPr wrap="none" lIns="0" tIns="0" rIns="0" bIns="0" anchor="t">
              <a:noAutofit/>
            </a:bodyPr>
            <a:lstStyle>
              <a:defPPr algn="l">
                <a:defRPr sz="1819" b="0" i="0" kern="0" spc="0">
                  <a:ln w="42811">
                    <a:solidFill>
                      <a:srgbClr val="FFFFFF"/>
                    </a:solidFill>
                    <a:prstDash val="solid"/>
                  </a:ln>
                  <a:solidFill>
                    <a:srgbClr val="FFFFFF"/>
                  </a:solidFill>
                  <a:latin typeface="Inter SemiBold"/>
                  <a:ea typeface="Inter SemiBold"/>
                  <a:cs typeface="Inter SemiBold"/>
                </a:defRPr>
              </a:defPPr>
              <a:lvl1pPr algn="l">
                <a:defRPr sz="1819" b="0" i="0" kern="0" spc="0">
                  <a:ln w="42811">
                    <a:solidFill>
                      <a:srgbClr val="FFFFFF"/>
                    </a:solidFill>
                    <a:prstDash val="solid"/>
                  </a:ln>
                  <a:solidFill>
                    <a:srgbClr val="FFFFFF"/>
                  </a:solidFill>
                  <a:latin typeface="Inter SemiBold"/>
                  <a:ea typeface="Inter SemiBold"/>
                  <a:cs typeface="Inter SemiBold"/>
                </a:defRPr>
              </a:lvl1pPr>
              <a:lvl2pPr algn="l">
                <a:defRPr sz="1819" b="0" i="0" kern="0" spc="0">
                  <a:ln w="42811">
                    <a:solidFill>
                      <a:srgbClr val="FFFFFF"/>
                    </a:solidFill>
                    <a:prstDash val="solid"/>
                  </a:ln>
                  <a:solidFill>
                    <a:srgbClr val="FFFFFF"/>
                  </a:solidFill>
                  <a:latin typeface="Inter SemiBold"/>
                  <a:ea typeface="Inter SemiBold"/>
                  <a:cs typeface="Inter SemiBold"/>
                </a:defRPr>
              </a:lvl2pPr>
              <a:lvl3pPr algn="l">
                <a:defRPr sz="1819" b="0" i="0" kern="0" spc="0">
                  <a:ln w="42811">
                    <a:solidFill>
                      <a:srgbClr val="FFFFFF"/>
                    </a:solidFill>
                    <a:prstDash val="solid"/>
                  </a:ln>
                  <a:solidFill>
                    <a:srgbClr val="FFFFFF"/>
                  </a:solidFill>
                  <a:latin typeface="Inter SemiBold"/>
                  <a:ea typeface="Inter SemiBold"/>
                  <a:cs typeface="Inter SemiBold"/>
                </a:defRPr>
              </a:lvl3pPr>
              <a:lvl4pPr algn="l">
                <a:defRPr sz="1819" b="0" i="0" kern="0" spc="0">
                  <a:ln w="42811">
                    <a:solidFill>
                      <a:srgbClr val="FFFFFF"/>
                    </a:solidFill>
                    <a:prstDash val="solid"/>
                  </a:ln>
                  <a:solidFill>
                    <a:srgbClr val="FFFFFF"/>
                  </a:solidFill>
                  <a:latin typeface="Inter SemiBold"/>
                  <a:ea typeface="Inter SemiBold"/>
                  <a:cs typeface="Inter SemiBold"/>
                </a:defRPr>
              </a:lvl4pPr>
              <a:lvl5pPr algn="l">
                <a:defRPr sz="1819" b="0" i="0" kern="0" spc="0">
                  <a:ln w="42811">
                    <a:solidFill>
                      <a:srgbClr val="FFFFFF"/>
                    </a:solidFill>
                    <a:prstDash val="solid"/>
                  </a:ln>
                  <a:solidFill>
                    <a:srgbClr val="FFFFFF"/>
                  </a:solidFill>
                  <a:latin typeface="Inter SemiBold"/>
                  <a:ea typeface="Inter SemiBold"/>
                  <a:cs typeface="Inter SemiBold"/>
                </a:defRPr>
              </a:lvl5pPr>
              <a:lvl6pPr algn="l">
                <a:defRPr sz="1819" b="0" i="0" kern="0" spc="0">
                  <a:ln w="42811">
                    <a:solidFill>
                      <a:srgbClr val="FFFFFF"/>
                    </a:solidFill>
                    <a:prstDash val="solid"/>
                  </a:ln>
                  <a:solidFill>
                    <a:srgbClr val="FFFFFF"/>
                  </a:solidFill>
                  <a:latin typeface="Inter SemiBold"/>
                  <a:ea typeface="Inter SemiBold"/>
                  <a:cs typeface="Inter SemiBold"/>
                </a:defRPr>
              </a:lvl6pPr>
              <a:lvl7pPr algn="l">
                <a:defRPr sz="1819" b="0" i="0" kern="0" spc="0">
                  <a:ln w="42811">
                    <a:solidFill>
                      <a:srgbClr val="FFFFFF"/>
                    </a:solidFill>
                    <a:prstDash val="solid"/>
                  </a:ln>
                  <a:solidFill>
                    <a:srgbClr val="FFFFFF"/>
                  </a:solidFill>
                  <a:latin typeface="Inter SemiBold"/>
                  <a:ea typeface="Inter SemiBold"/>
                  <a:cs typeface="Inter SemiBold"/>
                </a:defRPr>
              </a:lvl7pPr>
              <a:lvl8pPr algn="l">
                <a:defRPr sz="1819" b="0" i="0" kern="0" spc="0">
                  <a:ln w="42811">
                    <a:solidFill>
                      <a:srgbClr val="FFFFFF"/>
                    </a:solidFill>
                    <a:prstDash val="solid"/>
                  </a:ln>
                  <a:solidFill>
                    <a:srgbClr val="FFFFFF"/>
                  </a:solidFill>
                  <a:latin typeface="Inter SemiBold"/>
                  <a:ea typeface="Inter SemiBold"/>
                  <a:cs typeface="Inter SemiBold"/>
                </a:defRPr>
              </a:lvl8pPr>
              <a:lvl9pPr algn="l">
                <a:defRPr sz="1819" b="0" i="0" kern="0" spc="0">
                  <a:ln w="42811">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819" b="0" i="0" kern="0" spc="0">
                  <a:solidFill>
                    <a:srgbClr val="FFFFFF"/>
                  </a:solidFill>
                  <a:latin typeface="Inter SemiBold"/>
                  <a:ea typeface="Inter SemiBold"/>
                  <a:cs typeface="Inter SemiBold"/>
                </a:defRPr>
              </a:pPr>
              <a:r>
                <a:rPr sz="1819" b="0" i="0" kern="0" spc="0">
                  <a:ln w="42811">
                    <a:solidFill>
                      <a:srgbClr val="FFFFFF"/>
                    </a:solidFill>
                    <a:prstDash val="solid"/>
                  </a:ln>
                  <a:solidFill>
                    <a:srgbClr val="FFFFFF"/>
                  </a:solidFill>
                  <a:latin typeface="Inter SemiBold"/>
                  <a:ea typeface="Inter SemiBold"/>
                  <a:cs typeface="Inter SemiBold"/>
                </a:rPr>
                <a:t>P</a:t>
              </a:r>
            </a:p>
          </p:txBody>
        </p:sp>
        <p:sp>
          <p:nvSpPr>
            <p:cNvPr id="106" name="s3 text 57">
              <a:extLst>
                <a:ext uri="{FF2B5EF4-FFF2-40B4-BE49-F238E27FC236}">
                  <a16:creationId xmlns:a16="http://schemas.microsoft.com/office/drawing/2014/main" id="{1E10B7E0-F74B-489B-802B-5F159EEF52EE}"/>
                </a:ext>
              </a:extLst>
            </p:cNvPr>
            <p:cNvSpPr>
              <a:spLocks noGrp="1"/>
            </p:cNvSpPr>
            <p:nvPr/>
          </p:nvSpPr>
          <p:spPr>
            <a:xfrm>
              <a:off x="2804826" y="3617365"/>
              <a:ext cx="241355" cy="321367"/>
            </a:xfrm>
            <a:prstGeom prst="rect">
              <a:avLst/>
            </a:prstGeom>
            <a:noFill/>
            <a:ln w="0">
              <a:noFill/>
              <a:prstDash val="solid"/>
            </a:ln>
          </p:spPr>
          <p:txBody>
            <a:bodyPr wrap="none" lIns="0" tIns="0" rIns="0" bIns="0" anchor="t">
              <a:noAutofit/>
            </a:bodyPr>
            <a:lstStyle>
              <a:defPPr algn="l">
                <a:defRPr sz="1819" b="0" i="0" kern="0" spc="0">
                  <a:solidFill>
                    <a:srgbClr val="7B8BA0"/>
                  </a:solidFill>
                  <a:latin typeface="Inter SemiBold"/>
                  <a:ea typeface="Inter SemiBold"/>
                  <a:cs typeface="Inter SemiBold"/>
                </a:defRPr>
              </a:defPPr>
              <a:lvl1pPr algn="l">
                <a:defRPr sz="1819" b="0" i="0" kern="0" spc="0">
                  <a:solidFill>
                    <a:srgbClr val="7B8BA0"/>
                  </a:solidFill>
                  <a:latin typeface="Inter SemiBold"/>
                  <a:ea typeface="Inter SemiBold"/>
                  <a:cs typeface="Inter SemiBold"/>
                </a:defRPr>
              </a:lvl1pPr>
              <a:lvl2pPr algn="l">
                <a:defRPr sz="1819" b="0" i="0" kern="0" spc="0">
                  <a:solidFill>
                    <a:srgbClr val="7B8BA0"/>
                  </a:solidFill>
                  <a:latin typeface="Inter SemiBold"/>
                  <a:ea typeface="Inter SemiBold"/>
                  <a:cs typeface="Inter SemiBold"/>
                </a:defRPr>
              </a:lvl2pPr>
              <a:lvl3pPr algn="l">
                <a:defRPr sz="1819" b="0" i="0" kern="0" spc="0">
                  <a:solidFill>
                    <a:srgbClr val="7B8BA0"/>
                  </a:solidFill>
                  <a:latin typeface="Inter SemiBold"/>
                  <a:ea typeface="Inter SemiBold"/>
                  <a:cs typeface="Inter SemiBold"/>
                </a:defRPr>
              </a:lvl3pPr>
              <a:lvl4pPr algn="l">
                <a:defRPr sz="1819" b="0" i="0" kern="0" spc="0">
                  <a:solidFill>
                    <a:srgbClr val="7B8BA0"/>
                  </a:solidFill>
                  <a:latin typeface="Inter SemiBold"/>
                  <a:ea typeface="Inter SemiBold"/>
                  <a:cs typeface="Inter SemiBold"/>
                </a:defRPr>
              </a:lvl4pPr>
              <a:lvl5pPr algn="l">
                <a:defRPr sz="1819" b="0" i="0" kern="0" spc="0">
                  <a:solidFill>
                    <a:srgbClr val="7B8BA0"/>
                  </a:solidFill>
                  <a:latin typeface="Inter SemiBold"/>
                  <a:ea typeface="Inter SemiBold"/>
                  <a:cs typeface="Inter SemiBold"/>
                </a:defRPr>
              </a:lvl5pPr>
              <a:lvl6pPr algn="l">
                <a:defRPr sz="1819" b="0" i="0" kern="0" spc="0">
                  <a:solidFill>
                    <a:srgbClr val="7B8BA0"/>
                  </a:solidFill>
                  <a:latin typeface="Inter SemiBold"/>
                  <a:ea typeface="Inter SemiBold"/>
                  <a:cs typeface="Inter SemiBold"/>
                </a:defRPr>
              </a:lvl6pPr>
              <a:lvl7pPr algn="l">
                <a:defRPr sz="1819" b="0" i="0" kern="0" spc="0">
                  <a:solidFill>
                    <a:srgbClr val="7B8BA0"/>
                  </a:solidFill>
                  <a:latin typeface="Inter SemiBold"/>
                  <a:ea typeface="Inter SemiBold"/>
                  <a:cs typeface="Inter SemiBold"/>
                </a:defRPr>
              </a:lvl7pPr>
              <a:lvl8pPr algn="l">
                <a:defRPr sz="1819" b="0" i="0" kern="0" spc="0">
                  <a:solidFill>
                    <a:srgbClr val="7B8BA0"/>
                  </a:solidFill>
                  <a:latin typeface="Inter SemiBold"/>
                  <a:ea typeface="Inter SemiBold"/>
                  <a:cs typeface="Inter SemiBold"/>
                </a:defRPr>
              </a:lvl8pPr>
              <a:lvl9pPr algn="l">
                <a:defRPr sz="1819" b="0" i="0" kern="0" spc="0">
                  <a:solidFill>
                    <a:srgbClr val="7B8BA0"/>
                  </a:solidFill>
                  <a:latin typeface="Inter SemiBold"/>
                  <a:ea typeface="Inter SemiBold"/>
                  <a:cs typeface="Inter SemiBold"/>
                </a:defRPr>
              </a:lvl9pPr>
            </a:lstStyle>
            <a:p>
              <a:pPr algn="l">
                <a:lnSpc>
                  <a:spcPct val="100000"/>
                </a:lnSpc>
                <a:buNone/>
                <a:defRPr sz="1819" b="0" i="0" kern="0" spc="0">
                  <a:solidFill>
                    <a:srgbClr val="7B8BA0"/>
                  </a:solidFill>
                  <a:latin typeface="Inter SemiBold"/>
                  <a:ea typeface="Inter SemiBold"/>
                  <a:cs typeface="Inter SemiBold"/>
                </a:defRPr>
              </a:pPr>
              <a:r>
                <a:rPr sz="1819" b="0" i="0" kern="0" spc="0">
                  <a:solidFill>
                    <a:srgbClr val="7B8BA0"/>
                  </a:solidFill>
                  <a:latin typeface="Inter SemiBold"/>
                  <a:ea typeface="Inter SemiBold"/>
                  <a:cs typeface="Inter SemiBold"/>
                </a:rPr>
                <a:t>P</a:t>
              </a:r>
            </a:p>
          </p:txBody>
        </p:sp>
        <p:sp>
          <p:nvSpPr>
            <p:cNvPr id="107" name="s3 text 58 halo">
              <a:extLst>
                <a:ext uri="{FF2B5EF4-FFF2-40B4-BE49-F238E27FC236}">
                  <a16:creationId xmlns:a16="http://schemas.microsoft.com/office/drawing/2014/main" id="{D13288C4-845C-49BF-B9E5-8A499E7A6605}"/>
                </a:ext>
              </a:extLst>
            </p:cNvPr>
            <p:cNvSpPr>
              <a:spLocks noGrp="1"/>
            </p:cNvSpPr>
            <p:nvPr/>
          </p:nvSpPr>
          <p:spPr>
            <a:xfrm>
              <a:off x="2915442" y="3761414"/>
              <a:ext cx="127740" cy="167691"/>
            </a:xfrm>
            <a:prstGeom prst="rect">
              <a:avLst/>
            </a:prstGeom>
            <a:noFill/>
            <a:ln w="0">
              <a:noFill/>
              <a:prstDash val="solid"/>
            </a:ln>
          </p:spPr>
          <p:txBody>
            <a:bodyPr wrap="none" lIns="0" tIns="0" rIns="0" bIns="0" anchor="t">
              <a:noAutofit/>
            </a:bodyPr>
            <a:lstStyle>
              <a:defPPr algn="l">
                <a:defRPr sz="949" b="0" i="0" kern="0" spc="0">
                  <a:ln w="42811">
                    <a:solidFill>
                      <a:srgbClr val="FFFFFF"/>
                    </a:solidFill>
                    <a:prstDash val="solid"/>
                  </a:ln>
                  <a:solidFill>
                    <a:srgbClr val="FFFFFF"/>
                  </a:solidFill>
                  <a:latin typeface="Inter SemiBold"/>
                  <a:ea typeface="Inter SemiBold"/>
                  <a:cs typeface="Inter SemiBold"/>
                </a:defRPr>
              </a:defPPr>
              <a:lvl1pPr algn="l">
                <a:defRPr sz="949" b="0" i="0" kern="0" spc="0">
                  <a:ln w="42811">
                    <a:solidFill>
                      <a:srgbClr val="FFFFFF"/>
                    </a:solidFill>
                    <a:prstDash val="solid"/>
                  </a:ln>
                  <a:solidFill>
                    <a:srgbClr val="FFFFFF"/>
                  </a:solidFill>
                  <a:latin typeface="Inter SemiBold"/>
                  <a:ea typeface="Inter SemiBold"/>
                  <a:cs typeface="Inter SemiBold"/>
                </a:defRPr>
              </a:lvl1pPr>
              <a:lvl2pPr algn="l">
                <a:defRPr sz="949" b="0" i="0" kern="0" spc="0">
                  <a:ln w="42811">
                    <a:solidFill>
                      <a:srgbClr val="FFFFFF"/>
                    </a:solidFill>
                    <a:prstDash val="solid"/>
                  </a:ln>
                  <a:solidFill>
                    <a:srgbClr val="FFFFFF"/>
                  </a:solidFill>
                  <a:latin typeface="Inter SemiBold"/>
                  <a:ea typeface="Inter SemiBold"/>
                  <a:cs typeface="Inter SemiBold"/>
                </a:defRPr>
              </a:lvl2pPr>
              <a:lvl3pPr algn="l">
                <a:defRPr sz="949" b="0" i="0" kern="0" spc="0">
                  <a:ln w="42811">
                    <a:solidFill>
                      <a:srgbClr val="FFFFFF"/>
                    </a:solidFill>
                    <a:prstDash val="solid"/>
                  </a:ln>
                  <a:solidFill>
                    <a:srgbClr val="FFFFFF"/>
                  </a:solidFill>
                  <a:latin typeface="Inter SemiBold"/>
                  <a:ea typeface="Inter SemiBold"/>
                  <a:cs typeface="Inter SemiBold"/>
                </a:defRPr>
              </a:lvl3pPr>
              <a:lvl4pPr algn="l">
                <a:defRPr sz="949" b="0" i="0" kern="0" spc="0">
                  <a:ln w="42811">
                    <a:solidFill>
                      <a:srgbClr val="FFFFFF"/>
                    </a:solidFill>
                    <a:prstDash val="solid"/>
                  </a:ln>
                  <a:solidFill>
                    <a:srgbClr val="FFFFFF"/>
                  </a:solidFill>
                  <a:latin typeface="Inter SemiBold"/>
                  <a:ea typeface="Inter SemiBold"/>
                  <a:cs typeface="Inter SemiBold"/>
                </a:defRPr>
              </a:lvl4pPr>
              <a:lvl5pPr algn="l">
                <a:defRPr sz="949" b="0" i="0" kern="0" spc="0">
                  <a:ln w="42811">
                    <a:solidFill>
                      <a:srgbClr val="FFFFFF"/>
                    </a:solidFill>
                    <a:prstDash val="solid"/>
                  </a:ln>
                  <a:solidFill>
                    <a:srgbClr val="FFFFFF"/>
                  </a:solidFill>
                  <a:latin typeface="Inter SemiBold"/>
                  <a:ea typeface="Inter SemiBold"/>
                  <a:cs typeface="Inter SemiBold"/>
                </a:defRPr>
              </a:lvl5pPr>
              <a:lvl6pPr algn="l">
                <a:defRPr sz="949" b="0" i="0" kern="0" spc="0">
                  <a:ln w="42811">
                    <a:solidFill>
                      <a:srgbClr val="FFFFFF"/>
                    </a:solidFill>
                    <a:prstDash val="solid"/>
                  </a:ln>
                  <a:solidFill>
                    <a:srgbClr val="FFFFFF"/>
                  </a:solidFill>
                  <a:latin typeface="Inter SemiBold"/>
                  <a:ea typeface="Inter SemiBold"/>
                  <a:cs typeface="Inter SemiBold"/>
                </a:defRPr>
              </a:lvl6pPr>
              <a:lvl7pPr algn="l">
                <a:defRPr sz="949" b="0" i="0" kern="0" spc="0">
                  <a:ln w="42811">
                    <a:solidFill>
                      <a:srgbClr val="FFFFFF"/>
                    </a:solidFill>
                    <a:prstDash val="solid"/>
                  </a:ln>
                  <a:solidFill>
                    <a:srgbClr val="FFFFFF"/>
                  </a:solidFill>
                  <a:latin typeface="Inter SemiBold"/>
                  <a:ea typeface="Inter SemiBold"/>
                  <a:cs typeface="Inter SemiBold"/>
                </a:defRPr>
              </a:lvl7pPr>
              <a:lvl8pPr algn="l">
                <a:defRPr sz="949" b="0" i="0" kern="0" spc="0">
                  <a:ln w="42811">
                    <a:solidFill>
                      <a:srgbClr val="FFFFFF"/>
                    </a:solidFill>
                    <a:prstDash val="solid"/>
                  </a:ln>
                  <a:solidFill>
                    <a:srgbClr val="FFFFFF"/>
                  </a:solidFill>
                  <a:latin typeface="Inter SemiBold"/>
                  <a:ea typeface="Inter SemiBold"/>
                  <a:cs typeface="Inter SemiBold"/>
                </a:defRPr>
              </a:lvl8pPr>
              <a:lvl9pPr algn="l">
                <a:defRPr sz="949" b="0" i="0" kern="0" spc="0">
                  <a:ln w="42811">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949" b="0" i="0" kern="0" spc="0">
                  <a:solidFill>
                    <a:srgbClr val="FFFFFF"/>
                  </a:solidFill>
                  <a:latin typeface="Inter SemiBold"/>
                  <a:ea typeface="Inter SemiBold"/>
                  <a:cs typeface="Inter SemiBold"/>
                </a:defRPr>
              </a:pPr>
              <a:r>
                <a:rPr sz="949" b="0" i="0" kern="0" spc="0">
                  <a:ln w="42811">
                    <a:solidFill>
                      <a:srgbClr val="FFFFFF"/>
                    </a:solidFill>
                    <a:prstDash val="solid"/>
                  </a:ln>
                  <a:solidFill>
                    <a:srgbClr val="FFFFFF"/>
                  </a:solidFill>
                  <a:latin typeface="Inter SemiBold"/>
                  <a:ea typeface="Inter SemiBold"/>
                  <a:cs typeface="Inter SemiBold"/>
                </a:rPr>
                <a:t>0</a:t>
              </a:r>
            </a:p>
          </p:txBody>
        </p:sp>
        <p:sp>
          <p:nvSpPr>
            <p:cNvPr id="108" name="s3 text 58">
              <a:extLst>
                <a:ext uri="{FF2B5EF4-FFF2-40B4-BE49-F238E27FC236}">
                  <a16:creationId xmlns:a16="http://schemas.microsoft.com/office/drawing/2014/main" id="{E37E8703-8CC7-4DE5-95D2-EEDA1F537FCB}"/>
                </a:ext>
              </a:extLst>
            </p:cNvPr>
            <p:cNvSpPr>
              <a:spLocks noGrp="1"/>
            </p:cNvSpPr>
            <p:nvPr/>
          </p:nvSpPr>
          <p:spPr>
            <a:xfrm>
              <a:off x="2915442" y="3761414"/>
              <a:ext cx="127740" cy="167691"/>
            </a:xfrm>
            <a:prstGeom prst="rect">
              <a:avLst/>
            </a:prstGeom>
            <a:noFill/>
            <a:ln w="0">
              <a:noFill/>
              <a:prstDash val="solid"/>
            </a:ln>
          </p:spPr>
          <p:txBody>
            <a:bodyPr wrap="none" lIns="0" tIns="0" rIns="0" bIns="0" anchor="t">
              <a:noAutofit/>
            </a:bodyPr>
            <a:lstStyle>
              <a:defPPr algn="l">
                <a:defRPr sz="949" b="0" i="0" kern="0" spc="0">
                  <a:solidFill>
                    <a:srgbClr val="7B8BA0"/>
                  </a:solidFill>
                  <a:latin typeface="Inter SemiBold"/>
                  <a:ea typeface="Inter SemiBold"/>
                  <a:cs typeface="Inter SemiBold"/>
                </a:defRPr>
              </a:defPPr>
              <a:lvl1pPr algn="l">
                <a:defRPr sz="949" b="0" i="0" kern="0" spc="0">
                  <a:solidFill>
                    <a:srgbClr val="7B8BA0"/>
                  </a:solidFill>
                  <a:latin typeface="Inter SemiBold"/>
                  <a:ea typeface="Inter SemiBold"/>
                  <a:cs typeface="Inter SemiBold"/>
                </a:defRPr>
              </a:lvl1pPr>
              <a:lvl2pPr algn="l">
                <a:defRPr sz="949" b="0" i="0" kern="0" spc="0">
                  <a:solidFill>
                    <a:srgbClr val="7B8BA0"/>
                  </a:solidFill>
                  <a:latin typeface="Inter SemiBold"/>
                  <a:ea typeface="Inter SemiBold"/>
                  <a:cs typeface="Inter SemiBold"/>
                </a:defRPr>
              </a:lvl2pPr>
              <a:lvl3pPr algn="l">
                <a:defRPr sz="949" b="0" i="0" kern="0" spc="0">
                  <a:solidFill>
                    <a:srgbClr val="7B8BA0"/>
                  </a:solidFill>
                  <a:latin typeface="Inter SemiBold"/>
                  <a:ea typeface="Inter SemiBold"/>
                  <a:cs typeface="Inter SemiBold"/>
                </a:defRPr>
              </a:lvl3pPr>
              <a:lvl4pPr algn="l">
                <a:defRPr sz="949" b="0" i="0" kern="0" spc="0">
                  <a:solidFill>
                    <a:srgbClr val="7B8BA0"/>
                  </a:solidFill>
                  <a:latin typeface="Inter SemiBold"/>
                  <a:ea typeface="Inter SemiBold"/>
                  <a:cs typeface="Inter SemiBold"/>
                </a:defRPr>
              </a:lvl4pPr>
              <a:lvl5pPr algn="l">
                <a:defRPr sz="949" b="0" i="0" kern="0" spc="0">
                  <a:solidFill>
                    <a:srgbClr val="7B8BA0"/>
                  </a:solidFill>
                  <a:latin typeface="Inter SemiBold"/>
                  <a:ea typeface="Inter SemiBold"/>
                  <a:cs typeface="Inter SemiBold"/>
                </a:defRPr>
              </a:lvl5pPr>
              <a:lvl6pPr algn="l">
                <a:defRPr sz="949" b="0" i="0" kern="0" spc="0">
                  <a:solidFill>
                    <a:srgbClr val="7B8BA0"/>
                  </a:solidFill>
                  <a:latin typeface="Inter SemiBold"/>
                  <a:ea typeface="Inter SemiBold"/>
                  <a:cs typeface="Inter SemiBold"/>
                </a:defRPr>
              </a:lvl6pPr>
              <a:lvl7pPr algn="l">
                <a:defRPr sz="949" b="0" i="0" kern="0" spc="0">
                  <a:solidFill>
                    <a:srgbClr val="7B8BA0"/>
                  </a:solidFill>
                  <a:latin typeface="Inter SemiBold"/>
                  <a:ea typeface="Inter SemiBold"/>
                  <a:cs typeface="Inter SemiBold"/>
                </a:defRPr>
              </a:lvl7pPr>
              <a:lvl8pPr algn="l">
                <a:defRPr sz="949" b="0" i="0" kern="0" spc="0">
                  <a:solidFill>
                    <a:srgbClr val="7B8BA0"/>
                  </a:solidFill>
                  <a:latin typeface="Inter SemiBold"/>
                  <a:ea typeface="Inter SemiBold"/>
                  <a:cs typeface="Inter SemiBold"/>
                </a:defRPr>
              </a:lvl8pPr>
              <a:lvl9pPr algn="l">
                <a:defRPr sz="949" b="0" i="0" kern="0" spc="0">
                  <a:solidFill>
                    <a:srgbClr val="7B8BA0"/>
                  </a:solidFill>
                  <a:latin typeface="Inter SemiBold"/>
                  <a:ea typeface="Inter SemiBold"/>
                  <a:cs typeface="Inter SemiBold"/>
                </a:defRPr>
              </a:lvl9pPr>
            </a:lstStyle>
            <a:p>
              <a:pPr algn="l">
                <a:lnSpc>
                  <a:spcPct val="100000"/>
                </a:lnSpc>
                <a:buNone/>
                <a:defRPr sz="949" b="0" i="0" kern="0" spc="0">
                  <a:solidFill>
                    <a:srgbClr val="7B8BA0"/>
                  </a:solidFill>
                  <a:latin typeface="Inter SemiBold"/>
                  <a:ea typeface="Inter SemiBold"/>
                  <a:cs typeface="Inter SemiBold"/>
                </a:defRPr>
              </a:pPr>
              <a:r>
                <a:rPr sz="949" b="0" i="0" kern="0" spc="0">
                  <a:solidFill>
                    <a:srgbClr val="7B8BA0"/>
                  </a:solidFill>
                  <a:latin typeface="Inter SemiBold"/>
                  <a:ea typeface="Inter SemiBold"/>
                  <a:cs typeface="Inter SemiBold"/>
                </a:rPr>
                <a:t>0</a:t>
              </a:r>
            </a:p>
          </p:txBody>
        </p:sp>
        <p:sp>
          <p:nvSpPr>
            <p:cNvPr id="109" name="s3 text 59 halo">
              <a:extLst>
                <a:ext uri="{FF2B5EF4-FFF2-40B4-BE49-F238E27FC236}">
                  <a16:creationId xmlns:a16="http://schemas.microsoft.com/office/drawing/2014/main" id="{43945ED4-C3EC-48DB-970A-60E5F51A0F94}"/>
                </a:ext>
              </a:extLst>
            </p:cNvPr>
            <p:cNvSpPr>
              <a:spLocks noGrp="1"/>
            </p:cNvSpPr>
            <p:nvPr/>
          </p:nvSpPr>
          <p:spPr>
            <a:xfrm>
              <a:off x="2388144" y="4297276"/>
              <a:ext cx="741359" cy="246617"/>
            </a:xfrm>
            <a:prstGeom prst="rect">
              <a:avLst/>
            </a:prstGeom>
            <a:noFill/>
            <a:ln w="0">
              <a:noFill/>
              <a:prstDash val="solid"/>
            </a:ln>
          </p:spPr>
          <p:txBody>
            <a:bodyPr wrap="none" lIns="0" tIns="0" rIns="0" bIns="0" anchor="t">
              <a:noAutofit/>
            </a:bodyPr>
            <a:lstStyle>
              <a:defPPr algn="l">
                <a:defRPr sz="1396" b="1" i="0" kern="0" spc="-9">
                  <a:ln w="42811">
                    <a:solidFill>
                      <a:srgbClr val="FFFFFF"/>
                    </a:solidFill>
                    <a:prstDash val="solid"/>
                  </a:ln>
                  <a:solidFill>
                    <a:srgbClr val="FFFFFF"/>
                  </a:solidFill>
                  <a:latin typeface="Inter"/>
                  <a:ea typeface="Inter"/>
                  <a:cs typeface="Inter"/>
                </a:defRPr>
              </a:defPPr>
              <a:lvl1pPr algn="l">
                <a:defRPr sz="1396" b="1" i="0" kern="0" spc="-9">
                  <a:ln w="42811">
                    <a:solidFill>
                      <a:srgbClr val="FFFFFF"/>
                    </a:solidFill>
                    <a:prstDash val="solid"/>
                  </a:ln>
                  <a:solidFill>
                    <a:srgbClr val="FFFFFF"/>
                  </a:solidFill>
                  <a:latin typeface="Inter"/>
                  <a:ea typeface="Inter"/>
                  <a:cs typeface="Inter"/>
                </a:defRPr>
              </a:lvl1pPr>
              <a:lvl2pPr algn="l">
                <a:defRPr sz="1396" b="1" i="0" kern="0" spc="-9">
                  <a:ln w="42811">
                    <a:solidFill>
                      <a:srgbClr val="FFFFFF"/>
                    </a:solidFill>
                    <a:prstDash val="solid"/>
                  </a:ln>
                  <a:solidFill>
                    <a:srgbClr val="FFFFFF"/>
                  </a:solidFill>
                  <a:latin typeface="Inter"/>
                  <a:ea typeface="Inter"/>
                  <a:cs typeface="Inter"/>
                </a:defRPr>
              </a:lvl2pPr>
              <a:lvl3pPr algn="l">
                <a:defRPr sz="1396" b="1" i="0" kern="0" spc="-9">
                  <a:ln w="42811">
                    <a:solidFill>
                      <a:srgbClr val="FFFFFF"/>
                    </a:solidFill>
                    <a:prstDash val="solid"/>
                  </a:ln>
                  <a:solidFill>
                    <a:srgbClr val="FFFFFF"/>
                  </a:solidFill>
                  <a:latin typeface="Inter"/>
                  <a:ea typeface="Inter"/>
                  <a:cs typeface="Inter"/>
                </a:defRPr>
              </a:lvl3pPr>
              <a:lvl4pPr algn="l">
                <a:defRPr sz="1396" b="1" i="0" kern="0" spc="-9">
                  <a:ln w="42811">
                    <a:solidFill>
                      <a:srgbClr val="FFFFFF"/>
                    </a:solidFill>
                    <a:prstDash val="solid"/>
                  </a:ln>
                  <a:solidFill>
                    <a:srgbClr val="FFFFFF"/>
                  </a:solidFill>
                  <a:latin typeface="Inter"/>
                  <a:ea typeface="Inter"/>
                  <a:cs typeface="Inter"/>
                </a:defRPr>
              </a:lvl4pPr>
              <a:lvl5pPr algn="l">
                <a:defRPr sz="1396" b="1" i="0" kern="0" spc="-9">
                  <a:ln w="42811">
                    <a:solidFill>
                      <a:srgbClr val="FFFFFF"/>
                    </a:solidFill>
                    <a:prstDash val="solid"/>
                  </a:ln>
                  <a:solidFill>
                    <a:srgbClr val="FFFFFF"/>
                  </a:solidFill>
                  <a:latin typeface="Inter"/>
                  <a:ea typeface="Inter"/>
                  <a:cs typeface="Inter"/>
                </a:defRPr>
              </a:lvl5pPr>
              <a:lvl6pPr algn="l">
                <a:defRPr sz="1396" b="1" i="0" kern="0" spc="-9">
                  <a:ln w="42811">
                    <a:solidFill>
                      <a:srgbClr val="FFFFFF"/>
                    </a:solidFill>
                    <a:prstDash val="solid"/>
                  </a:ln>
                  <a:solidFill>
                    <a:srgbClr val="FFFFFF"/>
                  </a:solidFill>
                  <a:latin typeface="Inter"/>
                  <a:ea typeface="Inter"/>
                  <a:cs typeface="Inter"/>
                </a:defRPr>
              </a:lvl6pPr>
              <a:lvl7pPr algn="l">
                <a:defRPr sz="1396" b="1" i="0" kern="0" spc="-9">
                  <a:ln w="42811">
                    <a:solidFill>
                      <a:srgbClr val="FFFFFF"/>
                    </a:solidFill>
                    <a:prstDash val="solid"/>
                  </a:ln>
                  <a:solidFill>
                    <a:srgbClr val="FFFFFF"/>
                  </a:solidFill>
                  <a:latin typeface="Inter"/>
                  <a:ea typeface="Inter"/>
                  <a:cs typeface="Inter"/>
                </a:defRPr>
              </a:lvl7pPr>
              <a:lvl8pPr algn="l">
                <a:defRPr sz="1396" b="1" i="0" kern="0" spc="-9">
                  <a:ln w="42811">
                    <a:solidFill>
                      <a:srgbClr val="FFFFFF"/>
                    </a:solidFill>
                    <a:prstDash val="solid"/>
                  </a:ln>
                  <a:solidFill>
                    <a:srgbClr val="FFFFFF"/>
                  </a:solidFill>
                  <a:latin typeface="Inter"/>
                  <a:ea typeface="Inter"/>
                  <a:cs typeface="Inter"/>
                </a:defRPr>
              </a:lvl8pPr>
              <a:lvl9pPr algn="l">
                <a:defRPr sz="1396" b="1" i="0" kern="0" spc="-9">
                  <a:ln w="42811">
                    <a:solidFill>
                      <a:srgbClr val="FFFFFF"/>
                    </a:solidFill>
                    <a:prstDash val="solid"/>
                  </a:ln>
                  <a:solidFill>
                    <a:srgbClr val="FFFFFF"/>
                  </a:solidFill>
                  <a:latin typeface="Inter"/>
                  <a:ea typeface="Inter"/>
                  <a:cs typeface="Inter"/>
                </a:defRPr>
              </a:lvl9pPr>
            </a:lstStyle>
            <a:p>
              <a:pPr algn="l">
                <a:lnSpc>
                  <a:spcPct val="100000"/>
                </a:lnSpc>
                <a:buNone/>
                <a:defRPr sz="1396" b="1" i="0" kern="0" spc="-9">
                  <a:solidFill>
                    <a:srgbClr val="FFFFFF"/>
                  </a:solidFill>
                  <a:latin typeface="Inter"/>
                  <a:ea typeface="Inter"/>
                  <a:cs typeface="Inter"/>
                </a:defRPr>
              </a:pPr>
              <a:r>
                <a:rPr sz="1396" b="1" i="0" kern="0" spc="-9">
                  <a:ln w="42811">
                    <a:solidFill>
                      <a:srgbClr val="FFFFFF"/>
                    </a:solidFill>
                    <a:prstDash val="solid"/>
                  </a:ln>
                  <a:solidFill>
                    <a:srgbClr val="FFFFFF"/>
                  </a:solidFill>
                  <a:latin typeface="Inter"/>
                  <a:ea typeface="Inter"/>
                  <a:cs typeface="Inter"/>
                </a:rPr>
                <a:t>Imports</a:t>
              </a:r>
            </a:p>
          </p:txBody>
        </p:sp>
        <p:sp>
          <p:nvSpPr>
            <p:cNvPr id="110" name="s3 text 59">
              <a:extLst>
                <a:ext uri="{FF2B5EF4-FFF2-40B4-BE49-F238E27FC236}">
                  <a16:creationId xmlns:a16="http://schemas.microsoft.com/office/drawing/2014/main" id="{4D0FCD74-2215-4E3C-937C-4C613B69E3EF}"/>
                </a:ext>
              </a:extLst>
            </p:cNvPr>
            <p:cNvSpPr>
              <a:spLocks noGrp="1"/>
            </p:cNvSpPr>
            <p:nvPr/>
          </p:nvSpPr>
          <p:spPr>
            <a:xfrm>
              <a:off x="2388144" y="4297276"/>
              <a:ext cx="741359" cy="246617"/>
            </a:xfrm>
            <a:prstGeom prst="rect">
              <a:avLst/>
            </a:prstGeom>
            <a:noFill/>
            <a:ln w="0">
              <a:noFill/>
              <a:prstDash val="solid"/>
            </a:ln>
          </p:spPr>
          <p:txBody>
            <a:bodyPr wrap="none" lIns="0" tIns="0" rIns="0" bIns="0" anchor="t">
              <a:noAutofit/>
            </a:bodyPr>
            <a:lstStyle>
              <a:defPPr algn="l">
                <a:defRPr sz="1396" b="1" i="0" kern="0" spc="-9">
                  <a:solidFill>
                    <a:srgbClr val="1D4ED8"/>
                  </a:solidFill>
                  <a:latin typeface="Inter"/>
                  <a:ea typeface="Inter"/>
                  <a:cs typeface="Inter"/>
                </a:defRPr>
              </a:defPPr>
              <a:lvl1pPr algn="l">
                <a:defRPr sz="1396" b="1" i="0" kern="0" spc="-9">
                  <a:solidFill>
                    <a:srgbClr val="1D4ED8"/>
                  </a:solidFill>
                  <a:latin typeface="Inter"/>
                  <a:ea typeface="Inter"/>
                  <a:cs typeface="Inter"/>
                </a:defRPr>
              </a:lvl1pPr>
              <a:lvl2pPr algn="l">
                <a:defRPr sz="1396" b="1" i="0" kern="0" spc="-9">
                  <a:solidFill>
                    <a:srgbClr val="1D4ED8"/>
                  </a:solidFill>
                  <a:latin typeface="Inter"/>
                  <a:ea typeface="Inter"/>
                  <a:cs typeface="Inter"/>
                </a:defRPr>
              </a:lvl2pPr>
              <a:lvl3pPr algn="l">
                <a:defRPr sz="1396" b="1" i="0" kern="0" spc="-9">
                  <a:solidFill>
                    <a:srgbClr val="1D4ED8"/>
                  </a:solidFill>
                  <a:latin typeface="Inter"/>
                  <a:ea typeface="Inter"/>
                  <a:cs typeface="Inter"/>
                </a:defRPr>
              </a:lvl3pPr>
              <a:lvl4pPr algn="l">
                <a:defRPr sz="1396" b="1" i="0" kern="0" spc="-9">
                  <a:solidFill>
                    <a:srgbClr val="1D4ED8"/>
                  </a:solidFill>
                  <a:latin typeface="Inter"/>
                  <a:ea typeface="Inter"/>
                  <a:cs typeface="Inter"/>
                </a:defRPr>
              </a:lvl4pPr>
              <a:lvl5pPr algn="l">
                <a:defRPr sz="1396" b="1" i="0" kern="0" spc="-9">
                  <a:solidFill>
                    <a:srgbClr val="1D4ED8"/>
                  </a:solidFill>
                  <a:latin typeface="Inter"/>
                  <a:ea typeface="Inter"/>
                  <a:cs typeface="Inter"/>
                </a:defRPr>
              </a:lvl5pPr>
              <a:lvl6pPr algn="l">
                <a:defRPr sz="1396" b="1" i="0" kern="0" spc="-9">
                  <a:solidFill>
                    <a:srgbClr val="1D4ED8"/>
                  </a:solidFill>
                  <a:latin typeface="Inter"/>
                  <a:ea typeface="Inter"/>
                  <a:cs typeface="Inter"/>
                </a:defRPr>
              </a:lvl6pPr>
              <a:lvl7pPr algn="l">
                <a:defRPr sz="1396" b="1" i="0" kern="0" spc="-9">
                  <a:solidFill>
                    <a:srgbClr val="1D4ED8"/>
                  </a:solidFill>
                  <a:latin typeface="Inter"/>
                  <a:ea typeface="Inter"/>
                  <a:cs typeface="Inter"/>
                </a:defRPr>
              </a:lvl7pPr>
              <a:lvl8pPr algn="l">
                <a:defRPr sz="1396" b="1" i="0" kern="0" spc="-9">
                  <a:solidFill>
                    <a:srgbClr val="1D4ED8"/>
                  </a:solidFill>
                  <a:latin typeface="Inter"/>
                  <a:ea typeface="Inter"/>
                  <a:cs typeface="Inter"/>
                </a:defRPr>
              </a:lvl8pPr>
              <a:lvl9pPr algn="l">
                <a:defRPr sz="1396" b="1" i="0" kern="0" spc="-9">
                  <a:solidFill>
                    <a:srgbClr val="1D4ED8"/>
                  </a:solidFill>
                  <a:latin typeface="Inter"/>
                  <a:ea typeface="Inter"/>
                  <a:cs typeface="Inter"/>
                </a:defRPr>
              </a:lvl9pPr>
            </a:lstStyle>
            <a:p>
              <a:pPr algn="l">
                <a:lnSpc>
                  <a:spcPct val="100000"/>
                </a:lnSpc>
                <a:buNone/>
                <a:defRPr sz="1396" b="1" i="0" kern="0" spc="-9">
                  <a:solidFill>
                    <a:srgbClr val="1D4ED8"/>
                  </a:solidFill>
                  <a:latin typeface="Inter"/>
                  <a:ea typeface="Inter"/>
                  <a:cs typeface="Inter"/>
                </a:defRPr>
              </a:pPr>
              <a:r>
                <a:rPr sz="1396" b="1" i="0" kern="0" spc="-9">
                  <a:solidFill>
                    <a:srgbClr val="1D4ED8"/>
                  </a:solidFill>
                  <a:latin typeface="Inter"/>
                  <a:ea typeface="Inter"/>
                  <a:cs typeface="Inter"/>
                </a:rPr>
                <a:t>Imports</a:t>
              </a:r>
            </a:p>
          </p:txBody>
        </p:sp>
        <p:sp>
          <p:nvSpPr>
            <p:cNvPr id="111" name="s3 text 60 halo">
              <a:extLst>
                <a:ext uri="{FF2B5EF4-FFF2-40B4-BE49-F238E27FC236}">
                  <a16:creationId xmlns:a16="http://schemas.microsoft.com/office/drawing/2014/main" id="{85FBF46E-042B-43CB-B346-47936B804EC9}"/>
                </a:ext>
              </a:extLst>
            </p:cNvPr>
            <p:cNvSpPr>
              <a:spLocks noGrp="1"/>
            </p:cNvSpPr>
            <p:nvPr/>
          </p:nvSpPr>
          <p:spPr>
            <a:xfrm>
              <a:off x="1434900" y="2271036"/>
              <a:ext cx="270500" cy="359140"/>
            </a:xfrm>
            <a:prstGeom prst="rect">
              <a:avLst/>
            </a:prstGeom>
            <a:noFill/>
            <a:ln w="0">
              <a:noFill/>
              <a:prstDash val="solid"/>
            </a:ln>
          </p:spPr>
          <p:txBody>
            <a:bodyPr wrap="none" lIns="0" tIns="0" rIns="0" bIns="0" anchor="t">
              <a:noAutofit/>
            </a:bodyPr>
            <a:lstStyle>
              <a:defPPr algn="l">
                <a:defRPr sz="2032" b="1" i="0" kern="0" spc="0">
                  <a:ln w="42811">
                    <a:solidFill>
                      <a:srgbClr val="FFFFFF"/>
                    </a:solidFill>
                    <a:prstDash val="solid"/>
                  </a:ln>
                  <a:solidFill>
                    <a:srgbClr val="FFFFFF"/>
                  </a:solidFill>
                  <a:latin typeface="Inter"/>
                  <a:ea typeface="Inter"/>
                  <a:cs typeface="Inter"/>
                </a:defRPr>
              </a:defPPr>
              <a:lvl1pPr algn="l">
                <a:defRPr sz="2032" b="1" i="0" kern="0" spc="0">
                  <a:ln w="42811">
                    <a:solidFill>
                      <a:srgbClr val="FFFFFF"/>
                    </a:solidFill>
                    <a:prstDash val="solid"/>
                  </a:ln>
                  <a:solidFill>
                    <a:srgbClr val="FFFFFF"/>
                  </a:solidFill>
                  <a:latin typeface="Inter"/>
                  <a:ea typeface="Inter"/>
                  <a:cs typeface="Inter"/>
                </a:defRPr>
              </a:lvl1pPr>
              <a:lvl2pPr algn="l">
                <a:defRPr sz="2032" b="1" i="0" kern="0" spc="0">
                  <a:ln w="42811">
                    <a:solidFill>
                      <a:srgbClr val="FFFFFF"/>
                    </a:solidFill>
                    <a:prstDash val="solid"/>
                  </a:ln>
                  <a:solidFill>
                    <a:srgbClr val="FFFFFF"/>
                  </a:solidFill>
                  <a:latin typeface="Inter"/>
                  <a:ea typeface="Inter"/>
                  <a:cs typeface="Inter"/>
                </a:defRPr>
              </a:lvl2pPr>
              <a:lvl3pPr algn="l">
                <a:defRPr sz="2032" b="1" i="0" kern="0" spc="0">
                  <a:ln w="42811">
                    <a:solidFill>
                      <a:srgbClr val="FFFFFF"/>
                    </a:solidFill>
                    <a:prstDash val="solid"/>
                  </a:ln>
                  <a:solidFill>
                    <a:srgbClr val="FFFFFF"/>
                  </a:solidFill>
                  <a:latin typeface="Inter"/>
                  <a:ea typeface="Inter"/>
                  <a:cs typeface="Inter"/>
                </a:defRPr>
              </a:lvl3pPr>
              <a:lvl4pPr algn="l">
                <a:defRPr sz="2032" b="1" i="0" kern="0" spc="0">
                  <a:ln w="42811">
                    <a:solidFill>
                      <a:srgbClr val="FFFFFF"/>
                    </a:solidFill>
                    <a:prstDash val="solid"/>
                  </a:ln>
                  <a:solidFill>
                    <a:srgbClr val="FFFFFF"/>
                  </a:solidFill>
                  <a:latin typeface="Inter"/>
                  <a:ea typeface="Inter"/>
                  <a:cs typeface="Inter"/>
                </a:defRPr>
              </a:lvl4pPr>
              <a:lvl5pPr algn="l">
                <a:defRPr sz="2032" b="1" i="0" kern="0" spc="0">
                  <a:ln w="42811">
                    <a:solidFill>
                      <a:srgbClr val="FFFFFF"/>
                    </a:solidFill>
                    <a:prstDash val="solid"/>
                  </a:ln>
                  <a:solidFill>
                    <a:srgbClr val="FFFFFF"/>
                  </a:solidFill>
                  <a:latin typeface="Inter"/>
                  <a:ea typeface="Inter"/>
                  <a:cs typeface="Inter"/>
                </a:defRPr>
              </a:lvl5pPr>
              <a:lvl6pPr algn="l">
                <a:defRPr sz="2032" b="1" i="0" kern="0" spc="0">
                  <a:ln w="42811">
                    <a:solidFill>
                      <a:srgbClr val="FFFFFF"/>
                    </a:solidFill>
                    <a:prstDash val="solid"/>
                  </a:ln>
                  <a:solidFill>
                    <a:srgbClr val="FFFFFF"/>
                  </a:solidFill>
                  <a:latin typeface="Inter"/>
                  <a:ea typeface="Inter"/>
                  <a:cs typeface="Inter"/>
                </a:defRPr>
              </a:lvl6pPr>
              <a:lvl7pPr algn="l">
                <a:defRPr sz="2032" b="1" i="0" kern="0" spc="0">
                  <a:ln w="42811">
                    <a:solidFill>
                      <a:srgbClr val="FFFFFF"/>
                    </a:solidFill>
                    <a:prstDash val="solid"/>
                  </a:ln>
                  <a:solidFill>
                    <a:srgbClr val="FFFFFF"/>
                  </a:solidFill>
                  <a:latin typeface="Inter"/>
                  <a:ea typeface="Inter"/>
                  <a:cs typeface="Inter"/>
                </a:defRPr>
              </a:lvl7pPr>
              <a:lvl8pPr algn="l">
                <a:defRPr sz="2032" b="1" i="0" kern="0" spc="0">
                  <a:ln w="42811">
                    <a:solidFill>
                      <a:srgbClr val="FFFFFF"/>
                    </a:solidFill>
                    <a:prstDash val="solid"/>
                  </a:ln>
                  <a:solidFill>
                    <a:srgbClr val="FFFFFF"/>
                  </a:solidFill>
                  <a:latin typeface="Inter"/>
                  <a:ea typeface="Inter"/>
                  <a:cs typeface="Inter"/>
                </a:defRPr>
              </a:lvl8pPr>
              <a:lvl9pPr algn="l">
                <a:defRPr sz="2032" b="1" i="0" kern="0" spc="0">
                  <a:ln w="42811">
                    <a:solidFill>
                      <a:srgbClr val="FFFFFF"/>
                    </a:solidFill>
                    <a:prstDash val="solid"/>
                  </a:ln>
                  <a:solidFill>
                    <a:srgbClr val="FFFFFF"/>
                  </a:solidFill>
                  <a:latin typeface="Inter"/>
                  <a:ea typeface="Inter"/>
                  <a:cs typeface="Inter"/>
                </a:defRPr>
              </a:lvl9pPr>
            </a:lstStyle>
            <a:p>
              <a:pPr algn="l">
                <a:lnSpc>
                  <a:spcPct val="100000"/>
                </a:lnSpc>
                <a:buNone/>
                <a:defRPr sz="2032" b="1" i="0" kern="0" spc="0">
                  <a:solidFill>
                    <a:srgbClr val="FFFFFF"/>
                  </a:solidFill>
                  <a:latin typeface="Inter"/>
                  <a:ea typeface="Inter"/>
                  <a:cs typeface="Inter"/>
                </a:defRPr>
              </a:pPr>
              <a:r>
                <a:rPr sz="2032" b="1" i="0" kern="0" spc="0">
                  <a:ln w="42811">
                    <a:solidFill>
                      <a:srgbClr val="FFFFFF"/>
                    </a:solidFill>
                    <a:prstDash val="solid"/>
                  </a:ln>
                  <a:solidFill>
                    <a:srgbClr val="FFFFFF"/>
                  </a:solidFill>
                  <a:latin typeface="Inter"/>
                  <a:ea typeface="Inter"/>
                  <a:cs typeface="Inter"/>
                </a:rPr>
                <a:t>P</a:t>
              </a:r>
            </a:p>
          </p:txBody>
        </p:sp>
        <p:sp>
          <p:nvSpPr>
            <p:cNvPr id="112" name="s3 text 60">
              <a:extLst>
                <a:ext uri="{FF2B5EF4-FFF2-40B4-BE49-F238E27FC236}">
                  <a16:creationId xmlns:a16="http://schemas.microsoft.com/office/drawing/2014/main" id="{37C0C4B4-56B0-4637-91CE-D85BF8CC2756}"/>
                </a:ext>
              </a:extLst>
            </p:cNvPr>
            <p:cNvSpPr>
              <a:spLocks noGrp="1"/>
            </p:cNvSpPr>
            <p:nvPr/>
          </p:nvSpPr>
          <p:spPr>
            <a:xfrm>
              <a:off x="1434900" y="2271036"/>
              <a:ext cx="270500" cy="359140"/>
            </a:xfrm>
            <a:prstGeom prst="rect">
              <a:avLst/>
            </a:prstGeom>
            <a:noFill/>
            <a:ln w="0">
              <a:noFill/>
              <a:prstDash val="solid"/>
            </a:ln>
          </p:spPr>
          <p:txBody>
            <a:bodyPr wrap="none" lIns="0" tIns="0" rIns="0" bIns="0" anchor="t">
              <a:noAutofit/>
            </a:bodyPr>
            <a:lstStyle>
              <a:defPPr algn="l">
                <a:defRPr sz="2032" b="1" i="0" kern="0" spc="0">
                  <a:solidFill>
                    <a:srgbClr val="1D4ED8"/>
                  </a:solidFill>
                  <a:latin typeface="Inter"/>
                  <a:ea typeface="Inter"/>
                  <a:cs typeface="Inter"/>
                </a:defRPr>
              </a:defPPr>
              <a:lvl1pPr algn="l">
                <a:defRPr sz="2032" b="1" i="0" kern="0" spc="0">
                  <a:solidFill>
                    <a:srgbClr val="1D4ED8"/>
                  </a:solidFill>
                  <a:latin typeface="Inter"/>
                  <a:ea typeface="Inter"/>
                  <a:cs typeface="Inter"/>
                </a:defRPr>
              </a:lvl1pPr>
              <a:lvl2pPr algn="l">
                <a:defRPr sz="2032" b="1" i="0" kern="0" spc="0">
                  <a:solidFill>
                    <a:srgbClr val="1D4ED8"/>
                  </a:solidFill>
                  <a:latin typeface="Inter"/>
                  <a:ea typeface="Inter"/>
                  <a:cs typeface="Inter"/>
                </a:defRPr>
              </a:lvl2pPr>
              <a:lvl3pPr algn="l">
                <a:defRPr sz="2032" b="1" i="0" kern="0" spc="0">
                  <a:solidFill>
                    <a:srgbClr val="1D4ED8"/>
                  </a:solidFill>
                  <a:latin typeface="Inter"/>
                  <a:ea typeface="Inter"/>
                  <a:cs typeface="Inter"/>
                </a:defRPr>
              </a:lvl3pPr>
              <a:lvl4pPr algn="l">
                <a:defRPr sz="2032" b="1" i="0" kern="0" spc="0">
                  <a:solidFill>
                    <a:srgbClr val="1D4ED8"/>
                  </a:solidFill>
                  <a:latin typeface="Inter"/>
                  <a:ea typeface="Inter"/>
                  <a:cs typeface="Inter"/>
                </a:defRPr>
              </a:lvl4pPr>
              <a:lvl5pPr algn="l">
                <a:defRPr sz="2032" b="1" i="0" kern="0" spc="0">
                  <a:solidFill>
                    <a:srgbClr val="1D4ED8"/>
                  </a:solidFill>
                  <a:latin typeface="Inter"/>
                  <a:ea typeface="Inter"/>
                  <a:cs typeface="Inter"/>
                </a:defRPr>
              </a:lvl5pPr>
              <a:lvl6pPr algn="l">
                <a:defRPr sz="2032" b="1" i="0" kern="0" spc="0">
                  <a:solidFill>
                    <a:srgbClr val="1D4ED8"/>
                  </a:solidFill>
                  <a:latin typeface="Inter"/>
                  <a:ea typeface="Inter"/>
                  <a:cs typeface="Inter"/>
                </a:defRPr>
              </a:lvl6pPr>
              <a:lvl7pPr algn="l">
                <a:defRPr sz="2032" b="1" i="0" kern="0" spc="0">
                  <a:solidFill>
                    <a:srgbClr val="1D4ED8"/>
                  </a:solidFill>
                  <a:latin typeface="Inter"/>
                  <a:ea typeface="Inter"/>
                  <a:cs typeface="Inter"/>
                </a:defRPr>
              </a:lvl7pPr>
              <a:lvl8pPr algn="l">
                <a:defRPr sz="2032" b="1" i="0" kern="0" spc="0">
                  <a:solidFill>
                    <a:srgbClr val="1D4ED8"/>
                  </a:solidFill>
                  <a:latin typeface="Inter"/>
                  <a:ea typeface="Inter"/>
                  <a:cs typeface="Inter"/>
                </a:defRPr>
              </a:lvl8pPr>
              <a:lvl9pPr algn="l">
                <a:defRPr sz="2032" b="1" i="0" kern="0" spc="0">
                  <a:solidFill>
                    <a:srgbClr val="1D4ED8"/>
                  </a:solidFill>
                  <a:latin typeface="Inter"/>
                  <a:ea typeface="Inter"/>
                  <a:cs typeface="Inter"/>
                </a:defRPr>
              </a:lvl9pPr>
            </a:lstStyle>
            <a:p>
              <a:pPr algn="l">
                <a:lnSpc>
                  <a:spcPct val="100000"/>
                </a:lnSpc>
                <a:buNone/>
                <a:defRPr sz="2032" b="1" i="0" kern="0" spc="0">
                  <a:solidFill>
                    <a:srgbClr val="1D4ED8"/>
                  </a:solidFill>
                  <a:latin typeface="Inter"/>
                  <a:ea typeface="Inter"/>
                  <a:cs typeface="Inter"/>
                </a:defRPr>
              </a:pPr>
              <a:r>
                <a:rPr sz="2032" b="1" i="0" kern="0" spc="0">
                  <a:solidFill>
                    <a:srgbClr val="1D4ED8"/>
                  </a:solidFill>
                  <a:latin typeface="Inter"/>
                  <a:ea typeface="Inter"/>
                  <a:cs typeface="Inter"/>
                </a:rPr>
                <a:t>P</a:t>
              </a:r>
            </a:p>
          </p:txBody>
        </p:sp>
        <p:sp>
          <p:nvSpPr>
            <p:cNvPr id="113" name="s3 text 61 halo">
              <a:extLst>
                <a:ext uri="{FF2B5EF4-FFF2-40B4-BE49-F238E27FC236}">
                  <a16:creationId xmlns:a16="http://schemas.microsoft.com/office/drawing/2014/main" id="{08FCAF1C-E53D-466B-B7D5-C0B565D1B979}"/>
                </a:ext>
              </a:extLst>
            </p:cNvPr>
            <p:cNvSpPr>
              <a:spLocks noGrp="1"/>
            </p:cNvSpPr>
            <p:nvPr/>
          </p:nvSpPr>
          <p:spPr>
            <a:xfrm>
              <a:off x="1558353" y="2431895"/>
              <a:ext cx="144821" cy="187572"/>
            </a:xfrm>
            <a:prstGeom prst="rect">
              <a:avLst/>
            </a:prstGeom>
            <a:noFill/>
            <a:ln w="0">
              <a:noFill/>
              <a:prstDash val="solid"/>
            </a:ln>
          </p:spPr>
          <p:txBody>
            <a:bodyPr wrap="none" lIns="0" tIns="0" rIns="0" bIns="0" anchor="t">
              <a:noAutofit/>
            </a:bodyPr>
            <a:lstStyle>
              <a:defPPr algn="l">
                <a:defRPr sz="1061" b="1" i="0" kern="0" spc="0">
                  <a:ln w="42811">
                    <a:solidFill>
                      <a:srgbClr val="FFFFFF"/>
                    </a:solidFill>
                    <a:prstDash val="solid"/>
                  </a:ln>
                  <a:solidFill>
                    <a:srgbClr val="FFFFFF"/>
                  </a:solidFill>
                  <a:latin typeface="Inter"/>
                  <a:ea typeface="Inter"/>
                  <a:cs typeface="Inter"/>
                </a:defRPr>
              </a:defPPr>
              <a:lvl1pPr algn="l">
                <a:defRPr sz="1061" b="1" i="0" kern="0" spc="0">
                  <a:ln w="42811">
                    <a:solidFill>
                      <a:srgbClr val="FFFFFF"/>
                    </a:solidFill>
                    <a:prstDash val="solid"/>
                  </a:ln>
                  <a:solidFill>
                    <a:srgbClr val="FFFFFF"/>
                  </a:solidFill>
                  <a:latin typeface="Inter"/>
                  <a:ea typeface="Inter"/>
                  <a:cs typeface="Inter"/>
                </a:defRPr>
              </a:lvl1pPr>
              <a:lvl2pPr algn="l">
                <a:defRPr sz="1061" b="1" i="0" kern="0" spc="0">
                  <a:ln w="42811">
                    <a:solidFill>
                      <a:srgbClr val="FFFFFF"/>
                    </a:solidFill>
                    <a:prstDash val="solid"/>
                  </a:ln>
                  <a:solidFill>
                    <a:srgbClr val="FFFFFF"/>
                  </a:solidFill>
                  <a:latin typeface="Inter"/>
                  <a:ea typeface="Inter"/>
                  <a:cs typeface="Inter"/>
                </a:defRPr>
              </a:lvl2pPr>
              <a:lvl3pPr algn="l">
                <a:defRPr sz="1061" b="1" i="0" kern="0" spc="0">
                  <a:ln w="42811">
                    <a:solidFill>
                      <a:srgbClr val="FFFFFF"/>
                    </a:solidFill>
                    <a:prstDash val="solid"/>
                  </a:ln>
                  <a:solidFill>
                    <a:srgbClr val="FFFFFF"/>
                  </a:solidFill>
                  <a:latin typeface="Inter"/>
                  <a:ea typeface="Inter"/>
                  <a:cs typeface="Inter"/>
                </a:defRPr>
              </a:lvl3pPr>
              <a:lvl4pPr algn="l">
                <a:defRPr sz="1061" b="1" i="0" kern="0" spc="0">
                  <a:ln w="42811">
                    <a:solidFill>
                      <a:srgbClr val="FFFFFF"/>
                    </a:solidFill>
                    <a:prstDash val="solid"/>
                  </a:ln>
                  <a:solidFill>
                    <a:srgbClr val="FFFFFF"/>
                  </a:solidFill>
                  <a:latin typeface="Inter"/>
                  <a:ea typeface="Inter"/>
                  <a:cs typeface="Inter"/>
                </a:defRPr>
              </a:lvl4pPr>
              <a:lvl5pPr algn="l">
                <a:defRPr sz="1061" b="1" i="0" kern="0" spc="0">
                  <a:ln w="42811">
                    <a:solidFill>
                      <a:srgbClr val="FFFFFF"/>
                    </a:solidFill>
                    <a:prstDash val="solid"/>
                  </a:ln>
                  <a:solidFill>
                    <a:srgbClr val="FFFFFF"/>
                  </a:solidFill>
                  <a:latin typeface="Inter"/>
                  <a:ea typeface="Inter"/>
                  <a:cs typeface="Inter"/>
                </a:defRPr>
              </a:lvl5pPr>
              <a:lvl6pPr algn="l">
                <a:defRPr sz="1061" b="1" i="0" kern="0" spc="0">
                  <a:ln w="42811">
                    <a:solidFill>
                      <a:srgbClr val="FFFFFF"/>
                    </a:solidFill>
                    <a:prstDash val="solid"/>
                  </a:ln>
                  <a:solidFill>
                    <a:srgbClr val="FFFFFF"/>
                  </a:solidFill>
                  <a:latin typeface="Inter"/>
                  <a:ea typeface="Inter"/>
                  <a:cs typeface="Inter"/>
                </a:defRPr>
              </a:lvl6pPr>
              <a:lvl7pPr algn="l">
                <a:defRPr sz="1061" b="1" i="0" kern="0" spc="0">
                  <a:ln w="42811">
                    <a:solidFill>
                      <a:srgbClr val="FFFFFF"/>
                    </a:solidFill>
                    <a:prstDash val="solid"/>
                  </a:ln>
                  <a:solidFill>
                    <a:srgbClr val="FFFFFF"/>
                  </a:solidFill>
                  <a:latin typeface="Inter"/>
                  <a:ea typeface="Inter"/>
                  <a:cs typeface="Inter"/>
                </a:defRPr>
              </a:lvl7pPr>
              <a:lvl8pPr algn="l">
                <a:defRPr sz="1061" b="1" i="0" kern="0" spc="0">
                  <a:ln w="42811">
                    <a:solidFill>
                      <a:srgbClr val="FFFFFF"/>
                    </a:solidFill>
                    <a:prstDash val="solid"/>
                  </a:ln>
                  <a:solidFill>
                    <a:srgbClr val="FFFFFF"/>
                  </a:solidFill>
                  <a:latin typeface="Inter"/>
                  <a:ea typeface="Inter"/>
                  <a:cs typeface="Inter"/>
                </a:defRPr>
              </a:lvl8pPr>
              <a:lvl9pPr algn="l">
                <a:defRPr sz="1061" b="1" i="0" kern="0" spc="0">
                  <a:ln w="42811">
                    <a:solidFill>
                      <a:srgbClr val="FFFFFF"/>
                    </a:solidFill>
                    <a:prstDash val="solid"/>
                  </a:ln>
                  <a:solidFill>
                    <a:srgbClr val="FFFFFF"/>
                  </a:solidFill>
                  <a:latin typeface="Inter"/>
                  <a:ea typeface="Inter"/>
                  <a:cs typeface="Inter"/>
                </a:defRPr>
              </a:lvl9pPr>
            </a:lstStyle>
            <a:p>
              <a:pPr algn="l">
                <a:lnSpc>
                  <a:spcPct val="100000"/>
                </a:lnSpc>
                <a:buNone/>
                <a:defRPr sz="1061" b="1" i="0" kern="0" spc="0">
                  <a:solidFill>
                    <a:srgbClr val="FFFFFF"/>
                  </a:solidFill>
                  <a:latin typeface="Inter"/>
                  <a:ea typeface="Inter"/>
                  <a:cs typeface="Inter"/>
                </a:defRPr>
              </a:pPr>
              <a:r>
                <a:rPr sz="1061" b="1" i="0" kern="0" spc="0">
                  <a:ln w="42811">
                    <a:solidFill>
                      <a:srgbClr val="FFFFFF"/>
                    </a:solidFill>
                    <a:prstDash val="solid"/>
                  </a:ln>
                  <a:solidFill>
                    <a:srgbClr val="FFFFFF"/>
                  </a:solidFill>
                  <a:latin typeface="Inter"/>
                  <a:ea typeface="Inter"/>
                  <a:cs typeface="Inter"/>
                </a:rPr>
                <a:t>0</a:t>
              </a:r>
            </a:p>
          </p:txBody>
        </p:sp>
        <p:sp>
          <p:nvSpPr>
            <p:cNvPr id="114" name="s3 text 61">
              <a:extLst>
                <a:ext uri="{FF2B5EF4-FFF2-40B4-BE49-F238E27FC236}">
                  <a16:creationId xmlns:a16="http://schemas.microsoft.com/office/drawing/2014/main" id="{FDC08B3D-B1D4-46C4-AFC7-08ABB6BADA15}"/>
                </a:ext>
              </a:extLst>
            </p:cNvPr>
            <p:cNvSpPr>
              <a:spLocks noGrp="1"/>
            </p:cNvSpPr>
            <p:nvPr/>
          </p:nvSpPr>
          <p:spPr>
            <a:xfrm>
              <a:off x="1558353" y="2431895"/>
              <a:ext cx="144821" cy="187572"/>
            </a:xfrm>
            <a:prstGeom prst="rect">
              <a:avLst/>
            </a:prstGeom>
            <a:noFill/>
            <a:ln w="0">
              <a:noFill/>
              <a:prstDash val="solid"/>
            </a:ln>
          </p:spPr>
          <p:txBody>
            <a:bodyPr wrap="none" lIns="0" tIns="0" rIns="0" bIns="0" anchor="t">
              <a:noAutofit/>
            </a:bodyPr>
            <a:lstStyle>
              <a:defPPr algn="l">
                <a:defRPr sz="1061" b="1" i="0" kern="0" spc="0">
                  <a:solidFill>
                    <a:srgbClr val="1D4ED8"/>
                  </a:solidFill>
                  <a:latin typeface="Inter"/>
                  <a:ea typeface="Inter"/>
                  <a:cs typeface="Inter"/>
                </a:defRPr>
              </a:defPPr>
              <a:lvl1pPr algn="l">
                <a:defRPr sz="1061" b="1" i="0" kern="0" spc="0">
                  <a:solidFill>
                    <a:srgbClr val="1D4ED8"/>
                  </a:solidFill>
                  <a:latin typeface="Inter"/>
                  <a:ea typeface="Inter"/>
                  <a:cs typeface="Inter"/>
                </a:defRPr>
              </a:lvl1pPr>
              <a:lvl2pPr algn="l">
                <a:defRPr sz="1061" b="1" i="0" kern="0" spc="0">
                  <a:solidFill>
                    <a:srgbClr val="1D4ED8"/>
                  </a:solidFill>
                  <a:latin typeface="Inter"/>
                  <a:ea typeface="Inter"/>
                  <a:cs typeface="Inter"/>
                </a:defRPr>
              </a:lvl2pPr>
              <a:lvl3pPr algn="l">
                <a:defRPr sz="1061" b="1" i="0" kern="0" spc="0">
                  <a:solidFill>
                    <a:srgbClr val="1D4ED8"/>
                  </a:solidFill>
                  <a:latin typeface="Inter"/>
                  <a:ea typeface="Inter"/>
                  <a:cs typeface="Inter"/>
                </a:defRPr>
              </a:lvl3pPr>
              <a:lvl4pPr algn="l">
                <a:defRPr sz="1061" b="1" i="0" kern="0" spc="0">
                  <a:solidFill>
                    <a:srgbClr val="1D4ED8"/>
                  </a:solidFill>
                  <a:latin typeface="Inter"/>
                  <a:ea typeface="Inter"/>
                  <a:cs typeface="Inter"/>
                </a:defRPr>
              </a:lvl4pPr>
              <a:lvl5pPr algn="l">
                <a:defRPr sz="1061" b="1" i="0" kern="0" spc="0">
                  <a:solidFill>
                    <a:srgbClr val="1D4ED8"/>
                  </a:solidFill>
                  <a:latin typeface="Inter"/>
                  <a:ea typeface="Inter"/>
                  <a:cs typeface="Inter"/>
                </a:defRPr>
              </a:lvl5pPr>
              <a:lvl6pPr algn="l">
                <a:defRPr sz="1061" b="1" i="0" kern="0" spc="0">
                  <a:solidFill>
                    <a:srgbClr val="1D4ED8"/>
                  </a:solidFill>
                  <a:latin typeface="Inter"/>
                  <a:ea typeface="Inter"/>
                  <a:cs typeface="Inter"/>
                </a:defRPr>
              </a:lvl6pPr>
              <a:lvl7pPr algn="l">
                <a:defRPr sz="1061" b="1" i="0" kern="0" spc="0">
                  <a:solidFill>
                    <a:srgbClr val="1D4ED8"/>
                  </a:solidFill>
                  <a:latin typeface="Inter"/>
                  <a:ea typeface="Inter"/>
                  <a:cs typeface="Inter"/>
                </a:defRPr>
              </a:lvl7pPr>
              <a:lvl8pPr algn="l">
                <a:defRPr sz="1061" b="1" i="0" kern="0" spc="0">
                  <a:solidFill>
                    <a:srgbClr val="1D4ED8"/>
                  </a:solidFill>
                  <a:latin typeface="Inter"/>
                  <a:ea typeface="Inter"/>
                  <a:cs typeface="Inter"/>
                </a:defRPr>
              </a:lvl8pPr>
              <a:lvl9pPr algn="l">
                <a:defRPr sz="1061" b="1" i="0" kern="0" spc="0">
                  <a:solidFill>
                    <a:srgbClr val="1D4ED8"/>
                  </a:solidFill>
                  <a:latin typeface="Inter"/>
                  <a:ea typeface="Inter"/>
                  <a:cs typeface="Inter"/>
                </a:defRPr>
              </a:lvl9pPr>
            </a:lstStyle>
            <a:p>
              <a:pPr algn="l">
                <a:lnSpc>
                  <a:spcPct val="100000"/>
                </a:lnSpc>
                <a:buNone/>
                <a:defRPr sz="1061" b="1" i="0" kern="0" spc="0">
                  <a:solidFill>
                    <a:srgbClr val="1D4ED8"/>
                  </a:solidFill>
                  <a:latin typeface="Inter"/>
                  <a:ea typeface="Inter"/>
                  <a:cs typeface="Inter"/>
                </a:defRPr>
              </a:pPr>
              <a:r>
                <a:rPr sz="1061" b="1" i="0" kern="0" spc="0">
                  <a:solidFill>
                    <a:srgbClr val="1D4ED8"/>
                  </a:solidFill>
                  <a:latin typeface="Inter"/>
                  <a:ea typeface="Inter"/>
                  <a:cs typeface="Inter"/>
                </a:rPr>
                <a:t>0</a:t>
              </a:r>
            </a:p>
          </p:txBody>
        </p:sp>
        <p:sp>
          <p:nvSpPr>
            <p:cNvPr id="115" name="s3 text 62 halo">
              <a:extLst>
                <a:ext uri="{FF2B5EF4-FFF2-40B4-BE49-F238E27FC236}">
                  <a16:creationId xmlns:a16="http://schemas.microsoft.com/office/drawing/2014/main" id="{79C1BDA3-7389-40CC-8A0F-D5C92F91E5A1}"/>
                </a:ext>
              </a:extLst>
            </p:cNvPr>
            <p:cNvSpPr>
              <a:spLocks noGrp="1"/>
            </p:cNvSpPr>
            <p:nvPr/>
          </p:nvSpPr>
          <p:spPr>
            <a:xfrm>
              <a:off x="1648989" y="2339895"/>
              <a:ext cx="201778" cy="260235"/>
            </a:xfrm>
            <a:prstGeom prst="rect">
              <a:avLst/>
            </a:prstGeom>
            <a:noFill/>
            <a:ln w="0">
              <a:noFill/>
              <a:prstDash val="solid"/>
            </a:ln>
          </p:spPr>
          <p:txBody>
            <a:bodyPr wrap="none" lIns="0" tIns="0" rIns="0" bIns="0" anchor="t">
              <a:noAutofit/>
            </a:bodyPr>
            <a:lstStyle>
              <a:defPPr algn="l">
                <a:defRPr sz="1473" b="1" i="0" kern="0" spc="0">
                  <a:ln w="42811">
                    <a:solidFill>
                      <a:srgbClr val="FFFFFF"/>
                    </a:solidFill>
                    <a:prstDash val="solid"/>
                  </a:ln>
                  <a:solidFill>
                    <a:srgbClr val="FFFFFF"/>
                  </a:solidFill>
                  <a:latin typeface="Inter"/>
                  <a:ea typeface="Inter"/>
                  <a:cs typeface="Inter"/>
                </a:defRPr>
              </a:defPPr>
              <a:lvl1pPr algn="l">
                <a:defRPr sz="1473" b="1" i="0" kern="0" spc="0">
                  <a:ln w="42811">
                    <a:solidFill>
                      <a:srgbClr val="FFFFFF"/>
                    </a:solidFill>
                    <a:prstDash val="solid"/>
                  </a:ln>
                  <a:solidFill>
                    <a:srgbClr val="FFFFFF"/>
                  </a:solidFill>
                  <a:latin typeface="Inter"/>
                  <a:ea typeface="Inter"/>
                  <a:cs typeface="Inter"/>
                </a:defRPr>
              </a:lvl1pPr>
              <a:lvl2pPr algn="l">
                <a:defRPr sz="1473" b="1" i="0" kern="0" spc="0">
                  <a:ln w="42811">
                    <a:solidFill>
                      <a:srgbClr val="FFFFFF"/>
                    </a:solidFill>
                    <a:prstDash val="solid"/>
                  </a:ln>
                  <a:solidFill>
                    <a:srgbClr val="FFFFFF"/>
                  </a:solidFill>
                  <a:latin typeface="Inter"/>
                  <a:ea typeface="Inter"/>
                  <a:cs typeface="Inter"/>
                </a:defRPr>
              </a:lvl2pPr>
              <a:lvl3pPr algn="l">
                <a:defRPr sz="1473" b="1" i="0" kern="0" spc="0">
                  <a:ln w="42811">
                    <a:solidFill>
                      <a:srgbClr val="FFFFFF"/>
                    </a:solidFill>
                    <a:prstDash val="solid"/>
                  </a:ln>
                  <a:solidFill>
                    <a:srgbClr val="FFFFFF"/>
                  </a:solidFill>
                  <a:latin typeface="Inter"/>
                  <a:ea typeface="Inter"/>
                  <a:cs typeface="Inter"/>
                </a:defRPr>
              </a:lvl3pPr>
              <a:lvl4pPr algn="l">
                <a:defRPr sz="1473" b="1" i="0" kern="0" spc="0">
                  <a:ln w="42811">
                    <a:solidFill>
                      <a:srgbClr val="FFFFFF"/>
                    </a:solidFill>
                    <a:prstDash val="solid"/>
                  </a:ln>
                  <a:solidFill>
                    <a:srgbClr val="FFFFFF"/>
                  </a:solidFill>
                  <a:latin typeface="Inter"/>
                  <a:ea typeface="Inter"/>
                  <a:cs typeface="Inter"/>
                </a:defRPr>
              </a:lvl4pPr>
              <a:lvl5pPr algn="l">
                <a:defRPr sz="1473" b="1" i="0" kern="0" spc="0">
                  <a:ln w="42811">
                    <a:solidFill>
                      <a:srgbClr val="FFFFFF"/>
                    </a:solidFill>
                    <a:prstDash val="solid"/>
                  </a:ln>
                  <a:solidFill>
                    <a:srgbClr val="FFFFFF"/>
                  </a:solidFill>
                  <a:latin typeface="Inter"/>
                  <a:ea typeface="Inter"/>
                  <a:cs typeface="Inter"/>
                </a:defRPr>
              </a:lvl5pPr>
              <a:lvl6pPr algn="l">
                <a:defRPr sz="1473" b="1" i="0" kern="0" spc="0">
                  <a:ln w="42811">
                    <a:solidFill>
                      <a:srgbClr val="FFFFFF"/>
                    </a:solidFill>
                    <a:prstDash val="solid"/>
                  </a:ln>
                  <a:solidFill>
                    <a:srgbClr val="FFFFFF"/>
                  </a:solidFill>
                  <a:latin typeface="Inter"/>
                  <a:ea typeface="Inter"/>
                  <a:cs typeface="Inter"/>
                </a:defRPr>
              </a:lvl6pPr>
              <a:lvl7pPr algn="l">
                <a:defRPr sz="1473" b="1" i="0" kern="0" spc="0">
                  <a:ln w="42811">
                    <a:solidFill>
                      <a:srgbClr val="FFFFFF"/>
                    </a:solidFill>
                    <a:prstDash val="solid"/>
                  </a:ln>
                  <a:solidFill>
                    <a:srgbClr val="FFFFFF"/>
                  </a:solidFill>
                  <a:latin typeface="Inter"/>
                  <a:ea typeface="Inter"/>
                  <a:cs typeface="Inter"/>
                </a:defRPr>
              </a:lvl7pPr>
              <a:lvl8pPr algn="l">
                <a:defRPr sz="1473" b="1" i="0" kern="0" spc="0">
                  <a:ln w="42811">
                    <a:solidFill>
                      <a:srgbClr val="FFFFFF"/>
                    </a:solidFill>
                    <a:prstDash val="solid"/>
                  </a:ln>
                  <a:solidFill>
                    <a:srgbClr val="FFFFFF"/>
                  </a:solidFill>
                  <a:latin typeface="Inter"/>
                  <a:ea typeface="Inter"/>
                  <a:cs typeface="Inter"/>
                </a:defRPr>
              </a:lvl8pPr>
              <a:lvl9pPr algn="l">
                <a:defRPr sz="1473" b="1" i="0" kern="0" spc="0">
                  <a:ln w="42811">
                    <a:solidFill>
                      <a:srgbClr val="FFFFFF"/>
                    </a:solidFill>
                    <a:prstDash val="solid"/>
                  </a:ln>
                  <a:solidFill>
                    <a:srgbClr val="FFFFFF"/>
                  </a:solidFill>
                  <a:latin typeface="Inter"/>
                  <a:ea typeface="Inter"/>
                  <a:cs typeface="Inter"/>
                </a:defRPr>
              </a:lvl9pPr>
            </a:lstStyle>
            <a:p>
              <a:pPr algn="l">
                <a:lnSpc>
                  <a:spcPct val="100000"/>
                </a:lnSpc>
                <a:buNone/>
                <a:defRPr sz="1473" b="1" i="0" kern="0" spc="0">
                  <a:solidFill>
                    <a:srgbClr val="FFFFFF"/>
                  </a:solidFill>
                  <a:latin typeface="Inter"/>
                  <a:ea typeface="Inter"/>
                  <a:cs typeface="Inter"/>
                </a:defRPr>
              </a:pPr>
              <a:r>
                <a:rPr sz="1473" b="1" i="0" kern="0" spc="0">
                  <a:ln w="42811">
                    <a:solidFill>
                      <a:srgbClr val="FFFFFF"/>
                    </a:solidFill>
                    <a:prstDash val="solid"/>
                  </a:ln>
                  <a:solidFill>
                    <a:srgbClr val="FFFFFF"/>
                  </a:solidFill>
                  <a:latin typeface="Inter"/>
                  <a:ea typeface="Inter"/>
                  <a:cs typeface="Inter"/>
                </a:rPr>
                <a:t>&gt;</a:t>
              </a:r>
            </a:p>
          </p:txBody>
        </p:sp>
        <p:sp>
          <p:nvSpPr>
            <p:cNvPr id="116" name="s3 text 62">
              <a:extLst>
                <a:ext uri="{FF2B5EF4-FFF2-40B4-BE49-F238E27FC236}">
                  <a16:creationId xmlns:a16="http://schemas.microsoft.com/office/drawing/2014/main" id="{3451F83C-2578-4FDE-9EA6-9C9452BA3998}"/>
                </a:ext>
              </a:extLst>
            </p:cNvPr>
            <p:cNvSpPr>
              <a:spLocks noGrp="1"/>
            </p:cNvSpPr>
            <p:nvPr/>
          </p:nvSpPr>
          <p:spPr>
            <a:xfrm>
              <a:off x="1648989" y="2339895"/>
              <a:ext cx="201778" cy="260235"/>
            </a:xfrm>
            <a:prstGeom prst="rect">
              <a:avLst/>
            </a:prstGeom>
            <a:noFill/>
            <a:ln w="0">
              <a:noFill/>
              <a:prstDash val="solid"/>
            </a:ln>
          </p:spPr>
          <p:txBody>
            <a:bodyPr wrap="none" lIns="0" tIns="0" rIns="0" bIns="0" anchor="t">
              <a:noAutofit/>
            </a:bodyPr>
            <a:lstStyle>
              <a:defPPr algn="l">
                <a:defRPr sz="1473" b="1" i="0" kern="0" spc="0">
                  <a:solidFill>
                    <a:srgbClr val="1D4ED8"/>
                  </a:solidFill>
                  <a:latin typeface="Inter"/>
                  <a:ea typeface="Inter"/>
                  <a:cs typeface="Inter"/>
                </a:defRPr>
              </a:defPPr>
              <a:lvl1pPr algn="l">
                <a:defRPr sz="1473" b="1" i="0" kern="0" spc="0">
                  <a:solidFill>
                    <a:srgbClr val="1D4ED8"/>
                  </a:solidFill>
                  <a:latin typeface="Inter"/>
                  <a:ea typeface="Inter"/>
                  <a:cs typeface="Inter"/>
                </a:defRPr>
              </a:lvl1pPr>
              <a:lvl2pPr algn="l">
                <a:defRPr sz="1473" b="1" i="0" kern="0" spc="0">
                  <a:solidFill>
                    <a:srgbClr val="1D4ED8"/>
                  </a:solidFill>
                  <a:latin typeface="Inter"/>
                  <a:ea typeface="Inter"/>
                  <a:cs typeface="Inter"/>
                </a:defRPr>
              </a:lvl2pPr>
              <a:lvl3pPr algn="l">
                <a:defRPr sz="1473" b="1" i="0" kern="0" spc="0">
                  <a:solidFill>
                    <a:srgbClr val="1D4ED8"/>
                  </a:solidFill>
                  <a:latin typeface="Inter"/>
                  <a:ea typeface="Inter"/>
                  <a:cs typeface="Inter"/>
                </a:defRPr>
              </a:lvl3pPr>
              <a:lvl4pPr algn="l">
                <a:defRPr sz="1473" b="1" i="0" kern="0" spc="0">
                  <a:solidFill>
                    <a:srgbClr val="1D4ED8"/>
                  </a:solidFill>
                  <a:latin typeface="Inter"/>
                  <a:ea typeface="Inter"/>
                  <a:cs typeface="Inter"/>
                </a:defRPr>
              </a:lvl4pPr>
              <a:lvl5pPr algn="l">
                <a:defRPr sz="1473" b="1" i="0" kern="0" spc="0">
                  <a:solidFill>
                    <a:srgbClr val="1D4ED8"/>
                  </a:solidFill>
                  <a:latin typeface="Inter"/>
                  <a:ea typeface="Inter"/>
                  <a:cs typeface="Inter"/>
                </a:defRPr>
              </a:lvl5pPr>
              <a:lvl6pPr algn="l">
                <a:defRPr sz="1473" b="1" i="0" kern="0" spc="0">
                  <a:solidFill>
                    <a:srgbClr val="1D4ED8"/>
                  </a:solidFill>
                  <a:latin typeface="Inter"/>
                  <a:ea typeface="Inter"/>
                  <a:cs typeface="Inter"/>
                </a:defRPr>
              </a:lvl6pPr>
              <a:lvl7pPr algn="l">
                <a:defRPr sz="1473" b="1" i="0" kern="0" spc="0">
                  <a:solidFill>
                    <a:srgbClr val="1D4ED8"/>
                  </a:solidFill>
                  <a:latin typeface="Inter"/>
                  <a:ea typeface="Inter"/>
                  <a:cs typeface="Inter"/>
                </a:defRPr>
              </a:lvl7pPr>
              <a:lvl8pPr algn="l">
                <a:defRPr sz="1473" b="1" i="0" kern="0" spc="0">
                  <a:solidFill>
                    <a:srgbClr val="1D4ED8"/>
                  </a:solidFill>
                  <a:latin typeface="Inter"/>
                  <a:ea typeface="Inter"/>
                  <a:cs typeface="Inter"/>
                </a:defRPr>
              </a:lvl8pPr>
              <a:lvl9pPr algn="l">
                <a:defRPr sz="1473" b="1" i="0" kern="0" spc="0">
                  <a:solidFill>
                    <a:srgbClr val="1D4ED8"/>
                  </a:solidFill>
                  <a:latin typeface="Inter"/>
                  <a:ea typeface="Inter"/>
                  <a:cs typeface="Inter"/>
                </a:defRPr>
              </a:lvl9pPr>
            </a:lstStyle>
            <a:p>
              <a:pPr algn="l">
                <a:lnSpc>
                  <a:spcPct val="100000"/>
                </a:lnSpc>
                <a:buNone/>
                <a:defRPr sz="1473" b="1" i="0" kern="0" spc="0">
                  <a:solidFill>
                    <a:srgbClr val="1D4ED8"/>
                  </a:solidFill>
                  <a:latin typeface="Inter"/>
                  <a:ea typeface="Inter"/>
                  <a:cs typeface="Inter"/>
                </a:defRPr>
              </a:pPr>
              <a:r>
                <a:rPr sz="1473" b="1" i="0" kern="0" spc="0">
                  <a:solidFill>
                    <a:srgbClr val="1D4ED8"/>
                  </a:solidFill>
                  <a:latin typeface="Inter"/>
                  <a:ea typeface="Inter"/>
                  <a:cs typeface="Inter"/>
                </a:rPr>
                <a:t>&gt;</a:t>
              </a:r>
            </a:p>
          </p:txBody>
        </p:sp>
        <p:sp>
          <p:nvSpPr>
            <p:cNvPr id="117" name="s3 text 63 halo">
              <a:extLst>
                <a:ext uri="{FF2B5EF4-FFF2-40B4-BE49-F238E27FC236}">
                  <a16:creationId xmlns:a16="http://schemas.microsoft.com/office/drawing/2014/main" id="{11932FDC-EF40-4A3B-A567-934A4A26A574}"/>
                </a:ext>
              </a:extLst>
            </p:cNvPr>
            <p:cNvSpPr>
              <a:spLocks noGrp="1"/>
            </p:cNvSpPr>
            <p:nvPr/>
          </p:nvSpPr>
          <p:spPr>
            <a:xfrm>
              <a:off x="1763066" y="2271036"/>
              <a:ext cx="270500" cy="359140"/>
            </a:xfrm>
            <a:prstGeom prst="rect">
              <a:avLst/>
            </a:prstGeom>
            <a:noFill/>
            <a:ln w="0">
              <a:noFill/>
              <a:prstDash val="solid"/>
            </a:ln>
          </p:spPr>
          <p:txBody>
            <a:bodyPr wrap="none" lIns="0" tIns="0" rIns="0" bIns="0" anchor="t">
              <a:noAutofit/>
            </a:bodyPr>
            <a:lstStyle>
              <a:defPPr algn="l">
                <a:defRPr sz="2032" b="1" i="0" kern="0" spc="0">
                  <a:ln w="42811">
                    <a:solidFill>
                      <a:srgbClr val="FFFFFF"/>
                    </a:solidFill>
                    <a:prstDash val="solid"/>
                  </a:ln>
                  <a:solidFill>
                    <a:srgbClr val="FFFFFF"/>
                  </a:solidFill>
                  <a:latin typeface="Inter"/>
                  <a:ea typeface="Inter"/>
                  <a:cs typeface="Inter"/>
                </a:defRPr>
              </a:defPPr>
              <a:lvl1pPr algn="l">
                <a:defRPr sz="2032" b="1" i="0" kern="0" spc="0">
                  <a:ln w="42811">
                    <a:solidFill>
                      <a:srgbClr val="FFFFFF"/>
                    </a:solidFill>
                    <a:prstDash val="solid"/>
                  </a:ln>
                  <a:solidFill>
                    <a:srgbClr val="FFFFFF"/>
                  </a:solidFill>
                  <a:latin typeface="Inter"/>
                  <a:ea typeface="Inter"/>
                  <a:cs typeface="Inter"/>
                </a:defRPr>
              </a:lvl1pPr>
              <a:lvl2pPr algn="l">
                <a:defRPr sz="2032" b="1" i="0" kern="0" spc="0">
                  <a:ln w="42811">
                    <a:solidFill>
                      <a:srgbClr val="FFFFFF"/>
                    </a:solidFill>
                    <a:prstDash val="solid"/>
                  </a:ln>
                  <a:solidFill>
                    <a:srgbClr val="FFFFFF"/>
                  </a:solidFill>
                  <a:latin typeface="Inter"/>
                  <a:ea typeface="Inter"/>
                  <a:cs typeface="Inter"/>
                </a:defRPr>
              </a:lvl2pPr>
              <a:lvl3pPr algn="l">
                <a:defRPr sz="2032" b="1" i="0" kern="0" spc="0">
                  <a:ln w="42811">
                    <a:solidFill>
                      <a:srgbClr val="FFFFFF"/>
                    </a:solidFill>
                    <a:prstDash val="solid"/>
                  </a:ln>
                  <a:solidFill>
                    <a:srgbClr val="FFFFFF"/>
                  </a:solidFill>
                  <a:latin typeface="Inter"/>
                  <a:ea typeface="Inter"/>
                  <a:cs typeface="Inter"/>
                </a:defRPr>
              </a:lvl3pPr>
              <a:lvl4pPr algn="l">
                <a:defRPr sz="2032" b="1" i="0" kern="0" spc="0">
                  <a:ln w="42811">
                    <a:solidFill>
                      <a:srgbClr val="FFFFFF"/>
                    </a:solidFill>
                    <a:prstDash val="solid"/>
                  </a:ln>
                  <a:solidFill>
                    <a:srgbClr val="FFFFFF"/>
                  </a:solidFill>
                  <a:latin typeface="Inter"/>
                  <a:ea typeface="Inter"/>
                  <a:cs typeface="Inter"/>
                </a:defRPr>
              </a:lvl4pPr>
              <a:lvl5pPr algn="l">
                <a:defRPr sz="2032" b="1" i="0" kern="0" spc="0">
                  <a:ln w="42811">
                    <a:solidFill>
                      <a:srgbClr val="FFFFFF"/>
                    </a:solidFill>
                    <a:prstDash val="solid"/>
                  </a:ln>
                  <a:solidFill>
                    <a:srgbClr val="FFFFFF"/>
                  </a:solidFill>
                  <a:latin typeface="Inter"/>
                  <a:ea typeface="Inter"/>
                  <a:cs typeface="Inter"/>
                </a:defRPr>
              </a:lvl5pPr>
              <a:lvl6pPr algn="l">
                <a:defRPr sz="2032" b="1" i="0" kern="0" spc="0">
                  <a:ln w="42811">
                    <a:solidFill>
                      <a:srgbClr val="FFFFFF"/>
                    </a:solidFill>
                    <a:prstDash val="solid"/>
                  </a:ln>
                  <a:solidFill>
                    <a:srgbClr val="FFFFFF"/>
                  </a:solidFill>
                  <a:latin typeface="Inter"/>
                  <a:ea typeface="Inter"/>
                  <a:cs typeface="Inter"/>
                </a:defRPr>
              </a:lvl6pPr>
              <a:lvl7pPr algn="l">
                <a:defRPr sz="2032" b="1" i="0" kern="0" spc="0">
                  <a:ln w="42811">
                    <a:solidFill>
                      <a:srgbClr val="FFFFFF"/>
                    </a:solidFill>
                    <a:prstDash val="solid"/>
                  </a:ln>
                  <a:solidFill>
                    <a:srgbClr val="FFFFFF"/>
                  </a:solidFill>
                  <a:latin typeface="Inter"/>
                  <a:ea typeface="Inter"/>
                  <a:cs typeface="Inter"/>
                </a:defRPr>
              </a:lvl7pPr>
              <a:lvl8pPr algn="l">
                <a:defRPr sz="2032" b="1" i="0" kern="0" spc="0">
                  <a:ln w="42811">
                    <a:solidFill>
                      <a:srgbClr val="FFFFFF"/>
                    </a:solidFill>
                    <a:prstDash val="solid"/>
                  </a:ln>
                  <a:solidFill>
                    <a:srgbClr val="FFFFFF"/>
                  </a:solidFill>
                  <a:latin typeface="Inter"/>
                  <a:ea typeface="Inter"/>
                  <a:cs typeface="Inter"/>
                </a:defRPr>
              </a:lvl8pPr>
              <a:lvl9pPr algn="l">
                <a:defRPr sz="2032" b="1" i="0" kern="0" spc="0">
                  <a:ln w="42811">
                    <a:solidFill>
                      <a:srgbClr val="FFFFFF"/>
                    </a:solidFill>
                    <a:prstDash val="solid"/>
                  </a:ln>
                  <a:solidFill>
                    <a:srgbClr val="FFFFFF"/>
                  </a:solidFill>
                  <a:latin typeface="Inter"/>
                  <a:ea typeface="Inter"/>
                  <a:cs typeface="Inter"/>
                </a:defRPr>
              </a:lvl9pPr>
            </a:lstStyle>
            <a:p>
              <a:pPr algn="l">
                <a:lnSpc>
                  <a:spcPct val="100000"/>
                </a:lnSpc>
                <a:buNone/>
                <a:defRPr sz="2032" b="1" i="0" kern="0" spc="0">
                  <a:solidFill>
                    <a:srgbClr val="FFFFFF"/>
                  </a:solidFill>
                  <a:latin typeface="Inter"/>
                  <a:ea typeface="Inter"/>
                  <a:cs typeface="Inter"/>
                </a:defRPr>
              </a:pPr>
              <a:r>
                <a:rPr sz="2032" b="1" i="0" kern="0" spc="0">
                  <a:ln w="42811">
                    <a:solidFill>
                      <a:srgbClr val="FFFFFF"/>
                    </a:solidFill>
                    <a:prstDash val="solid"/>
                  </a:ln>
                  <a:solidFill>
                    <a:srgbClr val="FFFFFF"/>
                  </a:solidFill>
                  <a:latin typeface="Inter"/>
                  <a:ea typeface="Inter"/>
                  <a:cs typeface="Inter"/>
                </a:rPr>
                <a:t>P</a:t>
              </a:r>
            </a:p>
          </p:txBody>
        </p:sp>
        <p:sp>
          <p:nvSpPr>
            <p:cNvPr id="118" name="s3 text 63">
              <a:extLst>
                <a:ext uri="{FF2B5EF4-FFF2-40B4-BE49-F238E27FC236}">
                  <a16:creationId xmlns:a16="http://schemas.microsoft.com/office/drawing/2014/main" id="{50BD44AD-ED02-47A0-A046-89251C799B83}"/>
                </a:ext>
              </a:extLst>
            </p:cNvPr>
            <p:cNvSpPr>
              <a:spLocks noGrp="1"/>
            </p:cNvSpPr>
            <p:nvPr/>
          </p:nvSpPr>
          <p:spPr>
            <a:xfrm>
              <a:off x="1763066" y="2271036"/>
              <a:ext cx="270500" cy="359140"/>
            </a:xfrm>
            <a:prstGeom prst="rect">
              <a:avLst/>
            </a:prstGeom>
            <a:noFill/>
            <a:ln w="0">
              <a:noFill/>
              <a:prstDash val="solid"/>
            </a:ln>
          </p:spPr>
          <p:txBody>
            <a:bodyPr wrap="none" lIns="0" tIns="0" rIns="0" bIns="0" anchor="t">
              <a:noAutofit/>
            </a:bodyPr>
            <a:lstStyle>
              <a:defPPr algn="l">
                <a:defRPr sz="2032" b="1" i="0" kern="0" spc="0">
                  <a:solidFill>
                    <a:srgbClr val="1D4ED8"/>
                  </a:solidFill>
                  <a:latin typeface="Inter"/>
                  <a:ea typeface="Inter"/>
                  <a:cs typeface="Inter"/>
                </a:defRPr>
              </a:defPPr>
              <a:lvl1pPr algn="l">
                <a:defRPr sz="2032" b="1" i="0" kern="0" spc="0">
                  <a:solidFill>
                    <a:srgbClr val="1D4ED8"/>
                  </a:solidFill>
                  <a:latin typeface="Inter"/>
                  <a:ea typeface="Inter"/>
                  <a:cs typeface="Inter"/>
                </a:defRPr>
              </a:lvl1pPr>
              <a:lvl2pPr algn="l">
                <a:defRPr sz="2032" b="1" i="0" kern="0" spc="0">
                  <a:solidFill>
                    <a:srgbClr val="1D4ED8"/>
                  </a:solidFill>
                  <a:latin typeface="Inter"/>
                  <a:ea typeface="Inter"/>
                  <a:cs typeface="Inter"/>
                </a:defRPr>
              </a:lvl2pPr>
              <a:lvl3pPr algn="l">
                <a:defRPr sz="2032" b="1" i="0" kern="0" spc="0">
                  <a:solidFill>
                    <a:srgbClr val="1D4ED8"/>
                  </a:solidFill>
                  <a:latin typeface="Inter"/>
                  <a:ea typeface="Inter"/>
                  <a:cs typeface="Inter"/>
                </a:defRPr>
              </a:lvl3pPr>
              <a:lvl4pPr algn="l">
                <a:defRPr sz="2032" b="1" i="0" kern="0" spc="0">
                  <a:solidFill>
                    <a:srgbClr val="1D4ED8"/>
                  </a:solidFill>
                  <a:latin typeface="Inter"/>
                  <a:ea typeface="Inter"/>
                  <a:cs typeface="Inter"/>
                </a:defRPr>
              </a:lvl4pPr>
              <a:lvl5pPr algn="l">
                <a:defRPr sz="2032" b="1" i="0" kern="0" spc="0">
                  <a:solidFill>
                    <a:srgbClr val="1D4ED8"/>
                  </a:solidFill>
                  <a:latin typeface="Inter"/>
                  <a:ea typeface="Inter"/>
                  <a:cs typeface="Inter"/>
                </a:defRPr>
              </a:lvl5pPr>
              <a:lvl6pPr algn="l">
                <a:defRPr sz="2032" b="1" i="0" kern="0" spc="0">
                  <a:solidFill>
                    <a:srgbClr val="1D4ED8"/>
                  </a:solidFill>
                  <a:latin typeface="Inter"/>
                  <a:ea typeface="Inter"/>
                  <a:cs typeface="Inter"/>
                </a:defRPr>
              </a:lvl6pPr>
              <a:lvl7pPr algn="l">
                <a:defRPr sz="2032" b="1" i="0" kern="0" spc="0">
                  <a:solidFill>
                    <a:srgbClr val="1D4ED8"/>
                  </a:solidFill>
                  <a:latin typeface="Inter"/>
                  <a:ea typeface="Inter"/>
                  <a:cs typeface="Inter"/>
                </a:defRPr>
              </a:lvl7pPr>
              <a:lvl8pPr algn="l">
                <a:defRPr sz="2032" b="1" i="0" kern="0" spc="0">
                  <a:solidFill>
                    <a:srgbClr val="1D4ED8"/>
                  </a:solidFill>
                  <a:latin typeface="Inter"/>
                  <a:ea typeface="Inter"/>
                  <a:cs typeface="Inter"/>
                </a:defRPr>
              </a:lvl8pPr>
              <a:lvl9pPr algn="l">
                <a:defRPr sz="2032" b="1" i="0" kern="0" spc="0">
                  <a:solidFill>
                    <a:srgbClr val="1D4ED8"/>
                  </a:solidFill>
                  <a:latin typeface="Inter"/>
                  <a:ea typeface="Inter"/>
                  <a:cs typeface="Inter"/>
                </a:defRPr>
              </a:lvl9pPr>
            </a:lstStyle>
            <a:p>
              <a:pPr algn="l">
                <a:lnSpc>
                  <a:spcPct val="100000"/>
                </a:lnSpc>
                <a:buNone/>
                <a:defRPr sz="2032" b="1" i="0" kern="0" spc="0">
                  <a:solidFill>
                    <a:srgbClr val="1D4ED8"/>
                  </a:solidFill>
                  <a:latin typeface="Inter"/>
                  <a:ea typeface="Inter"/>
                  <a:cs typeface="Inter"/>
                </a:defRPr>
              </a:pPr>
              <a:r>
                <a:rPr sz="2032" b="1" i="0" kern="0" spc="0">
                  <a:solidFill>
                    <a:srgbClr val="1D4ED8"/>
                  </a:solidFill>
                  <a:latin typeface="Inter"/>
                  <a:ea typeface="Inter"/>
                  <a:cs typeface="Inter"/>
                </a:rPr>
                <a:t>P</a:t>
              </a:r>
            </a:p>
          </p:txBody>
        </p:sp>
        <p:sp>
          <p:nvSpPr>
            <p:cNvPr id="119" name="s3 text 64 halo">
              <a:extLst>
                <a:ext uri="{FF2B5EF4-FFF2-40B4-BE49-F238E27FC236}">
                  <a16:creationId xmlns:a16="http://schemas.microsoft.com/office/drawing/2014/main" id="{D180F7F3-FF7A-4524-B5D1-5C9F30ECC162}"/>
                </a:ext>
              </a:extLst>
            </p:cNvPr>
            <p:cNvSpPr>
              <a:spLocks noGrp="1"/>
            </p:cNvSpPr>
            <p:nvPr/>
          </p:nvSpPr>
          <p:spPr>
            <a:xfrm>
              <a:off x="1886519" y="2431895"/>
              <a:ext cx="168516" cy="187572"/>
            </a:xfrm>
            <a:prstGeom prst="rect">
              <a:avLst/>
            </a:prstGeom>
            <a:noFill/>
            <a:ln w="0">
              <a:noFill/>
              <a:prstDash val="solid"/>
            </a:ln>
          </p:spPr>
          <p:txBody>
            <a:bodyPr wrap="none" lIns="0" tIns="0" rIns="0" bIns="0" anchor="t">
              <a:noAutofit/>
            </a:bodyPr>
            <a:lstStyle>
              <a:defPPr algn="l">
                <a:defRPr sz="1061" b="1" i="0" kern="0" spc="0">
                  <a:ln w="42811">
                    <a:solidFill>
                      <a:srgbClr val="FFFFFF"/>
                    </a:solidFill>
                    <a:prstDash val="solid"/>
                  </a:ln>
                  <a:solidFill>
                    <a:srgbClr val="FFFFFF"/>
                  </a:solidFill>
                  <a:latin typeface="Inter"/>
                  <a:ea typeface="Inter"/>
                  <a:cs typeface="Inter"/>
                </a:defRPr>
              </a:defPPr>
              <a:lvl1pPr algn="l">
                <a:defRPr sz="1061" b="1" i="0" kern="0" spc="0">
                  <a:ln w="42811">
                    <a:solidFill>
                      <a:srgbClr val="FFFFFF"/>
                    </a:solidFill>
                    <a:prstDash val="solid"/>
                  </a:ln>
                  <a:solidFill>
                    <a:srgbClr val="FFFFFF"/>
                  </a:solidFill>
                  <a:latin typeface="Inter"/>
                  <a:ea typeface="Inter"/>
                  <a:cs typeface="Inter"/>
                </a:defRPr>
              </a:lvl1pPr>
              <a:lvl2pPr algn="l">
                <a:defRPr sz="1061" b="1" i="0" kern="0" spc="0">
                  <a:ln w="42811">
                    <a:solidFill>
                      <a:srgbClr val="FFFFFF"/>
                    </a:solidFill>
                    <a:prstDash val="solid"/>
                  </a:ln>
                  <a:solidFill>
                    <a:srgbClr val="FFFFFF"/>
                  </a:solidFill>
                  <a:latin typeface="Inter"/>
                  <a:ea typeface="Inter"/>
                  <a:cs typeface="Inter"/>
                </a:defRPr>
              </a:lvl2pPr>
              <a:lvl3pPr algn="l">
                <a:defRPr sz="1061" b="1" i="0" kern="0" spc="0">
                  <a:ln w="42811">
                    <a:solidFill>
                      <a:srgbClr val="FFFFFF"/>
                    </a:solidFill>
                    <a:prstDash val="solid"/>
                  </a:ln>
                  <a:solidFill>
                    <a:srgbClr val="FFFFFF"/>
                  </a:solidFill>
                  <a:latin typeface="Inter"/>
                  <a:ea typeface="Inter"/>
                  <a:cs typeface="Inter"/>
                </a:defRPr>
              </a:lvl3pPr>
              <a:lvl4pPr algn="l">
                <a:defRPr sz="1061" b="1" i="0" kern="0" spc="0">
                  <a:ln w="42811">
                    <a:solidFill>
                      <a:srgbClr val="FFFFFF"/>
                    </a:solidFill>
                    <a:prstDash val="solid"/>
                  </a:ln>
                  <a:solidFill>
                    <a:srgbClr val="FFFFFF"/>
                  </a:solidFill>
                  <a:latin typeface="Inter"/>
                  <a:ea typeface="Inter"/>
                  <a:cs typeface="Inter"/>
                </a:defRPr>
              </a:lvl4pPr>
              <a:lvl5pPr algn="l">
                <a:defRPr sz="1061" b="1" i="0" kern="0" spc="0">
                  <a:ln w="42811">
                    <a:solidFill>
                      <a:srgbClr val="FFFFFF"/>
                    </a:solidFill>
                    <a:prstDash val="solid"/>
                  </a:ln>
                  <a:solidFill>
                    <a:srgbClr val="FFFFFF"/>
                  </a:solidFill>
                  <a:latin typeface="Inter"/>
                  <a:ea typeface="Inter"/>
                  <a:cs typeface="Inter"/>
                </a:defRPr>
              </a:lvl5pPr>
              <a:lvl6pPr algn="l">
                <a:defRPr sz="1061" b="1" i="0" kern="0" spc="0">
                  <a:ln w="42811">
                    <a:solidFill>
                      <a:srgbClr val="FFFFFF"/>
                    </a:solidFill>
                    <a:prstDash val="solid"/>
                  </a:ln>
                  <a:solidFill>
                    <a:srgbClr val="FFFFFF"/>
                  </a:solidFill>
                  <a:latin typeface="Inter"/>
                  <a:ea typeface="Inter"/>
                  <a:cs typeface="Inter"/>
                </a:defRPr>
              </a:lvl6pPr>
              <a:lvl7pPr algn="l">
                <a:defRPr sz="1061" b="1" i="0" kern="0" spc="0">
                  <a:ln w="42811">
                    <a:solidFill>
                      <a:srgbClr val="FFFFFF"/>
                    </a:solidFill>
                    <a:prstDash val="solid"/>
                  </a:ln>
                  <a:solidFill>
                    <a:srgbClr val="FFFFFF"/>
                  </a:solidFill>
                  <a:latin typeface="Inter"/>
                  <a:ea typeface="Inter"/>
                  <a:cs typeface="Inter"/>
                </a:defRPr>
              </a:lvl7pPr>
              <a:lvl8pPr algn="l">
                <a:defRPr sz="1061" b="1" i="0" kern="0" spc="0">
                  <a:ln w="42811">
                    <a:solidFill>
                      <a:srgbClr val="FFFFFF"/>
                    </a:solidFill>
                    <a:prstDash val="solid"/>
                  </a:ln>
                  <a:solidFill>
                    <a:srgbClr val="FFFFFF"/>
                  </a:solidFill>
                  <a:latin typeface="Inter"/>
                  <a:ea typeface="Inter"/>
                  <a:cs typeface="Inter"/>
                </a:defRPr>
              </a:lvl8pPr>
              <a:lvl9pPr algn="l">
                <a:defRPr sz="1061" b="1" i="0" kern="0" spc="0">
                  <a:ln w="42811">
                    <a:solidFill>
                      <a:srgbClr val="FFFFFF"/>
                    </a:solidFill>
                    <a:prstDash val="solid"/>
                  </a:ln>
                  <a:solidFill>
                    <a:srgbClr val="FFFFFF"/>
                  </a:solidFill>
                  <a:latin typeface="Inter"/>
                  <a:ea typeface="Inter"/>
                  <a:cs typeface="Inter"/>
                </a:defRPr>
              </a:lvl9pPr>
            </a:lstStyle>
            <a:p>
              <a:pPr algn="l">
                <a:lnSpc>
                  <a:spcPct val="100000"/>
                </a:lnSpc>
                <a:buNone/>
                <a:defRPr sz="1061" b="1" i="0" kern="0" spc="0">
                  <a:solidFill>
                    <a:srgbClr val="FFFFFF"/>
                  </a:solidFill>
                  <a:latin typeface="Inter"/>
                  <a:ea typeface="Inter"/>
                  <a:cs typeface="Inter"/>
                </a:defRPr>
              </a:pPr>
              <a:r>
                <a:rPr sz="1061" b="1" i="0" kern="0" spc="0">
                  <a:ln w="42811">
                    <a:solidFill>
                      <a:srgbClr val="FFFFFF"/>
                    </a:solidFill>
                    <a:prstDash val="solid"/>
                  </a:ln>
                  <a:solidFill>
                    <a:srgbClr val="FFFFFF"/>
                  </a:solidFill>
                  <a:latin typeface="Inter"/>
                  <a:ea typeface="Inter"/>
                  <a:cs typeface="Inter"/>
                </a:rPr>
                <a:t>w</a:t>
              </a:r>
            </a:p>
          </p:txBody>
        </p:sp>
        <p:sp>
          <p:nvSpPr>
            <p:cNvPr id="120" name="s3 text 64">
              <a:extLst>
                <a:ext uri="{FF2B5EF4-FFF2-40B4-BE49-F238E27FC236}">
                  <a16:creationId xmlns:a16="http://schemas.microsoft.com/office/drawing/2014/main" id="{38753A0F-EA94-4C68-AF23-F05DC8AE0B9D}"/>
                </a:ext>
              </a:extLst>
            </p:cNvPr>
            <p:cNvSpPr>
              <a:spLocks noGrp="1"/>
            </p:cNvSpPr>
            <p:nvPr/>
          </p:nvSpPr>
          <p:spPr>
            <a:xfrm>
              <a:off x="1886519" y="2431895"/>
              <a:ext cx="168516" cy="187572"/>
            </a:xfrm>
            <a:prstGeom prst="rect">
              <a:avLst/>
            </a:prstGeom>
            <a:noFill/>
            <a:ln w="0">
              <a:noFill/>
              <a:prstDash val="solid"/>
            </a:ln>
          </p:spPr>
          <p:txBody>
            <a:bodyPr wrap="none" lIns="0" tIns="0" rIns="0" bIns="0" anchor="t">
              <a:noAutofit/>
            </a:bodyPr>
            <a:lstStyle>
              <a:defPPr algn="l">
                <a:defRPr sz="1061" b="1" i="0" kern="0" spc="0">
                  <a:solidFill>
                    <a:srgbClr val="1D4ED8"/>
                  </a:solidFill>
                  <a:latin typeface="Inter"/>
                  <a:ea typeface="Inter"/>
                  <a:cs typeface="Inter"/>
                </a:defRPr>
              </a:defPPr>
              <a:lvl1pPr algn="l">
                <a:defRPr sz="1061" b="1" i="0" kern="0" spc="0">
                  <a:solidFill>
                    <a:srgbClr val="1D4ED8"/>
                  </a:solidFill>
                  <a:latin typeface="Inter"/>
                  <a:ea typeface="Inter"/>
                  <a:cs typeface="Inter"/>
                </a:defRPr>
              </a:lvl1pPr>
              <a:lvl2pPr algn="l">
                <a:defRPr sz="1061" b="1" i="0" kern="0" spc="0">
                  <a:solidFill>
                    <a:srgbClr val="1D4ED8"/>
                  </a:solidFill>
                  <a:latin typeface="Inter"/>
                  <a:ea typeface="Inter"/>
                  <a:cs typeface="Inter"/>
                </a:defRPr>
              </a:lvl2pPr>
              <a:lvl3pPr algn="l">
                <a:defRPr sz="1061" b="1" i="0" kern="0" spc="0">
                  <a:solidFill>
                    <a:srgbClr val="1D4ED8"/>
                  </a:solidFill>
                  <a:latin typeface="Inter"/>
                  <a:ea typeface="Inter"/>
                  <a:cs typeface="Inter"/>
                </a:defRPr>
              </a:lvl3pPr>
              <a:lvl4pPr algn="l">
                <a:defRPr sz="1061" b="1" i="0" kern="0" spc="0">
                  <a:solidFill>
                    <a:srgbClr val="1D4ED8"/>
                  </a:solidFill>
                  <a:latin typeface="Inter"/>
                  <a:ea typeface="Inter"/>
                  <a:cs typeface="Inter"/>
                </a:defRPr>
              </a:lvl4pPr>
              <a:lvl5pPr algn="l">
                <a:defRPr sz="1061" b="1" i="0" kern="0" spc="0">
                  <a:solidFill>
                    <a:srgbClr val="1D4ED8"/>
                  </a:solidFill>
                  <a:latin typeface="Inter"/>
                  <a:ea typeface="Inter"/>
                  <a:cs typeface="Inter"/>
                </a:defRPr>
              </a:lvl5pPr>
              <a:lvl6pPr algn="l">
                <a:defRPr sz="1061" b="1" i="0" kern="0" spc="0">
                  <a:solidFill>
                    <a:srgbClr val="1D4ED8"/>
                  </a:solidFill>
                  <a:latin typeface="Inter"/>
                  <a:ea typeface="Inter"/>
                  <a:cs typeface="Inter"/>
                </a:defRPr>
              </a:lvl6pPr>
              <a:lvl7pPr algn="l">
                <a:defRPr sz="1061" b="1" i="0" kern="0" spc="0">
                  <a:solidFill>
                    <a:srgbClr val="1D4ED8"/>
                  </a:solidFill>
                  <a:latin typeface="Inter"/>
                  <a:ea typeface="Inter"/>
                  <a:cs typeface="Inter"/>
                </a:defRPr>
              </a:lvl7pPr>
              <a:lvl8pPr algn="l">
                <a:defRPr sz="1061" b="1" i="0" kern="0" spc="0">
                  <a:solidFill>
                    <a:srgbClr val="1D4ED8"/>
                  </a:solidFill>
                  <a:latin typeface="Inter"/>
                  <a:ea typeface="Inter"/>
                  <a:cs typeface="Inter"/>
                </a:defRPr>
              </a:lvl8pPr>
              <a:lvl9pPr algn="l">
                <a:defRPr sz="1061" b="1" i="0" kern="0" spc="0">
                  <a:solidFill>
                    <a:srgbClr val="1D4ED8"/>
                  </a:solidFill>
                  <a:latin typeface="Inter"/>
                  <a:ea typeface="Inter"/>
                  <a:cs typeface="Inter"/>
                </a:defRPr>
              </a:lvl9pPr>
            </a:lstStyle>
            <a:p>
              <a:pPr algn="l">
                <a:lnSpc>
                  <a:spcPct val="100000"/>
                </a:lnSpc>
                <a:buNone/>
                <a:defRPr sz="1061" b="1" i="0" kern="0" spc="0">
                  <a:solidFill>
                    <a:srgbClr val="1D4ED8"/>
                  </a:solidFill>
                  <a:latin typeface="Inter"/>
                  <a:ea typeface="Inter"/>
                  <a:cs typeface="Inter"/>
                </a:defRPr>
              </a:pPr>
              <a:r>
                <a:rPr sz="1061" b="1" i="0" kern="0" spc="0">
                  <a:solidFill>
                    <a:srgbClr val="1D4ED8"/>
                  </a:solidFill>
                  <a:latin typeface="Inter"/>
                  <a:ea typeface="Inter"/>
                  <a:cs typeface="Inter"/>
                </a:rPr>
                <a:t>w</a:t>
              </a:r>
            </a:p>
          </p:txBody>
        </p:sp>
        <p:sp>
          <p:nvSpPr>
            <p:cNvPr id="121" name="s3 text 65 halo">
              <a:extLst>
                <a:ext uri="{FF2B5EF4-FFF2-40B4-BE49-F238E27FC236}">
                  <a16:creationId xmlns:a16="http://schemas.microsoft.com/office/drawing/2014/main" id="{6598091D-21CF-486D-82EF-C1B951340F88}"/>
                </a:ext>
              </a:extLst>
            </p:cNvPr>
            <p:cNvSpPr>
              <a:spLocks noGrp="1"/>
            </p:cNvSpPr>
            <p:nvPr/>
          </p:nvSpPr>
          <p:spPr>
            <a:xfrm>
              <a:off x="1977155" y="2348658"/>
              <a:ext cx="261833" cy="247388"/>
            </a:xfrm>
            <a:prstGeom prst="rect">
              <a:avLst/>
            </a:prstGeom>
            <a:noFill/>
            <a:ln w="0">
              <a:noFill/>
              <a:prstDash val="solid"/>
            </a:ln>
          </p:spPr>
          <p:txBody>
            <a:bodyPr wrap="none" lIns="0" tIns="0" rIns="0" bIns="0" anchor="t">
              <a:noAutofit/>
            </a:bodyPr>
            <a:lstStyle>
              <a:defPPr algn="l">
                <a:defRPr sz="1473" b="1" i="0" kern="0" spc="0">
                  <a:ln w="42811">
                    <a:solidFill>
                      <a:srgbClr val="FFFFFF"/>
                    </a:solidFill>
                    <a:prstDash val="solid"/>
                  </a:ln>
                  <a:solidFill>
                    <a:srgbClr val="FFFFFF"/>
                  </a:solidFill>
                  <a:latin typeface="Arial"/>
                  <a:ea typeface="Arial"/>
                  <a:cs typeface="Arial"/>
                </a:defRPr>
              </a:defPPr>
              <a:lvl1pPr algn="l">
                <a:defRPr sz="1473" b="1" i="0" kern="0" spc="0">
                  <a:ln w="42811">
                    <a:solidFill>
                      <a:srgbClr val="FFFFFF"/>
                    </a:solidFill>
                    <a:prstDash val="solid"/>
                  </a:ln>
                  <a:solidFill>
                    <a:srgbClr val="FFFFFF"/>
                  </a:solidFill>
                  <a:latin typeface="Arial"/>
                  <a:ea typeface="Arial"/>
                  <a:cs typeface="Arial"/>
                </a:defRPr>
              </a:lvl1pPr>
              <a:lvl2pPr algn="l">
                <a:defRPr sz="1473" b="1" i="0" kern="0" spc="0">
                  <a:ln w="42811">
                    <a:solidFill>
                      <a:srgbClr val="FFFFFF"/>
                    </a:solidFill>
                    <a:prstDash val="solid"/>
                  </a:ln>
                  <a:solidFill>
                    <a:srgbClr val="FFFFFF"/>
                  </a:solidFill>
                  <a:latin typeface="Arial"/>
                  <a:ea typeface="Arial"/>
                  <a:cs typeface="Arial"/>
                </a:defRPr>
              </a:lvl2pPr>
              <a:lvl3pPr algn="l">
                <a:defRPr sz="1473" b="1" i="0" kern="0" spc="0">
                  <a:ln w="42811">
                    <a:solidFill>
                      <a:srgbClr val="FFFFFF"/>
                    </a:solidFill>
                    <a:prstDash val="solid"/>
                  </a:ln>
                  <a:solidFill>
                    <a:srgbClr val="FFFFFF"/>
                  </a:solidFill>
                  <a:latin typeface="Arial"/>
                  <a:ea typeface="Arial"/>
                  <a:cs typeface="Arial"/>
                </a:defRPr>
              </a:lvl3pPr>
              <a:lvl4pPr algn="l">
                <a:defRPr sz="1473" b="1" i="0" kern="0" spc="0">
                  <a:ln w="42811">
                    <a:solidFill>
                      <a:srgbClr val="FFFFFF"/>
                    </a:solidFill>
                    <a:prstDash val="solid"/>
                  </a:ln>
                  <a:solidFill>
                    <a:srgbClr val="FFFFFF"/>
                  </a:solidFill>
                  <a:latin typeface="Arial"/>
                  <a:ea typeface="Arial"/>
                  <a:cs typeface="Arial"/>
                </a:defRPr>
              </a:lvl4pPr>
              <a:lvl5pPr algn="l">
                <a:defRPr sz="1473" b="1" i="0" kern="0" spc="0">
                  <a:ln w="42811">
                    <a:solidFill>
                      <a:srgbClr val="FFFFFF"/>
                    </a:solidFill>
                    <a:prstDash val="solid"/>
                  </a:ln>
                  <a:solidFill>
                    <a:srgbClr val="FFFFFF"/>
                  </a:solidFill>
                  <a:latin typeface="Arial"/>
                  <a:ea typeface="Arial"/>
                  <a:cs typeface="Arial"/>
                </a:defRPr>
              </a:lvl5pPr>
              <a:lvl6pPr algn="l">
                <a:defRPr sz="1473" b="1" i="0" kern="0" spc="0">
                  <a:ln w="42811">
                    <a:solidFill>
                      <a:srgbClr val="FFFFFF"/>
                    </a:solidFill>
                    <a:prstDash val="solid"/>
                  </a:ln>
                  <a:solidFill>
                    <a:srgbClr val="FFFFFF"/>
                  </a:solidFill>
                  <a:latin typeface="Arial"/>
                  <a:ea typeface="Arial"/>
                  <a:cs typeface="Arial"/>
                </a:defRPr>
              </a:lvl6pPr>
              <a:lvl7pPr algn="l">
                <a:defRPr sz="1473" b="1" i="0" kern="0" spc="0">
                  <a:ln w="42811">
                    <a:solidFill>
                      <a:srgbClr val="FFFFFF"/>
                    </a:solidFill>
                    <a:prstDash val="solid"/>
                  </a:ln>
                  <a:solidFill>
                    <a:srgbClr val="FFFFFF"/>
                  </a:solidFill>
                  <a:latin typeface="Arial"/>
                  <a:ea typeface="Arial"/>
                  <a:cs typeface="Arial"/>
                </a:defRPr>
              </a:lvl7pPr>
              <a:lvl8pPr algn="l">
                <a:defRPr sz="1473" b="1" i="0" kern="0" spc="0">
                  <a:ln w="42811">
                    <a:solidFill>
                      <a:srgbClr val="FFFFFF"/>
                    </a:solidFill>
                    <a:prstDash val="solid"/>
                  </a:ln>
                  <a:solidFill>
                    <a:srgbClr val="FFFFFF"/>
                  </a:solidFill>
                  <a:latin typeface="Arial"/>
                  <a:ea typeface="Arial"/>
                  <a:cs typeface="Arial"/>
                </a:defRPr>
              </a:lvl8pPr>
              <a:lvl9pPr algn="l">
                <a:defRPr sz="1473" b="1" i="0" kern="0" spc="0">
                  <a:ln w="42811">
                    <a:solidFill>
                      <a:srgbClr val="FFFFFF"/>
                    </a:solidFill>
                    <a:prstDash val="solid"/>
                  </a:ln>
                  <a:solidFill>
                    <a:srgbClr val="FFFFFF"/>
                  </a:solidFill>
                  <a:latin typeface="Arial"/>
                  <a:ea typeface="Arial"/>
                  <a:cs typeface="Arial"/>
                </a:defRPr>
              </a:lvl9pPr>
            </a:lstStyle>
            <a:p>
              <a:pPr algn="l">
                <a:lnSpc>
                  <a:spcPct val="100000"/>
                </a:lnSpc>
                <a:buNone/>
                <a:defRPr sz="1473" b="1" i="0" kern="0" spc="0">
                  <a:solidFill>
                    <a:srgbClr val="FFFFFF"/>
                  </a:solidFill>
                  <a:latin typeface="Arial"/>
                  <a:ea typeface="Arial"/>
                  <a:cs typeface="Arial"/>
                </a:defRPr>
              </a:pPr>
              <a:r>
                <a:rPr sz="1473" b="1" i="0" kern="0" spc="0">
                  <a:ln w="42811">
                    <a:solidFill>
                      <a:srgbClr val="FFFFFF"/>
                    </a:solidFill>
                    <a:prstDash val="solid"/>
                  </a:ln>
                  <a:solidFill>
                    <a:srgbClr val="FFFFFF"/>
                  </a:solidFill>
                  <a:latin typeface="Arial"/>
                  <a:ea typeface="Arial"/>
                  <a:cs typeface="Arial"/>
                </a:rPr>
                <a:t>→</a:t>
              </a:r>
            </a:p>
          </p:txBody>
        </p:sp>
        <p:sp>
          <p:nvSpPr>
            <p:cNvPr id="122" name="s3 text 65">
              <a:extLst>
                <a:ext uri="{FF2B5EF4-FFF2-40B4-BE49-F238E27FC236}">
                  <a16:creationId xmlns:a16="http://schemas.microsoft.com/office/drawing/2014/main" id="{9AFED1BA-0207-4B09-880A-52E5AB7BF04D}"/>
                </a:ext>
              </a:extLst>
            </p:cNvPr>
            <p:cNvSpPr>
              <a:spLocks noGrp="1"/>
            </p:cNvSpPr>
            <p:nvPr/>
          </p:nvSpPr>
          <p:spPr>
            <a:xfrm>
              <a:off x="1977155" y="2348658"/>
              <a:ext cx="261833" cy="247388"/>
            </a:xfrm>
            <a:prstGeom prst="rect">
              <a:avLst/>
            </a:prstGeom>
            <a:noFill/>
            <a:ln w="0">
              <a:noFill/>
              <a:prstDash val="solid"/>
            </a:ln>
          </p:spPr>
          <p:txBody>
            <a:bodyPr wrap="none" lIns="0" tIns="0" rIns="0" bIns="0" anchor="t">
              <a:noAutofit/>
            </a:bodyPr>
            <a:lstStyle>
              <a:defPPr algn="l">
                <a:defRPr sz="1473" b="1" i="0" kern="0" spc="0">
                  <a:solidFill>
                    <a:srgbClr val="1D4ED8"/>
                  </a:solidFill>
                  <a:latin typeface="Arial"/>
                  <a:ea typeface="Arial"/>
                  <a:cs typeface="Arial"/>
                </a:defRPr>
              </a:defPPr>
              <a:lvl1pPr algn="l">
                <a:defRPr sz="1473" b="1" i="0" kern="0" spc="0">
                  <a:solidFill>
                    <a:srgbClr val="1D4ED8"/>
                  </a:solidFill>
                  <a:latin typeface="Arial"/>
                  <a:ea typeface="Arial"/>
                  <a:cs typeface="Arial"/>
                </a:defRPr>
              </a:lvl1pPr>
              <a:lvl2pPr algn="l">
                <a:defRPr sz="1473" b="1" i="0" kern="0" spc="0">
                  <a:solidFill>
                    <a:srgbClr val="1D4ED8"/>
                  </a:solidFill>
                  <a:latin typeface="Arial"/>
                  <a:ea typeface="Arial"/>
                  <a:cs typeface="Arial"/>
                </a:defRPr>
              </a:lvl2pPr>
              <a:lvl3pPr algn="l">
                <a:defRPr sz="1473" b="1" i="0" kern="0" spc="0">
                  <a:solidFill>
                    <a:srgbClr val="1D4ED8"/>
                  </a:solidFill>
                  <a:latin typeface="Arial"/>
                  <a:ea typeface="Arial"/>
                  <a:cs typeface="Arial"/>
                </a:defRPr>
              </a:lvl3pPr>
              <a:lvl4pPr algn="l">
                <a:defRPr sz="1473" b="1" i="0" kern="0" spc="0">
                  <a:solidFill>
                    <a:srgbClr val="1D4ED8"/>
                  </a:solidFill>
                  <a:latin typeface="Arial"/>
                  <a:ea typeface="Arial"/>
                  <a:cs typeface="Arial"/>
                </a:defRPr>
              </a:lvl4pPr>
              <a:lvl5pPr algn="l">
                <a:defRPr sz="1473" b="1" i="0" kern="0" spc="0">
                  <a:solidFill>
                    <a:srgbClr val="1D4ED8"/>
                  </a:solidFill>
                  <a:latin typeface="Arial"/>
                  <a:ea typeface="Arial"/>
                  <a:cs typeface="Arial"/>
                </a:defRPr>
              </a:lvl5pPr>
              <a:lvl6pPr algn="l">
                <a:defRPr sz="1473" b="1" i="0" kern="0" spc="0">
                  <a:solidFill>
                    <a:srgbClr val="1D4ED8"/>
                  </a:solidFill>
                  <a:latin typeface="Arial"/>
                  <a:ea typeface="Arial"/>
                  <a:cs typeface="Arial"/>
                </a:defRPr>
              </a:lvl6pPr>
              <a:lvl7pPr algn="l">
                <a:defRPr sz="1473" b="1" i="0" kern="0" spc="0">
                  <a:solidFill>
                    <a:srgbClr val="1D4ED8"/>
                  </a:solidFill>
                  <a:latin typeface="Arial"/>
                  <a:ea typeface="Arial"/>
                  <a:cs typeface="Arial"/>
                </a:defRPr>
              </a:lvl7pPr>
              <a:lvl8pPr algn="l">
                <a:defRPr sz="1473" b="1" i="0" kern="0" spc="0">
                  <a:solidFill>
                    <a:srgbClr val="1D4ED8"/>
                  </a:solidFill>
                  <a:latin typeface="Arial"/>
                  <a:ea typeface="Arial"/>
                  <a:cs typeface="Arial"/>
                </a:defRPr>
              </a:lvl8pPr>
              <a:lvl9pPr algn="l">
                <a:defRPr sz="1473" b="1" i="0" kern="0" spc="0">
                  <a:solidFill>
                    <a:srgbClr val="1D4ED8"/>
                  </a:solidFill>
                  <a:latin typeface="Arial"/>
                  <a:ea typeface="Arial"/>
                  <a:cs typeface="Arial"/>
                </a:defRPr>
              </a:lvl9pPr>
            </a:lstStyle>
            <a:p>
              <a:pPr algn="l">
                <a:lnSpc>
                  <a:spcPct val="100000"/>
                </a:lnSpc>
                <a:buNone/>
                <a:defRPr sz="1473" b="1" i="0" kern="0" spc="0">
                  <a:solidFill>
                    <a:srgbClr val="1D4ED8"/>
                  </a:solidFill>
                  <a:latin typeface="Arial"/>
                  <a:ea typeface="Arial"/>
                  <a:cs typeface="Arial"/>
                </a:defRPr>
              </a:pPr>
              <a:r>
                <a:rPr sz="1473" b="1" i="0" kern="0" spc="0">
                  <a:solidFill>
                    <a:srgbClr val="1D4ED8"/>
                  </a:solidFill>
                  <a:latin typeface="Arial"/>
                  <a:ea typeface="Arial"/>
                  <a:cs typeface="Arial"/>
                </a:rPr>
                <a:t>→</a:t>
              </a:r>
            </a:p>
          </p:txBody>
        </p:sp>
        <p:sp>
          <p:nvSpPr>
            <p:cNvPr id="123" name="s3 text 66 halo">
              <a:extLst>
                <a:ext uri="{FF2B5EF4-FFF2-40B4-BE49-F238E27FC236}">
                  <a16:creationId xmlns:a16="http://schemas.microsoft.com/office/drawing/2014/main" id="{AFDEA2DC-2E1D-44E6-A9C5-F4194E107336}"/>
                </a:ext>
              </a:extLst>
            </p:cNvPr>
            <p:cNvSpPr>
              <a:spLocks noGrp="1"/>
            </p:cNvSpPr>
            <p:nvPr/>
          </p:nvSpPr>
          <p:spPr>
            <a:xfrm>
              <a:off x="2206114" y="2339895"/>
              <a:ext cx="780421" cy="260235"/>
            </a:xfrm>
            <a:prstGeom prst="rect">
              <a:avLst/>
            </a:prstGeom>
            <a:noFill/>
            <a:ln w="0">
              <a:noFill/>
              <a:prstDash val="solid"/>
            </a:ln>
          </p:spPr>
          <p:txBody>
            <a:bodyPr wrap="none" lIns="0" tIns="0" rIns="0" bIns="0" anchor="t">
              <a:noAutofit/>
            </a:bodyPr>
            <a:lstStyle>
              <a:defPPr algn="l">
                <a:defRPr sz="1473" b="1" i="0" kern="0" spc="-9">
                  <a:ln w="42811">
                    <a:solidFill>
                      <a:srgbClr val="FFFFFF"/>
                    </a:solidFill>
                    <a:prstDash val="solid"/>
                  </a:ln>
                  <a:solidFill>
                    <a:srgbClr val="FFFFFF"/>
                  </a:solidFill>
                  <a:latin typeface="Inter"/>
                  <a:ea typeface="Inter"/>
                  <a:cs typeface="Inter"/>
                </a:defRPr>
              </a:defPPr>
              <a:lvl1pPr algn="l">
                <a:defRPr sz="1473" b="1" i="0" kern="0" spc="-9">
                  <a:ln w="42811">
                    <a:solidFill>
                      <a:srgbClr val="FFFFFF"/>
                    </a:solidFill>
                    <a:prstDash val="solid"/>
                  </a:ln>
                  <a:solidFill>
                    <a:srgbClr val="FFFFFF"/>
                  </a:solidFill>
                  <a:latin typeface="Inter"/>
                  <a:ea typeface="Inter"/>
                  <a:cs typeface="Inter"/>
                </a:defRPr>
              </a:lvl1pPr>
              <a:lvl2pPr algn="l">
                <a:defRPr sz="1473" b="1" i="0" kern="0" spc="-9">
                  <a:ln w="42811">
                    <a:solidFill>
                      <a:srgbClr val="FFFFFF"/>
                    </a:solidFill>
                    <a:prstDash val="solid"/>
                  </a:ln>
                  <a:solidFill>
                    <a:srgbClr val="FFFFFF"/>
                  </a:solidFill>
                  <a:latin typeface="Inter"/>
                  <a:ea typeface="Inter"/>
                  <a:cs typeface="Inter"/>
                </a:defRPr>
              </a:lvl2pPr>
              <a:lvl3pPr algn="l">
                <a:defRPr sz="1473" b="1" i="0" kern="0" spc="-9">
                  <a:ln w="42811">
                    <a:solidFill>
                      <a:srgbClr val="FFFFFF"/>
                    </a:solidFill>
                    <a:prstDash val="solid"/>
                  </a:ln>
                  <a:solidFill>
                    <a:srgbClr val="FFFFFF"/>
                  </a:solidFill>
                  <a:latin typeface="Inter"/>
                  <a:ea typeface="Inter"/>
                  <a:cs typeface="Inter"/>
                </a:defRPr>
              </a:lvl3pPr>
              <a:lvl4pPr algn="l">
                <a:defRPr sz="1473" b="1" i="0" kern="0" spc="-9">
                  <a:ln w="42811">
                    <a:solidFill>
                      <a:srgbClr val="FFFFFF"/>
                    </a:solidFill>
                    <a:prstDash val="solid"/>
                  </a:ln>
                  <a:solidFill>
                    <a:srgbClr val="FFFFFF"/>
                  </a:solidFill>
                  <a:latin typeface="Inter"/>
                  <a:ea typeface="Inter"/>
                  <a:cs typeface="Inter"/>
                </a:defRPr>
              </a:lvl4pPr>
              <a:lvl5pPr algn="l">
                <a:defRPr sz="1473" b="1" i="0" kern="0" spc="-9">
                  <a:ln w="42811">
                    <a:solidFill>
                      <a:srgbClr val="FFFFFF"/>
                    </a:solidFill>
                    <a:prstDash val="solid"/>
                  </a:ln>
                  <a:solidFill>
                    <a:srgbClr val="FFFFFF"/>
                  </a:solidFill>
                  <a:latin typeface="Inter"/>
                  <a:ea typeface="Inter"/>
                  <a:cs typeface="Inter"/>
                </a:defRPr>
              </a:lvl5pPr>
              <a:lvl6pPr algn="l">
                <a:defRPr sz="1473" b="1" i="0" kern="0" spc="-9">
                  <a:ln w="42811">
                    <a:solidFill>
                      <a:srgbClr val="FFFFFF"/>
                    </a:solidFill>
                    <a:prstDash val="solid"/>
                  </a:ln>
                  <a:solidFill>
                    <a:srgbClr val="FFFFFF"/>
                  </a:solidFill>
                  <a:latin typeface="Inter"/>
                  <a:ea typeface="Inter"/>
                  <a:cs typeface="Inter"/>
                </a:defRPr>
              </a:lvl6pPr>
              <a:lvl7pPr algn="l">
                <a:defRPr sz="1473" b="1" i="0" kern="0" spc="-9">
                  <a:ln w="42811">
                    <a:solidFill>
                      <a:srgbClr val="FFFFFF"/>
                    </a:solidFill>
                    <a:prstDash val="solid"/>
                  </a:ln>
                  <a:solidFill>
                    <a:srgbClr val="FFFFFF"/>
                  </a:solidFill>
                  <a:latin typeface="Inter"/>
                  <a:ea typeface="Inter"/>
                  <a:cs typeface="Inter"/>
                </a:defRPr>
              </a:lvl7pPr>
              <a:lvl8pPr algn="l">
                <a:defRPr sz="1473" b="1" i="0" kern="0" spc="-9">
                  <a:ln w="42811">
                    <a:solidFill>
                      <a:srgbClr val="FFFFFF"/>
                    </a:solidFill>
                    <a:prstDash val="solid"/>
                  </a:ln>
                  <a:solidFill>
                    <a:srgbClr val="FFFFFF"/>
                  </a:solidFill>
                  <a:latin typeface="Inter"/>
                  <a:ea typeface="Inter"/>
                  <a:cs typeface="Inter"/>
                </a:defRPr>
              </a:lvl8pPr>
              <a:lvl9pPr algn="l">
                <a:defRPr sz="1473" b="1" i="0" kern="0" spc="-9">
                  <a:ln w="42811">
                    <a:solidFill>
                      <a:srgbClr val="FFFFFF"/>
                    </a:solidFill>
                    <a:prstDash val="solid"/>
                  </a:ln>
                  <a:solidFill>
                    <a:srgbClr val="FFFFFF"/>
                  </a:solidFill>
                  <a:latin typeface="Inter"/>
                  <a:ea typeface="Inter"/>
                  <a:cs typeface="Inter"/>
                </a:defRPr>
              </a:lvl9pPr>
            </a:lstStyle>
            <a:p>
              <a:pPr algn="l">
                <a:lnSpc>
                  <a:spcPct val="100000"/>
                </a:lnSpc>
                <a:buNone/>
                <a:defRPr sz="1473" b="1" i="0" kern="0" spc="-9">
                  <a:solidFill>
                    <a:srgbClr val="FFFFFF"/>
                  </a:solidFill>
                  <a:latin typeface="Inter"/>
                  <a:ea typeface="Inter"/>
                  <a:cs typeface="Inter"/>
                </a:defRPr>
              </a:pPr>
              <a:r>
                <a:rPr sz="1473" b="1" i="0" kern="0" spc="-9">
                  <a:ln w="42811">
                    <a:solidFill>
                      <a:srgbClr val="FFFFFF"/>
                    </a:solidFill>
                    <a:prstDash val="solid"/>
                  </a:ln>
                  <a:solidFill>
                    <a:srgbClr val="FFFFFF"/>
                  </a:solidFill>
                  <a:latin typeface="Inter"/>
                  <a:ea typeface="Inter"/>
                  <a:cs typeface="Inter"/>
                </a:rPr>
                <a:t>imports</a:t>
              </a:r>
            </a:p>
          </p:txBody>
        </p:sp>
        <p:sp>
          <p:nvSpPr>
            <p:cNvPr id="124" name="s3 text 66">
              <a:extLst>
                <a:ext uri="{FF2B5EF4-FFF2-40B4-BE49-F238E27FC236}">
                  <a16:creationId xmlns:a16="http://schemas.microsoft.com/office/drawing/2014/main" id="{0B1BE857-32A2-496A-A42A-D67F693D41C2}"/>
                </a:ext>
              </a:extLst>
            </p:cNvPr>
            <p:cNvSpPr>
              <a:spLocks noGrp="1"/>
            </p:cNvSpPr>
            <p:nvPr/>
          </p:nvSpPr>
          <p:spPr>
            <a:xfrm>
              <a:off x="2206114" y="2339895"/>
              <a:ext cx="780421" cy="260235"/>
            </a:xfrm>
            <a:prstGeom prst="rect">
              <a:avLst/>
            </a:prstGeom>
            <a:noFill/>
            <a:ln w="0">
              <a:noFill/>
              <a:prstDash val="solid"/>
            </a:ln>
          </p:spPr>
          <p:txBody>
            <a:bodyPr wrap="none" lIns="0" tIns="0" rIns="0" bIns="0" anchor="t">
              <a:noAutofit/>
            </a:bodyPr>
            <a:lstStyle>
              <a:defPPr algn="l">
                <a:defRPr sz="1473" b="1" i="0" kern="0" spc="-9">
                  <a:solidFill>
                    <a:srgbClr val="1D4ED8"/>
                  </a:solidFill>
                  <a:latin typeface="Inter"/>
                  <a:ea typeface="Inter"/>
                  <a:cs typeface="Inter"/>
                </a:defRPr>
              </a:defPPr>
              <a:lvl1pPr algn="l">
                <a:defRPr sz="1473" b="1" i="0" kern="0" spc="-9">
                  <a:solidFill>
                    <a:srgbClr val="1D4ED8"/>
                  </a:solidFill>
                  <a:latin typeface="Inter"/>
                  <a:ea typeface="Inter"/>
                  <a:cs typeface="Inter"/>
                </a:defRPr>
              </a:lvl1pPr>
              <a:lvl2pPr algn="l">
                <a:defRPr sz="1473" b="1" i="0" kern="0" spc="-9">
                  <a:solidFill>
                    <a:srgbClr val="1D4ED8"/>
                  </a:solidFill>
                  <a:latin typeface="Inter"/>
                  <a:ea typeface="Inter"/>
                  <a:cs typeface="Inter"/>
                </a:defRPr>
              </a:lvl2pPr>
              <a:lvl3pPr algn="l">
                <a:defRPr sz="1473" b="1" i="0" kern="0" spc="-9">
                  <a:solidFill>
                    <a:srgbClr val="1D4ED8"/>
                  </a:solidFill>
                  <a:latin typeface="Inter"/>
                  <a:ea typeface="Inter"/>
                  <a:cs typeface="Inter"/>
                </a:defRPr>
              </a:lvl3pPr>
              <a:lvl4pPr algn="l">
                <a:defRPr sz="1473" b="1" i="0" kern="0" spc="-9">
                  <a:solidFill>
                    <a:srgbClr val="1D4ED8"/>
                  </a:solidFill>
                  <a:latin typeface="Inter"/>
                  <a:ea typeface="Inter"/>
                  <a:cs typeface="Inter"/>
                </a:defRPr>
              </a:lvl4pPr>
              <a:lvl5pPr algn="l">
                <a:defRPr sz="1473" b="1" i="0" kern="0" spc="-9">
                  <a:solidFill>
                    <a:srgbClr val="1D4ED8"/>
                  </a:solidFill>
                  <a:latin typeface="Inter"/>
                  <a:ea typeface="Inter"/>
                  <a:cs typeface="Inter"/>
                </a:defRPr>
              </a:lvl5pPr>
              <a:lvl6pPr algn="l">
                <a:defRPr sz="1473" b="1" i="0" kern="0" spc="-9">
                  <a:solidFill>
                    <a:srgbClr val="1D4ED8"/>
                  </a:solidFill>
                  <a:latin typeface="Inter"/>
                  <a:ea typeface="Inter"/>
                  <a:cs typeface="Inter"/>
                </a:defRPr>
              </a:lvl6pPr>
              <a:lvl7pPr algn="l">
                <a:defRPr sz="1473" b="1" i="0" kern="0" spc="-9">
                  <a:solidFill>
                    <a:srgbClr val="1D4ED8"/>
                  </a:solidFill>
                  <a:latin typeface="Inter"/>
                  <a:ea typeface="Inter"/>
                  <a:cs typeface="Inter"/>
                </a:defRPr>
              </a:lvl7pPr>
              <a:lvl8pPr algn="l">
                <a:defRPr sz="1473" b="1" i="0" kern="0" spc="-9">
                  <a:solidFill>
                    <a:srgbClr val="1D4ED8"/>
                  </a:solidFill>
                  <a:latin typeface="Inter"/>
                  <a:ea typeface="Inter"/>
                  <a:cs typeface="Inter"/>
                </a:defRPr>
              </a:lvl8pPr>
              <a:lvl9pPr algn="l">
                <a:defRPr sz="1473" b="1" i="0" kern="0" spc="-9">
                  <a:solidFill>
                    <a:srgbClr val="1D4ED8"/>
                  </a:solidFill>
                  <a:latin typeface="Inter"/>
                  <a:ea typeface="Inter"/>
                  <a:cs typeface="Inter"/>
                </a:defRPr>
              </a:lvl9pPr>
            </a:lstStyle>
            <a:p>
              <a:pPr algn="l">
                <a:lnSpc>
                  <a:spcPct val="100000"/>
                </a:lnSpc>
                <a:buNone/>
                <a:defRPr sz="1473" b="1" i="0" kern="0" spc="-9">
                  <a:solidFill>
                    <a:srgbClr val="1D4ED8"/>
                  </a:solidFill>
                  <a:latin typeface="Inter"/>
                  <a:ea typeface="Inter"/>
                  <a:cs typeface="Inter"/>
                </a:defRPr>
              </a:pPr>
              <a:r>
                <a:rPr sz="1473" b="1" i="0" kern="0" spc="-9">
                  <a:solidFill>
                    <a:srgbClr val="1D4ED8"/>
                  </a:solidFill>
                  <a:latin typeface="Inter"/>
                  <a:ea typeface="Inter"/>
                  <a:cs typeface="Inter"/>
                </a:rPr>
                <a:t>imports</a:t>
              </a:r>
            </a:p>
          </p:txBody>
        </p:sp>
        <p:sp>
          <p:nvSpPr>
            <p:cNvPr id="125" name="s3 text 67 halo">
              <a:extLst>
                <a:ext uri="{FF2B5EF4-FFF2-40B4-BE49-F238E27FC236}">
                  <a16:creationId xmlns:a16="http://schemas.microsoft.com/office/drawing/2014/main" id="{2C551316-792E-4CB6-9DAB-4BF57FF06DBD}"/>
                </a:ext>
              </a:extLst>
            </p:cNvPr>
            <p:cNvSpPr>
              <a:spLocks noGrp="1"/>
            </p:cNvSpPr>
            <p:nvPr/>
          </p:nvSpPr>
          <p:spPr>
            <a:xfrm>
              <a:off x="5867820" y="5436487"/>
              <a:ext cx="850716" cy="260235"/>
            </a:xfrm>
            <a:prstGeom prst="rect">
              <a:avLst/>
            </a:prstGeom>
            <a:noFill/>
            <a:ln w="0">
              <a:noFill/>
              <a:prstDash val="solid"/>
            </a:ln>
          </p:spPr>
          <p:txBody>
            <a:bodyPr wrap="none" lIns="0" tIns="0" rIns="0" bIns="0" anchor="t">
              <a:noAutofit/>
            </a:bodyPr>
            <a:lstStyle>
              <a:defPPr algn="l">
                <a:defRPr sz="1473" b="0" i="0" kern="0" spc="-9">
                  <a:ln w="42811">
                    <a:solidFill>
                      <a:srgbClr val="FFFFFF"/>
                    </a:solidFill>
                    <a:prstDash val="solid"/>
                  </a:ln>
                  <a:solidFill>
                    <a:srgbClr val="FFFFFF"/>
                  </a:solidFill>
                  <a:latin typeface="Inter SemiBold"/>
                  <a:ea typeface="Inter SemiBold"/>
                  <a:cs typeface="Inter SemiBold"/>
                </a:defRPr>
              </a:defPPr>
              <a:lvl1pPr algn="l">
                <a:defRPr sz="1473" b="0" i="0" kern="0" spc="-9">
                  <a:ln w="42811">
                    <a:solidFill>
                      <a:srgbClr val="FFFFFF"/>
                    </a:solidFill>
                    <a:prstDash val="solid"/>
                  </a:ln>
                  <a:solidFill>
                    <a:srgbClr val="FFFFFF"/>
                  </a:solidFill>
                  <a:latin typeface="Inter SemiBold"/>
                  <a:ea typeface="Inter SemiBold"/>
                  <a:cs typeface="Inter SemiBold"/>
                </a:defRPr>
              </a:lvl1pPr>
              <a:lvl2pPr algn="l">
                <a:defRPr sz="1473" b="0" i="0" kern="0" spc="-9">
                  <a:ln w="42811">
                    <a:solidFill>
                      <a:srgbClr val="FFFFFF"/>
                    </a:solidFill>
                    <a:prstDash val="solid"/>
                  </a:ln>
                  <a:solidFill>
                    <a:srgbClr val="FFFFFF"/>
                  </a:solidFill>
                  <a:latin typeface="Inter SemiBold"/>
                  <a:ea typeface="Inter SemiBold"/>
                  <a:cs typeface="Inter SemiBold"/>
                </a:defRPr>
              </a:lvl2pPr>
              <a:lvl3pPr algn="l">
                <a:defRPr sz="1473" b="0" i="0" kern="0" spc="-9">
                  <a:ln w="42811">
                    <a:solidFill>
                      <a:srgbClr val="FFFFFF"/>
                    </a:solidFill>
                    <a:prstDash val="solid"/>
                  </a:ln>
                  <a:solidFill>
                    <a:srgbClr val="FFFFFF"/>
                  </a:solidFill>
                  <a:latin typeface="Inter SemiBold"/>
                  <a:ea typeface="Inter SemiBold"/>
                  <a:cs typeface="Inter SemiBold"/>
                </a:defRPr>
              </a:lvl3pPr>
              <a:lvl4pPr algn="l">
                <a:defRPr sz="1473" b="0" i="0" kern="0" spc="-9">
                  <a:ln w="42811">
                    <a:solidFill>
                      <a:srgbClr val="FFFFFF"/>
                    </a:solidFill>
                    <a:prstDash val="solid"/>
                  </a:ln>
                  <a:solidFill>
                    <a:srgbClr val="FFFFFF"/>
                  </a:solidFill>
                  <a:latin typeface="Inter SemiBold"/>
                  <a:ea typeface="Inter SemiBold"/>
                  <a:cs typeface="Inter SemiBold"/>
                </a:defRPr>
              </a:lvl4pPr>
              <a:lvl5pPr algn="l">
                <a:defRPr sz="1473" b="0" i="0" kern="0" spc="-9">
                  <a:ln w="42811">
                    <a:solidFill>
                      <a:srgbClr val="FFFFFF"/>
                    </a:solidFill>
                    <a:prstDash val="solid"/>
                  </a:ln>
                  <a:solidFill>
                    <a:srgbClr val="FFFFFF"/>
                  </a:solidFill>
                  <a:latin typeface="Inter SemiBold"/>
                  <a:ea typeface="Inter SemiBold"/>
                  <a:cs typeface="Inter SemiBold"/>
                </a:defRPr>
              </a:lvl5pPr>
              <a:lvl6pPr algn="l">
                <a:defRPr sz="1473" b="0" i="0" kern="0" spc="-9">
                  <a:ln w="42811">
                    <a:solidFill>
                      <a:srgbClr val="FFFFFF"/>
                    </a:solidFill>
                    <a:prstDash val="solid"/>
                  </a:ln>
                  <a:solidFill>
                    <a:srgbClr val="FFFFFF"/>
                  </a:solidFill>
                  <a:latin typeface="Inter SemiBold"/>
                  <a:ea typeface="Inter SemiBold"/>
                  <a:cs typeface="Inter SemiBold"/>
                </a:defRPr>
              </a:lvl6pPr>
              <a:lvl7pPr algn="l">
                <a:defRPr sz="1473" b="0" i="0" kern="0" spc="-9">
                  <a:ln w="42811">
                    <a:solidFill>
                      <a:srgbClr val="FFFFFF"/>
                    </a:solidFill>
                    <a:prstDash val="solid"/>
                  </a:ln>
                  <a:solidFill>
                    <a:srgbClr val="FFFFFF"/>
                  </a:solidFill>
                  <a:latin typeface="Inter SemiBold"/>
                  <a:ea typeface="Inter SemiBold"/>
                  <a:cs typeface="Inter SemiBold"/>
                </a:defRPr>
              </a:lvl7pPr>
              <a:lvl8pPr algn="l">
                <a:defRPr sz="1473" b="0" i="0" kern="0" spc="-9">
                  <a:ln w="42811">
                    <a:solidFill>
                      <a:srgbClr val="FFFFFF"/>
                    </a:solidFill>
                    <a:prstDash val="solid"/>
                  </a:ln>
                  <a:solidFill>
                    <a:srgbClr val="FFFFFF"/>
                  </a:solidFill>
                  <a:latin typeface="Inter SemiBold"/>
                  <a:ea typeface="Inter SemiBold"/>
                  <a:cs typeface="Inter SemiBold"/>
                </a:defRPr>
              </a:lvl8pPr>
              <a:lvl9pPr algn="l">
                <a:defRPr sz="1473" b="0" i="0" kern="0" spc="-9">
                  <a:ln w="42811">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473" b="0" i="0" kern="0" spc="-9">
                  <a:solidFill>
                    <a:srgbClr val="FFFFFF"/>
                  </a:solidFill>
                  <a:latin typeface="Inter SemiBold"/>
                  <a:ea typeface="Inter SemiBold"/>
                  <a:cs typeface="Inter SemiBold"/>
                </a:defRPr>
              </a:pPr>
              <a:r>
                <a:rPr sz="1473" b="0" i="0" kern="0" spc="-9">
                  <a:ln w="42811">
                    <a:solidFill>
                      <a:srgbClr val="FFFFFF"/>
                    </a:solidFill>
                    <a:prstDash val="solid"/>
                  </a:ln>
                  <a:solidFill>
                    <a:srgbClr val="FFFFFF"/>
                  </a:solidFill>
                  <a:latin typeface="Inter SemiBold"/>
                  <a:ea typeface="Inter SemiBold"/>
                  <a:cs typeface="Inter SemiBold"/>
                </a:rPr>
                <a:t>Quantity</a:t>
              </a:r>
            </a:p>
          </p:txBody>
        </p:sp>
        <p:sp>
          <p:nvSpPr>
            <p:cNvPr id="126" name="s3 text 67">
              <a:extLst>
                <a:ext uri="{FF2B5EF4-FFF2-40B4-BE49-F238E27FC236}">
                  <a16:creationId xmlns:a16="http://schemas.microsoft.com/office/drawing/2014/main" id="{AF912B46-E5C6-484B-9D96-3106B966D013}"/>
                </a:ext>
              </a:extLst>
            </p:cNvPr>
            <p:cNvSpPr>
              <a:spLocks noGrp="1"/>
            </p:cNvSpPr>
            <p:nvPr/>
          </p:nvSpPr>
          <p:spPr>
            <a:xfrm>
              <a:off x="5867820" y="5436487"/>
              <a:ext cx="850716" cy="260235"/>
            </a:xfrm>
            <a:prstGeom prst="rect">
              <a:avLst/>
            </a:prstGeom>
            <a:noFill/>
            <a:ln w="0">
              <a:noFill/>
              <a:prstDash val="solid"/>
            </a:ln>
          </p:spPr>
          <p:txBody>
            <a:bodyPr wrap="none" lIns="0" tIns="0" rIns="0" bIns="0" anchor="t">
              <a:noAutofit/>
            </a:bodyPr>
            <a:lstStyle>
              <a:defPPr algn="l">
                <a:defRPr sz="1473" b="0" i="0" kern="0" spc="-9">
                  <a:solidFill>
                    <a:srgbClr val="0A2540"/>
                  </a:solidFill>
                  <a:latin typeface="Inter SemiBold"/>
                  <a:ea typeface="Inter SemiBold"/>
                  <a:cs typeface="Inter SemiBold"/>
                </a:defRPr>
              </a:defPPr>
              <a:lvl1pPr algn="l">
                <a:defRPr sz="1473" b="0" i="0" kern="0" spc="-9">
                  <a:solidFill>
                    <a:srgbClr val="0A2540"/>
                  </a:solidFill>
                  <a:latin typeface="Inter SemiBold"/>
                  <a:ea typeface="Inter SemiBold"/>
                  <a:cs typeface="Inter SemiBold"/>
                </a:defRPr>
              </a:lvl1pPr>
              <a:lvl2pPr algn="l">
                <a:defRPr sz="1473" b="0" i="0" kern="0" spc="-9">
                  <a:solidFill>
                    <a:srgbClr val="0A2540"/>
                  </a:solidFill>
                  <a:latin typeface="Inter SemiBold"/>
                  <a:ea typeface="Inter SemiBold"/>
                  <a:cs typeface="Inter SemiBold"/>
                </a:defRPr>
              </a:lvl2pPr>
              <a:lvl3pPr algn="l">
                <a:defRPr sz="1473" b="0" i="0" kern="0" spc="-9">
                  <a:solidFill>
                    <a:srgbClr val="0A2540"/>
                  </a:solidFill>
                  <a:latin typeface="Inter SemiBold"/>
                  <a:ea typeface="Inter SemiBold"/>
                  <a:cs typeface="Inter SemiBold"/>
                </a:defRPr>
              </a:lvl3pPr>
              <a:lvl4pPr algn="l">
                <a:defRPr sz="1473" b="0" i="0" kern="0" spc="-9">
                  <a:solidFill>
                    <a:srgbClr val="0A2540"/>
                  </a:solidFill>
                  <a:latin typeface="Inter SemiBold"/>
                  <a:ea typeface="Inter SemiBold"/>
                  <a:cs typeface="Inter SemiBold"/>
                </a:defRPr>
              </a:lvl4pPr>
              <a:lvl5pPr algn="l">
                <a:defRPr sz="1473" b="0" i="0" kern="0" spc="-9">
                  <a:solidFill>
                    <a:srgbClr val="0A2540"/>
                  </a:solidFill>
                  <a:latin typeface="Inter SemiBold"/>
                  <a:ea typeface="Inter SemiBold"/>
                  <a:cs typeface="Inter SemiBold"/>
                </a:defRPr>
              </a:lvl5pPr>
              <a:lvl6pPr algn="l">
                <a:defRPr sz="1473" b="0" i="0" kern="0" spc="-9">
                  <a:solidFill>
                    <a:srgbClr val="0A2540"/>
                  </a:solidFill>
                  <a:latin typeface="Inter SemiBold"/>
                  <a:ea typeface="Inter SemiBold"/>
                  <a:cs typeface="Inter SemiBold"/>
                </a:defRPr>
              </a:lvl6pPr>
              <a:lvl7pPr algn="l">
                <a:defRPr sz="1473" b="0" i="0" kern="0" spc="-9">
                  <a:solidFill>
                    <a:srgbClr val="0A2540"/>
                  </a:solidFill>
                  <a:latin typeface="Inter SemiBold"/>
                  <a:ea typeface="Inter SemiBold"/>
                  <a:cs typeface="Inter SemiBold"/>
                </a:defRPr>
              </a:lvl7pPr>
              <a:lvl8pPr algn="l">
                <a:defRPr sz="1473" b="0" i="0" kern="0" spc="-9">
                  <a:solidFill>
                    <a:srgbClr val="0A2540"/>
                  </a:solidFill>
                  <a:latin typeface="Inter SemiBold"/>
                  <a:ea typeface="Inter SemiBold"/>
                  <a:cs typeface="Inter SemiBold"/>
                </a:defRPr>
              </a:lvl8pPr>
              <a:lvl9pPr algn="l">
                <a:defRPr sz="1473" b="0" i="0" kern="0" spc="-9">
                  <a:solidFill>
                    <a:srgbClr val="0A2540"/>
                  </a:solidFill>
                  <a:latin typeface="Inter SemiBold"/>
                  <a:ea typeface="Inter SemiBold"/>
                  <a:cs typeface="Inter SemiBold"/>
                </a:defRPr>
              </a:lvl9pPr>
            </a:lstStyle>
            <a:p>
              <a:pPr algn="l">
                <a:lnSpc>
                  <a:spcPct val="100000"/>
                </a:lnSpc>
                <a:buNone/>
                <a:defRPr sz="1473" b="0" i="0" kern="0" spc="-9">
                  <a:solidFill>
                    <a:srgbClr val="0A2540"/>
                  </a:solidFill>
                  <a:latin typeface="Inter SemiBold"/>
                  <a:ea typeface="Inter SemiBold"/>
                  <a:cs typeface="Inter SemiBold"/>
                </a:defRPr>
              </a:pPr>
              <a:r>
                <a:rPr sz="1473" b="0" i="0" kern="0" spc="-9">
                  <a:solidFill>
                    <a:srgbClr val="0A2540"/>
                  </a:solidFill>
                  <a:latin typeface="Inter SemiBold"/>
                  <a:ea typeface="Inter SemiBold"/>
                  <a:cs typeface="Inter SemiBold"/>
                </a:rPr>
                <a:t>Quantity</a:t>
              </a:r>
            </a:p>
          </p:txBody>
        </p:sp>
        <p:sp>
          <p:nvSpPr>
            <p:cNvPr id="127" name="s3 text 68 halo">
              <a:extLst>
                <a:ext uri="{FF2B5EF4-FFF2-40B4-BE49-F238E27FC236}">
                  <a16:creationId xmlns:a16="http://schemas.microsoft.com/office/drawing/2014/main" id="{34CA6502-BB16-4625-BFD8-5D2440B162EB}"/>
                </a:ext>
              </a:extLst>
            </p:cNvPr>
            <p:cNvSpPr>
              <a:spLocks noGrp="1"/>
            </p:cNvSpPr>
            <p:nvPr/>
          </p:nvSpPr>
          <p:spPr>
            <a:xfrm>
              <a:off x="7369905" y="4114161"/>
              <a:ext cx="220961" cy="273952"/>
            </a:xfrm>
            <a:prstGeom prst="rect">
              <a:avLst/>
            </a:prstGeom>
            <a:noFill/>
            <a:ln w="0">
              <a:noFill/>
              <a:prstDash val="solid"/>
            </a:ln>
          </p:spPr>
          <p:txBody>
            <a:bodyPr wrap="none" lIns="0" tIns="0" rIns="0" bIns="0" anchor="t">
              <a:noAutofit/>
            </a:bodyPr>
            <a:lstStyle>
              <a:defPPr algn="l">
                <a:defRPr sz="1550" b="1" i="0" kern="0" spc="0">
                  <a:ln w="42811">
                    <a:solidFill>
                      <a:srgbClr val="FFFFFF"/>
                    </a:solidFill>
                    <a:prstDash val="solid"/>
                  </a:ln>
                  <a:solidFill>
                    <a:srgbClr val="FFFFFF"/>
                  </a:solidFill>
                  <a:latin typeface="Inter"/>
                  <a:ea typeface="Inter"/>
                  <a:cs typeface="Inter"/>
                </a:defRPr>
              </a:defPPr>
              <a:lvl1pPr algn="l">
                <a:defRPr sz="1550" b="1" i="0" kern="0" spc="0">
                  <a:ln w="42811">
                    <a:solidFill>
                      <a:srgbClr val="FFFFFF"/>
                    </a:solidFill>
                    <a:prstDash val="solid"/>
                  </a:ln>
                  <a:solidFill>
                    <a:srgbClr val="FFFFFF"/>
                  </a:solidFill>
                  <a:latin typeface="Inter"/>
                  <a:ea typeface="Inter"/>
                  <a:cs typeface="Inter"/>
                </a:defRPr>
              </a:lvl1pPr>
              <a:lvl2pPr algn="l">
                <a:defRPr sz="1550" b="1" i="0" kern="0" spc="0">
                  <a:ln w="42811">
                    <a:solidFill>
                      <a:srgbClr val="FFFFFF"/>
                    </a:solidFill>
                    <a:prstDash val="solid"/>
                  </a:ln>
                  <a:solidFill>
                    <a:srgbClr val="FFFFFF"/>
                  </a:solidFill>
                  <a:latin typeface="Inter"/>
                  <a:ea typeface="Inter"/>
                  <a:cs typeface="Inter"/>
                </a:defRPr>
              </a:lvl2pPr>
              <a:lvl3pPr algn="l">
                <a:defRPr sz="1550" b="1" i="0" kern="0" spc="0">
                  <a:ln w="42811">
                    <a:solidFill>
                      <a:srgbClr val="FFFFFF"/>
                    </a:solidFill>
                    <a:prstDash val="solid"/>
                  </a:ln>
                  <a:solidFill>
                    <a:srgbClr val="FFFFFF"/>
                  </a:solidFill>
                  <a:latin typeface="Inter"/>
                  <a:ea typeface="Inter"/>
                  <a:cs typeface="Inter"/>
                </a:defRPr>
              </a:lvl3pPr>
              <a:lvl4pPr algn="l">
                <a:defRPr sz="1550" b="1" i="0" kern="0" spc="0">
                  <a:ln w="42811">
                    <a:solidFill>
                      <a:srgbClr val="FFFFFF"/>
                    </a:solidFill>
                    <a:prstDash val="solid"/>
                  </a:ln>
                  <a:solidFill>
                    <a:srgbClr val="FFFFFF"/>
                  </a:solidFill>
                  <a:latin typeface="Inter"/>
                  <a:ea typeface="Inter"/>
                  <a:cs typeface="Inter"/>
                </a:defRPr>
              </a:lvl4pPr>
              <a:lvl5pPr algn="l">
                <a:defRPr sz="1550" b="1" i="0" kern="0" spc="0">
                  <a:ln w="42811">
                    <a:solidFill>
                      <a:srgbClr val="FFFFFF"/>
                    </a:solidFill>
                    <a:prstDash val="solid"/>
                  </a:ln>
                  <a:solidFill>
                    <a:srgbClr val="FFFFFF"/>
                  </a:solidFill>
                  <a:latin typeface="Inter"/>
                  <a:ea typeface="Inter"/>
                  <a:cs typeface="Inter"/>
                </a:defRPr>
              </a:lvl5pPr>
              <a:lvl6pPr algn="l">
                <a:defRPr sz="1550" b="1" i="0" kern="0" spc="0">
                  <a:ln w="42811">
                    <a:solidFill>
                      <a:srgbClr val="FFFFFF"/>
                    </a:solidFill>
                    <a:prstDash val="solid"/>
                  </a:ln>
                  <a:solidFill>
                    <a:srgbClr val="FFFFFF"/>
                  </a:solidFill>
                  <a:latin typeface="Inter"/>
                  <a:ea typeface="Inter"/>
                  <a:cs typeface="Inter"/>
                </a:defRPr>
              </a:lvl6pPr>
              <a:lvl7pPr algn="l">
                <a:defRPr sz="1550" b="1" i="0" kern="0" spc="0">
                  <a:ln w="42811">
                    <a:solidFill>
                      <a:srgbClr val="FFFFFF"/>
                    </a:solidFill>
                    <a:prstDash val="solid"/>
                  </a:ln>
                  <a:solidFill>
                    <a:srgbClr val="FFFFFF"/>
                  </a:solidFill>
                  <a:latin typeface="Inter"/>
                  <a:ea typeface="Inter"/>
                  <a:cs typeface="Inter"/>
                </a:defRPr>
              </a:lvl7pPr>
              <a:lvl8pPr algn="l">
                <a:defRPr sz="1550" b="1" i="0" kern="0" spc="0">
                  <a:ln w="42811">
                    <a:solidFill>
                      <a:srgbClr val="FFFFFF"/>
                    </a:solidFill>
                    <a:prstDash val="solid"/>
                  </a:ln>
                  <a:solidFill>
                    <a:srgbClr val="FFFFFF"/>
                  </a:solidFill>
                  <a:latin typeface="Inter"/>
                  <a:ea typeface="Inter"/>
                  <a:cs typeface="Inter"/>
                </a:defRPr>
              </a:lvl8pPr>
              <a:lvl9pPr algn="l">
                <a:defRPr sz="1550" b="1" i="0" kern="0" spc="0">
                  <a:ln w="42811">
                    <a:solidFill>
                      <a:srgbClr val="FFFFFF"/>
                    </a:solidFill>
                    <a:prstDash val="solid"/>
                  </a:ln>
                  <a:solidFill>
                    <a:srgbClr val="FFFFFF"/>
                  </a:solidFill>
                  <a:latin typeface="Inter"/>
                  <a:ea typeface="Inter"/>
                  <a:cs typeface="Inter"/>
                </a:defRPr>
              </a:lvl9pPr>
            </a:lstStyle>
            <a:p>
              <a:pPr algn="l">
                <a:lnSpc>
                  <a:spcPct val="100000"/>
                </a:lnSpc>
                <a:buNone/>
                <a:defRPr sz="1550" b="1" i="0" kern="0" spc="0">
                  <a:solidFill>
                    <a:srgbClr val="FFFFFF"/>
                  </a:solidFill>
                  <a:latin typeface="Inter"/>
                  <a:ea typeface="Inter"/>
                  <a:cs typeface="Inter"/>
                </a:defRPr>
              </a:pPr>
              <a:r>
                <a:rPr sz="1550" b="1" i="0" kern="0" spc="0">
                  <a:ln w="42811">
                    <a:solidFill>
                      <a:srgbClr val="FFFFFF"/>
                    </a:solidFill>
                    <a:prstDash val="solid"/>
                  </a:ln>
                  <a:solidFill>
                    <a:srgbClr val="FFFFFF"/>
                  </a:solidFill>
                  <a:latin typeface="Inter"/>
                  <a:ea typeface="Inter"/>
                  <a:cs typeface="Inter"/>
                </a:rPr>
                <a:t>D</a:t>
              </a:r>
            </a:p>
          </p:txBody>
        </p:sp>
        <p:sp>
          <p:nvSpPr>
            <p:cNvPr id="128" name="s3 text 68">
              <a:extLst>
                <a:ext uri="{FF2B5EF4-FFF2-40B4-BE49-F238E27FC236}">
                  <a16:creationId xmlns:a16="http://schemas.microsoft.com/office/drawing/2014/main" id="{3D726DD2-A837-44AA-810B-8D0EFCF9C0BA}"/>
                </a:ext>
              </a:extLst>
            </p:cNvPr>
            <p:cNvSpPr>
              <a:spLocks noGrp="1"/>
            </p:cNvSpPr>
            <p:nvPr/>
          </p:nvSpPr>
          <p:spPr>
            <a:xfrm>
              <a:off x="7369905" y="4114161"/>
              <a:ext cx="220961" cy="273952"/>
            </a:xfrm>
            <a:prstGeom prst="rect">
              <a:avLst/>
            </a:prstGeom>
            <a:noFill/>
            <a:ln w="0">
              <a:noFill/>
              <a:prstDash val="solid"/>
            </a:ln>
          </p:spPr>
          <p:txBody>
            <a:bodyPr wrap="none" lIns="0" tIns="0" rIns="0" bIns="0" anchor="t">
              <a:noAutofit/>
            </a:bodyPr>
            <a:lstStyle>
              <a:defPPr algn="l">
                <a:defRPr sz="1550" b="1" i="0" kern="0" spc="0">
                  <a:solidFill>
                    <a:srgbClr val="0A2540"/>
                  </a:solidFill>
                  <a:latin typeface="Inter"/>
                  <a:ea typeface="Inter"/>
                  <a:cs typeface="Inter"/>
                </a:defRPr>
              </a:defPPr>
              <a:lvl1pPr algn="l">
                <a:defRPr sz="1550" b="1" i="0" kern="0" spc="0">
                  <a:solidFill>
                    <a:srgbClr val="0A2540"/>
                  </a:solidFill>
                  <a:latin typeface="Inter"/>
                  <a:ea typeface="Inter"/>
                  <a:cs typeface="Inter"/>
                </a:defRPr>
              </a:lvl1pPr>
              <a:lvl2pPr algn="l">
                <a:defRPr sz="1550" b="1" i="0" kern="0" spc="0">
                  <a:solidFill>
                    <a:srgbClr val="0A2540"/>
                  </a:solidFill>
                  <a:latin typeface="Inter"/>
                  <a:ea typeface="Inter"/>
                  <a:cs typeface="Inter"/>
                </a:defRPr>
              </a:lvl2pPr>
              <a:lvl3pPr algn="l">
                <a:defRPr sz="1550" b="1" i="0" kern="0" spc="0">
                  <a:solidFill>
                    <a:srgbClr val="0A2540"/>
                  </a:solidFill>
                  <a:latin typeface="Inter"/>
                  <a:ea typeface="Inter"/>
                  <a:cs typeface="Inter"/>
                </a:defRPr>
              </a:lvl3pPr>
              <a:lvl4pPr algn="l">
                <a:defRPr sz="1550" b="1" i="0" kern="0" spc="0">
                  <a:solidFill>
                    <a:srgbClr val="0A2540"/>
                  </a:solidFill>
                  <a:latin typeface="Inter"/>
                  <a:ea typeface="Inter"/>
                  <a:cs typeface="Inter"/>
                </a:defRPr>
              </a:lvl4pPr>
              <a:lvl5pPr algn="l">
                <a:defRPr sz="1550" b="1" i="0" kern="0" spc="0">
                  <a:solidFill>
                    <a:srgbClr val="0A2540"/>
                  </a:solidFill>
                  <a:latin typeface="Inter"/>
                  <a:ea typeface="Inter"/>
                  <a:cs typeface="Inter"/>
                </a:defRPr>
              </a:lvl5pPr>
              <a:lvl6pPr algn="l">
                <a:defRPr sz="1550" b="1" i="0" kern="0" spc="0">
                  <a:solidFill>
                    <a:srgbClr val="0A2540"/>
                  </a:solidFill>
                  <a:latin typeface="Inter"/>
                  <a:ea typeface="Inter"/>
                  <a:cs typeface="Inter"/>
                </a:defRPr>
              </a:lvl6pPr>
              <a:lvl7pPr algn="l">
                <a:defRPr sz="1550" b="1" i="0" kern="0" spc="0">
                  <a:solidFill>
                    <a:srgbClr val="0A2540"/>
                  </a:solidFill>
                  <a:latin typeface="Inter"/>
                  <a:ea typeface="Inter"/>
                  <a:cs typeface="Inter"/>
                </a:defRPr>
              </a:lvl7pPr>
              <a:lvl8pPr algn="l">
                <a:defRPr sz="1550" b="1" i="0" kern="0" spc="0">
                  <a:solidFill>
                    <a:srgbClr val="0A2540"/>
                  </a:solidFill>
                  <a:latin typeface="Inter"/>
                  <a:ea typeface="Inter"/>
                  <a:cs typeface="Inter"/>
                </a:defRPr>
              </a:lvl8pPr>
              <a:lvl9pPr algn="l">
                <a:defRPr sz="1550" b="1" i="0" kern="0" spc="0">
                  <a:solidFill>
                    <a:srgbClr val="0A2540"/>
                  </a:solidFill>
                  <a:latin typeface="Inter"/>
                  <a:ea typeface="Inter"/>
                  <a:cs typeface="Inter"/>
                </a:defRPr>
              </a:lvl9pPr>
            </a:lstStyle>
            <a:p>
              <a:pPr algn="l">
                <a:lnSpc>
                  <a:spcPct val="100000"/>
                </a:lnSpc>
                <a:buNone/>
                <a:defRPr sz="1550" b="1" i="0" kern="0" spc="0">
                  <a:solidFill>
                    <a:srgbClr val="0A2540"/>
                  </a:solidFill>
                  <a:latin typeface="Inter"/>
                  <a:ea typeface="Inter"/>
                  <a:cs typeface="Inter"/>
                </a:defRPr>
              </a:pPr>
              <a:r>
                <a:rPr sz="1550" b="1" i="0" kern="0" spc="0">
                  <a:solidFill>
                    <a:srgbClr val="0A2540"/>
                  </a:solidFill>
                  <a:latin typeface="Inter"/>
                  <a:ea typeface="Inter"/>
                  <a:cs typeface="Inter"/>
                </a:rPr>
                <a:t>D</a:t>
              </a:r>
            </a:p>
          </p:txBody>
        </p:sp>
        <p:sp>
          <p:nvSpPr>
            <p:cNvPr id="129" name="s3 text 69 halo">
              <a:extLst>
                <a:ext uri="{FF2B5EF4-FFF2-40B4-BE49-F238E27FC236}">
                  <a16:creationId xmlns:a16="http://schemas.microsoft.com/office/drawing/2014/main" id="{0BB75CBA-EA8B-45D0-AB56-A55810F5944C}"/>
                </a:ext>
              </a:extLst>
            </p:cNvPr>
            <p:cNvSpPr>
              <a:spLocks noGrp="1"/>
            </p:cNvSpPr>
            <p:nvPr/>
          </p:nvSpPr>
          <p:spPr>
            <a:xfrm>
              <a:off x="7369905" y="2872600"/>
              <a:ext cx="207668" cy="273952"/>
            </a:xfrm>
            <a:prstGeom prst="rect">
              <a:avLst/>
            </a:prstGeom>
            <a:noFill/>
            <a:ln w="0">
              <a:noFill/>
              <a:prstDash val="solid"/>
            </a:ln>
          </p:spPr>
          <p:txBody>
            <a:bodyPr wrap="none" lIns="0" tIns="0" rIns="0" bIns="0" anchor="t">
              <a:noAutofit/>
            </a:bodyPr>
            <a:lstStyle>
              <a:defPPr algn="l">
                <a:defRPr sz="1550" b="1" i="0" kern="0" spc="0">
                  <a:ln w="42811">
                    <a:solidFill>
                      <a:srgbClr val="FFFFFF"/>
                    </a:solidFill>
                    <a:prstDash val="solid"/>
                  </a:ln>
                  <a:solidFill>
                    <a:srgbClr val="FFFFFF"/>
                  </a:solidFill>
                  <a:latin typeface="Inter"/>
                  <a:ea typeface="Inter"/>
                  <a:cs typeface="Inter"/>
                </a:defRPr>
              </a:defPPr>
              <a:lvl1pPr algn="l">
                <a:defRPr sz="1550" b="1" i="0" kern="0" spc="0">
                  <a:ln w="42811">
                    <a:solidFill>
                      <a:srgbClr val="FFFFFF"/>
                    </a:solidFill>
                    <a:prstDash val="solid"/>
                  </a:ln>
                  <a:solidFill>
                    <a:srgbClr val="FFFFFF"/>
                  </a:solidFill>
                  <a:latin typeface="Inter"/>
                  <a:ea typeface="Inter"/>
                  <a:cs typeface="Inter"/>
                </a:defRPr>
              </a:lvl1pPr>
              <a:lvl2pPr algn="l">
                <a:defRPr sz="1550" b="1" i="0" kern="0" spc="0">
                  <a:ln w="42811">
                    <a:solidFill>
                      <a:srgbClr val="FFFFFF"/>
                    </a:solidFill>
                    <a:prstDash val="solid"/>
                  </a:ln>
                  <a:solidFill>
                    <a:srgbClr val="FFFFFF"/>
                  </a:solidFill>
                  <a:latin typeface="Inter"/>
                  <a:ea typeface="Inter"/>
                  <a:cs typeface="Inter"/>
                </a:defRPr>
              </a:lvl2pPr>
              <a:lvl3pPr algn="l">
                <a:defRPr sz="1550" b="1" i="0" kern="0" spc="0">
                  <a:ln w="42811">
                    <a:solidFill>
                      <a:srgbClr val="FFFFFF"/>
                    </a:solidFill>
                    <a:prstDash val="solid"/>
                  </a:ln>
                  <a:solidFill>
                    <a:srgbClr val="FFFFFF"/>
                  </a:solidFill>
                  <a:latin typeface="Inter"/>
                  <a:ea typeface="Inter"/>
                  <a:cs typeface="Inter"/>
                </a:defRPr>
              </a:lvl3pPr>
              <a:lvl4pPr algn="l">
                <a:defRPr sz="1550" b="1" i="0" kern="0" spc="0">
                  <a:ln w="42811">
                    <a:solidFill>
                      <a:srgbClr val="FFFFFF"/>
                    </a:solidFill>
                    <a:prstDash val="solid"/>
                  </a:ln>
                  <a:solidFill>
                    <a:srgbClr val="FFFFFF"/>
                  </a:solidFill>
                  <a:latin typeface="Inter"/>
                  <a:ea typeface="Inter"/>
                  <a:cs typeface="Inter"/>
                </a:defRPr>
              </a:lvl4pPr>
              <a:lvl5pPr algn="l">
                <a:defRPr sz="1550" b="1" i="0" kern="0" spc="0">
                  <a:ln w="42811">
                    <a:solidFill>
                      <a:srgbClr val="FFFFFF"/>
                    </a:solidFill>
                    <a:prstDash val="solid"/>
                  </a:ln>
                  <a:solidFill>
                    <a:srgbClr val="FFFFFF"/>
                  </a:solidFill>
                  <a:latin typeface="Inter"/>
                  <a:ea typeface="Inter"/>
                  <a:cs typeface="Inter"/>
                </a:defRPr>
              </a:lvl5pPr>
              <a:lvl6pPr algn="l">
                <a:defRPr sz="1550" b="1" i="0" kern="0" spc="0">
                  <a:ln w="42811">
                    <a:solidFill>
                      <a:srgbClr val="FFFFFF"/>
                    </a:solidFill>
                    <a:prstDash val="solid"/>
                  </a:ln>
                  <a:solidFill>
                    <a:srgbClr val="FFFFFF"/>
                  </a:solidFill>
                  <a:latin typeface="Inter"/>
                  <a:ea typeface="Inter"/>
                  <a:cs typeface="Inter"/>
                </a:defRPr>
              </a:lvl6pPr>
              <a:lvl7pPr algn="l">
                <a:defRPr sz="1550" b="1" i="0" kern="0" spc="0">
                  <a:ln w="42811">
                    <a:solidFill>
                      <a:srgbClr val="FFFFFF"/>
                    </a:solidFill>
                    <a:prstDash val="solid"/>
                  </a:ln>
                  <a:solidFill>
                    <a:srgbClr val="FFFFFF"/>
                  </a:solidFill>
                  <a:latin typeface="Inter"/>
                  <a:ea typeface="Inter"/>
                  <a:cs typeface="Inter"/>
                </a:defRPr>
              </a:lvl7pPr>
              <a:lvl8pPr algn="l">
                <a:defRPr sz="1550" b="1" i="0" kern="0" spc="0">
                  <a:ln w="42811">
                    <a:solidFill>
                      <a:srgbClr val="FFFFFF"/>
                    </a:solidFill>
                    <a:prstDash val="solid"/>
                  </a:ln>
                  <a:solidFill>
                    <a:srgbClr val="FFFFFF"/>
                  </a:solidFill>
                  <a:latin typeface="Inter"/>
                  <a:ea typeface="Inter"/>
                  <a:cs typeface="Inter"/>
                </a:defRPr>
              </a:lvl8pPr>
              <a:lvl9pPr algn="l">
                <a:defRPr sz="1550" b="1" i="0" kern="0" spc="0">
                  <a:ln w="42811">
                    <a:solidFill>
                      <a:srgbClr val="FFFFFF"/>
                    </a:solidFill>
                    <a:prstDash val="solid"/>
                  </a:ln>
                  <a:solidFill>
                    <a:srgbClr val="FFFFFF"/>
                  </a:solidFill>
                  <a:latin typeface="Inter"/>
                  <a:ea typeface="Inter"/>
                  <a:cs typeface="Inter"/>
                </a:defRPr>
              </a:lvl9pPr>
            </a:lstStyle>
            <a:p>
              <a:pPr algn="l">
                <a:lnSpc>
                  <a:spcPct val="100000"/>
                </a:lnSpc>
                <a:buNone/>
                <a:defRPr sz="1550" b="1" i="0" kern="0" spc="0">
                  <a:solidFill>
                    <a:srgbClr val="FFFFFF"/>
                  </a:solidFill>
                  <a:latin typeface="Inter"/>
                  <a:ea typeface="Inter"/>
                  <a:cs typeface="Inter"/>
                </a:defRPr>
              </a:pPr>
              <a:r>
                <a:rPr sz="1550" b="1" i="0" kern="0" spc="0">
                  <a:ln w="42811">
                    <a:solidFill>
                      <a:srgbClr val="FFFFFF"/>
                    </a:solidFill>
                    <a:prstDash val="solid"/>
                  </a:ln>
                  <a:solidFill>
                    <a:srgbClr val="FFFFFF"/>
                  </a:solidFill>
                  <a:latin typeface="Inter"/>
                  <a:ea typeface="Inter"/>
                  <a:cs typeface="Inter"/>
                </a:rPr>
                <a:t>S</a:t>
              </a:r>
            </a:p>
          </p:txBody>
        </p:sp>
        <p:sp>
          <p:nvSpPr>
            <p:cNvPr id="130" name="s3 text 69">
              <a:extLst>
                <a:ext uri="{FF2B5EF4-FFF2-40B4-BE49-F238E27FC236}">
                  <a16:creationId xmlns:a16="http://schemas.microsoft.com/office/drawing/2014/main" id="{04233264-E83B-4FC5-8AA8-2DDFFF2DFDEA}"/>
                </a:ext>
              </a:extLst>
            </p:cNvPr>
            <p:cNvSpPr>
              <a:spLocks noGrp="1"/>
            </p:cNvSpPr>
            <p:nvPr/>
          </p:nvSpPr>
          <p:spPr>
            <a:xfrm>
              <a:off x="7369905" y="2872600"/>
              <a:ext cx="207668" cy="273952"/>
            </a:xfrm>
            <a:prstGeom prst="rect">
              <a:avLst/>
            </a:prstGeom>
            <a:noFill/>
            <a:ln w="0">
              <a:noFill/>
              <a:prstDash val="solid"/>
            </a:ln>
          </p:spPr>
          <p:txBody>
            <a:bodyPr wrap="none" lIns="0" tIns="0" rIns="0" bIns="0" anchor="t">
              <a:noAutofit/>
            </a:bodyPr>
            <a:lstStyle>
              <a:defPPr algn="l">
                <a:defRPr sz="1550" b="1" i="0" kern="0" spc="0">
                  <a:solidFill>
                    <a:srgbClr val="0A2540"/>
                  </a:solidFill>
                  <a:latin typeface="Inter"/>
                  <a:ea typeface="Inter"/>
                  <a:cs typeface="Inter"/>
                </a:defRPr>
              </a:defPPr>
              <a:lvl1pPr algn="l">
                <a:defRPr sz="1550" b="1" i="0" kern="0" spc="0">
                  <a:solidFill>
                    <a:srgbClr val="0A2540"/>
                  </a:solidFill>
                  <a:latin typeface="Inter"/>
                  <a:ea typeface="Inter"/>
                  <a:cs typeface="Inter"/>
                </a:defRPr>
              </a:lvl1pPr>
              <a:lvl2pPr algn="l">
                <a:defRPr sz="1550" b="1" i="0" kern="0" spc="0">
                  <a:solidFill>
                    <a:srgbClr val="0A2540"/>
                  </a:solidFill>
                  <a:latin typeface="Inter"/>
                  <a:ea typeface="Inter"/>
                  <a:cs typeface="Inter"/>
                </a:defRPr>
              </a:lvl2pPr>
              <a:lvl3pPr algn="l">
                <a:defRPr sz="1550" b="1" i="0" kern="0" spc="0">
                  <a:solidFill>
                    <a:srgbClr val="0A2540"/>
                  </a:solidFill>
                  <a:latin typeface="Inter"/>
                  <a:ea typeface="Inter"/>
                  <a:cs typeface="Inter"/>
                </a:defRPr>
              </a:lvl3pPr>
              <a:lvl4pPr algn="l">
                <a:defRPr sz="1550" b="1" i="0" kern="0" spc="0">
                  <a:solidFill>
                    <a:srgbClr val="0A2540"/>
                  </a:solidFill>
                  <a:latin typeface="Inter"/>
                  <a:ea typeface="Inter"/>
                  <a:cs typeface="Inter"/>
                </a:defRPr>
              </a:lvl4pPr>
              <a:lvl5pPr algn="l">
                <a:defRPr sz="1550" b="1" i="0" kern="0" spc="0">
                  <a:solidFill>
                    <a:srgbClr val="0A2540"/>
                  </a:solidFill>
                  <a:latin typeface="Inter"/>
                  <a:ea typeface="Inter"/>
                  <a:cs typeface="Inter"/>
                </a:defRPr>
              </a:lvl5pPr>
              <a:lvl6pPr algn="l">
                <a:defRPr sz="1550" b="1" i="0" kern="0" spc="0">
                  <a:solidFill>
                    <a:srgbClr val="0A2540"/>
                  </a:solidFill>
                  <a:latin typeface="Inter"/>
                  <a:ea typeface="Inter"/>
                  <a:cs typeface="Inter"/>
                </a:defRPr>
              </a:lvl6pPr>
              <a:lvl7pPr algn="l">
                <a:defRPr sz="1550" b="1" i="0" kern="0" spc="0">
                  <a:solidFill>
                    <a:srgbClr val="0A2540"/>
                  </a:solidFill>
                  <a:latin typeface="Inter"/>
                  <a:ea typeface="Inter"/>
                  <a:cs typeface="Inter"/>
                </a:defRPr>
              </a:lvl7pPr>
              <a:lvl8pPr algn="l">
                <a:defRPr sz="1550" b="1" i="0" kern="0" spc="0">
                  <a:solidFill>
                    <a:srgbClr val="0A2540"/>
                  </a:solidFill>
                  <a:latin typeface="Inter"/>
                  <a:ea typeface="Inter"/>
                  <a:cs typeface="Inter"/>
                </a:defRPr>
              </a:lvl8pPr>
              <a:lvl9pPr algn="l">
                <a:defRPr sz="1550" b="1" i="0" kern="0" spc="0">
                  <a:solidFill>
                    <a:srgbClr val="0A2540"/>
                  </a:solidFill>
                  <a:latin typeface="Inter"/>
                  <a:ea typeface="Inter"/>
                  <a:cs typeface="Inter"/>
                </a:defRPr>
              </a:lvl9pPr>
            </a:lstStyle>
            <a:p>
              <a:pPr algn="l">
                <a:lnSpc>
                  <a:spcPct val="100000"/>
                </a:lnSpc>
                <a:buNone/>
                <a:defRPr sz="1550" b="1" i="0" kern="0" spc="0">
                  <a:solidFill>
                    <a:srgbClr val="0A2540"/>
                  </a:solidFill>
                  <a:latin typeface="Inter"/>
                  <a:ea typeface="Inter"/>
                  <a:cs typeface="Inter"/>
                </a:defRPr>
              </a:pPr>
              <a:r>
                <a:rPr sz="1550" b="1" i="0" kern="0" spc="0">
                  <a:solidFill>
                    <a:srgbClr val="0A2540"/>
                  </a:solidFill>
                  <a:latin typeface="Inter"/>
                  <a:ea typeface="Inter"/>
                  <a:cs typeface="Inter"/>
                </a:rPr>
                <a:t>S</a:t>
              </a:r>
            </a:p>
          </p:txBody>
        </p:sp>
        <p:sp>
          <p:nvSpPr>
            <p:cNvPr id="131" name="s3 text 70 halo">
              <a:extLst>
                <a:ext uri="{FF2B5EF4-FFF2-40B4-BE49-F238E27FC236}">
                  <a16:creationId xmlns:a16="http://schemas.microsoft.com/office/drawing/2014/main" id="{2F1A49F7-C8B5-438C-ACB9-0E60B677D228}"/>
                </a:ext>
              </a:extLst>
            </p:cNvPr>
            <p:cNvSpPr>
              <a:spLocks noGrp="1"/>
            </p:cNvSpPr>
            <p:nvPr/>
          </p:nvSpPr>
          <p:spPr>
            <a:xfrm>
              <a:off x="6549713" y="3008226"/>
              <a:ext cx="1014212" cy="232899"/>
            </a:xfrm>
            <a:prstGeom prst="rect">
              <a:avLst/>
            </a:prstGeom>
            <a:noFill/>
            <a:ln w="0">
              <a:noFill/>
              <a:prstDash val="solid"/>
            </a:ln>
          </p:spPr>
          <p:txBody>
            <a:bodyPr wrap="none" lIns="0" tIns="0" rIns="0" bIns="0" anchor="t">
              <a:noAutofit/>
            </a:bodyPr>
            <a:lstStyle>
              <a:defPPr algn="l">
                <a:defRPr sz="1318" b="1" i="0" kern="0" spc="-9">
                  <a:ln w="42811">
                    <a:solidFill>
                      <a:srgbClr val="FFFFFF"/>
                    </a:solidFill>
                    <a:prstDash val="solid"/>
                  </a:ln>
                  <a:solidFill>
                    <a:srgbClr val="FFFFFF"/>
                  </a:solidFill>
                  <a:latin typeface="Inter"/>
                  <a:ea typeface="Inter"/>
                  <a:cs typeface="Inter"/>
                </a:defRPr>
              </a:defPPr>
              <a:lvl1pPr algn="l">
                <a:defRPr sz="1318" b="1" i="0" kern="0" spc="-9">
                  <a:ln w="42811">
                    <a:solidFill>
                      <a:srgbClr val="FFFFFF"/>
                    </a:solidFill>
                    <a:prstDash val="solid"/>
                  </a:ln>
                  <a:solidFill>
                    <a:srgbClr val="FFFFFF"/>
                  </a:solidFill>
                  <a:latin typeface="Inter"/>
                  <a:ea typeface="Inter"/>
                  <a:cs typeface="Inter"/>
                </a:defRPr>
              </a:lvl1pPr>
              <a:lvl2pPr algn="l">
                <a:defRPr sz="1318" b="1" i="0" kern="0" spc="-9">
                  <a:ln w="42811">
                    <a:solidFill>
                      <a:srgbClr val="FFFFFF"/>
                    </a:solidFill>
                    <a:prstDash val="solid"/>
                  </a:ln>
                  <a:solidFill>
                    <a:srgbClr val="FFFFFF"/>
                  </a:solidFill>
                  <a:latin typeface="Inter"/>
                  <a:ea typeface="Inter"/>
                  <a:cs typeface="Inter"/>
                </a:defRPr>
              </a:lvl2pPr>
              <a:lvl3pPr algn="l">
                <a:defRPr sz="1318" b="1" i="0" kern="0" spc="-9">
                  <a:ln w="42811">
                    <a:solidFill>
                      <a:srgbClr val="FFFFFF"/>
                    </a:solidFill>
                    <a:prstDash val="solid"/>
                  </a:ln>
                  <a:solidFill>
                    <a:srgbClr val="FFFFFF"/>
                  </a:solidFill>
                  <a:latin typeface="Inter"/>
                  <a:ea typeface="Inter"/>
                  <a:cs typeface="Inter"/>
                </a:defRPr>
              </a:lvl3pPr>
              <a:lvl4pPr algn="l">
                <a:defRPr sz="1318" b="1" i="0" kern="0" spc="-9">
                  <a:ln w="42811">
                    <a:solidFill>
                      <a:srgbClr val="FFFFFF"/>
                    </a:solidFill>
                    <a:prstDash val="solid"/>
                  </a:ln>
                  <a:solidFill>
                    <a:srgbClr val="FFFFFF"/>
                  </a:solidFill>
                  <a:latin typeface="Inter"/>
                  <a:ea typeface="Inter"/>
                  <a:cs typeface="Inter"/>
                </a:defRPr>
              </a:lvl4pPr>
              <a:lvl5pPr algn="l">
                <a:defRPr sz="1318" b="1" i="0" kern="0" spc="-9">
                  <a:ln w="42811">
                    <a:solidFill>
                      <a:srgbClr val="FFFFFF"/>
                    </a:solidFill>
                    <a:prstDash val="solid"/>
                  </a:ln>
                  <a:solidFill>
                    <a:srgbClr val="FFFFFF"/>
                  </a:solidFill>
                  <a:latin typeface="Inter"/>
                  <a:ea typeface="Inter"/>
                  <a:cs typeface="Inter"/>
                </a:defRPr>
              </a:lvl5pPr>
              <a:lvl6pPr algn="l">
                <a:defRPr sz="1318" b="1" i="0" kern="0" spc="-9">
                  <a:ln w="42811">
                    <a:solidFill>
                      <a:srgbClr val="FFFFFF"/>
                    </a:solidFill>
                    <a:prstDash val="solid"/>
                  </a:ln>
                  <a:solidFill>
                    <a:srgbClr val="FFFFFF"/>
                  </a:solidFill>
                  <a:latin typeface="Inter"/>
                  <a:ea typeface="Inter"/>
                  <a:cs typeface="Inter"/>
                </a:defRPr>
              </a:lvl6pPr>
              <a:lvl7pPr algn="l">
                <a:defRPr sz="1318" b="1" i="0" kern="0" spc="-9">
                  <a:ln w="42811">
                    <a:solidFill>
                      <a:srgbClr val="FFFFFF"/>
                    </a:solidFill>
                    <a:prstDash val="solid"/>
                  </a:ln>
                  <a:solidFill>
                    <a:srgbClr val="FFFFFF"/>
                  </a:solidFill>
                  <a:latin typeface="Inter"/>
                  <a:ea typeface="Inter"/>
                  <a:cs typeface="Inter"/>
                </a:defRPr>
              </a:lvl7pPr>
              <a:lvl8pPr algn="l">
                <a:defRPr sz="1318" b="1" i="0" kern="0" spc="-9">
                  <a:ln w="42811">
                    <a:solidFill>
                      <a:srgbClr val="FFFFFF"/>
                    </a:solidFill>
                    <a:prstDash val="solid"/>
                  </a:ln>
                  <a:solidFill>
                    <a:srgbClr val="FFFFFF"/>
                  </a:solidFill>
                  <a:latin typeface="Inter"/>
                  <a:ea typeface="Inter"/>
                  <a:cs typeface="Inter"/>
                </a:defRPr>
              </a:lvl8pPr>
              <a:lvl9pPr algn="l">
                <a:defRPr sz="1318" b="1" i="0" kern="0" spc="-9">
                  <a:ln w="42811">
                    <a:solidFill>
                      <a:srgbClr val="FFFFFF"/>
                    </a:solidFill>
                    <a:prstDash val="solid"/>
                  </a:ln>
                  <a:solidFill>
                    <a:srgbClr val="FFFFFF"/>
                  </a:solidFill>
                  <a:latin typeface="Inter"/>
                  <a:ea typeface="Inter"/>
                  <a:cs typeface="Inter"/>
                </a:defRPr>
              </a:lvl9pPr>
            </a:lstStyle>
            <a:p>
              <a:pPr algn="l">
                <a:lnSpc>
                  <a:spcPct val="100000"/>
                </a:lnSpc>
                <a:buNone/>
                <a:defRPr sz="1318" b="1" i="0" kern="0" spc="-9">
                  <a:solidFill>
                    <a:srgbClr val="FFFFFF"/>
                  </a:solidFill>
                  <a:latin typeface="Inter"/>
                  <a:ea typeface="Inter"/>
                  <a:cs typeface="Inter"/>
                </a:defRPr>
              </a:pPr>
              <a:r>
                <a:rPr sz="1318" b="1" i="0" kern="0" spc="-9">
                  <a:ln w="42811">
                    <a:solidFill>
                      <a:srgbClr val="FFFFFF"/>
                    </a:solidFill>
                    <a:prstDash val="solid"/>
                  </a:ln>
                  <a:solidFill>
                    <a:srgbClr val="FFFFFF"/>
                  </a:solidFill>
                  <a:latin typeface="Inter"/>
                  <a:ea typeface="Inter"/>
                  <a:cs typeface="Inter"/>
                </a:rPr>
                <a:t>World price</a:t>
              </a:r>
            </a:p>
          </p:txBody>
        </p:sp>
        <p:sp>
          <p:nvSpPr>
            <p:cNvPr id="132" name="s3 text 70">
              <a:extLst>
                <a:ext uri="{FF2B5EF4-FFF2-40B4-BE49-F238E27FC236}">
                  <a16:creationId xmlns:a16="http://schemas.microsoft.com/office/drawing/2014/main" id="{25E5CA93-9BC0-4635-A032-FF33F01C4297}"/>
                </a:ext>
              </a:extLst>
            </p:cNvPr>
            <p:cNvSpPr>
              <a:spLocks noGrp="1"/>
            </p:cNvSpPr>
            <p:nvPr/>
          </p:nvSpPr>
          <p:spPr>
            <a:xfrm>
              <a:off x="6549713" y="3008226"/>
              <a:ext cx="1014212" cy="232899"/>
            </a:xfrm>
            <a:prstGeom prst="rect">
              <a:avLst/>
            </a:prstGeom>
            <a:noFill/>
            <a:ln w="0">
              <a:noFill/>
              <a:prstDash val="solid"/>
            </a:ln>
          </p:spPr>
          <p:txBody>
            <a:bodyPr wrap="none" lIns="0" tIns="0" rIns="0" bIns="0" anchor="t">
              <a:noAutofit/>
            </a:bodyPr>
            <a:lstStyle>
              <a:defPPr algn="l">
                <a:defRPr sz="1318" b="1" i="0" kern="0" spc="-9">
                  <a:solidFill>
                    <a:srgbClr val="0E9F6E"/>
                  </a:solidFill>
                  <a:latin typeface="Inter"/>
                  <a:ea typeface="Inter"/>
                  <a:cs typeface="Inter"/>
                </a:defRPr>
              </a:defPPr>
              <a:lvl1pPr algn="l">
                <a:defRPr sz="1318" b="1" i="0" kern="0" spc="-9">
                  <a:solidFill>
                    <a:srgbClr val="0E9F6E"/>
                  </a:solidFill>
                  <a:latin typeface="Inter"/>
                  <a:ea typeface="Inter"/>
                  <a:cs typeface="Inter"/>
                </a:defRPr>
              </a:lvl1pPr>
              <a:lvl2pPr algn="l">
                <a:defRPr sz="1318" b="1" i="0" kern="0" spc="-9">
                  <a:solidFill>
                    <a:srgbClr val="0E9F6E"/>
                  </a:solidFill>
                  <a:latin typeface="Inter"/>
                  <a:ea typeface="Inter"/>
                  <a:cs typeface="Inter"/>
                </a:defRPr>
              </a:lvl2pPr>
              <a:lvl3pPr algn="l">
                <a:defRPr sz="1318" b="1" i="0" kern="0" spc="-9">
                  <a:solidFill>
                    <a:srgbClr val="0E9F6E"/>
                  </a:solidFill>
                  <a:latin typeface="Inter"/>
                  <a:ea typeface="Inter"/>
                  <a:cs typeface="Inter"/>
                </a:defRPr>
              </a:lvl3pPr>
              <a:lvl4pPr algn="l">
                <a:defRPr sz="1318" b="1" i="0" kern="0" spc="-9">
                  <a:solidFill>
                    <a:srgbClr val="0E9F6E"/>
                  </a:solidFill>
                  <a:latin typeface="Inter"/>
                  <a:ea typeface="Inter"/>
                  <a:cs typeface="Inter"/>
                </a:defRPr>
              </a:lvl4pPr>
              <a:lvl5pPr algn="l">
                <a:defRPr sz="1318" b="1" i="0" kern="0" spc="-9">
                  <a:solidFill>
                    <a:srgbClr val="0E9F6E"/>
                  </a:solidFill>
                  <a:latin typeface="Inter"/>
                  <a:ea typeface="Inter"/>
                  <a:cs typeface="Inter"/>
                </a:defRPr>
              </a:lvl5pPr>
              <a:lvl6pPr algn="l">
                <a:defRPr sz="1318" b="1" i="0" kern="0" spc="-9">
                  <a:solidFill>
                    <a:srgbClr val="0E9F6E"/>
                  </a:solidFill>
                  <a:latin typeface="Inter"/>
                  <a:ea typeface="Inter"/>
                  <a:cs typeface="Inter"/>
                </a:defRPr>
              </a:lvl6pPr>
              <a:lvl7pPr algn="l">
                <a:defRPr sz="1318" b="1" i="0" kern="0" spc="-9">
                  <a:solidFill>
                    <a:srgbClr val="0E9F6E"/>
                  </a:solidFill>
                  <a:latin typeface="Inter"/>
                  <a:ea typeface="Inter"/>
                  <a:cs typeface="Inter"/>
                </a:defRPr>
              </a:lvl7pPr>
              <a:lvl8pPr algn="l">
                <a:defRPr sz="1318" b="1" i="0" kern="0" spc="-9">
                  <a:solidFill>
                    <a:srgbClr val="0E9F6E"/>
                  </a:solidFill>
                  <a:latin typeface="Inter"/>
                  <a:ea typeface="Inter"/>
                  <a:cs typeface="Inter"/>
                </a:defRPr>
              </a:lvl8pPr>
              <a:lvl9pPr algn="l">
                <a:defRPr sz="1318" b="1" i="0" kern="0" spc="-9">
                  <a:solidFill>
                    <a:srgbClr val="0E9F6E"/>
                  </a:solidFill>
                  <a:latin typeface="Inter"/>
                  <a:ea typeface="Inter"/>
                  <a:cs typeface="Inter"/>
                </a:defRPr>
              </a:lvl9pPr>
            </a:lstStyle>
            <a:p>
              <a:pPr algn="l">
                <a:lnSpc>
                  <a:spcPct val="100000"/>
                </a:lnSpc>
                <a:buNone/>
                <a:defRPr sz="1318" b="1" i="0" kern="0" spc="-9">
                  <a:solidFill>
                    <a:srgbClr val="0E9F6E"/>
                  </a:solidFill>
                  <a:latin typeface="Inter"/>
                  <a:ea typeface="Inter"/>
                  <a:cs typeface="Inter"/>
                </a:defRPr>
              </a:pPr>
              <a:r>
                <a:rPr sz="1318" b="1" i="0" kern="0" spc="-9">
                  <a:solidFill>
                    <a:srgbClr val="0E9F6E"/>
                  </a:solidFill>
                  <a:latin typeface="Inter"/>
                  <a:ea typeface="Inter"/>
                  <a:cs typeface="Inter"/>
                </a:rPr>
                <a:t>World price</a:t>
              </a:r>
            </a:p>
          </p:txBody>
        </p:sp>
        <p:sp>
          <p:nvSpPr>
            <p:cNvPr id="133" name="s3 text 71 halo">
              <a:extLst>
                <a:ext uri="{FF2B5EF4-FFF2-40B4-BE49-F238E27FC236}">
                  <a16:creationId xmlns:a16="http://schemas.microsoft.com/office/drawing/2014/main" id="{A3A93B13-5895-4A8C-B9F1-F9C889C65D03}"/>
                </a:ext>
              </a:extLst>
            </p:cNvPr>
            <p:cNvSpPr>
              <a:spLocks noGrp="1"/>
            </p:cNvSpPr>
            <p:nvPr/>
          </p:nvSpPr>
          <p:spPr>
            <a:xfrm>
              <a:off x="6479392" y="3617365"/>
              <a:ext cx="241355" cy="321367"/>
            </a:xfrm>
            <a:prstGeom prst="rect">
              <a:avLst/>
            </a:prstGeom>
            <a:noFill/>
            <a:ln w="0">
              <a:noFill/>
              <a:prstDash val="solid"/>
            </a:ln>
          </p:spPr>
          <p:txBody>
            <a:bodyPr wrap="none" lIns="0" tIns="0" rIns="0" bIns="0" anchor="t">
              <a:noAutofit/>
            </a:bodyPr>
            <a:lstStyle>
              <a:defPPr algn="l">
                <a:defRPr sz="1819" b="0" i="0" kern="0" spc="0">
                  <a:ln w="42811">
                    <a:solidFill>
                      <a:srgbClr val="FFFFFF"/>
                    </a:solidFill>
                    <a:prstDash val="solid"/>
                  </a:ln>
                  <a:solidFill>
                    <a:srgbClr val="FFFFFF"/>
                  </a:solidFill>
                  <a:latin typeface="Inter SemiBold"/>
                  <a:ea typeface="Inter SemiBold"/>
                  <a:cs typeface="Inter SemiBold"/>
                </a:defRPr>
              </a:defPPr>
              <a:lvl1pPr algn="l">
                <a:defRPr sz="1819" b="0" i="0" kern="0" spc="0">
                  <a:ln w="42811">
                    <a:solidFill>
                      <a:srgbClr val="FFFFFF"/>
                    </a:solidFill>
                    <a:prstDash val="solid"/>
                  </a:ln>
                  <a:solidFill>
                    <a:srgbClr val="FFFFFF"/>
                  </a:solidFill>
                  <a:latin typeface="Inter SemiBold"/>
                  <a:ea typeface="Inter SemiBold"/>
                  <a:cs typeface="Inter SemiBold"/>
                </a:defRPr>
              </a:lvl1pPr>
              <a:lvl2pPr algn="l">
                <a:defRPr sz="1819" b="0" i="0" kern="0" spc="0">
                  <a:ln w="42811">
                    <a:solidFill>
                      <a:srgbClr val="FFFFFF"/>
                    </a:solidFill>
                    <a:prstDash val="solid"/>
                  </a:ln>
                  <a:solidFill>
                    <a:srgbClr val="FFFFFF"/>
                  </a:solidFill>
                  <a:latin typeface="Inter SemiBold"/>
                  <a:ea typeface="Inter SemiBold"/>
                  <a:cs typeface="Inter SemiBold"/>
                </a:defRPr>
              </a:lvl2pPr>
              <a:lvl3pPr algn="l">
                <a:defRPr sz="1819" b="0" i="0" kern="0" spc="0">
                  <a:ln w="42811">
                    <a:solidFill>
                      <a:srgbClr val="FFFFFF"/>
                    </a:solidFill>
                    <a:prstDash val="solid"/>
                  </a:ln>
                  <a:solidFill>
                    <a:srgbClr val="FFFFFF"/>
                  </a:solidFill>
                  <a:latin typeface="Inter SemiBold"/>
                  <a:ea typeface="Inter SemiBold"/>
                  <a:cs typeface="Inter SemiBold"/>
                </a:defRPr>
              </a:lvl3pPr>
              <a:lvl4pPr algn="l">
                <a:defRPr sz="1819" b="0" i="0" kern="0" spc="0">
                  <a:ln w="42811">
                    <a:solidFill>
                      <a:srgbClr val="FFFFFF"/>
                    </a:solidFill>
                    <a:prstDash val="solid"/>
                  </a:ln>
                  <a:solidFill>
                    <a:srgbClr val="FFFFFF"/>
                  </a:solidFill>
                  <a:latin typeface="Inter SemiBold"/>
                  <a:ea typeface="Inter SemiBold"/>
                  <a:cs typeface="Inter SemiBold"/>
                </a:defRPr>
              </a:lvl4pPr>
              <a:lvl5pPr algn="l">
                <a:defRPr sz="1819" b="0" i="0" kern="0" spc="0">
                  <a:ln w="42811">
                    <a:solidFill>
                      <a:srgbClr val="FFFFFF"/>
                    </a:solidFill>
                    <a:prstDash val="solid"/>
                  </a:ln>
                  <a:solidFill>
                    <a:srgbClr val="FFFFFF"/>
                  </a:solidFill>
                  <a:latin typeface="Inter SemiBold"/>
                  <a:ea typeface="Inter SemiBold"/>
                  <a:cs typeface="Inter SemiBold"/>
                </a:defRPr>
              </a:lvl5pPr>
              <a:lvl6pPr algn="l">
                <a:defRPr sz="1819" b="0" i="0" kern="0" spc="0">
                  <a:ln w="42811">
                    <a:solidFill>
                      <a:srgbClr val="FFFFFF"/>
                    </a:solidFill>
                    <a:prstDash val="solid"/>
                  </a:ln>
                  <a:solidFill>
                    <a:srgbClr val="FFFFFF"/>
                  </a:solidFill>
                  <a:latin typeface="Inter SemiBold"/>
                  <a:ea typeface="Inter SemiBold"/>
                  <a:cs typeface="Inter SemiBold"/>
                </a:defRPr>
              </a:lvl6pPr>
              <a:lvl7pPr algn="l">
                <a:defRPr sz="1819" b="0" i="0" kern="0" spc="0">
                  <a:ln w="42811">
                    <a:solidFill>
                      <a:srgbClr val="FFFFFF"/>
                    </a:solidFill>
                    <a:prstDash val="solid"/>
                  </a:ln>
                  <a:solidFill>
                    <a:srgbClr val="FFFFFF"/>
                  </a:solidFill>
                  <a:latin typeface="Inter SemiBold"/>
                  <a:ea typeface="Inter SemiBold"/>
                  <a:cs typeface="Inter SemiBold"/>
                </a:defRPr>
              </a:lvl7pPr>
              <a:lvl8pPr algn="l">
                <a:defRPr sz="1819" b="0" i="0" kern="0" spc="0">
                  <a:ln w="42811">
                    <a:solidFill>
                      <a:srgbClr val="FFFFFF"/>
                    </a:solidFill>
                    <a:prstDash val="solid"/>
                  </a:ln>
                  <a:solidFill>
                    <a:srgbClr val="FFFFFF"/>
                  </a:solidFill>
                  <a:latin typeface="Inter SemiBold"/>
                  <a:ea typeface="Inter SemiBold"/>
                  <a:cs typeface="Inter SemiBold"/>
                </a:defRPr>
              </a:lvl8pPr>
              <a:lvl9pPr algn="l">
                <a:defRPr sz="1819" b="0" i="0" kern="0" spc="0">
                  <a:ln w="42811">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819" b="0" i="0" kern="0" spc="0">
                  <a:solidFill>
                    <a:srgbClr val="FFFFFF"/>
                  </a:solidFill>
                  <a:latin typeface="Inter SemiBold"/>
                  <a:ea typeface="Inter SemiBold"/>
                  <a:cs typeface="Inter SemiBold"/>
                </a:defRPr>
              </a:pPr>
              <a:r>
                <a:rPr sz="1819" b="0" i="0" kern="0" spc="0">
                  <a:ln w="42811">
                    <a:solidFill>
                      <a:srgbClr val="FFFFFF"/>
                    </a:solidFill>
                    <a:prstDash val="solid"/>
                  </a:ln>
                  <a:solidFill>
                    <a:srgbClr val="FFFFFF"/>
                  </a:solidFill>
                  <a:latin typeface="Inter SemiBold"/>
                  <a:ea typeface="Inter SemiBold"/>
                  <a:cs typeface="Inter SemiBold"/>
                </a:rPr>
                <a:t>P</a:t>
              </a:r>
            </a:p>
          </p:txBody>
        </p:sp>
        <p:sp>
          <p:nvSpPr>
            <p:cNvPr id="134" name="s3 text 71">
              <a:extLst>
                <a:ext uri="{FF2B5EF4-FFF2-40B4-BE49-F238E27FC236}">
                  <a16:creationId xmlns:a16="http://schemas.microsoft.com/office/drawing/2014/main" id="{22E89C7C-3D26-4E70-96A6-FF3FCEC6069F}"/>
                </a:ext>
              </a:extLst>
            </p:cNvPr>
            <p:cNvSpPr>
              <a:spLocks noGrp="1"/>
            </p:cNvSpPr>
            <p:nvPr/>
          </p:nvSpPr>
          <p:spPr>
            <a:xfrm>
              <a:off x="6479392" y="3617365"/>
              <a:ext cx="241355" cy="321367"/>
            </a:xfrm>
            <a:prstGeom prst="rect">
              <a:avLst/>
            </a:prstGeom>
            <a:noFill/>
            <a:ln w="0">
              <a:noFill/>
              <a:prstDash val="solid"/>
            </a:ln>
          </p:spPr>
          <p:txBody>
            <a:bodyPr wrap="none" lIns="0" tIns="0" rIns="0" bIns="0" anchor="t">
              <a:noAutofit/>
            </a:bodyPr>
            <a:lstStyle>
              <a:defPPr algn="l">
                <a:defRPr sz="1819" b="0" i="0" kern="0" spc="0">
                  <a:solidFill>
                    <a:srgbClr val="7B8BA0"/>
                  </a:solidFill>
                  <a:latin typeface="Inter SemiBold"/>
                  <a:ea typeface="Inter SemiBold"/>
                  <a:cs typeface="Inter SemiBold"/>
                </a:defRPr>
              </a:defPPr>
              <a:lvl1pPr algn="l">
                <a:defRPr sz="1819" b="0" i="0" kern="0" spc="0">
                  <a:solidFill>
                    <a:srgbClr val="7B8BA0"/>
                  </a:solidFill>
                  <a:latin typeface="Inter SemiBold"/>
                  <a:ea typeface="Inter SemiBold"/>
                  <a:cs typeface="Inter SemiBold"/>
                </a:defRPr>
              </a:lvl1pPr>
              <a:lvl2pPr algn="l">
                <a:defRPr sz="1819" b="0" i="0" kern="0" spc="0">
                  <a:solidFill>
                    <a:srgbClr val="7B8BA0"/>
                  </a:solidFill>
                  <a:latin typeface="Inter SemiBold"/>
                  <a:ea typeface="Inter SemiBold"/>
                  <a:cs typeface="Inter SemiBold"/>
                </a:defRPr>
              </a:lvl2pPr>
              <a:lvl3pPr algn="l">
                <a:defRPr sz="1819" b="0" i="0" kern="0" spc="0">
                  <a:solidFill>
                    <a:srgbClr val="7B8BA0"/>
                  </a:solidFill>
                  <a:latin typeface="Inter SemiBold"/>
                  <a:ea typeface="Inter SemiBold"/>
                  <a:cs typeface="Inter SemiBold"/>
                </a:defRPr>
              </a:lvl3pPr>
              <a:lvl4pPr algn="l">
                <a:defRPr sz="1819" b="0" i="0" kern="0" spc="0">
                  <a:solidFill>
                    <a:srgbClr val="7B8BA0"/>
                  </a:solidFill>
                  <a:latin typeface="Inter SemiBold"/>
                  <a:ea typeface="Inter SemiBold"/>
                  <a:cs typeface="Inter SemiBold"/>
                </a:defRPr>
              </a:lvl4pPr>
              <a:lvl5pPr algn="l">
                <a:defRPr sz="1819" b="0" i="0" kern="0" spc="0">
                  <a:solidFill>
                    <a:srgbClr val="7B8BA0"/>
                  </a:solidFill>
                  <a:latin typeface="Inter SemiBold"/>
                  <a:ea typeface="Inter SemiBold"/>
                  <a:cs typeface="Inter SemiBold"/>
                </a:defRPr>
              </a:lvl5pPr>
              <a:lvl6pPr algn="l">
                <a:defRPr sz="1819" b="0" i="0" kern="0" spc="0">
                  <a:solidFill>
                    <a:srgbClr val="7B8BA0"/>
                  </a:solidFill>
                  <a:latin typeface="Inter SemiBold"/>
                  <a:ea typeface="Inter SemiBold"/>
                  <a:cs typeface="Inter SemiBold"/>
                </a:defRPr>
              </a:lvl6pPr>
              <a:lvl7pPr algn="l">
                <a:defRPr sz="1819" b="0" i="0" kern="0" spc="0">
                  <a:solidFill>
                    <a:srgbClr val="7B8BA0"/>
                  </a:solidFill>
                  <a:latin typeface="Inter SemiBold"/>
                  <a:ea typeface="Inter SemiBold"/>
                  <a:cs typeface="Inter SemiBold"/>
                </a:defRPr>
              </a:lvl7pPr>
              <a:lvl8pPr algn="l">
                <a:defRPr sz="1819" b="0" i="0" kern="0" spc="0">
                  <a:solidFill>
                    <a:srgbClr val="7B8BA0"/>
                  </a:solidFill>
                  <a:latin typeface="Inter SemiBold"/>
                  <a:ea typeface="Inter SemiBold"/>
                  <a:cs typeface="Inter SemiBold"/>
                </a:defRPr>
              </a:lvl8pPr>
              <a:lvl9pPr algn="l">
                <a:defRPr sz="1819" b="0" i="0" kern="0" spc="0">
                  <a:solidFill>
                    <a:srgbClr val="7B8BA0"/>
                  </a:solidFill>
                  <a:latin typeface="Inter SemiBold"/>
                  <a:ea typeface="Inter SemiBold"/>
                  <a:cs typeface="Inter SemiBold"/>
                </a:defRPr>
              </a:lvl9pPr>
            </a:lstStyle>
            <a:p>
              <a:pPr algn="l">
                <a:lnSpc>
                  <a:spcPct val="100000"/>
                </a:lnSpc>
                <a:buNone/>
                <a:defRPr sz="1819" b="0" i="0" kern="0" spc="0">
                  <a:solidFill>
                    <a:srgbClr val="7B8BA0"/>
                  </a:solidFill>
                  <a:latin typeface="Inter SemiBold"/>
                  <a:ea typeface="Inter SemiBold"/>
                  <a:cs typeface="Inter SemiBold"/>
                </a:defRPr>
              </a:pPr>
              <a:r>
                <a:rPr sz="1819" b="0" i="0" kern="0" spc="0">
                  <a:solidFill>
                    <a:srgbClr val="7B8BA0"/>
                  </a:solidFill>
                  <a:latin typeface="Inter SemiBold"/>
                  <a:ea typeface="Inter SemiBold"/>
                  <a:cs typeface="Inter SemiBold"/>
                </a:rPr>
                <a:t>P</a:t>
              </a:r>
            </a:p>
          </p:txBody>
        </p:sp>
        <p:sp>
          <p:nvSpPr>
            <p:cNvPr id="135" name="s3 text 72 halo">
              <a:extLst>
                <a:ext uri="{FF2B5EF4-FFF2-40B4-BE49-F238E27FC236}">
                  <a16:creationId xmlns:a16="http://schemas.microsoft.com/office/drawing/2014/main" id="{92A566D9-2485-4EEC-AAE4-BBD2BDE21CC1}"/>
                </a:ext>
              </a:extLst>
            </p:cNvPr>
            <p:cNvSpPr>
              <a:spLocks noGrp="1"/>
            </p:cNvSpPr>
            <p:nvPr/>
          </p:nvSpPr>
          <p:spPr>
            <a:xfrm>
              <a:off x="6590008" y="3761414"/>
              <a:ext cx="127740" cy="167691"/>
            </a:xfrm>
            <a:prstGeom prst="rect">
              <a:avLst/>
            </a:prstGeom>
            <a:noFill/>
            <a:ln w="0">
              <a:noFill/>
              <a:prstDash val="solid"/>
            </a:ln>
          </p:spPr>
          <p:txBody>
            <a:bodyPr wrap="none" lIns="0" tIns="0" rIns="0" bIns="0" anchor="t">
              <a:noAutofit/>
            </a:bodyPr>
            <a:lstStyle>
              <a:defPPr algn="l">
                <a:defRPr sz="949" b="0" i="0" kern="0" spc="0">
                  <a:ln w="42811">
                    <a:solidFill>
                      <a:srgbClr val="FFFFFF"/>
                    </a:solidFill>
                    <a:prstDash val="solid"/>
                  </a:ln>
                  <a:solidFill>
                    <a:srgbClr val="FFFFFF"/>
                  </a:solidFill>
                  <a:latin typeface="Inter SemiBold"/>
                  <a:ea typeface="Inter SemiBold"/>
                  <a:cs typeface="Inter SemiBold"/>
                </a:defRPr>
              </a:defPPr>
              <a:lvl1pPr algn="l">
                <a:defRPr sz="949" b="0" i="0" kern="0" spc="0">
                  <a:ln w="42811">
                    <a:solidFill>
                      <a:srgbClr val="FFFFFF"/>
                    </a:solidFill>
                    <a:prstDash val="solid"/>
                  </a:ln>
                  <a:solidFill>
                    <a:srgbClr val="FFFFFF"/>
                  </a:solidFill>
                  <a:latin typeface="Inter SemiBold"/>
                  <a:ea typeface="Inter SemiBold"/>
                  <a:cs typeface="Inter SemiBold"/>
                </a:defRPr>
              </a:lvl1pPr>
              <a:lvl2pPr algn="l">
                <a:defRPr sz="949" b="0" i="0" kern="0" spc="0">
                  <a:ln w="42811">
                    <a:solidFill>
                      <a:srgbClr val="FFFFFF"/>
                    </a:solidFill>
                    <a:prstDash val="solid"/>
                  </a:ln>
                  <a:solidFill>
                    <a:srgbClr val="FFFFFF"/>
                  </a:solidFill>
                  <a:latin typeface="Inter SemiBold"/>
                  <a:ea typeface="Inter SemiBold"/>
                  <a:cs typeface="Inter SemiBold"/>
                </a:defRPr>
              </a:lvl2pPr>
              <a:lvl3pPr algn="l">
                <a:defRPr sz="949" b="0" i="0" kern="0" spc="0">
                  <a:ln w="42811">
                    <a:solidFill>
                      <a:srgbClr val="FFFFFF"/>
                    </a:solidFill>
                    <a:prstDash val="solid"/>
                  </a:ln>
                  <a:solidFill>
                    <a:srgbClr val="FFFFFF"/>
                  </a:solidFill>
                  <a:latin typeface="Inter SemiBold"/>
                  <a:ea typeface="Inter SemiBold"/>
                  <a:cs typeface="Inter SemiBold"/>
                </a:defRPr>
              </a:lvl3pPr>
              <a:lvl4pPr algn="l">
                <a:defRPr sz="949" b="0" i="0" kern="0" spc="0">
                  <a:ln w="42811">
                    <a:solidFill>
                      <a:srgbClr val="FFFFFF"/>
                    </a:solidFill>
                    <a:prstDash val="solid"/>
                  </a:ln>
                  <a:solidFill>
                    <a:srgbClr val="FFFFFF"/>
                  </a:solidFill>
                  <a:latin typeface="Inter SemiBold"/>
                  <a:ea typeface="Inter SemiBold"/>
                  <a:cs typeface="Inter SemiBold"/>
                </a:defRPr>
              </a:lvl4pPr>
              <a:lvl5pPr algn="l">
                <a:defRPr sz="949" b="0" i="0" kern="0" spc="0">
                  <a:ln w="42811">
                    <a:solidFill>
                      <a:srgbClr val="FFFFFF"/>
                    </a:solidFill>
                    <a:prstDash val="solid"/>
                  </a:ln>
                  <a:solidFill>
                    <a:srgbClr val="FFFFFF"/>
                  </a:solidFill>
                  <a:latin typeface="Inter SemiBold"/>
                  <a:ea typeface="Inter SemiBold"/>
                  <a:cs typeface="Inter SemiBold"/>
                </a:defRPr>
              </a:lvl5pPr>
              <a:lvl6pPr algn="l">
                <a:defRPr sz="949" b="0" i="0" kern="0" spc="0">
                  <a:ln w="42811">
                    <a:solidFill>
                      <a:srgbClr val="FFFFFF"/>
                    </a:solidFill>
                    <a:prstDash val="solid"/>
                  </a:ln>
                  <a:solidFill>
                    <a:srgbClr val="FFFFFF"/>
                  </a:solidFill>
                  <a:latin typeface="Inter SemiBold"/>
                  <a:ea typeface="Inter SemiBold"/>
                  <a:cs typeface="Inter SemiBold"/>
                </a:defRPr>
              </a:lvl6pPr>
              <a:lvl7pPr algn="l">
                <a:defRPr sz="949" b="0" i="0" kern="0" spc="0">
                  <a:ln w="42811">
                    <a:solidFill>
                      <a:srgbClr val="FFFFFF"/>
                    </a:solidFill>
                    <a:prstDash val="solid"/>
                  </a:ln>
                  <a:solidFill>
                    <a:srgbClr val="FFFFFF"/>
                  </a:solidFill>
                  <a:latin typeface="Inter SemiBold"/>
                  <a:ea typeface="Inter SemiBold"/>
                  <a:cs typeface="Inter SemiBold"/>
                </a:defRPr>
              </a:lvl7pPr>
              <a:lvl8pPr algn="l">
                <a:defRPr sz="949" b="0" i="0" kern="0" spc="0">
                  <a:ln w="42811">
                    <a:solidFill>
                      <a:srgbClr val="FFFFFF"/>
                    </a:solidFill>
                    <a:prstDash val="solid"/>
                  </a:ln>
                  <a:solidFill>
                    <a:srgbClr val="FFFFFF"/>
                  </a:solidFill>
                  <a:latin typeface="Inter SemiBold"/>
                  <a:ea typeface="Inter SemiBold"/>
                  <a:cs typeface="Inter SemiBold"/>
                </a:defRPr>
              </a:lvl8pPr>
              <a:lvl9pPr algn="l">
                <a:defRPr sz="949" b="0" i="0" kern="0" spc="0">
                  <a:ln w="42811">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949" b="0" i="0" kern="0" spc="0">
                  <a:solidFill>
                    <a:srgbClr val="FFFFFF"/>
                  </a:solidFill>
                  <a:latin typeface="Inter SemiBold"/>
                  <a:ea typeface="Inter SemiBold"/>
                  <a:cs typeface="Inter SemiBold"/>
                </a:defRPr>
              </a:pPr>
              <a:r>
                <a:rPr sz="949" b="0" i="0" kern="0" spc="0">
                  <a:ln w="42811">
                    <a:solidFill>
                      <a:srgbClr val="FFFFFF"/>
                    </a:solidFill>
                    <a:prstDash val="solid"/>
                  </a:ln>
                  <a:solidFill>
                    <a:srgbClr val="FFFFFF"/>
                  </a:solidFill>
                  <a:latin typeface="Inter SemiBold"/>
                  <a:ea typeface="Inter SemiBold"/>
                  <a:cs typeface="Inter SemiBold"/>
                </a:rPr>
                <a:t>0</a:t>
              </a:r>
            </a:p>
          </p:txBody>
        </p:sp>
        <p:sp>
          <p:nvSpPr>
            <p:cNvPr id="136" name="s3 text 72">
              <a:extLst>
                <a:ext uri="{FF2B5EF4-FFF2-40B4-BE49-F238E27FC236}">
                  <a16:creationId xmlns:a16="http://schemas.microsoft.com/office/drawing/2014/main" id="{CB691CAA-4C02-489B-8836-320FD265432B}"/>
                </a:ext>
              </a:extLst>
            </p:cNvPr>
            <p:cNvSpPr>
              <a:spLocks noGrp="1"/>
            </p:cNvSpPr>
            <p:nvPr/>
          </p:nvSpPr>
          <p:spPr>
            <a:xfrm>
              <a:off x="6590008" y="3761414"/>
              <a:ext cx="127740" cy="167691"/>
            </a:xfrm>
            <a:prstGeom prst="rect">
              <a:avLst/>
            </a:prstGeom>
            <a:noFill/>
            <a:ln w="0">
              <a:noFill/>
              <a:prstDash val="solid"/>
            </a:ln>
          </p:spPr>
          <p:txBody>
            <a:bodyPr wrap="none" lIns="0" tIns="0" rIns="0" bIns="0" anchor="t">
              <a:noAutofit/>
            </a:bodyPr>
            <a:lstStyle>
              <a:defPPr algn="l">
                <a:defRPr sz="949" b="0" i="0" kern="0" spc="0">
                  <a:solidFill>
                    <a:srgbClr val="7B8BA0"/>
                  </a:solidFill>
                  <a:latin typeface="Inter SemiBold"/>
                  <a:ea typeface="Inter SemiBold"/>
                  <a:cs typeface="Inter SemiBold"/>
                </a:defRPr>
              </a:defPPr>
              <a:lvl1pPr algn="l">
                <a:defRPr sz="949" b="0" i="0" kern="0" spc="0">
                  <a:solidFill>
                    <a:srgbClr val="7B8BA0"/>
                  </a:solidFill>
                  <a:latin typeface="Inter SemiBold"/>
                  <a:ea typeface="Inter SemiBold"/>
                  <a:cs typeface="Inter SemiBold"/>
                </a:defRPr>
              </a:lvl1pPr>
              <a:lvl2pPr algn="l">
                <a:defRPr sz="949" b="0" i="0" kern="0" spc="0">
                  <a:solidFill>
                    <a:srgbClr val="7B8BA0"/>
                  </a:solidFill>
                  <a:latin typeface="Inter SemiBold"/>
                  <a:ea typeface="Inter SemiBold"/>
                  <a:cs typeface="Inter SemiBold"/>
                </a:defRPr>
              </a:lvl2pPr>
              <a:lvl3pPr algn="l">
                <a:defRPr sz="949" b="0" i="0" kern="0" spc="0">
                  <a:solidFill>
                    <a:srgbClr val="7B8BA0"/>
                  </a:solidFill>
                  <a:latin typeface="Inter SemiBold"/>
                  <a:ea typeface="Inter SemiBold"/>
                  <a:cs typeface="Inter SemiBold"/>
                </a:defRPr>
              </a:lvl3pPr>
              <a:lvl4pPr algn="l">
                <a:defRPr sz="949" b="0" i="0" kern="0" spc="0">
                  <a:solidFill>
                    <a:srgbClr val="7B8BA0"/>
                  </a:solidFill>
                  <a:latin typeface="Inter SemiBold"/>
                  <a:ea typeface="Inter SemiBold"/>
                  <a:cs typeface="Inter SemiBold"/>
                </a:defRPr>
              </a:lvl4pPr>
              <a:lvl5pPr algn="l">
                <a:defRPr sz="949" b="0" i="0" kern="0" spc="0">
                  <a:solidFill>
                    <a:srgbClr val="7B8BA0"/>
                  </a:solidFill>
                  <a:latin typeface="Inter SemiBold"/>
                  <a:ea typeface="Inter SemiBold"/>
                  <a:cs typeface="Inter SemiBold"/>
                </a:defRPr>
              </a:lvl5pPr>
              <a:lvl6pPr algn="l">
                <a:defRPr sz="949" b="0" i="0" kern="0" spc="0">
                  <a:solidFill>
                    <a:srgbClr val="7B8BA0"/>
                  </a:solidFill>
                  <a:latin typeface="Inter SemiBold"/>
                  <a:ea typeface="Inter SemiBold"/>
                  <a:cs typeface="Inter SemiBold"/>
                </a:defRPr>
              </a:lvl6pPr>
              <a:lvl7pPr algn="l">
                <a:defRPr sz="949" b="0" i="0" kern="0" spc="0">
                  <a:solidFill>
                    <a:srgbClr val="7B8BA0"/>
                  </a:solidFill>
                  <a:latin typeface="Inter SemiBold"/>
                  <a:ea typeface="Inter SemiBold"/>
                  <a:cs typeface="Inter SemiBold"/>
                </a:defRPr>
              </a:lvl7pPr>
              <a:lvl8pPr algn="l">
                <a:defRPr sz="949" b="0" i="0" kern="0" spc="0">
                  <a:solidFill>
                    <a:srgbClr val="7B8BA0"/>
                  </a:solidFill>
                  <a:latin typeface="Inter SemiBold"/>
                  <a:ea typeface="Inter SemiBold"/>
                  <a:cs typeface="Inter SemiBold"/>
                </a:defRPr>
              </a:lvl8pPr>
              <a:lvl9pPr algn="l">
                <a:defRPr sz="949" b="0" i="0" kern="0" spc="0">
                  <a:solidFill>
                    <a:srgbClr val="7B8BA0"/>
                  </a:solidFill>
                  <a:latin typeface="Inter SemiBold"/>
                  <a:ea typeface="Inter SemiBold"/>
                  <a:cs typeface="Inter SemiBold"/>
                </a:defRPr>
              </a:lvl9pPr>
            </a:lstStyle>
            <a:p>
              <a:pPr algn="l">
                <a:lnSpc>
                  <a:spcPct val="100000"/>
                </a:lnSpc>
                <a:buNone/>
                <a:defRPr sz="949" b="0" i="0" kern="0" spc="0">
                  <a:solidFill>
                    <a:srgbClr val="7B8BA0"/>
                  </a:solidFill>
                  <a:latin typeface="Inter SemiBold"/>
                  <a:ea typeface="Inter SemiBold"/>
                  <a:cs typeface="Inter SemiBold"/>
                </a:defRPr>
              </a:pPr>
              <a:r>
                <a:rPr sz="949" b="0" i="0" kern="0" spc="0">
                  <a:solidFill>
                    <a:srgbClr val="7B8BA0"/>
                  </a:solidFill>
                  <a:latin typeface="Inter SemiBold"/>
                  <a:ea typeface="Inter SemiBold"/>
                  <a:cs typeface="Inter SemiBold"/>
                </a:rPr>
                <a:t>0</a:t>
              </a:r>
            </a:p>
          </p:txBody>
        </p:sp>
        <p:sp>
          <p:nvSpPr>
            <p:cNvPr id="137" name="s3 text 73 halo">
              <a:extLst>
                <a:ext uri="{FF2B5EF4-FFF2-40B4-BE49-F238E27FC236}">
                  <a16:creationId xmlns:a16="http://schemas.microsoft.com/office/drawing/2014/main" id="{B83DEE9B-0CAE-442D-99A6-C2E0339F6BB4}"/>
                </a:ext>
              </a:extLst>
            </p:cNvPr>
            <p:cNvSpPr>
              <a:spLocks noGrp="1"/>
            </p:cNvSpPr>
            <p:nvPr/>
          </p:nvSpPr>
          <p:spPr>
            <a:xfrm>
              <a:off x="6063268" y="3441030"/>
              <a:ext cx="740312" cy="246617"/>
            </a:xfrm>
            <a:prstGeom prst="rect">
              <a:avLst/>
            </a:prstGeom>
            <a:noFill/>
            <a:ln w="0">
              <a:noFill/>
              <a:prstDash val="solid"/>
            </a:ln>
          </p:spPr>
          <p:txBody>
            <a:bodyPr wrap="none" lIns="0" tIns="0" rIns="0" bIns="0" anchor="t">
              <a:noAutofit/>
            </a:bodyPr>
            <a:lstStyle>
              <a:defPPr algn="l">
                <a:defRPr sz="1396" b="1" i="0" kern="0" spc="-9">
                  <a:ln w="42811">
                    <a:solidFill>
                      <a:srgbClr val="FFFFFF"/>
                    </a:solidFill>
                    <a:prstDash val="solid"/>
                  </a:ln>
                  <a:solidFill>
                    <a:srgbClr val="FFFFFF"/>
                  </a:solidFill>
                  <a:latin typeface="Inter"/>
                  <a:ea typeface="Inter"/>
                  <a:cs typeface="Inter"/>
                </a:defRPr>
              </a:defPPr>
              <a:lvl1pPr algn="l">
                <a:defRPr sz="1396" b="1" i="0" kern="0" spc="-9">
                  <a:ln w="42811">
                    <a:solidFill>
                      <a:srgbClr val="FFFFFF"/>
                    </a:solidFill>
                    <a:prstDash val="solid"/>
                  </a:ln>
                  <a:solidFill>
                    <a:srgbClr val="FFFFFF"/>
                  </a:solidFill>
                  <a:latin typeface="Inter"/>
                  <a:ea typeface="Inter"/>
                  <a:cs typeface="Inter"/>
                </a:defRPr>
              </a:lvl1pPr>
              <a:lvl2pPr algn="l">
                <a:defRPr sz="1396" b="1" i="0" kern="0" spc="-9">
                  <a:ln w="42811">
                    <a:solidFill>
                      <a:srgbClr val="FFFFFF"/>
                    </a:solidFill>
                    <a:prstDash val="solid"/>
                  </a:ln>
                  <a:solidFill>
                    <a:srgbClr val="FFFFFF"/>
                  </a:solidFill>
                  <a:latin typeface="Inter"/>
                  <a:ea typeface="Inter"/>
                  <a:cs typeface="Inter"/>
                </a:defRPr>
              </a:lvl2pPr>
              <a:lvl3pPr algn="l">
                <a:defRPr sz="1396" b="1" i="0" kern="0" spc="-9">
                  <a:ln w="42811">
                    <a:solidFill>
                      <a:srgbClr val="FFFFFF"/>
                    </a:solidFill>
                    <a:prstDash val="solid"/>
                  </a:ln>
                  <a:solidFill>
                    <a:srgbClr val="FFFFFF"/>
                  </a:solidFill>
                  <a:latin typeface="Inter"/>
                  <a:ea typeface="Inter"/>
                  <a:cs typeface="Inter"/>
                </a:defRPr>
              </a:lvl3pPr>
              <a:lvl4pPr algn="l">
                <a:defRPr sz="1396" b="1" i="0" kern="0" spc="-9">
                  <a:ln w="42811">
                    <a:solidFill>
                      <a:srgbClr val="FFFFFF"/>
                    </a:solidFill>
                    <a:prstDash val="solid"/>
                  </a:ln>
                  <a:solidFill>
                    <a:srgbClr val="FFFFFF"/>
                  </a:solidFill>
                  <a:latin typeface="Inter"/>
                  <a:ea typeface="Inter"/>
                  <a:cs typeface="Inter"/>
                </a:defRPr>
              </a:lvl4pPr>
              <a:lvl5pPr algn="l">
                <a:defRPr sz="1396" b="1" i="0" kern="0" spc="-9">
                  <a:ln w="42811">
                    <a:solidFill>
                      <a:srgbClr val="FFFFFF"/>
                    </a:solidFill>
                    <a:prstDash val="solid"/>
                  </a:ln>
                  <a:solidFill>
                    <a:srgbClr val="FFFFFF"/>
                  </a:solidFill>
                  <a:latin typeface="Inter"/>
                  <a:ea typeface="Inter"/>
                  <a:cs typeface="Inter"/>
                </a:defRPr>
              </a:lvl5pPr>
              <a:lvl6pPr algn="l">
                <a:defRPr sz="1396" b="1" i="0" kern="0" spc="-9">
                  <a:ln w="42811">
                    <a:solidFill>
                      <a:srgbClr val="FFFFFF"/>
                    </a:solidFill>
                    <a:prstDash val="solid"/>
                  </a:ln>
                  <a:solidFill>
                    <a:srgbClr val="FFFFFF"/>
                  </a:solidFill>
                  <a:latin typeface="Inter"/>
                  <a:ea typeface="Inter"/>
                  <a:cs typeface="Inter"/>
                </a:defRPr>
              </a:lvl6pPr>
              <a:lvl7pPr algn="l">
                <a:defRPr sz="1396" b="1" i="0" kern="0" spc="-9">
                  <a:ln w="42811">
                    <a:solidFill>
                      <a:srgbClr val="FFFFFF"/>
                    </a:solidFill>
                    <a:prstDash val="solid"/>
                  </a:ln>
                  <a:solidFill>
                    <a:srgbClr val="FFFFFF"/>
                  </a:solidFill>
                  <a:latin typeface="Inter"/>
                  <a:ea typeface="Inter"/>
                  <a:cs typeface="Inter"/>
                </a:defRPr>
              </a:lvl7pPr>
              <a:lvl8pPr algn="l">
                <a:defRPr sz="1396" b="1" i="0" kern="0" spc="-9">
                  <a:ln w="42811">
                    <a:solidFill>
                      <a:srgbClr val="FFFFFF"/>
                    </a:solidFill>
                    <a:prstDash val="solid"/>
                  </a:ln>
                  <a:solidFill>
                    <a:srgbClr val="FFFFFF"/>
                  </a:solidFill>
                  <a:latin typeface="Inter"/>
                  <a:ea typeface="Inter"/>
                  <a:cs typeface="Inter"/>
                </a:defRPr>
              </a:lvl8pPr>
              <a:lvl9pPr algn="l">
                <a:defRPr sz="1396" b="1" i="0" kern="0" spc="-9">
                  <a:ln w="42811">
                    <a:solidFill>
                      <a:srgbClr val="FFFFFF"/>
                    </a:solidFill>
                    <a:prstDash val="solid"/>
                  </a:ln>
                  <a:solidFill>
                    <a:srgbClr val="FFFFFF"/>
                  </a:solidFill>
                  <a:latin typeface="Inter"/>
                  <a:ea typeface="Inter"/>
                  <a:cs typeface="Inter"/>
                </a:defRPr>
              </a:lvl9pPr>
            </a:lstStyle>
            <a:p>
              <a:pPr algn="l">
                <a:lnSpc>
                  <a:spcPct val="100000"/>
                </a:lnSpc>
                <a:buNone/>
                <a:defRPr sz="1396" b="1" i="0" kern="0" spc="-9">
                  <a:solidFill>
                    <a:srgbClr val="FFFFFF"/>
                  </a:solidFill>
                  <a:latin typeface="Inter"/>
                  <a:ea typeface="Inter"/>
                  <a:cs typeface="Inter"/>
                </a:defRPr>
              </a:pPr>
              <a:r>
                <a:rPr sz="1396" b="1" i="0" kern="0" spc="-9">
                  <a:ln w="42811">
                    <a:solidFill>
                      <a:srgbClr val="FFFFFF"/>
                    </a:solidFill>
                    <a:prstDash val="solid"/>
                  </a:ln>
                  <a:solidFill>
                    <a:srgbClr val="FFFFFF"/>
                  </a:solidFill>
                  <a:latin typeface="Inter"/>
                  <a:ea typeface="Inter"/>
                  <a:cs typeface="Inter"/>
                </a:rPr>
                <a:t>Exports</a:t>
              </a:r>
            </a:p>
          </p:txBody>
        </p:sp>
        <p:sp>
          <p:nvSpPr>
            <p:cNvPr id="138" name="s3 text 73">
              <a:extLst>
                <a:ext uri="{FF2B5EF4-FFF2-40B4-BE49-F238E27FC236}">
                  <a16:creationId xmlns:a16="http://schemas.microsoft.com/office/drawing/2014/main" id="{E907EC1F-C30F-4499-A806-20A104F2DE09}"/>
                </a:ext>
              </a:extLst>
            </p:cNvPr>
            <p:cNvSpPr>
              <a:spLocks noGrp="1"/>
            </p:cNvSpPr>
            <p:nvPr/>
          </p:nvSpPr>
          <p:spPr>
            <a:xfrm>
              <a:off x="6063268" y="3441030"/>
              <a:ext cx="740312" cy="246617"/>
            </a:xfrm>
            <a:prstGeom prst="rect">
              <a:avLst/>
            </a:prstGeom>
            <a:noFill/>
            <a:ln w="0">
              <a:noFill/>
              <a:prstDash val="solid"/>
            </a:ln>
          </p:spPr>
          <p:txBody>
            <a:bodyPr wrap="none" lIns="0" tIns="0" rIns="0" bIns="0" anchor="t">
              <a:noAutofit/>
            </a:bodyPr>
            <a:lstStyle>
              <a:defPPr algn="l">
                <a:defRPr sz="1396" b="1" i="0" kern="0" spc="-9">
                  <a:solidFill>
                    <a:srgbClr val="0E9F6E"/>
                  </a:solidFill>
                  <a:latin typeface="Inter"/>
                  <a:ea typeface="Inter"/>
                  <a:cs typeface="Inter"/>
                </a:defRPr>
              </a:defPPr>
              <a:lvl1pPr algn="l">
                <a:defRPr sz="1396" b="1" i="0" kern="0" spc="-9">
                  <a:solidFill>
                    <a:srgbClr val="0E9F6E"/>
                  </a:solidFill>
                  <a:latin typeface="Inter"/>
                  <a:ea typeface="Inter"/>
                  <a:cs typeface="Inter"/>
                </a:defRPr>
              </a:lvl1pPr>
              <a:lvl2pPr algn="l">
                <a:defRPr sz="1396" b="1" i="0" kern="0" spc="-9">
                  <a:solidFill>
                    <a:srgbClr val="0E9F6E"/>
                  </a:solidFill>
                  <a:latin typeface="Inter"/>
                  <a:ea typeface="Inter"/>
                  <a:cs typeface="Inter"/>
                </a:defRPr>
              </a:lvl2pPr>
              <a:lvl3pPr algn="l">
                <a:defRPr sz="1396" b="1" i="0" kern="0" spc="-9">
                  <a:solidFill>
                    <a:srgbClr val="0E9F6E"/>
                  </a:solidFill>
                  <a:latin typeface="Inter"/>
                  <a:ea typeface="Inter"/>
                  <a:cs typeface="Inter"/>
                </a:defRPr>
              </a:lvl3pPr>
              <a:lvl4pPr algn="l">
                <a:defRPr sz="1396" b="1" i="0" kern="0" spc="-9">
                  <a:solidFill>
                    <a:srgbClr val="0E9F6E"/>
                  </a:solidFill>
                  <a:latin typeface="Inter"/>
                  <a:ea typeface="Inter"/>
                  <a:cs typeface="Inter"/>
                </a:defRPr>
              </a:lvl4pPr>
              <a:lvl5pPr algn="l">
                <a:defRPr sz="1396" b="1" i="0" kern="0" spc="-9">
                  <a:solidFill>
                    <a:srgbClr val="0E9F6E"/>
                  </a:solidFill>
                  <a:latin typeface="Inter"/>
                  <a:ea typeface="Inter"/>
                  <a:cs typeface="Inter"/>
                </a:defRPr>
              </a:lvl5pPr>
              <a:lvl6pPr algn="l">
                <a:defRPr sz="1396" b="1" i="0" kern="0" spc="-9">
                  <a:solidFill>
                    <a:srgbClr val="0E9F6E"/>
                  </a:solidFill>
                  <a:latin typeface="Inter"/>
                  <a:ea typeface="Inter"/>
                  <a:cs typeface="Inter"/>
                </a:defRPr>
              </a:lvl6pPr>
              <a:lvl7pPr algn="l">
                <a:defRPr sz="1396" b="1" i="0" kern="0" spc="-9">
                  <a:solidFill>
                    <a:srgbClr val="0E9F6E"/>
                  </a:solidFill>
                  <a:latin typeface="Inter"/>
                  <a:ea typeface="Inter"/>
                  <a:cs typeface="Inter"/>
                </a:defRPr>
              </a:lvl7pPr>
              <a:lvl8pPr algn="l">
                <a:defRPr sz="1396" b="1" i="0" kern="0" spc="-9">
                  <a:solidFill>
                    <a:srgbClr val="0E9F6E"/>
                  </a:solidFill>
                  <a:latin typeface="Inter"/>
                  <a:ea typeface="Inter"/>
                  <a:cs typeface="Inter"/>
                </a:defRPr>
              </a:lvl8pPr>
              <a:lvl9pPr algn="l">
                <a:defRPr sz="1396" b="1" i="0" kern="0" spc="-9">
                  <a:solidFill>
                    <a:srgbClr val="0E9F6E"/>
                  </a:solidFill>
                  <a:latin typeface="Inter"/>
                  <a:ea typeface="Inter"/>
                  <a:cs typeface="Inter"/>
                </a:defRPr>
              </a:lvl9pPr>
            </a:lstStyle>
            <a:p>
              <a:pPr algn="l">
                <a:lnSpc>
                  <a:spcPct val="100000"/>
                </a:lnSpc>
                <a:buNone/>
                <a:defRPr sz="1396" b="1" i="0" kern="0" spc="-9">
                  <a:solidFill>
                    <a:srgbClr val="0E9F6E"/>
                  </a:solidFill>
                  <a:latin typeface="Inter"/>
                  <a:ea typeface="Inter"/>
                  <a:cs typeface="Inter"/>
                </a:defRPr>
              </a:pPr>
              <a:r>
                <a:rPr sz="1396" b="1" i="0" kern="0" spc="-9">
                  <a:solidFill>
                    <a:srgbClr val="0E9F6E"/>
                  </a:solidFill>
                  <a:latin typeface="Inter"/>
                  <a:ea typeface="Inter"/>
                  <a:cs typeface="Inter"/>
                </a:rPr>
                <a:t>Exports</a:t>
              </a:r>
            </a:p>
          </p:txBody>
        </p:sp>
        <p:sp>
          <p:nvSpPr>
            <p:cNvPr id="139" name="s3 text 74 halo">
              <a:extLst>
                <a:ext uri="{FF2B5EF4-FFF2-40B4-BE49-F238E27FC236}">
                  <a16:creationId xmlns:a16="http://schemas.microsoft.com/office/drawing/2014/main" id="{9CE94B8F-363E-4885-8EE8-A60C2B3D5107}"/>
                </a:ext>
              </a:extLst>
            </p:cNvPr>
            <p:cNvSpPr>
              <a:spLocks noGrp="1"/>
            </p:cNvSpPr>
            <p:nvPr/>
          </p:nvSpPr>
          <p:spPr>
            <a:xfrm>
              <a:off x="5109466" y="2271036"/>
              <a:ext cx="270500" cy="359140"/>
            </a:xfrm>
            <a:prstGeom prst="rect">
              <a:avLst/>
            </a:prstGeom>
            <a:noFill/>
            <a:ln w="0">
              <a:noFill/>
              <a:prstDash val="solid"/>
            </a:ln>
          </p:spPr>
          <p:txBody>
            <a:bodyPr wrap="none" lIns="0" tIns="0" rIns="0" bIns="0" anchor="t">
              <a:noAutofit/>
            </a:bodyPr>
            <a:lstStyle>
              <a:defPPr algn="l">
                <a:defRPr sz="2032" b="1" i="0" kern="0" spc="0">
                  <a:ln w="42811">
                    <a:solidFill>
                      <a:srgbClr val="FFFFFF"/>
                    </a:solidFill>
                    <a:prstDash val="solid"/>
                  </a:ln>
                  <a:solidFill>
                    <a:srgbClr val="FFFFFF"/>
                  </a:solidFill>
                  <a:latin typeface="Inter"/>
                  <a:ea typeface="Inter"/>
                  <a:cs typeface="Inter"/>
                </a:defRPr>
              </a:defPPr>
              <a:lvl1pPr algn="l">
                <a:defRPr sz="2032" b="1" i="0" kern="0" spc="0">
                  <a:ln w="42811">
                    <a:solidFill>
                      <a:srgbClr val="FFFFFF"/>
                    </a:solidFill>
                    <a:prstDash val="solid"/>
                  </a:ln>
                  <a:solidFill>
                    <a:srgbClr val="FFFFFF"/>
                  </a:solidFill>
                  <a:latin typeface="Inter"/>
                  <a:ea typeface="Inter"/>
                  <a:cs typeface="Inter"/>
                </a:defRPr>
              </a:lvl1pPr>
              <a:lvl2pPr algn="l">
                <a:defRPr sz="2032" b="1" i="0" kern="0" spc="0">
                  <a:ln w="42811">
                    <a:solidFill>
                      <a:srgbClr val="FFFFFF"/>
                    </a:solidFill>
                    <a:prstDash val="solid"/>
                  </a:ln>
                  <a:solidFill>
                    <a:srgbClr val="FFFFFF"/>
                  </a:solidFill>
                  <a:latin typeface="Inter"/>
                  <a:ea typeface="Inter"/>
                  <a:cs typeface="Inter"/>
                </a:defRPr>
              </a:lvl2pPr>
              <a:lvl3pPr algn="l">
                <a:defRPr sz="2032" b="1" i="0" kern="0" spc="0">
                  <a:ln w="42811">
                    <a:solidFill>
                      <a:srgbClr val="FFFFFF"/>
                    </a:solidFill>
                    <a:prstDash val="solid"/>
                  </a:ln>
                  <a:solidFill>
                    <a:srgbClr val="FFFFFF"/>
                  </a:solidFill>
                  <a:latin typeface="Inter"/>
                  <a:ea typeface="Inter"/>
                  <a:cs typeface="Inter"/>
                </a:defRPr>
              </a:lvl3pPr>
              <a:lvl4pPr algn="l">
                <a:defRPr sz="2032" b="1" i="0" kern="0" spc="0">
                  <a:ln w="42811">
                    <a:solidFill>
                      <a:srgbClr val="FFFFFF"/>
                    </a:solidFill>
                    <a:prstDash val="solid"/>
                  </a:ln>
                  <a:solidFill>
                    <a:srgbClr val="FFFFFF"/>
                  </a:solidFill>
                  <a:latin typeface="Inter"/>
                  <a:ea typeface="Inter"/>
                  <a:cs typeface="Inter"/>
                </a:defRPr>
              </a:lvl4pPr>
              <a:lvl5pPr algn="l">
                <a:defRPr sz="2032" b="1" i="0" kern="0" spc="0">
                  <a:ln w="42811">
                    <a:solidFill>
                      <a:srgbClr val="FFFFFF"/>
                    </a:solidFill>
                    <a:prstDash val="solid"/>
                  </a:ln>
                  <a:solidFill>
                    <a:srgbClr val="FFFFFF"/>
                  </a:solidFill>
                  <a:latin typeface="Inter"/>
                  <a:ea typeface="Inter"/>
                  <a:cs typeface="Inter"/>
                </a:defRPr>
              </a:lvl5pPr>
              <a:lvl6pPr algn="l">
                <a:defRPr sz="2032" b="1" i="0" kern="0" spc="0">
                  <a:ln w="42811">
                    <a:solidFill>
                      <a:srgbClr val="FFFFFF"/>
                    </a:solidFill>
                    <a:prstDash val="solid"/>
                  </a:ln>
                  <a:solidFill>
                    <a:srgbClr val="FFFFFF"/>
                  </a:solidFill>
                  <a:latin typeface="Inter"/>
                  <a:ea typeface="Inter"/>
                  <a:cs typeface="Inter"/>
                </a:defRPr>
              </a:lvl6pPr>
              <a:lvl7pPr algn="l">
                <a:defRPr sz="2032" b="1" i="0" kern="0" spc="0">
                  <a:ln w="42811">
                    <a:solidFill>
                      <a:srgbClr val="FFFFFF"/>
                    </a:solidFill>
                    <a:prstDash val="solid"/>
                  </a:ln>
                  <a:solidFill>
                    <a:srgbClr val="FFFFFF"/>
                  </a:solidFill>
                  <a:latin typeface="Inter"/>
                  <a:ea typeface="Inter"/>
                  <a:cs typeface="Inter"/>
                </a:defRPr>
              </a:lvl7pPr>
              <a:lvl8pPr algn="l">
                <a:defRPr sz="2032" b="1" i="0" kern="0" spc="0">
                  <a:ln w="42811">
                    <a:solidFill>
                      <a:srgbClr val="FFFFFF"/>
                    </a:solidFill>
                    <a:prstDash val="solid"/>
                  </a:ln>
                  <a:solidFill>
                    <a:srgbClr val="FFFFFF"/>
                  </a:solidFill>
                  <a:latin typeface="Inter"/>
                  <a:ea typeface="Inter"/>
                  <a:cs typeface="Inter"/>
                </a:defRPr>
              </a:lvl8pPr>
              <a:lvl9pPr algn="l">
                <a:defRPr sz="2032" b="1" i="0" kern="0" spc="0">
                  <a:ln w="42811">
                    <a:solidFill>
                      <a:srgbClr val="FFFFFF"/>
                    </a:solidFill>
                    <a:prstDash val="solid"/>
                  </a:ln>
                  <a:solidFill>
                    <a:srgbClr val="FFFFFF"/>
                  </a:solidFill>
                  <a:latin typeface="Inter"/>
                  <a:ea typeface="Inter"/>
                  <a:cs typeface="Inter"/>
                </a:defRPr>
              </a:lvl9pPr>
            </a:lstStyle>
            <a:p>
              <a:pPr algn="l">
                <a:lnSpc>
                  <a:spcPct val="100000"/>
                </a:lnSpc>
                <a:buNone/>
                <a:defRPr sz="2032" b="1" i="0" kern="0" spc="0">
                  <a:solidFill>
                    <a:srgbClr val="FFFFFF"/>
                  </a:solidFill>
                  <a:latin typeface="Inter"/>
                  <a:ea typeface="Inter"/>
                  <a:cs typeface="Inter"/>
                </a:defRPr>
              </a:pPr>
              <a:r>
                <a:rPr sz="2032" b="1" i="0" kern="0" spc="0">
                  <a:ln w="42811">
                    <a:solidFill>
                      <a:srgbClr val="FFFFFF"/>
                    </a:solidFill>
                    <a:prstDash val="solid"/>
                  </a:ln>
                  <a:solidFill>
                    <a:srgbClr val="FFFFFF"/>
                  </a:solidFill>
                  <a:latin typeface="Inter"/>
                  <a:ea typeface="Inter"/>
                  <a:cs typeface="Inter"/>
                </a:rPr>
                <a:t>P</a:t>
              </a:r>
            </a:p>
          </p:txBody>
        </p:sp>
        <p:sp>
          <p:nvSpPr>
            <p:cNvPr id="140" name="s3 text 74">
              <a:extLst>
                <a:ext uri="{FF2B5EF4-FFF2-40B4-BE49-F238E27FC236}">
                  <a16:creationId xmlns:a16="http://schemas.microsoft.com/office/drawing/2014/main" id="{381F1B08-830B-4FE2-8193-7A325876BF93}"/>
                </a:ext>
              </a:extLst>
            </p:cNvPr>
            <p:cNvSpPr>
              <a:spLocks noGrp="1"/>
            </p:cNvSpPr>
            <p:nvPr/>
          </p:nvSpPr>
          <p:spPr>
            <a:xfrm>
              <a:off x="5109466" y="2271036"/>
              <a:ext cx="270500" cy="359140"/>
            </a:xfrm>
            <a:prstGeom prst="rect">
              <a:avLst/>
            </a:prstGeom>
            <a:noFill/>
            <a:ln w="0">
              <a:noFill/>
              <a:prstDash val="solid"/>
            </a:ln>
          </p:spPr>
          <p:txBody>
            <a:bodyPr wrap="none" lIns="0" tIns="0" rIns="0" bIns="0" anchor="t">
              <a:noAutofit/>
            </a:bodyPr>
            <a:lstStyle>
              <a:defPPr algn="l">
                <a:defRPr sz="2032" b="1" i="0" kern="0" spc="0">
                  <a:solidFill>
                    <a:srgbClr val="0E9F6E"/>
                  </a:solidFill>
                  <a:latin typeface="Inter"/>
                  <a:ea typeface="Inter"/>
                  <a:cs typeface="Inter"/>
                </a:defRPr>
              </a:defPPr>
              <a:lvl1pPr algn="l">
                <a:defRPr sz="2032" b="1" i="0" kern="0" spc="0">
                  <a:solidFill>
                    <a:srgbClr val="0E9F6E"/>
                  </a:solidFill>
                  <a:latin typeface="Inter"/>
                  <a:ea typeface="Inter"/>
                  <a:cs typeface="Inter"/>
                </a:defRPr>
              </a:lvl1pPr>
              <a:lvl2pPr algn="l">
                <a:defRPr sz="2032" b="1" i="0" kern="0" spc="0">
                  <a:solidFill>
                    <a:srgbClr val="0E9F6E"/>
                  </a:solidFill>
                  <a:latin typeface="Inter"/>
                  <a:ea typeface="Inter"/>
                  <a:cs typeface="Inter"/>
                </a:defRPr>
              </a:lvl2pPr>
              <a:lvl3pPr algn="l">
                <a:defRPr sz="2032" b="1" i="0" kern="0" spc="0">
                  <a:solidFill>
                    <a:srgbClr val="0E9F6E"/>
                  </a:solidFill>
                  <a:latin typeface="Inter"/>
                  <a:ea typeface="Inter"/>
                  <a:cs typeface="Inter"/>
                </a:defRPr>
              </a:lvl3pPr>
              <a:lvl4pPr algn="l">
                <a:defRPr sz="2032" b="1" i="0" kern="0" spc="0">
                  <a:solidFill>
                    <a:srgbClr val="0E9F6E"/>
                  </a:solidFill>
                  <a:latin typeface="Inter"/>
                  <a:ea typeface="Inter"/>
                  <a:cs typeface="Inter"/>
                </a:defRPr>
              </a:lvl4pPr>
              <a:lvl5pPr algn="l">
                <a:defRPr sz="2032" b="1" i="0" kern="0" spc="0">
                  <a:solidFill>
                    <a:srgbClr val="0E9F6E"/>
                  </a:solidFill>
                  <a:latin typeface="Inter"/>
                  <a:ea typeface="Inter"/>
                  <a:cs typeface="Inter"/>
                </a:defRPr>
              </a:lvl5pPr>
              <a:lvl6pPr algn="l">
                <a:defRPr sz="2032" b="1" i="0" kern="0" spc="0">
                  <a:solidFill>
                    <a:srgbClr val="0E9F6E"/>
                  </a:solidFill>
                  <a:latin typeface="Inter"/>
                  <a:ea typeface="Inter"/>
                  <a:cs typeface="Inter"/>
                </a:defRPr>
              </a:lvl6pPr>
              <a:lvl7pPr algn="l">
                <a:defRPr sz="2032" b="1" i="0" kern="0" spc="0">
                  <a:solidFill>
                    <a:srgbClr val="0E9F6E"/>
                  </a:solidFill>
                  <a:latin typeface="Inter"/>
                  <a:ea typeface="Inter"/>
                  <a:cs typeface="Inter"/>
                </a:defRPr>
              </a:lvl7pPr>
              <a:lvl8pPr algn="l">
                <a:defRPr sz="2032" b="1" i="0" kern="0" spc="0">
                  <a:solidFill>
                    <a:srgbClr val="0E9F6E"/>
                  </a:solidFill>
                  <a:latin typeface="Inter"/>
                  <a:ea typeface="Inter"/>
                  <a:cs typeface="Inter"/>
                </a:defRPr>
              </a:lvl8pPr>
              <a:lvl9pPr algn="l">
                <a:defRPr sz="2032" b="1" i="0" kern="0" spc="0">
                  <a:solidFill>
                    <a:srgbClr val="0E9F6E"/>
                  </a:solidFill>
                  <a:latin typeface="Inter"/>
                  <a:ea typeface="Inter"/>
                  <a:cs typeface="Inter"/>
                </a:defRPr>
              </a:lvl9pPr>
            </a:lstStyle>
            <a:p>
              <a:pPr algn="l">
                <a:lnSpc>
                  <a:spcPct val="100000"/>
                </a:lnSpc>
                <a:buNone/>
                <a:defRPr sz="2032" b="1" i="0" kern="0" spc="0">
                  <a:solidFill>
                    <a:srgbClr val="0E9F6E"/>
                  </a:solidFill>
                  <a:latin typeface="Inter"/>
                  <a:ea typeface="Inter"/>
                  <a:cs typeface="Inter"/>
                </a:defRPr>
              </a:pPr>
              <a:r>
                <a:rPr sz="2032" b="1" i="0" kern="0" spc="0">
                  <a:solidFill>
                    <a:srgbClr val="0E9F6E"/>
                  </a:solidFill>
                  <a:latin typeface="Inter"/>
                  <a:ea typeface="Inter"/>
                  <a:cs typeface="Inter"/>
                </a:rPr>
                <a:t>P</a:t>
              </a:r>
            </a:p>
          </p:txBody>
        </p:sp>
        <p:sp>
          <p:nvSpPr>
            <p:cNvPr id="141" name="s3 text 75 halo">
              <a:extLst>
                <a:ext uri="{FF2B5EF4-FFF2-40B4-BE49-F238E27FC236}">
                  <a16:creationId xmlns:a16="http://schemas.microsoft.com/office/drawing/2014/main" id="{81E4BC94-00F2-43B6-8269-84E9351D0F9D}"/>
                </a:ext>
              </a:extLst>
            </p:cNvPr>
            <p:cNvSpPr>
              <a:spLocks noGrp="1"/>
            </p:cNvSpPr>
            <p:nvPr/>
          </p:nvSpPr>
          <p:spPr>
            <a:xfrm>
              <a:off x="5232919" y="2431895"/>
              <a:ext cx="144821" cy="187572"/>
            </a:xfrm>
            <a:prstGeom prst="rect">
              <a:avLst/>
            </a:prstGeom>
            <a:noFill/>
            <a:ln w="0">
              <a:noFill/>
              <a:prstDash val="solid"/>
            </a:ln>
          </p:spPr>
          <p:txBody>
            <a:bodyPr wrap="none" lIns="0" tIns="0" rIns="0" bIns="0" anchor="t">
              <a:noAutofit/>
            </a:bodyPr>
            <a:lstStyle>
              <a:defPPr algn="l">
                <a:defRPr sz="1061" b="1" i="0" kern="0" spc="0">
                  <a:ln w="42811">
                    <a:solidFill>
                      <a:srgbClr val="FFFFFF"/>
                    </a:solidFill>
                    <a:prstDash val="solid"/>
                  </a:ln>
                  <a:solidFill>
                    <a:srgbClr val="FFFFFF"/>
                  </a:solidFill>
                  <a:latin typeface="Inter"/>
                  <a:ea typeface="Inter"/>
                  <a:cs typeface="Inter"/>
                </a:defRPr>
              </a:defPPr>
              <a:lvl1pPr algn="l">
                <a:defRPr sz="1061" b="1" i="0" kern="0" spc="0">
                  <a:ln w="42811">
                    <a:solidFill>
                      <a:srgbClr val="FFFFFF"/>
                    </a:solidFill>
                    <a:prstDash val="solid"/>
                  </a:ln>
                  <a:solidFill>
                    <a:srgbClr val="FFFFFF"/>
                  </a:solidFill>
                  <a:latin typeface="Inter"/>
                  <a:ea typeface="Inter"/>
                  <a:cs typeface="Inter"/>
                </a:defRPr>
              </a:lvl1pPr>
              <a:lvl2pPr algn="l">
                <a:defRPr sz="1061" b="1" i="0" kern="0" spc="0">
                  <a:ln w="42811">
                    <a:solidFill>
                      <a:srgbClr val="FFFFFF"/>
                    </a:solidFill>
                    <a:prstDash val="solid"/>
                  </a:ln>
                  <a:solidFill>
                    <a:srgbClr val="FFFFFF"/>
                  </a:solidFill>
                  <a:latin typeface="Inter"/>
                  <a:ea typeface="Inter"/>
                  <a:cs typeface="Inter"/>
                </a:defRPr>
              </a:lvl2pPr>
              <a:lvl3pPr algn="l">
                <a:defRPr sz="1061" b="1" i="0" kern="0" spc="0">
                  <a:ln w="42811">
                    <a:solidFill>
                      <a:srgbClr val="FFFFFF"/>
                    </a:solidFill>
                    <a:prstDash val="solid"/>
                  </a:ln>
                  <a:solidFill>
                    <a:srgbClr val="FFFFFF"/>
                  </a:solidFill>
                  <a:latin typeface="Inter"/>
                  <a:ea typeface="Inter"/>
                  <a:cs typeface="Inter"/>
                </a:defRPr>
              </a:lvl3pPr>
              <a:lvl4pPr algn="l">
                <a:defRPr sz="1061" b="1" i="0" kern="0" spc="0">
                  <a:ln w="42811">
                    <a:solidFill>
                      <a:srgbClr val="FFFFFF"/>
                    </a:solidFill>
                    <a:prstDash val="solid"/>
                  </a:ln>
                  <a:solidFill>
                    <a:srgbClr val="FFFFFF"/>
                  </a:solidFill>
                  <a:latin typeface="Inter"/>
                  <a:ea typeface="Inter"/>
                  <a:cs typeface="Inter"/>
                </a:defRPr>
              </a:lvl4pPr>
              <a:lvl5pPr algn="l">
                <a:defRPr sz="1061" b="1" i="0" kern="0" spc="0">
                  <a:ln w="42811">
                    <a:solidFill>
                      <a:srgbClr val="FFFFFF"/>
                    </a:solidFill>
                    <a:prstDash val="solid"/>
                  </a:ln>
                  <a:solidFill>
                    <a:srgbClr val="FFFFFF"/>
                  </a:solidFill>
                  <a:latin typeface="Inter"/>
                  <a:ea typeface="Inter"/>
                  <a:cs typeface="Inter"/>
                </a:defRPr>
              </a:lvl5pPr>
              <a:lvl6pPr algn="l">
                <a:defRPr sz="1061" b="1" i="0" kern="0" spc="0">
                  <a:ln w="42811">
                    <a:solidFill>
                      <a:srgbClr val="FFFFFF"/>
                    </a:solidFill>
                    <a:prstDash val="solid"/>
                  </a:ln>
                  <a:solidFill>
                    <a:srgbClr val="FFFFFF"/>
                  </a:solidFill>
                  <a:latin typeface="Inter"/>
                  <a:ea typeface="Inter"/>
                  <a:cs typeface="Inter"/>
                </a:defRPr>
              </a:lvl6pPr>
              <a:lvl7pPr algn="l">
                <a:defRPr sz="1061" b="1" i="0" kern="0" spc="0">
                  <a:ln w="42811">
                    <a:solidFill>
                      <a:srgbClr val="FFFFFF"/>
                    </a:solidFill>
                    <a:prstDash val="solid"/>
                  </a:ln>
                  <a:solidFill>
                    <a:srgbClr val="FFFFFF"/>
                  </a:solidFill>
                  <a:latin typeface="Inter"/>
                  <a:ea typeface="Inter"/>
                  <a:cs typeface="Inter"/>
                </a:defRPr>
              </a:lvl7pPr>
              <a:lvl8pPr algn="l">
                <a:defRPr sz="1061" b="1" i="0" kern="0" spc="0">
                  <a:ln w="42811">
                    <a:solidFill>
                      <a:srgbClr val="FFFFFF"/>
                    </a:solidFill>
                    <a:prstDash val="solid"/>
                  </a:ln>
                  <a:solidFill>
                    <a:srgbClr val="FFFFFF"/>
                  </a:solidFill>
                  <a:latin typeface="Inter"/>
                  <a:ea typeface="Inter"/>
                  <a:cs typeface="Inter"/>
                </a:defRPr>
              </a:lvl8pPr>
              <a:lvl9pPr algn="l">
                <a:defRPr sz="1061" b="1" i="0" kern="0" spc="0">
                  <a:ln w="42811">
                    <a:solidFill>
                      <a:srgbClr val="FFFFFF"/>
                    </a:solidFill>
                    <a:prstDash val="solid"/>
                  </a:ln>
                  <a:solidFill>
                    <a:srgbClr val="FFFFFF"/>
                  </a:solidFill>
                  <a:latin typeface="Inter"/>
                  <a:ea typeface="Inter"/>
                  <a:cs typeface="Inter"/>
                </a:defRPr>
              </a:lvl9pPr>
            </a:lstStyle>
            <a:p>
              <a:pPr algn="l">
                <a:lnSpc>
                  <a:spcPct val="100000"/>
                </a:lnSpc>
                <a:buNone/>
                <a:defRPr sz="1061" b="1" i="0" kern="0" spc="0">
                  <a:solidFill>
                    <a:srgbClr val="FFFFFF"/>
                  </a:solidFill>
                  <a:latin typeface="Inter"/>
                  <a:ea typeface="Inter"/>
                  <a:cs typeface="Inter"/>
                </a:defRPr>
              </a:pPr>
              <a:r>
                <a:rPr sz="1061" b="1" i="0" kern="0" spc="0">
                  <a:ln w="42811">
                    <a:solidFill>
                      <a:srgbClr val="FFFFFF"/>
                    </a:solidFill>
                    <a:prstDash val="solid"/>
                  </a:ln>
                  <a:solidFill>
                    <a:srgbClr val="FFFFFF"/>
                  </a:solidFill>
                  <a:latin typeface="Inter"/>
                  <a:ea typeface="Inter"/>
                  <a:cs typeface="Inter"/>
                </a:rPr>
                <a:t>0</a:t>
              </a:r>
            </a:p>
          </p:txBody>
        </p:sp>
        <p:sp>
          <p:nvSpPr>
            <p:cNvPr id="142" name="s3 text 75">
              <a:extLst>
                <a:ext uri="{FF2B5EF4-FFF2-40B4-BE49-F238E27FC236}">
                  <a16:creationId xmlns:a16="http://schemas.microsoft.com/office/drawing/2014/main" id="{620596D3-CA2E-4029-B391-19FECB2CD48F}"/>
                </a:ext>
              </a:extLst>
            </p:cNvPr>
            <p:cNvSpPr>
              <a:spLocks noGrp="1"/>
            </p:cNvSpPr>
            <p:nvPr/>
          </p:nvSpPr>
          <p:spPr>
            <a:xfrm>
              <a:off x="5232919" y="2431895"/>
              <a:ext cx="144821" cy="187572"/>
            </a:xfrm>
            <a:prstGeom prst="rect">
              <a:avLst/>
            </a:prstGeom>
            <a:noFill/>
            <a:ln w="0">
              <a:noFill/>
              <a:prstDash val="solid"/>
            </a:ln>
          </p:spPr>
          <p:txBody>
            <a:bodyPr wrap="none" lIns="0" tIns="0" rIns="0" bIns="0" anchor="t">
              <a:noAutofit/>
            </a:bodyPr>
            <a:lstStyle>
              <a:defPPr algn="l">
                <a:defRPr sz="1061" b="1" i="0" kern="0" spc="0">
                  <a:solidFill>
                    <a:srgbClr val="0E9F6E"/>
                  </a:solidFill>
                  <a:latin typeface="Inter"/>
                  <a:ea typeface="Inter"/>
                  <a:cs typeface="Inter"/>
                </a:defRPr>
              </a:defPPr>
              <a:lvl1pPr algn="l">
                <a:defRPr sz="1061" b="1" i="0" kern="0" spc="0">
                  <a:solidFill>
                    <a:srgbClr val="0E9F6E"/>
                  </a:solidFill>
                  <a:latin typeface="Inter"/>
                  <a:ea typeface="Inter"/>
                  <a:cs typeface="Inter"/>
                </a:defRPr>
              </a:lvl1pPr>
              <a:lvl2pPr algn="l">
                <a:defRPr sz="1061" b="1" i="0" kern="0" spc="0">
                  <a:solidFill>
                    <a:srgbClr val="0E9F6E"/>
                  </a:solidFill>
                  <a:latin typeface="Inter"/>
                  <a:ea typeface="Inter"/>
                  <a:cs typeface="Inter"/>
                </a:defRPr>
              </a:lvl2pPr>
              <a:lvl3pPr algn="l">
                <a:defRPr sz="1061" b="1" i="0" kern="0" spc="0">
                  <a:solidFill>
                    <a:srgbClr val="0E9F6E"/>
                  </a:solidFill>
                  <a:latin typeface="Inter"/>
                  <a:ea typeface="Inter"/>
                  <a:cs typeface="Inter"/>
                </a:defRPr>
              </a:lvl3pPr>
              <a:lvl4pPr algn="l">
                <a:defRPr sz="1061" b="1" i="0" kern="0" spc="0">
                  <a:solidFill>
                    <a:srgbClr val="0E9F6E"/>
                  </a:solidFill>
                  <a:latin typeface="Inter"/>
                  <a:ea typeface="Inter"/>
                  <a:cs typeface="Inter"/>
                </a:defRPr>
              </a:lvl4pPr>
              <a:lvl5pPr algn="l">
                <a:defRPr sz="1061" b="1" i="0" kern="0" spc="0">
                  <a:solidFill>
                    <a:srgbClr val="0E9F6E"/>
                  </a:solidFill>
                  <a:latin typeface="Inter"/>
                  <a:ea typeface="Inter"/>
                  <a:cs typeface="Inter"/>
                </a:defRPr>
              </a:lvl5pPr>
              <a:lvl6pPr algn="l">
                <a:defRPr sz="1061" b="1" i="0" kern="0" spc="0">
                  <a:solidFill>
                    <a:srgbClr val="0E9F6E"/>
                  </a:solidFill>
                  <a:latin typeface="Inter"/>
                  <a:ea typeface="Inter"/>
                  <a:cs typeface="Inter"/>
                </a:defRPr>
              </a:lvl6pPr>
              <a:lvl7pPr algn="l">
                <a:defRPr sz="1061" b="1" i="0" kern="0" spc="0">
                  <a:solidFill>
                    <a:srgbClr val="0E9F6E"/>
                  </a:solidFill>
                  <a:latin typeface="Inter"/>
                  <a:ea typeface="Inter"/>
                  <a:cs typeface="Inter"/>
                </a:defRPr>
              </a:lvl7pPr>
              <a:lvl8pPr algn="l">
                <a:defRPr sz="1061" b="1" i="0" kern="0" spc="0">
                  <a:solidFill>
                    <a:srgbClr val="0E9F6E"/>
                  </a:solidFill>
                  <a:latin typeface="Inter"/>
                  <a:ea typeface="Inter"/>
                  <a:cs typeface="Inter"/>
                </a:defRPr>
              </a:lvl8pPr>
              <a:lvl9pPr algn="l">
                <a:defRPr sz="1061" b="1" i="0" kern="0" spc="0">
                  <a:solidFill>
                    <a:srgbClr val="0E9F6E"/>
                  </a:solidFill>
                  <a:latin typeface="Inter"/>
                  <a:ea typeface="Inter"/>
                  <a:cs typeface="Inter"/>
                </a:defRPr>
              </a:lvl9pPr>
            </a:lstStyle>
            <a:p>
              <a:pPr algn="l">
                <a:lnSpc>
                  <a:spcPct val="100000"/>
                </a:lnSpc>
                <a:buNone/>
                <a:defRPr sz="1061" b="1" i="0" kern="0" spc="0">
                  <a:solidFill>
                    <a:srgbClr val="0E9F6E"/>
                  </a:solidFill>
                  <a:latin typeface="Inter"/>
                  <a:ea typeface="Inter"/>
                  <a:cs typeface="Inter"/>
                </a:defRPr>
              </a:pPr>
              <a:r>
                <a:rPr sz="1061" b="1" i="0" kern="0" spc="0">
                  <a:solidFill>
                    <a:srgbClr val="0E9F6E"/>
                  </a:solidFill>
                  <a:latin typeface="Inter"/>
                  <a:ea typeface="Inter"/>
                  <a:cs typeface="Inter"/>
                </a:rPr>
                <a:t>0</a:t>
              </a:r>
            </a:p>
          </p:txBody>
        </p:sp>
        <p:sp>
          <p:nvSpPr>
            <p:cNvPr id="143" name="s3 text 76 halo">
              <a:extLst>
                <a:ext uri="{FF2B5EF4-FFF2-40B4-BE49-F238E27FC236}">
                  <a16:creationId xmlns:a16="http://schemas.microsoft.com/office/drawing/2014/main" id="{13A2A4A7-1764-4E0B-9662-A62B95F1EAEE}"/>
                </a:ext>
              </a:extLst>
            </p:cNvPr>
            <p:cNvSpPr>
              <a:spLocks noGrp="1"/>
            </p:cNvSpPr>
            <p:nvPr/>
          </p:nvSpPr>
          <p:spPr>
            <a:xfrm>
              <a:off x="5323555" y="2339895"/>
              <a:ext cx="201778" cy="260235"/>
            </a:xfrm>
            <a:prstGeom prst="rect">
              <a:avLst/>
            </a:prstGeom>
            <a:noFill/>
            <a:ln w="0">
              <a:noFill/>
              <a:prstDash val="solid"/>
            </a:ln>
          </p:spPr>
          <p:txBody>
            <a:bodyPr wrap="none" lIns="0" tIns="0" rIns="0" bIns="0" anchor="t">
              <a:noAutofit/>
            </a:bodyPr>
            <a:lstStyle>
              <a:defPPr algn="l">
                <a:defRPr sz="1473" b="1" i="0" kern="0" spc="0">
                  <a:ln w="42811">
                    <a:solidFill>
                      <a:srgbClr val="FFFFFF"/>
                    </a:solidFill>
                    <a:prstDash val="solid"/>
                  </a:ln>
                  <a:solidFill>
                    <a:srgbClr val="FFFFFF"/>
                  </a:solidFill>
                  <a:latin typeface="Inter"/>
                  <a:ea typeface="Inter"/>
                  <a:cs typeface="Inter"/>
                </a:defRPr>
              </a:defPPr>
              <a:lvl1pPr algn="l">
                <a:defRPr sz="1473" b="1" i="0" kern="0" spc="0">
                  <a:ln w="42811">
                    <a:solidFill>
                      <a:srgbClr val="FFFFFF"/>
                    </a:solidFill>
                    <a:prstDash val="solid"/>
                  </a:ln>
                  <a:solidFill>
                    <a:srgbClr val="FFFFFF"/>
                  </a:solidFill>
                  <a:latin typeface="Inter"/>
                  <a:ea typeface="Inter"/>
                  <a:cs typeface="Inter"/>
                </a:defRPr>
              </a:lvl1pPr>
              <a:lvl2pPr algn="l">
                <a:defRPr sz="1473" b="1" i="0" kern="0" spc="0">
                  <a:ln w="42811">
                    <a:solidFill>
                      <a:srgbClr val="FFFFFF"/>
                    </a:solidFill>
                    <a:prstDash val="solid"/>
                  </a:ln>
                  <a:solidFill>
                    <a:srgbClr val="FFFFFF"/>
                  </a:solidFill>
                  <a:latin typeface="Inter"/>
                  <a:ea typeface="Inter"/>
                  <a:cs typeface="Inter"/>
                </a:defRPr>
              </a:lvl2pPr>
              <a:lvl3pPr algn="l">
                <a:defRPr sz="1473" b="1" i="0" kern="0" spc="0">
                  <a:ln w="42811">
                    <a:solidFill>
                      <a:srgbClr val="FFFFFF"/>
                    </a:solidFill>
                    <a:prstDash val="solid"/>
                  </a:ln>
                  <a:solidFill>
                    <a:srgbClr val="FFFFFF"/>
                  </a:solidFill>
                  <a:latin typeface="Inter"/>
                  <a:ea typeface="Inter"/>
                  <a:cs typeface="Inter"/>
                </a:defRPr>
              </a:lvl3pPr>
              <a:lvl4pPr algn="l">
                <a:defRPr sz="1473" b="1" i="0" kern="0" spc="0">
                  <a:ln w="42811">
                    <a:solidFill>
                      <a:srgbClr val="FFFFFF"/>
                    </a:solidFill>
                    <a:prstDash val="solid"/>
                  </a:ln>
                  <a:solidFill>
                    <a:srgbClr val="FFFFFF"/>
                  </a:solidFill>
                  <a:latin typeface="Inter"/>
                  <a:ea typeface="Inter"/>
                  <a:cs typeface="Inter"/>
                </a:defRPr>
              </a:lvl4pPr>
              <a:lvl5pPr algn="l">
                <a:defRPr sz="1473" b="1" i="0" kern="0" spc="0">
                  <a:ln w="42811">
                    <a:solidFill>
                      <a:srgbClr val="FFFFFF"/>
                    </a:solidFill>
                    <a:prstDash val="solid"/>
                  </a:ln>
                  <a:solidFill>
                    <a:srgbClr val="FFFFFF"/>
                  </a:solidFill>
                  <a:latin typeface="Inter"/>
                  <a:ea typeface="Inter"/>
                  <a:cs typeface="Inter"/>
                </a:defRPr>
              </a:lvl5pPr>
              <a:lvl6pPr algn="l">
                <a:defRPr sz="1473" b="1" i="0" kern="0" spc="0">
                  <a:ln w="42811">
                    <a:solidFill>
                      <a:srgbClr val="FFFFFF"/>
                    </a:solidFill>
                    <a:prstDash val="solid"/>
                  </a:ln>
                  <a:solidFill>
                    <a:srgbClr val="FFFFFF"/>
                  </a:solidFill>
                  <a:latin typeface="Inter"/>
                  <a:ea typeface="Inter"/>
                  <a:cs typeface="Inter"/>
                </a:defRPr>
              </a:lvl6pPr>
              <a:lvl7pPr algn="l">
                <a:defRPr sz="1473" b="1" i="0" kern="0" spc="0">
                  <a:ln w="42811">
                    <a:solidFill>
                      <a:srgbClr val="FFFFFF"/>
                    </a:solidFill>
                    <a:prstDash val="solid"/>
                  </a:ln>
                  <a:solidFill>
                    <a:srgbClr val="FFFFFF"/>
                  </a:solidFill>
                  <a:latin typeface="Inter"/>
                  <a:ea typeface="Inter"/>
                  <a:cs typeface="Inter"/>
                </a:defRPr>
              </a:lvl7pPr>
              <a:lvl8pPr algn="l">
                <a:defRPr sz="1473" b="1" i="0" kern="0" spc="0">
                  <a:ln w="42811">
                    <a:solidFill>
                      <a:srgbClr val="FFFFFF"/>
                    </a:solidFill>
                    <a:prstDash val="solid"/>
                  </a:ln>
                  <a:solidFill>
                    <a:srgbClr val="FFFFFF"/>
                  </a:solidFill>
                  <a:latin typeface="Inter"/>
                  <a:ea typeface="Inter"/>
                  <a:cs typeface="Inter"/>
                </a:defRPr>
              </a:lvl8pPr>
              <a:lvl9pPr algn="l">
                <a:defRPr sz="1473" b="1" i="0" kern="0" spc="0">
                  <a:ln w="42811">
                    <a:solidFill>
                      <a:srgbClr val="FFFFFF"/>
                    </a:solidFill>
                    <a:prstDash val="solid"/>
                  </a:ln>
                  <a:solidFill>
                    <a:srgbClr val="FFFFFF"/>
                  </a:solidFill>
                  <a:latin typeface="Inter"/>
                  <a:ea typeface="Inter"/>
                  <a:cs typeface="Inter"/>
                </a:defRPr>
              </a:lvl9pPr>
            </a:lstStyle>
            <a:p>
              <a:pPr algn="l">
                <a:lnSpc>
                  <a:spcPct val="100000"/>
                </a:lnSpc>
                <a:buNone/>
                <a:defRPr sz="1473" b="1" i="0" kern="0" spc="0">
                  <a:solidFill>
                    <a:srgbClr val="FFFFFF"/>
                  </a:solidFill>
                  <a:latin typeface="Inter"/>
                  <a:ea typeface="Inter"/>
                  <a:cs typeface="Inter"/>
                </a:defRPr>
              </a:pPr>
              <a:r>
                <a:rPr sz="1473" b="1" i="0" kern="0" spc="0">
                  <a:ln w="42811">
                    <a:solidFill>
                      <a:srgbClr val="FFFFFF"/>
                    </a:solidFill>
                    <a:prstDash val="solid"/>
                  </a:ln>
                  <a:solidFill>
                    <a:srgbClr val="FFFFFF"/>
                  </a:solidFill>
                  <a:latin typeface="Inter"/>
                  <a:ea typeface="Inter"/>
                  <a:cs typeface="Inter"/>
                </a:rPr>
                <a:t>&lt;</a:t>
              </a:r>
            </a:p>
          </p:txBody>
        </p:sp>
        <p:sp>
          <p:nvSpPr>
            <p:cNvPr id="144" name="s3 text 76">
              <a:extLst>
                <a:ext uri="{FF2B5EF4-FFF2-40B4-BE49-F238E27FC236}">
                  <a16:creationId xmlns:a16="http://schemas.microsoft.com/office/drawing/2014/main" id="{D743D7E8-12C4-47A9-9670-BB584DFF3869}"/>
                </a:ext>
              </a:extLst>
            </p:cNvPr>
            <p:cNvSpPr>
              <a:spLocks noGrp="1"/>
            </p:cNvSpPr>
            <p:nvPr/>
          </p:nvSpPr>
          <p:spPr>
            <a:xfrm>
              <a:off x="5323555" y="2339895"/>
              <a:ext cx="201778" cy="260235"/>
            </a:xfrm>
            <a:prstGeom prst="rect">
              <a:avLst/>
            </a:prstGeom>
            <a:noFill/>
            <a:ln w="0">
              <a:noFill/>
              <a:prstDash val="solid"/>
            </a:ln>
          </p:spPr>
          <p:txBody>
            <a:bodyPr wrap="none" lIns="0" tIns="0" rIns="0" bIns="0" anchor="t">
              <a:noAutofit/>
            </a:bodyPr>
            <a:lstStyle>
              <a:defPPr algn="l">
                <a:defRPr sz="1473" b="1" i="0" kern="0" spc="0">
                  <a:solidFill>
                    <a:srgbClr val="0E9F6E"/>
                  </a:solidFill>
                  <a:latin typeface="Inter"/>
                  <a:ea typeface="Inter"/>
                  <a:cs typeface="Inter"/>
                </a:defRPr>
              </a:defPPr>
              <a:lvl1pPr algn="l">
                <a:defRPr sz="1473" b="1" i="0" kern="0" spc="0">
                  <a:solidFill>
                    <a:srgbClr val="0E9F6E"/>
                  </a:solidFill>
                  <a:latin typeface="Inter"/>
                  <a:ea typeface="Inter"/>
                  <a:cs typeface="Inter"/>
                </a:defRPr>
              </a:lvl1pPr>
              <a:lvl2pPr algn="l">
                <a:defRPr sz="1473" b="1" i="0" kern="0" spc="0">
                  <a:solidFill>
                    <a:srgbClr val="0E9F6E"/>
                  </a:solidFill>
                  <a:latin typeface="Inter"/>
                  <a:ea typeface="Inter"/>
                  <a:cs typeface="Inter"/>
                </a:defRPr>
              </a:lvl2pPr>
              <a:lvl3pPr algn="l">
                <a:defRPr sz="1473" b="1" i="0" kern="0" spc="0">
                  <a:solidFill>
                    <a:srgbClr val="0E9F6E"/>
                  </a:solidFill>
                  <a:latin typeface="Inter"/>
                  <a:ea typeface="Inter"/>
                  <a:cs typeface="Inter"/>
                </a:defRPr>
              </a:lvl3pPr>
              <a:lvl4pPr algn="l">
                <a:defRPr sz="1473" b="1" i="0" kern="0" spc="0">
                  <a:solidFill>
                    <a:srgbClr val="0E9F6E"/>
                  </a:solidFill>
                  <a:latin typeface="Inter"/>
                  <a:ea typeface="Inter"/>
                  <a:cs typeface="Inter"/>
                </a:defRPr>
              </a:lvl4pPr>
              <a:lvl5pPr algn="l">
                <a:defRPr sz="1473" b="1" i="0" kern="0" spc="0">
                  <a:solidFill>
                    <a:srgbClr val="0E9F6E"/>
                  </a:solidFill>
                  <a:latin typeface="Inter"/>
                  <a:ea typeface="Inter"/>
                  <a:cs typeface="Inter"/>
                </a:defRPr>
              </a:lvl5pPr>
              <a:lvl6pPr algn="l">
                <a:defRPr sz="1473" b="1" i="0" kern="0" spc="0">
                  <a:solidFill>
                    <a:srgbClr val="0E9F6E"/>
                  </a:solidFill>
                  <a:latin typeface="Inter"/>
                  <a:ea typeface="Inter"/>
                  <a:cs typeface="Inter"/>
                </a:defRPr>
              </a:lvl6pPr>
              <a:lvl7pPr algn="l">
                <a:defRPr sz="1473" b="1" i="0" kern="0" spc="0">
                  <a:solidFill>
                    <a:srgbClr val="0E9F6E"/>
                  </a:solidFill>
                  <a:latin typeface="Inter"/>
                  <a:ea typeface="Inter"/>
                  <a:cs typeface="Inter"/>
                </a:defRPr>
              </a:lvl7pPr>
              <a:lvl8pPr algn="l">
                <a:defRPr sz="1473" b="1" i="0" kern="0" spc="0">
                  <a:solidFill>
                    <a:srgbClr val="0E9F6E"/>
                  </a:solidFill>
                  <a:latin typeface="Inter"/>
                  <a:ea typeface="Inter"/>
                  <a:cs typeface="Inter"/>
                </a:defRPr>
              </a:lvl8pPr>
              <a:lvl9pPr algn="l">
                <a:defRPr sz="1473" b="1" i="0" kern="0" spc="0">
                  <a:solidFill>
                    <a:srgbClr val="0E9F6E"/>
                  </a:solidFill>
                  <a:latin typeface="Inter"/>
                  <a:ea typeface="Inter"/>
                  <a:cs typeface="Inter"/>
                </a:defRPr>
              </a:lvl9pPr>
            </a:lstStyle>
            <a:p>
              <a:pPr algn="l">
                <a:lnSpc>
                  <a:spcPct val="100000"/>
                </a:lnSpc>
                <a:buNone/>
                <a:defRPr sz="1473" b="1" i="0" kern="0" spc="0">
                  <a:solidFill>
                    <a:srgbClr val="0E9F6E"/>
                  </a:solidFill>
                  <a:latin typeface="Inter"/>
                  <a:ea typeface="Inter"/>
                  <a:cs typeface="Inter"/>
                </a:defRPr>
              </a:pPr>
              <a:r>
                <a:rPr sz="1473" b="1" i="0" kern="0" spc="0">
                  <a:solidFill>
                    <a:srgbClr val="0E9F6E"/>
                  </a:solidFill>
                  <a:latin typeface="Inter"/>
                  <a:ea typeface="Inter"/>
                  <a:cs typeface="Inter"/>
                </a:rPr>
                <a:t>&lt;</a:t>
              </a:r>
            </a:p>
          </p:txBody>
        </p:sp>
        <p:sp>
          <p:nvSpPr>
            <p:cNvPr id="145" name="s3 text 77 halo">
              <a:extLst>
                <a:ext uri="{FF2B5EF4-FFF2-40B4-BE49-F238E27FC236}">
                  <a16:creationId xmlns:a16="http://schemas.microsoft.com/office/drawing/2014/main" id="{31614C4F-7475-45AA-9A13-793773FB4821}"/>
                </a:ext>
              </a:extLst>
            </p:cNvPr>
            <p:cNvSpPr>
              <a:spLocks noGrp="1"/>
            </p:cNvSpPr>
            <p:nvPr/>
          </p:nvSpPr>
          <p:spPr>
            <a:xfrm>
              <a:off x="5437744" y="2271036"/>
              <a:ext cx="270500" cy="359140"/>
            </a:xfrm>
            <a:prstGeom prst="rect">
              <a:avLst/>
            </a:prstGeom>
            <a:noFill/>
            <a:ln w="0">
              <a:noFill/>
              <a:prstDash val="solid"/>
            </a:ln>
          </p:spPr>
          <p:txBody>
            <a:bodyPr wrap="none" lIns="0" tIns="0" rIns="0" bIns="0" anchor="t">
              <a:noAutofit/>
            </a:bodyPr>
            <a:lstStyle>
              <a:defPPr algn="l">
                <a:defRPr sz="2032" b="1" i="0" kern="0" spc="0">
                  <a:ln w="42811">
                    <a:solidFill>
                      <a:srgbClr val="FFFFFF"/>
                    </a:solidFill>
                    <a:prstDash val="solid"/>
                  </a:ln>
                  <a:solidFill>
                    <a:srgbClr val="FFFFFF"/>
                  </a:solidFill>
                  <a:latin typeface="Inter"/>
                  <a:ea typeface="Inter"/>
                  <a:cs typeface="Inter"/>
                </a:defRPr>
              </a:defPPr>
              <a:lvl1pPr algn="l">
                <a:defRPr sz="2032" b="1" i="0" kern="0" spc="0">
                  <a:ln w="42811">
                    <a:solidFill>
                      <a:srgbClr val="FFFFFF"/>
                    </a:solidFill>
                    <a:prstDash val="solid"/>
                  </a:ln>
                  <a:solidFill>
                    <a:srgbClr val="FFFFFF"/>
                  </a:solidFill>
                  <a:latin typeface="Inter"/>
                  <a:ea typeface="Inter"/>
                  <a:cs typeface="Inter"/>
                </a:defRPr>
              </a:lvl1pPr>
              <a:lvl2pPr algn="l">
                <a:defRPr sz="2032" b="1" i="0" kern="0" spc="0">
                  <a:ln w="42811">
                    <a:solidFill>
                      <a:srgbClr val="FFFFFF"/>
                    </a:solidFill>
                    <a:prstDash val="solid"/>
                  </a:ln>
                  <a:solidFill>
                    <a:srgbClr val="FFFFFF"/>
                  </a:solidFill>
                  <a:latin typeface="Inter"/>
                  <a:ea typeface="Inter"/>
                  <a:cs typeface="Inter"/>
                </a:defRPr>
              </a:lvl2pPr>
              <a:lvl3pPr algn="l">
                <a:defRPr sz="2032" b="1" i="0" kern="0" spc="0">
                  <a:ln w="42811">
                    <a:solidFill>
                      <a:srgbClr val="FFFFFF"/>
                    </a:solidFill>
                    <a:prstDash val="solid"/>
                  </a:ln>
                  <a:solidFill>
                    <a:srgbClr val="FFFFFF"/>
                  </a:solidFill>
                  <a:latin typeface="Inter"/>
                  <a:ea typeface="Inter"/>
                  <a:cs typeface="Inter"/>
                </a:defRPr>
              </a:lvl3pPr>
              <a:lvl4pPr algn="l">
                <a:defRPr sz="2032" b="1" i="0" kern="0" spc="0">
                  <a:ln w="42811">
                    <a:solidFill>
                      <a:srgbClr val="FFFFFF"/>
                    </a:solidFill>
                    <a:prstDash val="solid"/>
                  </a:ln>
                  <a:solidFill>
                    <a:srgbClr val="FFFFFF"/>
                  </a:solidFill>
                  <a:latin typeface="Inter"/>
                  <a:ea typeface="Inter"/>
                  <a:cs typeface="Inter"/>
                </a:defRPr>
              </a:lvl4pPr>
              <a:lvl5pPr algn="l">
                <a:defRPr sz="2032" b="1" i="0" kern="0" spc="0">
                  <a:ln w="42811">
                    <a:solidFill>
                      <a:srgbClr val="FFFFFF"/>
                    </a:solidFill>
                    <a:prstDash val="solid"/>
                  </a:ln>
                  <a:solidFill>
                    <a:srgbClr val="FFFFFF"/>
                  </a:solidFill>
                  <a:latin typeface="Inter"/>
                  <a:ea typeface="Inter"/>
                  <a:cs typeface="Inter"/>
                </a:defRPr>
              </a:lvl5pPr>
              <a:lvl6pPr algn="l">
                <a:defRPr sz="2032" b="1" i="0" kern="0" spc="0">
                  <a:ln w="42811">
                    <a:solidFill>
                      <a:srgbClr val="FFFFFF"/>
                    </a:solidFill>
                    <a:prstDash val="solid"/>
                  </a:ln>
                  <a:solidFill>
                    <a:srgbClr val="FFFFFF"/>
                  </a:solidFill>
                  <a:latin typeface="Inter"/>
                  <a:ea typeface="Inter"/>
                  <a:cs typeface="Inter"/>
                </a:defRPr>
              </a:lvl6pPr>
              <a:lvl7pPr algn="l">
                <a:defRPr sz="2032" b="1" i="0" kern="0" spc="0">
                  <a:ln w="42811">
                    <a:solidFill>
                      <a:srgbClr val="FFFFFF"/>
                    </a:solidFill>
                    <a:prstDash val="solid"/>
                  </a:ln>
                  <a:solidFill>
                    <a:srgbClr val="FFFFFF"/>
                  </a:solidFill>
                  <a:latin typeface="Inter"/>
                  <a:ea typeface="Inter"/>
                  <a:cs typeface="Inter"/>
                </a:defRPr>
              </a:lvl7pPr>
              <a:lvl8pPr algn="l">
                <a:defRPr sz="2032" b="1" i="0" kern="0" spc="0">
                  <a:ln w="42811">
                    <a:solidFill>
                      <a:srgbClr val="FFFFFF"/>
                    </a:solidFill>
                    <a:prstDash val="solid"/>
                  </a:ln>
                  <a:solidFill>
                    <a:srgbClr val="FFFFFF"/>
                  </a:solidFill>
                  <a:latin typeface="Inter"/>
                  <a:ea typeface="Inter"/>
                  <a:cs typeface="Inter"/>
                </a:defRPr>
              </a:lvl8pPr>
              <a:lvl9pPr algn="l">
                <a:defRPr sz="2032" b="1" i="0" kern="0" spc="0">
                  <a:ln w="42811">
                    <a:solidFill>
                      <a:srgbClr val="FFFFFF"/>
                    </a:solidFill>
                    <a:prstDash val="solid"/>
                  </a:ln>
                  <a:solidFill>
                    <a:srgbClr val="FFFFFF"/>
                  </a:solidFill>
                  <a:latin typeface="Inter"/>
                  <a:ea typeface="Inter"/>
                  <a:cs typeface="Inter"/>
                </a:defRPr>
              </a:lvl9pPr>
            </a:lstStyle>
            <a:p>
              <a:pPr algn="l">
                <a:lnSpc>
                  <a:spcPct val="100000"/>
                </a:lnSpc>
                <a:buNone/>
                <a:defRPr sz="2032" b="1" i="0" kern="0" spc="0">
                  <a:solidFill>
                    <a:srgbClr val="FFFFFF"/>
                  </a:solidFill>
                  <a:latin typeface="Inter"/>
                  <a:ea typeface="Inter"/>
                  <a:cs typeface="Inter"/>
                </a:defRPr>
              </a:pPr>
              <a:r>
                <a:rPr sz="2032" b="1" i="0" kern="0" spc="0">
                  <a:ln w="42811">
                    <a:solidFill>
                      <a:srgbClr val="FFFFFF"/>
                    </a:solidFill>
                    <a:prstDash val="solid"/>
                  </a:ln>
                  <a:solidFill>
                    <a:srgbClr val="FFFFFF"/>
                  </a:solidFill>
                  <a:latin typeface="Inter"/>
                  <a:ea typeface="Inter"/>
                  <a:cs typeface="Inter"/>
                </a:rPr>
                <a:t>P</a:t>
              </a:r>
            </a:p>
          </p:txBody>
        </p:sp>
        <p:sp>
          <p:nvSpPr>
            <p:cNvPr id="146" name="s3 text 77">
              <a:extLst>
                <a:ext uri="{FF2B5EF4-FFF2-40B4-BE49-F238E27FC236}">
                  <a16:creationId xmlns:a16="http://schemas.microsoft.com/office/drawing/2014/main" id="{98ED71CE-3275-4BE1-B621-FA7BE08BBA57}"/>
                </a:ext>
              </a:extLst>
            </p:cNvPr>
            <p:cNvSpPr>
              <a:spLocks noGrp="1"/>
            </p:cNvSpPr>
            <p:nvPr/>
          </p:nvSpPr>
          <p:spPr>
            <a:xfrm>
              <a:off x="5437744" y="2271036"/>
              <a:ext cx="270500" cy="359140"/>
            </a:xfrm>
            <a:prstGeom prst="rect">
              <a:avLst/>
            </a:prstGeom>
            <a:noFill/>
            <a:ln w="0">
              <a:noFill/>
              <a:prstDash val="solid"/>
            </a:ln>
          </p:spPr>
          <p:txBody>
            <a:bodyPr wrap="none" lIns="0" tIns="0" rIns="0" bIns="0" anchor="t">
              <a:noAutofit/>
            </a:bodyPr>
            <a:lstStyle>
              <a:defPPr algn="l">
                <a:defRPr sz="2032" b="1" i="0" kern="0" spc="0">
                  <a:solidFill>
                    <a:srgbClr val="0E9F6E"/>
                  </a:solidFill>
                  <a:latin typeface="Inter"/>
                  <a:ea typeface="Inter"/>
                  <a:cs typeface="Inter"/>
                </a:defRPr>
              </a:defPPr>
              <a:lvl1pPr algn="l">
                <a:defRPr sz="2032" b="1" i="0" kern="0" spc="0">
                  <a:solidFill>
                    <a:srgbClr val="0E9F6E"/>
                  </a:solidFill>
                  <a:latin typeface="Inter"/>
                  <a:ea typeface="Inter"/>
                  <a:cs typeface="Inter"/>
                </a:defRPr>
              </a:lvl1pPr>
              <a:lvl2pPr algn="l">
                <a:defRPr sz="2032" b="1" i="0" kern="0" spc="0">
                  <a:solidFill>
                    <a:srgbClr val="0E9F6E"/>
                  </a:solidFill>
                  <a:latin typeface="Inter"/>
                  <a:ea typeface="Inter"/>
                  <a:cs typeface="Inter"/>
                </a:defRPr>
              </a:lvl2pPr>
              <a:lvl3pPr algn="l">
                <a:defRPr sz="2032" b="1" i="0" kern="0" spc="0">
                  <a:solidFill>
                    <a:srgbClr val="0E9F6E"/>
                  </a:solidFill>
                  <a:latin typeface="Inter"/>
                  <a:ea typeface="Inter"/>
                  <a:cs typeface="Inter"/>
                </a:defRPr>
              </a:lvl3pPr>
              <a:lvl4pPr algn="l">
                <a:defRPr sz="2032" b="1" i="0" kern="0" spc="0">
                  <a:solidFill>
                    <a:srgbClr val="0E9F6E"/>
                  </a:solidFill>
                  <a:latin typeface="Inter"/>
                  <a:ea typeface="Inter"/>
                  <a:cs typeface="Inter"/>
                </a:defRPr>
              </a:lvl4pPr>
              <a:lvl5pPr algn="l">
                <a:defRPr sz="2032" b="1" i="0" kern="0" spc="0">
                  <a:solidFill>
                    <a:srgbClr val="0E9F6E"/>
                  </a:solidFill>
                  <a:latin typeface="Inter"/>
                  <a:ea typeface="Inter"/>
                  <a:cs typeface="Inter"/>
                </a:defRPr>
              </a:lvl5pPr>
              <a:lvl6pPr algn="l">
                <a:defRPr sz="2032" b="1" i="0" kern="0" spc="0">
                  <a:solidFill>
                    <a:srgbClr val="0E9F6E"/>
                  </a:solidFill>
                  <a:latin typeface="Inter"/>
                  <a:ea typeface="Inter"/>
                  <a:cs typeface="Inter"/>
                </a:defRPr>
              </a:lvl6pPr>
              <a:lvl7pPr algn="l">
                <a:defRPr sz="2032" b="1" i="0" kern="0" spc="0">
                  <a:solidFill>
                    <a:srgbClr val="0E9F6E"/>
                  </a:solidFill>
                  <a:latin typeface="Inter"/>
                  <a:ea typeface="Inter"/>
                  <a:cs typeface="Inter"/>
                </a:defRPr>
              </a:lvl7pPr>
              <a:lvl8pPr algn="l">
                <a:defRPr sz="2032" b="1" i="0" kern="0" spc="0">
                  <a:solidFill>
                    <a:srgbClr val="0E9F6E"/>
                  </a:solidFill>
                  <a:latin typeface="Inter"/>
                  <a:ea typeface="Inter"/>
                  <a:cs typeface="Inter"/>
                </a:defRPr>
              </a:lvl8pPr>
              <a:lvl9pPr algn="l">
                <a:defRPr sz="2032" b="1" i="0" kern="0" spc="0">
                  <a:solidFill>
                    <a:srgbClr val="0E9F6E"/>
                  </a:solidFill>
                  <a:latin typeface="Inter"/>
                  <a:ea typeface="Inter"/>
                  <a:cs typeface="Inter"/>
                </a:defRPr>
              </a:lvl9pPr>
            </a:lstStyle>
            <a:p>
              <a:pPr algn="l">
                <a:lnSpc>
                  <a:spcPct val="100000"/>
                </a:lnSpc>
                <a:buNone/>
                <a:defRPr sz="2032" b="1" i="0" kern="0" spc="0">
                  <a:solidFill>
                    <a:srgbClr val="0E9F6E"/>
                  </a:solidFill>
                  <a:latin typeface="Inter"/>
                  <a:ea typeface="Inter"/>
                  <a:cs typeface="Inter"/>
                </a:defRPr>
              </a:pPr>
              <a:r>
                <a:rPr sz="2032" b="1" i="0" kern="0" spc="0">
                  <a:solidFill>
                    <a:srgbClr val="0E9F6E"/>
                  </a:solidFill>
                  <a:latin typeface="Inter"/>
                  <a:ea typeface="Inter"/>
                  <a:cs typeface="Inter"/>
                </a:rPr>
                <a:t>P</a:t>
              </a:r>
            </a:p>
          </p:txBody>
        </p:sp>
        <p:sp>
          <p:nvSpPr>
            <p:cNvPr id="147" name="s3 text 78 halo">
              <a:extLst>
                <a:ext uri="{FF2B5EF4-FFF2-40B4-BE49-F238E27FC236}">
                  <a16:creationId xmlns:a16="http://schemas.microsoft.com/office/drawing/2014/main" id="{3097848A-8D23-4E66-90E4-3DF7AA43B906}"/>
                </a:ext>
              </a:extLst>
            </p:cNvPr>
            <p:cNvSpPr>
              <a:spLocks noGrp="1"/>
            </p:cNvSpPr>
            <p:nvPr/>
          </p:nvSpPr>
          <p:spPr>
            <a:xfrm>
              <a:off x="5561197" y="2431895"/>
              <a:ext cx="168516" cy="187572"/>
            </a:xfrm>
            <a:prstGeom prst="rect">
              <a:avLst/>
            </a:prstGeom>
            <a:noFill/>
            <a:ln w="0">
              <a:noFill/>
              <a:prstDash val="solid"/>
            </a:ln>
          </p:spPr>
          <p:txBody>
            <a:bodyPr wrap="none" lIns="0" tIns="0" rIns="0" bIns="0" anchor="t">
              <a:noAutofit/>
            </a:bodyPr>
            <a:lstStyle>
              <a:defPPr algn="l">
                <a:defRPr sz="1061" b="1" i="0" kern="0" spc="0">
                  <a:ln w="42811">
                    <a:solidFill>
                      <a:srgbClr val="FFFFFF"/>
                    </a:solidFill>
                    <a:prstDash val="solid"/>
                  </a:ln>
                  <a:solidFill>
                    <a:srgbClr val="FFFFFF"/>
                  </a:solidFill>
                  <a:latin typeface="Inter"/>
                  <a:ea typeface="Inter"/>
                  <a:cs typeface="Inter"/>
                </a:defRPr>
              </a:defPPr>
              <a:lvl1pPr algn="l">
                <a:defRPr sz="1061" b="1" i="0" kern="0" spc="0">
                  <a:ln w="42811">
                    <a:solidFill>
                      <a:srgbClr val="FFFFFF"/>
                    </a:solidFill>
                    <a:prstDash val="solid"/>
                  </a:ln>
                  <a:solidFill>
                    <a:srgbClr val="FFFFFF"/>
                  </a:solidFill>
                  <a:latin typeface="Inter"/>
                  <a:ea typeface="Inter"/>
                  <a:cs typeface="Inter"/>
                </a:defRPr>
              </a:lvl1pPr>
              <a:lvl2pPr algn="l">
                <a:defRPr sz="1061" b="1" i="0" kern="0" spc="0">
                  <a:ln w="42811">
                    <a:solidFill>
                      <a:srgbClr val="FFFFFF"/>
                    </a:solidFill>
                    <a:prstDash val="solid"/>
                  </a:ln>
                  <a:solidFill>
                    <a:srgbClr val="FFFFFF"/>
                  </a:solidFill>
                  <a:latin typeface="Inter"/>
                  <a:ea typeface="Inter"/>
                  <a:cs typeface="Inter"/>
                </a:defRPr>
              </a:lvl2pPr>
              <a:lvl3pPr algn="l">
                <a:defRPr sz="1061" b="1" i="0" kern="0" spc="0">
                  <a:ln w="42811">
                    <a:solidFill>
                      <a:srgbClr val="FFFFFF"/>
                    </a:solidFill>
                    <a:prstDash val="solid"/>
                  </a:ln>
                  <a:solidFill>
                    <a:srgbClr val="FFFFFF"/>
                  </a:solidFill>
                  <a:latin typeface="Inter"/>
                  <a:ea typeface="Inter"/>
                  <a:cs typeface="Inter"/>
                </a:defRPr>
              </a:lvl3pPr>
              <a:lvl4pPr algn="l">
                <a:defRPr sz="1061" b="1" i="0" kern="0" spc="0">
                  <a:ln w="42811">
                    <a:solidFill>
                      <a:srgbClr val="FFFFFF"/>
                    </a:solidFill>
                    <a:prstDash val="solid"/>
                  </a:ln>
                  <a:solidFill>
                    <a:srgbClr val="FFFFFF"/>
                  </a:solidFill>
                  <a:latin typeface="Inter"/>
                  <a:ea typeface="Inter"/>
                  <a:cs typeface="Inter"/>
                </a:defRPr>
              </a:lvl4pPr>
              <a:lvl5pPr algn="l">
                <a:defRPr sz="1061" b="1" i="0" kern="0" spc="0">
                  <a:ln w="42811">
                    <a:solidFill>
                      <a:srgbClr val="FFFFFF"/>
                    </a:solidFill>
                    <a:prstDash val="solid"/>
                  </a:ln>
                  <a:solidFill>
                    <a:srgbClr val="FFFFFF"/>
                  </a:solidFill>
                  <a:latin typeface="Inter"/>
                  <a:ea typeface="Inter"/>
                  <a:cs typeface="Inter"/>
                </a:defRPr>
              </a:lvl5pPr>
              <a:lvl6pPr algn="l">
                <a:defRPr sz="1061" b="1" i="0" kern="0" spc="0">
                  <a:ln w="42811">
                    <a:solidFill>
                      <a:srgbClr val="FFFFFF"/>
                    </a:solidFill>
                    <a:prstDash val="solid"/>
                  </a:ln>
                  <a:solidFill>
                    <a:srgbClr val="FFFFFF"/>
                  </a:solidFill>
                  <a:latin typeface="Inter"/>
                  <a:ea typeface="Inter"/>
                  <a:cs typeface="Inter"/>
                </a:defRPr>
              </a:lvl6pPr>
              <a:lvl7pPr algn="l">
                <a:defRPr sz="1061" b="1" i="0" kern="0" spc="0">
                  <a:ln w="42811">
                    <a:solidFill>
                      <a:srgbClr val="FFFFFF"/>
                    </a:solidFill>
                    <a:prstDash val="solid"/>
                  </a:ln>
                  <a:solidFill>
                    <a:srgbClr val="FFFFFF"/>
                  </a:solidFill>
                  <a:latin typeface="Inter"/>
                  <a:ea typeface="Inter"/>
                  <a:cs typeface="Inter"/>
                </a:defRPr>
              </a:lvl7pPr>
              <a:lvl8pPr algn="l">
                <a:defRPr sz="1061" b="1" i="0" kern="0" spc="0">
                  <a:ln w="42811">
                    <a:solidFill>
                      <a:srgbClr val="FFFFFF"/>
                    </a:solidFill>
                    <a:prstDash val="solid"/>
                  </a:ln>
                  <a:solidFill>
                    <a:srgbClr val="FFFFFF"/>
                  </a:solidFill>
                  <a:latin typeface="Inter"/>
                  <a:ea typeface="Inter"/>
                  <a:cs typeface="Inter"/>
                </a:defRPr>
              </a:lvl8pPr>
              <a:lvl9pPr algn="l">
                <a:defRPr sz="1061" b="1" i="0" kern="0" spc="0">
                  <a:ln w="42811">
                    <a:solidFill>
                      <a:srgbClr val="FFFFFF"/>
                    </a:solidFill>
                    <a:prstDash val="solid"/>
                  </a:ln>
                  <a:solidFill>
                    <a:srgbClr val="FFFFFF"/>
                  </a:solidFill>
                  <a:latin typeface="Inter"/>
                  <a:ea typeface="Inter"/>
                  <a:cs typeface="Inter"/>
                </a:defRPr>
              </a:lvl9pPr>
            </a:lstStyle>
            <a:p>
              <a:pPr algn="l">
                <a:lnSpc>
                  <a:spcPct val="100000"/>
                </a:lnSpc>
                <a:buNone/>
                <a:defRPr sz="1061" b="1" i="0" kern="0" spc="0">
                  <a:solidFill>
                    <a:srgbClr val="FFFFFF"/>
                  </a:solidFill>
                  <a:latin typeface="Inter"/>
                  <a:ea typeface="Inter"/>
                  <a:cs typeface="Inter"/>
                </a:defRPr>
              </a:pPr>
              <a:r>
                <a:rPr sz="1061" b="1" i="0" kern="0" spc="0">
                  <a:ln w="42811">
                    <a:solidFill>
                      <a:srgbClr val="FFFFFF"/>
                    </a:solidFill>
                    <a:prstDash val="solid"/>
                  </a:ln>
                  <a:solidFill>
                    <a:srgbClr val="FFFFFF"/>
                  </a:solidFill>
                  <a:latin typeface="Inter"/>
                  <a:ea typeface="Inter"/>
                  <a:cs typeface="Inter"/>
                </a:rPr>
                <a:t>w</a:t>
              </a:r>
            </a:p>
          </p:txBody>
        </p:sp>
        <p:sp>
          <p:nvSpPr>
            <p:cNvPr id="148" name="s3 text 78">
              <a:extLst>
                <a:ext uri="{FF2B5EF4-FFF2-40B4-BE49-F238E27FC236}">
                  <a16:creationId xmlns:a16="http://schemas.microsoft.com/office/drawing/2014/main" id="{E91228E4-5A51-4B4F-A1C4-8C69C5317CBB}"/>
                </a:ext>
              </a:extLst>
            </p:cNvPr>
            <p:cNvSpPr>
              <a:spLocks noGrp="1"/>
            </p:cNvSpPr>
            <p:nvPr/>
          </p:nvSpPr>
          <p:spPr>
            <a:xfrm>
              <a:off x="5561197" y="2431895"/>
              <a:ext cx="168516" cy="187572"/>
            </a:xfrm>
            <a:prstGeom prst="rect">
              <a:avLst/>
            </a:prstGeom>
            <a:noFill/>
            <a:ln w="0">
              <a:noFill/>
              <a:prstDash val="solid"/>
            </a:ln>
          </p:spPr>
          <p:txBody>
            <a:bodyPr wrap="none" lIns="0" tIns="0" rIns="0" bIns="0" anchor="t">
              <a:noAutofit/>
            </a:bodyPr>
            <a:lstStyle>
              <a:defPPr algn="l">
                <a:defRPr sz="1061" b="1" i="0" kern="0" spc="0">
                  <a:solidFill>
                    <a:srgbClr val="0E9F6E"/>
                  </a:solidFill>
                  <a:latin typeface="Inter"/>
                  <a:ea typeface="Inter"/>
                  <a:cs typeface="Inter"/>
                </a:defRPr>
              </a:defPPr>
              <a:lvl1pPr algn="l">
                <a:defRPr sz="1061" b="1" i="0" kern="0" spc="0">
                  <a:solidFill>
                    <a:srgbClr val="0E9F6E"/>
                  </a:solidFill>
                  <a:latin typeface="Inter"/>
                  <a:ea typeface="Inter"/>
                  <a:cs typeface="Inter"/>
                </a:defRPr>
              </a:lvl1pPr>
              <a:lvl2pPr algn="l">
                <a:defRPr sz="1061" b="1" i="0" kern="0" spc="0">
                  <a:solidFill>
                    <a:srgbClr val="0E9F6E"/>
                  </a:solidFill>
                  <a:latin typeface="Inter"/>
                  <a:ea typeface="Inter"/>
                  <a:cs typeface="Inter"/>
                </a:defRPr>
              </a:lvl2pPr>
              <a:lvl3pPr algn="l">
                <a:defRPr sz="1061" b="1" i="0" kern="0" spc="0">
                  <a:solidFill>
                    <a:srgbClr val="0E9F6E"/>
                  </a:solidFill>
                  <a:latin typeface="Inter"/>
                  <a:ea typeface="Inter"/>
                  <a:cs typeface="Inter"/>
                </a:defRPr>
              </a:lvl3pPr>
              <a:lvl4pPr algn="l">
                <a:defRPr sz="1061" b="1" i="0" kern="0" spc="0">
                  <a:solidFill>
                    <a:srgbClr val="0E9F6E"/>
                  </a:solidFill>
                  <a:latin typeface="Inter"/>
                  <a:ea typeface="Inter"/>
                  <a:cs typeface="Inter"/>
                </a:defRPr>
              </a:lvl4pPr>
              <a:lvl5pPr algn="l">
                <a:defRPr sz="1061" b="1" i="0" kern="0" spc="0">
                  <a:solidFill>
                    <a:srgbClr val="0E9F6E"/>
                  </a:solidFill>
                  <a:latin typeface="Inter"/>
                  <a:ea typeface="Inter"/>
                  <a:cs typeface="Inter"/>
                </a:defRPr>
              </a:lvl5pPr>
              <a:lvl6pPr algn="l">
                <a:defRPr sz="1061" b="1" i="0" kern="0" spc="0">
                  <a:solidFill>
                    <a:srgbClr val="0E9F6E"/>
                  </a:solidFill>
                  <a:latin typeface="Inter"/>
                  <a:ea typeface="Inter"/>
                  <a:cs typeface="Inter"/>
                </a:defRPr>
              </a:lvl6pPr>
              <a:lvl7pPr algn="l">
                <a:defRPr sz="1061" b="1" i="0" kern="0" spc="0">
                  <a:solidFill>
                    <a:srgbClr val="0E9F6E"/>
                  </a:solidFill>
                  <a:latin typeface="Inter"/>
                  <a:ea typeface="Inter"/>
                  <a:cs typeface="Inter"/>
                </a:defRPr>
              </a:lvl7pPr>
              <a:lvl8pPr algn="l">
                <a:defRPr sz="1061" b="1" i="0" kern="0" spc="0">
                  <a:solidFill>
                    <a:srgbClr val="0E9F6E"/>
                  </a:solidFill>
                  <a:latin typeface="Inter"/>
                  <a:ea typeface="Inter"/>
                  <a:cs typeface="Inter"/>
                </a:defRPr>
              </a:lvl8pPr>
              <a:lvl9pPr algn="l">
                <a:defRPr sz="1061" b="1" i="0" kern="0" spc="0">
                  <a:solidFill>
                    <a:srgbClr val="0E9F6E"/>
                  </a:solidFill>
                  <a:latin typeface="Inter"/>
                  <a:ea typeface="Inter"/>
                  <a:cs typeface="Inter"/>
                </a:defRPr>
              </a:lvl9pPr>
            </a:lstStyle>
            <a:p>
              <a:pPr algn="l">
                <a:lnSpc>
                  <a:spcPct val="100000"/>
                </a:lnSpc>
                <a:buNone/>
                <a:defRPr sz="1061" b="1" i="0" kern="0" spc="0">
                  <a:solidFill>
                    <a:srgbClr val="0E9F6E"/>
                  </a:solidFill>
                  <a:latin typeface="Inter"/>
                  <a:ea typeface="Inter"/>
                  <a:cs typeface="Inter"/>
                </a:defRPr>
              </a:pPr>
              <a:r>
                <a:rPr sz="1061" b="1" i="0" kern="0" spc="0">
                  <a:solidFill>
                    <a:srgbClr val="0E9F6E"/>
                  </a:solidFill>
                  <a:latin typeface="Inter"/>
                  <a:ea typeface="Inter"/>
                  <a:cs typeface="Inter"/>
                </a:rPr>
                <a:t>w</a:t>
              </a:r>
            </a:p>
          </p:txBody>
        </p:sp>
        <p:sp>
          <p:nvSpPr>
            <p:cNvPr id="149" name="s3 text 79 halo">
              <a:extLst>
                <a:ext uri="{FF2B5EF4-FFF2-40B4-BE49-F238E27FC236}">
                  <a16:creationId xmlns:a16="http://schemas.microsoft.com/office/drawing/2014/main" id="{77558A83-B9C4-456D-91E9-CDAF521FC7CB}"/>
                </a:ext>
              </a:extLst>
            </p:cNvPr>
            <p:cNvSpPr>
              <a:spLocks noGrp="1"/>
            </p:cNvSpPr>
            <p:nvPr/>
          </p:nvSpPr>
          <p:spPr>
            <a:xfrm>
              <a:off x="5651721" y="2348658"/>
              <a:ext cx="261833" cy="247388"/>
            </a:xfrm>
            <a:prstGeom prst="rect">
              <a:avLst/>
            </a:prstGeom>
            <a:noFill/>
            <a:ln w="0">
              <a:noFill/>
              <a:prstDash val="solid"/>
            </a:ln>
          </p:spPr>
          <p:txBody>
            <a:bodyPr wrap="none" lIns="0" tIns="0" rIns="0" bIns="0" anchor="t">
              <a:noAutofit/>
            </a:bodyPr>
            <a:lstStyle>
              <a:defPPr algn="l">
                <a:defRPr sz="1473" b="1" i="0" kern="0" spc="0">
                  <a:ln w="42811">
                    <a:solidFill>
                      <a:srgbClr val="FFFFFF"/>
                    </a:solidFill>
                    <a:prstDash val="solid"/>
                  </a:ln>
                  <a:solidFill>
                    <a:srgbClr val="FFFFFF"/>
                  </a:solidFill>
                  <a:latin typeface="Arial"/>
                  <a:ea typeface="Arial"/>
                  <a:cs typeface="Arial"/>
                </a:defRPr>
              </a:defPPr>
              <a:lvl1pPr algn="l">
                <a:defRPr sz="1473" b="1" i="0" kern="0" spc="0">
                  <a:ln w="42811">
                    <a:solidFill>
                      <a:srgbClr val="FFFFFF"/>
                    </a:solidFill>
                    <a:prstDash val="solid"/>
                  </a:ln>
                  <a:solidFill>
                    <a:srgbClr val="FFFFFF"/>
                  </a:solidFill>
                  <a:latin typeface="Arial"/>
                  <a:ea typeface="Arial"/>
                  <a:cs typeface="Arial"/>
                </a:defRPr>
              </a:lvl1pPr>
              <a:lvl2pPr algn="l">
                <a:defRPr sz="1473" b="1" i="0" kern="0" spc="0">
                  <a:ln w="42811">
                    <a:solidFill>
                      <a:srgbClr val="FFFFFF"/>
                    </a:solidFill>
                    <a:prstDash val="solid"/>
                  </a:ln>
                  <a:solidFill>
                    <a:srgbClr val="FFFFFF"/>
                  </a:solidFill>
                  <a:latin typeface="Arial"/>
                  <a:ea typeface="Arial"/>
                  <a:cs typeface="Arial"/>
                </a:defRPr>
              </a:lvl2pPr>
              <a:lvl3pPr algn="l">
                <a:defRPr sz="1473" b="1" i="0" kern="0" spc="0">
                  <a:ln w="42811">
                    <a:solidFill>
                      <a:srgbClr val="FFFFFF"/>
                    </a:solidFill>
                    <a:prstDash val="solid"/>
                  </a:ln>
                  <a:solidFill>
                    <a:srgbClr val="FFFFFF"/>
                  </a:solidFill>
                  <a:latin typeface="Arial"/>
                  <a:ea typeface="Arial"/>
                  <a:cs typeface="Arial"/>
                </a:defRPr>
              </a:lvl3pPr>
              <a:lvl4pPr algn="l">
                <a:defRPr sz="1473" b="1" i="0" kern="0" spc="0">
                  <a:ln w="42811">
                    <a:solidFill>
                      <a:srgbClr val="FFFFFF"/>
                    </a:solidFill>
                    <a:prstDash val="solid"/>
                  </a:ln>
                  <a:solidFill>
                    <a:srgbClr val="FFFFFF"/>
                  </a:solidFill>
                  <a:latin typeface="Arial"/>
                  <a:ea typeface="Arial"/>
                  <a:cs typeface="Arial"/>
                </a:defRPr>
              </a:lvl4pPr>
              <a:lvl5pPr algn="l">
                <a:defRPr sz="1473" b="1" i="0" kern="0" spc="0">
                  <a:ln w="42811">
                    <a:solidFill>
                      <a:srgbClr val="FFFFFF"/>
                    </a:solidFill>
                    <a:prstDash val="solid"/>
                  </a:ln>
                  <a:solidFill>
                    <a:srgbClr val="FFFFFF"/>
                  </a:solidFill>
                  <a:latin typeface="Arial"/>
                  <a:ea typeface="Arial"/>
                  <a:cs typeface="Arial"/>
                </a:defRPr>
              </a:lvl5pPr>
              <a:lvl6pPr algn="l">
                <a:defRPr sz="1473" b="1" i="0" kern="0" spc="0">
                  <a:ln w="42811">
                    <a:solidFill>
                      <a:srgbClr val="FFFFFF"/>
                    </a:solidFill>
                    <a:prstDash val="solid"/>
                  </a:ln>
                  <a:solidFill>
                    <a:srgbClr val="FFFFFF"/>
                  </a:solidFill>
                  <a:latin typeface="Arial"/>
                  <a:ea typeface="Arial"/>
                  <a:cs typeface="Arial"/>
                </a:defRPr>
              </a:lvl6pPr>
              <a:lvl7pPr algn="l">
                <a:defRPr sz="1473" b="1" i="0" kern="0" spc="0">
                  <a:ln w="42811">
                    <a:solidFill>
                      <a:srgbClr val="FFFFFF"/>
                    </a:solidFill>
                    <a:prstDash val="solid"/>
                  </a:ln>
                  <a:solidFill>
                    <a:srgbClr val="FFFFFF"/>
                  </a:solidFill>
                  <a:latin typeface="Arial"/>
                  <a:ea typeface="Arial"/>
                  <a:cs typeface="Arial"/>
                </a:defRPr>
              </a:lvl7pPr>
              <a:lvl8pPr algn="l">
                <a:defRPr sz="1473" b="1" i="0" kern="0" spc="0">
                  <a:ln w="42811">
                    <a:solidFill>
                      <a:srgbClr val="FFFFFF"/>
                    </a:solidFill>
                    <a:prstDash val="solid"/>
                  </a:ln>
                  <a:solidFill>
                    <a:srgbClr val="FFFFFF"/>
                  </a:solidFill>
                  <a:latin typeface="Arial"/>
                  <a:ea typeface="Arial"/>
                  <a:cs typeface="Arial"/>
                </a:defRPr>
              </a:lvl8pPr>
              <a:lvl9pPr algn="l">
                <a:defRPr sz="1473" b="1" i="0" kern="0" spc="0">
                  <a:ln w="42811">
                    <a:solidFill>
                      <a:srgbClr val="FFFFFF"/>
                    </a:solidFill>
                    <a:prstDash val="solid"/>
                  </a:ln>
                  <a:solidFill>
                    <a:srgbClr val="FFFFFF"/>
                  </a:solidFill>
                  <a:latin typeface="Arial"/>
                  <a:ea typeface="Arial"/>
                  <a:cs typeface="Arial"/>
                </a:defRPr>
              </a:lvl9pPr>
            </a:lstStyle>
            <a:p>
              <a:pPr algn="l">
                <a:lnSpc>
                  <a:spcPct val="100000"/>
                </a:lnSpc>
                <a:buNone/>
                <a:defRPr sz="1473" b="1" i="0" kern="0" spc="0">
                  <a:solidFill>
                    <a:srgbClr val="FFFFFF"/>
                  </a:solidFill>
                  <a:latin typeface="Arial"/>
                  <a:ea typeface="Arial"/>
                  <a:cs typeface="Arial"/>
                </a:defRPr>
              </a:pPr>
              <a:r>
                <a:rPr sz="1473" b="1" i="0" kern="0" spc="0">
                  <a:ln w="42811">
                    <a:solidFill>
                      <a:srgbClr val="FFFFFF"/>
                    </a:solidFill>
                    <a:prstDash val="solid"/>
                  </a:ln>
                  <a:solidFill>
                    <a:srgbClr val="FFFFFF"/>
                  </a:solidFill>
                  <a:latin typeface="Arial"/>
                  <a:ea typeface="Arial"/>
                  <a:cs typeface="Arial"/>
                </a:rPr>
                <a:t>→</a:t>
              </a:r>
            </a:p>
          </p:txBody>
        </p:sp>
        <p:sp>
          <p:nvSpPr>
            <p:cNvPr id="150" name="s3 text 79">
              <a:extLst>
                <a:ext uri="{FF2B5EF4-FFF2-40B4-BE49-F238E27FC236}">
                  <a16:creationId xmlns:a16="http://schemas.microsoft.com/office/drawing/2014/main" id="{11549455-89C8-4C48-A1AD-E5BF40EBC1CC}"/>
                </a:ext>
              </a:extLst>
            </p:cNvPr>
            <p:cNvSpPr>
              <a:spLocks noGrp="1"/>
            </p:cNvSpPr>
            <p:nvPr/>
          </p:nvSpPr>
          <p:spPr>
            <a:xfrm>
              <a:off x="5651721" y="2348658"/>
              <a:ext cx="261833" cy="247388"/>
            </a:xfrm>
            <a:prstGeom prst="rect">
              <a:avLst/>
            </a:prstGeom>
            <a:noFill/>
            <a:ln w="0">
              <a:noFill/>
              <a:prstDash val="solid"/>
            </a:ln>
          </p:spPr>
          <p:txBody>
            <a:bodyPr wrap="none" lIns="0" tIns="0" rIns="0" bIns="0" anchor="t">
              <a:noAutofit/>
            </a:bodyPr>
            <a:lstStyle>
              <a:defPPr algn="l">
                <a:defRPr sz="1473" b="1" i="0" kern="0" spc="0">
                  <a:solidFill>
                    <a:srgbClr val="0E9F6E"/>
                  </a:solidFill>
                  <a:latin typeface="Arial"/>
                  <a:ea typeface="Arial"/>
                  <a:cs typeface="Arial"/>
                </a:defRPr>
              </a:defPPr>
              <a:lvl1pPr algn="l">
                <a:defRPr sz="1473" b="1" i="0" kern="0" spc="0">
                  <a:solidFill>
                    <a:srgbClr val="0E9F6E"/>
                  </a:solidFill>
                  <a:latin typeface="Arial"/>
                  <a:ea typeface="Arial"/>
                  <a:cs typeface="Arial"/>
                </a:defRPr>
              </a:lvl1pPr>
              <a:lvl2pPr algn="l">
                <a:defRPr sz="1473" b="1" i="0" kern="0" spc="0">
                  <a:solidFill>
                    <a:srgbClr val="0E9F6E"/>
                  </a:solidFill>
                  <a:latin typeface="Arial"/>
                  <a:ea typeface="Arial"/>
                  <a:cs typeface="Arial"/>
                </a:defRPr>
              </a:lvl2pPr>
              <a:lvl3pPr algn="l">
                <a:defRPr sz="1473" b="1" i="0" kern="0" spc="0">
                  <a:solidFill>
                    <a:srgbClr val="0E9F6E"/>
                  </a:solidFill>
                  <a:latin typeface="Arial"/>
                  <a:ea typeface="Arial"/>
                  <a:cs typeface="Arial"/>
                </a:defRPr>
              </a:lvl3pPr>
              <a:lvl4pPr algn="l">
                <a:defRPr sz="1473" b="1" i="0" kern="0" spc="0">
                  <a:solidFill>
                    <a:srgbClr val="0E9F6E"/>
                  </a:solidFill>
                  <a:latin typeface="Arial"/>
                  <a:ea typeface="Arial"/>
                  <a:cs typeface="Arial"/>
                </a:defRPr>
              </a:lvl4pPr>
              <a:lvl5pPr algn="l">
                <a:defRPr sz="1473" b="1" i="0" kern="0" spc="0">
                  <a:solidFill>
                    <a:srgbClr val="0E9F6E"/>
                  </a:solidFill>
                  <a:latin typeface="Arial"/>
                  <a:ea typeface="Arial"/>
                  <a:cs typeface="Arial"/>
                </a:defRPr>
              </a:lvl5pPr>
              <a:lvl6pPr algn="l">
                <a:defRPr sz="1473" b="1" i="0" kern="0" spc="0">
                  <a:solidFill>
                    <a:srgbClr val="0E9F6E"/>
                  </a:solidFill>
                  <a:latin typeface="Arial"/>
                  <a:ea typeface="Arial"/>
                  <a:cs typeface="Arial"/>
                </a:defRPr>
              </a:lvl6pPr>
              <a:lvl7pPr algn="l">
                <a:defRPr sz="1473" b="1" i="0" kern="0" spc="0">
                  <a:solidFill>
                    <a:srgbClr val="0E9F6E"/>
                  </a:solidFill>
                  <a:latin typeface="Arial"/>
                  <a:ea typeface="Arial"/>
                  <a:cs typeface="Arial"/>
                </a:defRPr>
              </a:lvl7pPr>
              <a:lvl8pPr algn="l">
                <a:defRPr sz="1473" b="1" i="0" kern="0" spc="0">
                  <a:solidFill>
                    <a:srgbClr val="0E9F6E"/>
                  </a:solidFill>
                  <a:latin typeface="Arial"/>
                  <a:ea typeface="Arial"/>
                  <a:cs typeface="Arial"/>
                </a:defRPr>
              </a:lvl8pPr>
              <a:lvl9pPr algn="l">
                <a:defRPr sz="1473" b="1" i="0" kern="0" spc="0">
                  <a:solidFill>
                    <a:srgbClr val="0E9F6E"/>
                  </a:solidFill>
                  <a:latin typeface="Arial"/>
                  <a:ea typeface="Arial"/>
                  <a:cs typeface="Arial"/>
                </a:defRPr>
              </a:lvl9pPr>
            </a:lstStyle>
            <a:p>
              <a:pPr algn="l">
                <a:lnSpc>
                  <a:spcPct val="100000"/>
                </a:lnSpc>
                <a:buNone/>
                <a:defRPr sz="1473" b="1" i="0" kern="0" spc="0">
                  <a:solidFill>
                    <a:srgbClr val="0E9F6E"/>
                  </a:solidFill>
                  <a:latin typeface="Arial"/>
                  <a:ea typeface="Arial"/>
                  <a:cs typeface="Arial"/>
                </a:defRPr>
              </a:pPr>
              <a:r>
                <a:rPr sz="1473" b="1" i="0" kern="0" spc="0">
                  <a:solidFill>
                    <a:srgbClr val="0E9F6E"/>
                  </a:solidFill>
                  <a:latin typeface="Arial"/>
                  <a:ea typeface="Arial"/>
                  <a:cs typeface="Arial"/>
                </a:rPr>
                <a:t>→</a:t>
              </a:r>
            </a:p>
          </p:txBody>
        </p:sp>
        <p:sp>
          <p:nvSpPr>
            <p:cNvPr id="151" name="s3 text 80 halo">
              <a:extLst>
                <a:ext uri="{FF2B5EF4-FFF2-40B4-BE49-F238E27FC236}">
                  <a16:creationId xmlns:a16="http://schemas.microsoft.com/office/drawing/2014/main" id="{55291CD4-91E3-4559-BDF1-1CE539A6C23A}"/>
                </a:ext>
              </a:extLst>
            </p:cNvPr>
            <p:cNvSpPr>
              <a:spLocks noGrp="1"/>
            </p:cNvSpPr>
            <p:nvPr/>
          </p:nvSpPr>
          <p:spPr>
            <a:xfrm>
              <a:off x="5880680" y="2339895"/>
              <a:ext cx="775278" cy="260235"/>
            </a:xfrm>
            <a:prstGeom prst="rect">
              <a:avLst/>
            </a:prstGeom>
            <a:noFill/>
            <a:ln w="0">
              <a:noFill/>
              <a:prstDash val="solid"/>
            </a:ln>
          </p:spPr>
          <p:txBody>
            <a:bodyPr wrap="none" lIns="0" tIns="0" rIns="0" bIns="0" anchor="t">
              <a:noAutofit/>
            </a:bodyPr>
            <a:lstStyle>
              <a:defPPr algn="l">
                <a:defRPr sz="1473" b="1" i="0" kern="0" spc="-9">
                  <a:ln w="42811">
                    <a:solidFill>
                      <a:srgbClr val="FFFFFF"/>
                    </a:solidFill>
                    <a:prstDash val="solid"/>
                  </a:ln>
                  <a:solidFill>
                    <a:srgbClr val="FFFFFF"/>
                  </a:solidFill>
                  <a:latin typeface="Inter"/>
                  <a:ea typeface="Inter"/>
                  <a:cs typeface="Inter"/>
                </a:defRPr>
              </a:defPPr>
              <a:lvl1pPr algn="l">
                <a:defRPr sz="1473" b="1" i="0" kern="0" spc="-9">
                  <a:ln w="42811">
                    <a:solidFill>
                      <a:srgbClr val="FFFFFF"/>
                    </a:solidFill>
                    <a:prstDash val="solid"/>
                  </a:ln>
                  <a:solidFill>
                    <a:srgbClr val="FFFFFF"/>
                  </a:solidFill>
                  <a:latin typeface="Inter"/>
                  <a:ea typeface="Inter"/>
                  <a:cs typeface="Inter"/>
                </a:defRPr>
              </a:lvl1pPr>
              <a:lvl2pPr algn="l">
                <a:defRPr sz="1473" b="1" i="0" kern="0" spc="-9">
                  <a:ln w="42811">
                    <a:solidFill>
                      <a:srgbClr val="FFFFFF"/>
                    </a:solidFill>
                    <a:prstDash val="solid"/>
                  </a:ln>
                  <a:solidFill>
                    <a:srgbClr val="FFFFFF"/>
                  </a:solidFill>
                  <a:latin typeface="Inter"/>
                  <a:ea typeface="Inter"/>
                  <a:cs typeface="Inter"/>
                </a:defRPr>
              </a:lvl2pPr>
              <a:lvl3pPr algn="l">
                <a:defRPr sz="1473" b="1" i="0" kern="0" spc="-9">
                  <a:ln w="42811">
                    <a:solidFill>
                      <a:srgbClr val="FFFFFF"/>
                    </a:solidFill>
                    <a:prstDash val="solid"/>
                  </a:ln>
                  <a:solidFill>
                    <a:srgbClr val="FFFFFF"/>
                  </a:solidFill>
                  <a:latin typeface="Inter"/>
                  <a:ea typeface="Inter"/>
                  <a:cs typeface="Inter"/>
                </a:defRPr>
              </a:lvl3pPr>
              <a:lvl4pPr algn="l">
                <a:defRPr sz="1473" b="1" i="0" kern="0" spc="-9">
                  <a:ln w="42811">
                    <a:solidFill>
                      <a:srgbClr val="FFFFFF"/>
                    </a:solidFill>
                    <a:prstDash val="solid"/>
                  </a:ln>
                  <a:solidFill>
                    <a:srgbClr val="FFFFFF"/>
                  </a:solidFill>
                  <a:latin typeface="Inter"/>
                  <a:ea typeface="Inter"/>
                  <a:cs typeface="Inter"/>
                </a:defRPr>
              </a:lvl4pPr>
              <a:lvl5pPr algn="l">
                <a:defRPr sz="1473" b="1" i="0" kern="0" spc="-9">
                  <a:ln w="42811">
                    <a:solidFill>
                      <a:srgbClr val="FFFFFF"/>
                    </a:solidFill>
                    <a:prstDash val="solid"/>
                  </a:ln>
                  <a:solidFill>
                    <a:srgbClr val="FFFFFF"/>
                  </a:solidFill>
                  <a:latin typeface="Inter"/>
                  <a:ea typeface="Inter"/>
                  <a:cs typeface="Inter"/>
                </a:defRPr>
              </a:lvl5pPr>
              <a:lvl6pPr algn="l">
                <a:defRPr sz="1473" b="1" i="0" kern="0" spc="-9">
                  <a:ln w="42811">
                    <a:solidFill>
                      <a:srgbClr val="FFFFFF"/>
                    </a:solidFill>
                    <a:prstDash val="solid"/>
                  </a:ln>
                  <a:solidFill>
                    <a:srgbClr val="FFFFFF"/>
                  </a:solidFill>
                  <a:latin typeface="Inter"/>
                  <a:ea typeface="Inter"/>
                  <a:cs typeface="Inter"/>
                </a:defRPr>
              </a:lvl6pPr>
              <a:lvl7pPr algn="l">
                <a:defRPr sz="1473" b="1" i="0" kern="0" spc="-9">
                  <a:ln w="42811">
                    <a:solidFill>
                      <a:srgbClr val="FFFFFF"/>
                    </a:solidFill>
                    <a:prstDash val="solid"/>
                  </a:ln>
                  <a:solidFill>
                    <a:srgbClr val="FFFFFF"/>
                  </a:solidFill>
                  <a:latin typeface="Inter"/>
                  <a:ea typeface="Inter"/>
                  <a:cs typeface="Inter"/>
                </a:defRPr>
              </a:lvl7pPr>
              <a:lvl8pPr algn="l">
                <a:defRPr sz="1473" b="1" i="0" kern="0" spc="-9">
                  <a:ln w="42811">
                    <a:solidFill>
                      <a:srgbClr val="FFFFFF"/>
                    </a:solidFill>
                    <a:prstDash val="solid"/>
                  </a:ln>
                  <a:solidFill>
                    <a:srgbClr val="FFFFFF"/>
                  </a:solidFill>
                  <a:latin typeface="Inter"/>
                  <a:ea typeface="Inter"/>
                  <a:cs typeface="Inter"/>
                </a:defRPr>
              </a:lvl8pPr>
              <a:lvl9pPr algn="l">
                <a:defRPr sz="1473" b="1" i="0" kern="0" spc="-9">
                  <a:ln w="42811">
                    <a:solidFill>
                      <a:srgbClr val="FFFFFF"/>
                    </a:solidFill>
                    <a:prstDash val="solid"/>
                  </a:ln>
                  <a:solidFill>
                    <a:srgbClr val="FFFFFF"/>
                  </a:solidFill>
                  <a:latin typeface="Inter"/>
                  <a:ea typeface="Inter"/>
                  <a:cs typeface="Inter"/>
                </a:defRPr>
              </a:lvl9pPr>
            </a:lstStyle>
            <a:p>
              <a:pPr algn="l">
                <a:lnSpc>
                  <a:spcPct val="100000"/>
                </a:lnSpc>
                <a:buNone/>
                <a:defRPr sz="1473" b="1" i="0" kern="0" spc="-9">
                  <a:solidFill>
                    <a:srgbClr val="FFFFFF"/>
                  </a:solidFill>
                  <a:latin typeface="Inter"/>
                  <a:ea typeface="Inter"/>
                  <a:cs typeface="Inter"/>
                </a:defRPr>
              </a:pPr>
              <a:r>
                <a:rPr sz="1473" b="1" i="0" kern="0" spc="-9">
                  <a:ln w="42811">
                    <a:solidFill>
                      <a:srgbClr val="FFFFFF"/>
                    </a:solidFill>
                    <a:prstDash val="solid"/>
                  </a:ln>
                  <a:solidFill>
                    <a:srgbClr val="FFFFFF"/>
                  </a:solidFill>
                  <a:latin typeface="Inter"/>
                  <a:ea typeface="Inter"/>
                  <a:cs typeface="Inter"/>
                </a:rPr>
                <a:t>exports</a:t>
              </a:r>
            </a:p>
          </p:txBody>
        </p:sp>
        <p:sp>
          <p:nvSpPr>
            <p:cNvPr id="152" name="s3 text 80">
              <a:extLst>
                <a:ext uri="{FF2B5EF4-FFF2-40B4-BE49-F238E27FC236}">
                  <a16:creationId xmlns:a16="http://schemas.microsoft.com/office/drawing/2014/main" id="{BE58E174-22DF-4133-AF22-2E07777916F2}"/>
                </a:ext>
              </a:extLst>
            </p:cNvPr>
            <p:cNvSpPr>
              <a:spLocks noGrp="1"/>
            </p:cNvSpPr>
            <p:nvPr/>
          </p:nvSpPr>
          <p:spPr>
            <a:xfrm>
              <a:off x="5880680" y="2339895"/>
              <a:ext cx="775278" cy="260235"/>
            </a:xfrm>
            <a:prstGeom prst="rect">
              <a:avLst/>
            </a:prstGeom>
            <a:noFill/>
            <a:ln w="0">
              <a:noFill/>
              <a:prstDash val="solid"/>
            </a:ln>
          </p:spPr>
          <p:txBody>
            <a:bodyPr wrap="none" lIns="0" tIns="0" rIns="0" bIns="0" anchor="t">
              <a:noAutofit/>
            </a:bodyPr>
            <a:lstStyle>
              <a:defPPr algn="l">
                <a:defRPr sz="1473" b="1" i="0" kern="0" spc="-9">
                  <a:solidFill>
                    <a:srgbClr val="0E9F6E"/>
                  </a:solidFill>
                  <a:latin typeface="Inter"/>
                  <a:ea typeface="Inter"/>
                  <a:cs typeface="Inter"/>
                </a:defRPr>
              </a:defPPr>
              <a:lvl1pPr algn="l">
                <a:defRPr sz="1473" b="1" i="0" kern="0" spc="-9">
                  <a:solidFill>
                    <a:srgbClr val="0E9F6E"/>
                  </a:solidFill>
                  <a:latin typeface="Inter"/>
                  <a:ea typeface="Inter"/>
                  <a:cs typeface="Inter"/>
                </a:defRPr>
              </a:lvl1pPr>
              <a:lvl2pPr algn="l">
                <a:defRPr sz="1473" b="1" i="0" kern="0" spc="-9">
                  <a:solidFill>
                    <a:srgbClr val="0E9F6E"/>
                  </a:solidFill>
                  <a:latin typeface="Inter"/>
                  <a:ea typeface="Inter"/>
                  <a:cs typeface="Inter"/>
                </a:defRPr>
              </a:lvl2pPr>
              <a:lvl3pPr algn="l">
                <a:defRPr sz="1473" b="1" i="0" kern="0" spc="-9">
                  <a:solidFill>
                    <a:srgbClr val="0E9F6E"/>
                  </a:solidFill>
                  <a:latin typeface="Inter"/>
                  <a:ea typeface="Inter"/>
                  <a:cs typeface="Inter"/>
                </a:defRPr>
              </a:lvl3pPr>
              <a:lvl4pPr algn="l">
                <a:defRPr sz="1473" b="1" i="0" kern="0" spc="-9">
                  <a:solidFill>
                    <a:srgbClr val="0E9F6E"/>
                  </a:solidFill>
                  <a:latin typeface="Inter"/>
                  <a:ea typeface="Inter"/>
                  <a:cs typeface="Inter"/>
                </a:defRPr>
              </a:lvl4pPr>
              <a:lvl5pPr algn="l">
                <a:defRPr sz="1473" b="1" i="0" kern="0" spc="-9">
                  <a:solidFill>
                    <a:srgbClr val="0E9F6E"/>
                  </a:solidFill>
                  <a:latin typeface="Inter"/>
                  <a:ea typeface="Inter"/>
                  <a:cs typeface="Inter"/>
                </a:defRPr>
              </a:lvl5pPr>
              <a:lvl6pPr algn="l">
                <a:defRPr sz="1473" b="1" i="0" kern="0" spc="-9">
                  <a:solidFill>
                    <a:srgbClr val="0E9F6E"/>
                  </a:solidFill>
                  <a:latin typeface="Inter"/>
                  <a:ea typeface="Inter"/>
                  <a:cs typeface="Inter"/>
                </a:defRPr>
              </a:lvl6pPr>
              <a:lvl7pPr algn="l">
                <a:defRPr sz="1473" b="1" i="0" kern="0" spc="-9">
                  <a:solidFill>
                    <a:srgbClr val="0E9F6E"/>
                  </a:solidFill>
                  <a:latin typeface="Inter"/>
                  <a:ea typeface="Inter"/>
                  <a:cs typeface="Inter"/>
                </a:defRPr>
              </a:lvl7pPr>
              <a:lvl8pPr algn="l">
                <a:defRPr sz="1473" b="1" i="0" kern="0" spc="-9">
                  <a:solidFill>
                    <a:srgbClr val="0E9F6E"/>
                  </a:solidFill>
                  <a:latin typeface="Inter"/>
                  <a:ea typeface="Inter"/>
                  <a:cs typeface="Inter"/>
                </a:defRPr>
              </a:lvl8pPr>
              <a:lvl9pPr algn="l">
                <a:defRPr sz="1473" b="1" i="0" kern="0" spc="-9">
                  <a:solidFill>
                    <a:srgbClr val="0E9F6E"/>
                  </a:solidFill>
                  <a:latin typeface="Inter"/>
                  <a:ea typeface="Inter"/>
                  <a:cs typeface="Inter"/>
                </a:defRPr>
              </a:lvl9pPr>
            </a:lstStyle>
            <a:p>
              <a:pPr algn="l">
                <a:lnSpc>
                  <a:spcPct val="100000"/>
                </a:lnSpc>
                <a:buNone/>
                <a:defRPr sz="1473" b="1" i="0" kern="0" spc="-9">
                  <a:solidFill>
                    <a:srgbClr val="0E9F6E"/>
                  </a:solidFill>
                  <a:latin typeface="Inter"/>
                  <a:ea typeface="Inter"/>
                  <a:cs typeface="Inter"/>
                </a:defRPr>
              </a:pPr>
              <a:r>
                <a:rPr sz="1473" b="1" i="0" kern="0" spc="-9">
                  <a:solidFill>
                    <a:srgbClr val="0E9F6E"/>
                  </a:solidFill>
                  <a:latin typeface="Inter"/>
                  <a:ea typeface="Inter"/>
                  <a:cs typeface="Inter"/>
                </a:rPr>
                <a:t>exports</a:t>
              </a:r>
            </a:p>
          </p:txBody>
        </p:sp>
      </p:grpSp>
      <p:sp>
        <p:nvSpPr>
          <p:cNvPr id="47" name="s3 text 1">
            <a:extLst>
              <a:ext uri="{FF2B5EF4-FFF2-40B4-BE49-F238E27FC236}">
                <a16:creationId xmlns:a16="http://schemas.microsoft.com/office/drawing/2014/main" id="{D5386F0B-0C74-41A4-B628-68FABBFC960F}"/>
              </a:ext>
            </a:extLst>
          </p:cNvPr>
          <p:cNvSpPr>
            <a:spLocks noGrp="1"/>
          </p:cNvSpPr>
          <p:nvPr/>
        </p:nvSpPr>
        <p:spPr>
          <a:xfrm>
            <a:off x="678656" y="776383"/>
            <a:ext cx="2125983" cy="173507"/>
          </a:xfrm>
          <a:prstGeom prst="rect">
            <a:avLst/>
          </a:prstGeom>
          <a:noFill/>
          <a:ln w="0">
            <a:noFill/>
            <a:prstDash val="solid"/>
          </a:ln>
        </p:spPr>
        <p:txBody>
          <a:bodyPr wrap="none" lIns="0" tIns="0" rIns="0" bIns="0" anchor="t">
            <a:noAutofit/>
          </a:bodyPr>
          <a:lstStyle>
            <a:defPPr algn="l">
              <a:defRPr sz="900" b="0" i="0" kern="0" spc="180">
                <a:solidFill>
                  <a:srgbClr val="1D4ED8"/>
                </a:solidFill>
                <a:latin typeface="JetBrains Mono"/>
                <a:ea typeface="JetBrains Mono"/>
                <a:cs typeface="JetBrains Mono"/>
              </a:defRPr>
            </a:defPPr>
            <a:lvl1pPr algn="l">
              <a:defRPr sz="900" b="0" i="0" kern="0" spc="180">
                <a:solidFill>
                  <a:srgbClr val="1D4ED8"/>
                </a:solidFill>
                <a:latin typeface="JetBrains Mono"/>
                <a:ea typeface="JetBrains Mono"/>
                <a:cs typeface="JetBrains Mono"/>
              </a:defRPr>
            </a:lvl1pPr>
            <a:lvl2pPr algn="l">
              <a:defRPr sz="900" b="0" i="0" kern="0" spc="180">
                <a:solidFill>
                  <a:srgbClr val="1D4ED8"/>
                </a:solidFill>
                <a:latin typeface="JetBrains Mono"/>
                <a:ea typeface="JetBrains Mono"/>
                <a:cs typeface="JetBrains Mono"/>
              </a:defRPr>
            </a:lvl2pPr>
            <a:lvl3pPr algn="l">
              <a:defRPr sz="900" b="0" i="0" kern="0" spc="180">
                <a:solidFill>
                  <a:srgbClr val="1D4ED8"/>
                </a:solidFill>
                <a:latin typeface="JetBrains Mono"/>
                <a:ea typeface="JetBrains Mono"/>
                <a:cs typeface="JetBrains Mono"/>
              </a:defRPr>
            </a:lvl3pPr>
            <a:lvl4pPr algn="l">
              <a:defRPr sz="900" b="0" i="0" kern="0" spc="180">
                <a:solidFill>
                  <a:srgbClr val="1D4ED8"/>
                </a:solidFill>
                <a:latin typeface="JetBrains Mono"/>
                <a:ea typeface="JetBrains Mono"/>
                <a:cs typeface="JetBrains Mono"/>
              </a:defRPr>
            </a:lvl4pPr>
            <a:lvl5pPr algn="l">
              <a:defRPr sz="900" b="0" i="0" kern="0" spc="180">
                <a:solidFill>
                  <a:srgbClr val="1D4ED8"/>
                </a:solidFill>
                <a:latin typeface="JetBrains Mono"/>
                <a:ea typeface="JetBrains Mono"/>
                <a:cs typeface="JetBrains Mono"/>
              </a:defRPr>
            </a:lvl5pPr>
            <a:lvl6pPr algn="l">
              <a:defRPr sz="900" b="0" i="0" kern="0" spc="180">
                <a:solidFill>
                  <a:srgbClr val="1D4ED8"/>
                </a:solidFill>
                <a:latin typeface="JetBrains Mono"/>
                <a:ea typeface="JetBrains Mono"/>
                <a:cs typeface="JetBrains Mono"/>
              </a:defRPr>
            </a:lvl6pPr>
            <a:lvl7pPr algn="l">
              <a:defRPr sz="900" b="0" i="0" kern="0" spc="180">
                <a:solidFill>
                  <a:srgbClr val="1D4ED8"/>
                </a:solidFill>
                <a:latin typeface="JetBrains Mono"/>
                <a:ea typeface="JetBrains Mono"/>
                <a:cs typeface="JetBrains Mono"/>
              </a:defRPr>
            </a:lvl7pPr>
            <a:lvl8pPr algn="l">
              <a:defRPr sz="900" b="0" i="0" kern="0" spc="180">
                <a:solidFill>
                  <a:srgbClr val="1D4ED8"/>
                </a:solidFill>
                <a:latin typeface="JetBrains Mono"/>
                <a:ea typeface="JetBrains Mono"/>
                <a:cs typeface="JetBrains Mono"/>
              </a:defRPr>
            </a:lvl8pPr>
            <a:lvl9pPr algn="l">
              <a:defRPr sz="900" b="0" i="0" kern="0" spc="180">
                <a:solidFill>
                  <a:srgbClr val="1D4ED8"/>
                </a:solidFill>
                <a:latin typeface="JetBrains Mono"/>
                <a:ea typeface="JetBrains Mono"/>
                <a:cs typeface="JetBrains Mono"/>
              </a:defRPr>
            </a:lvl9pPr>
          </a:lstStyle>
          <a:p>
            <a:pPr algn="l">
              <a:lnSpc>
                <a:spcPct val="100000"/>
              </a:lnSpc>
              <a:buNone/>
              <a:defRPr sz="900" b="0" i="0" kern="0" spc="180">
                <a:solidFill>
                  <a:srgbClr val="1D4ED8"/>
                </a:solidFill>
                <a:latin typeface="JetBrains Mono"/>
                <a:ea typeface="JetBrains Mono"/>
                <a:cs typeface="JetBrains Mono"/>
              </a:defRPr>
            </a:pPr>
            <a:r>
              <a:rPr sz="900" b="0" i="0" kern="0" spc="180">
                <a:solidFill>
                  <a:srgbClr val="1D4ED8"/>
                </a:solidFill>
                <a:latin typeface="JetBrains Mono"/>
                <a:ea typeface="JetBrains Mono"/>
                <a:cs typeface="JetBrains Mono"/>
              </a:rPr>
              <a:t>CONCEPT PRIMER · 1 OF 2</a:t>
            </a:r>
          </a:p>
        </p:txBody>
      </p:sp>
      <p:sp>
        <p:nvSpPr>
          <p:cNvPr id="48" name="s3 text 2">
            <a:extLst>
              <a:ext uri="{FF2B5EF4-FFF2-40B4-BE49-F238E27FC236}">
                <a16:creationId xmlns:a16="http://schemas.microsoft.com/office/drawing/2014/main" id="{07400348-6DB7-4D92-A287-79A0B3127E73}"/>
              </a:ext>
            </a:extLst>
          </p:cNvPr>
          <p:cNvSpPr>
            <a:spLocks noGrp="1"/>
          </p:cNvSpPr>
          <p:nvPr/>
        </p:nvSpPr>
        <p:spPr>
          <a:xfrm>
            <a:off x="514350" y="970210"/>
            <a:ext cx="9579388" cy="576532"/>
          </a:xfrm>
          <a:prstGeom prst="rect">
            <a:avLst/>
          </a:prstGeom>
          <a:noFill/>
          <a:ln w="0">
            <a:noFill/>
            <a:prstDash val="solid"/>
          </a:ln>
        </p:spPr>
        <p:txBody>
          <a:bodyPr wrap="none" lIns="0" tIns="0" rIns="0" bIns="0" anchor="t">
            <a:noAutofit/>
          </a:bodyPr>
          <a:lstStyle>
            <a:defPPr algn="l">
              <a:defRPr sz="3262" b="0" i="0" kern="0" spc="-104">
                <a:solidFill>
                  <a:srgbClr val="0A2540"/>
                </a:solidFill>
                <a:latin typeface="Inter ExtraBold"/>
                <a:ea typeface="Inter ExtraBold"/>
                <a:cs typeface="Inter ExtraBold"/>
              </a:defRPr>
            </a:defPPr>
            <a:lvl1pPr algn="l">
              <a:defRPr sz="3262" b="0" i="0" kern="0" spc="-104">
                <a:solidFill>
                  <a:srgbClr val="0A2540"/>
                </a:solidFill>
                <a:latin typeface="Inter ExtraBold"/>
                <a:ea typeface="Inter ExtraBold"/>
                <a:cs typeface="Inter ExtraBold"/>
              </a:defRPr>
            </a:lvl1pPr>
            <a:lvl2pPr algn="l">
              <a:defRPr sz="3262" b="0" i="0" kern="0" spc="-104">
                <a:solidFill>
                  <a:srgbClr val="0A2540"/>
                </a:solidFill>
                <a:latin typeface="Inter ExtraBold"/>
                <a:ea typeface="Inter ExtraBold"/>
                <a:cs typeface="Inter ExtraBold"/>
              </a:defRPr>
            </a:lvl2pPr>
            <a:lvl3pPr algn="l">
              <a:defRPr sz="3262" b="0" i="0" kern="0" spc="-104">
                <a:solidFill>
                  <a:srgbClr val="0A2540"/>
                </a:solidFill>
                <a:latin typeface="Inter ExtraBold"/>
                <a:ea typeface="Inter ExtraBold"/>
                <a:cs typeface="Inter ExtraBold"/>
              </a:defRPr>
            </a:lvl3pPr>
            <a:lvl4pPr algn="l">
              <a:defRPr sz="3262" b="0" i="0" kern="0" spc="-104">
                <a:solidFill>
                  <a:srgbClr val="0A2540"/>
                </a:solidFill>
                <a:latin typeface="Inter ExtraBold"/>
                <a:ea typeface="Inter ExtraBold"/>
                <a:cs typeface="Inter ExtraBold"/>
              </a:defRPr>
            </a:lvl4pPr>
            <a:lvl5pPr algn="l">
              <a:defRPr sz="3262" b="0" i="0" kern="0" spc="-104">
                <a:solidFill>
                  <a:srgbClr val="0A2540"/>
                </a:solidFill>
                <a:latin typeface="Inter ExtraBold"/>
                <a:ea typeface="Inter ExtraBold"/>
                <a:cs typeface="Inter ExtraBold"/>
              </a:defRPr>
            </a:lvl5pPr>
            <a:lvl6pPr algn="l">
              <a:defRPr sz="3262" b="0" i="0" kern="0" spc="-104">
                <a:solidFill>
                  <a:srgbClr val="0A2540"/>
                </a:solidFill>
                <a:latin typeface="Inter ExtraBold"/>
                <a:ea typeface="Inter ExtraBold"/>
                <a:cs typeface="Inter ExtraBold"/>
              </a:defRPr>
            </a:lvl6pPr>
            <a:lvl7pPr algn="l">
              <a:defRPr sz="3262" b="0" i="0" kern="0" spc="-104">
                <a:solidFill>
                  <a:srgbClr val="0A2540"/>
                </a:solidFill>
                <a:latin typeface="Inter ExtraBold"/>
                <a:ea typeface="Inter ExtraBold"/>
                <a:cs typeface="Inter ExtraBold"/>
              </a:defRPr>
            </a:lvl7pPr>
            <a:lvl8pPr algn="l">
              <a:defRPr sz="3262" b="0" i="0" kern="0" spc="-104">
                <a:solidFill>
                  <a:srgbClr val="0A2540"/>
                </a:solidFill>
                <a:latin typeface="Inter ExtraBold"/>
                <a:ea typeface="Inter ExtraBold"/>
                <a:cs typeface="Inter ExtraBold"/>
              </a:defRPr>
            </a:lvl8pPr>
            <a:lvl9pPr algn="l">
              <a:defRPr sz="3262" b="0" i="0" kern="0" spc="-104">
                <a:solidFill>
                  <a:srgbClr val="0A2540"/>
                </a:solidFill>
                <a:latin typeface="Inter ExtraBold"/>
                <a:ea typeface="Inter ExtraBold"/>
                <a:cs typeface="Inter ExtraBold"/>
              </a:defRPr>
            </a:lvl9pPr>
          </a:lstStyle>
          <a:p>
            <a:pPr algn="l">
              <a:lnSpc>
                <a:spcPct val="100000"/>
              </a:lnSpc>
              <a:buNone/>
              <a:defRPr sz="3262" b="0" i="0" kern="0" spc="-104">
                <a:solidFill>
                  <a:srgbClr val="0A2540"/>
                </a:solidFill>
                <a:latin typeface="Inter ExtraBold"/>
                <a:ea typeface="Inter ExtraBold"/>
                <a:cs typeface="Inter ExtraBold"/>
              </a:defRPr>
            </a:pPr>
            <a:r>
              <a:rPr sz="3262" b="0" i="0" kern="0" spc="-104">
                <a:solidFill>
                  <a:srgbClr val="0A2540"/>
                </a:solidFill>
                <a:latin typeface="Inter ExtraBold"/>
                <a:ea typeface="Inter ExtraBold"/>
                <a:cs typeface="Inter ExtraBold"/>
              </a:rPr>
              <a:t>A small country takes the world price as given</a:t>
            </a:r>
          </a:p>
        </p:txBody>
      </p:sp>
      <p:sp>
        <p:nvSpPr>
          <p:cNvPr id="49" name="s3 text 3">
            <a:extLst>
              <a:ext uri="{FF2B5EF4-FFF2-40B4-BE49-F238E27FC236}">
                <a16:creationId xmlns:a16="http://schemas.microsoft.com/office/drawing/2014/main" id="{AAEA433B-7254-4D25-969F-D48F2AF46567}"/>
              </a:ext>
            </a:extLst>
          </p:cNvPr>
          <p:cNvSpPr>
            <a:spLocks noGrp="1"/>
          </p:cNvSpPr>
          <p:nvPr/>
        </p:nvSpPr>
        <p:spPr>
          <a:xfrm>
            <a:off x="8406742" y="2107183"/>
            <a:ext cx="241364" cy="308146"/>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Inter"/>
                <a:ea typeface="Inter"/>
                <a:cs typeface="Inter"/>
              </a:defRPr>
            </a:defPPr>
            <a:lvl1pPr algn="l">
              <a:defRPr sz="1744" b="0" i="0" kern="0" spc="0">
                <a:solidFill>
                  <a:srgbClr val="0A2540"/>
                </a:solidFill>
                <a:latin typeface="Inter"/>
                <a:ea typeface="Inter"/>
                <a:cs typeface="Inter"/>
              </a:defRPr>
            </a:lvl1pPr>
            <a:lvl2pPr algn="l">
              <a:defRPr sz="1744" b="0" i="0" kern="0" spc="0">
                <a:solidFill>
                  <a:srgbClr val="0A2540"/>
                </a:solidFill>
                <a:latin typeface="Inter"/>
                <a:ea typeface="Inter"/>
                <a:cs typeface="Inter"/>
              </a:defRPr>
            </a:lvl2pPr>
            <a:lvl3pPr algn="l">
              <a:defRPr sz="1744" b="0" i="0" kern="0" spc="0">
                <a:solidFill>
                  <a:srgbClr val="0A2540"/>
                </a:solidFill>
                <a:latin typeface="Inter"/>
                <a:ea typeface="Inter"/>
                <a:cs typeface="Inter"/>
              </a:defRPr>
            </a:lvl3pPr>
            <a:lvl4pPr algn="l">
              <a:defRPr sz="1744" b="0" i="0" kern="0" spc="0">
                <a:solidFill>
                  <a:srgbClr val="0A2540"/>
                </a:solidFill>
                <a:latin typeface="Inter"/>
                <a:ea typeface="Inter"/>
                <a:cs typeface="Inter"/>
              </a:defRPr>
            </a:lvl4pPr>
            <a:lvl5pPr algn="l">
              <a:defRPr sz="1744" b="0" i="0" kern="0" spc="0">
                <a:solidFill>
                  <a:srgbClr val="0A2540"/>
                </a:solidFill>
                <a:latin typeface="Inter"/>
                <a:ea typeface="Inter"/>
                <a:cs typeface="Inter"/>
              </a:defRPr>
            </a:lvl5pPr>
            <a:lvl6pPr algn="l">
              <a:defRPr sz="1744" b="0" i="0" kern="0" spc="0">
                <a:solidFill>
                  <a:srgbClr val="0A2540"/>
                </a:solidFill>
                <a:latin typeface="Inter"/>
                <a:ea typeface="Inter"/>
                <a:cs typeface="Inter"/>
              </a:defRPr>
            </a:lvl6pPr>
            <a:lvl7pPr algn="l">
              <a:defRPr sz="1744" b="0" i="0" kern="0" spc="0">
                <a:solidFill>
                  <a:srgbClr val="0A2540"/>
                </a:solidFill>
                <a:latin typeface="Inter"/>
                <a:ea typeface="Inter"/>
                <a:cs typeface="Inter"/>
              </a:defRPr>
            </a:lvl7pPr>
            <a:lvl8pPr algn="l">
              <a:defRPr sz="1744" b="0" i="0" kern="0" spc="0">
                <a:solidFill>
                  <a:srgbClr val="0A2540"/>
                </a:solidFill>
                <a:latin typeface="Inter"/>
                <a:ea typeface="Inter"/>
                <a:cs typeface="Inter"/>
              </a:defRPr>
            </a:lvl8pPr>
            <a:lvl9pPr algn="l">
              <a:defRPr sz="1744" b="0" i="0" kern="0" spc="0">
                <a:solidFill>
                  <a:srgbClr val="0A2540"/>
                </a:solidFill>
                <a:latin typeface="Inter"/>
                <a:ea typeface="Inter"/>
                <a:cs typeface="Inter"/>
              </a:defRPr>
            </a:lvl9pPr>
          </a:lstStyle>
          <a:p>
            <a:pPr algn="l">
              <a:lnSpc>
                <a:spcPct val="100000"/>
              </a:lnSpc>
              <a:buNone/>
              <a:defRPr sz="1744" b="0" i="0" kern="0" spc="0">
                <a:solidFill>
                  <a:srgbClr val="0A2540"/>
                </a:solidFill>
                <a:latin typeface="Inter"/>
                <a:ea typeface="Inter"/>
                <a:cs typeface="Inter"/>
              </a:defRPr>
            </a:pPr>
            <a:r>
              <a:rPr sz="1744" b="0" i="0" kern="0" spc="0">
                <a:solidFill>
                  <a:srgbClr val="0A2540"/>
                </a:solidFill>
                <a:latin typeface="Inter"/>
                <a:ea typeface="Inter"/>
                <a:cs typeface="Inter"/>
              </a:rPr>
              <a:t>A</a:t>
            </a:r>
          </a:p>
        </p:txBody>
      </p:sp>
      <p:sp>
        <p:nvSpPr>
          <p:cNvPr id="50" name="s3 text 4">
            <a:extLst>
              <a:ext uri="{FF2B5EF4-FFF2-40B4-BE49-F238E27FC236}">
                <a16:creationId xmlns:a16="http://schemas.microsoft.com/office/drawing/2014/main" id="{A2FD8909-3BB1-48C8-978E-F11127F586F6}"/>
              </a:ext>
            </a:extLst>
          </p:cNvPr>
          <p:cNvSpPr>
            <a:spLocks noGrp="1"/>
          </p:cNvSpPr>
          <p:nvPr/>
        </p:nvSpPr>
        <p:spPr>
          <a:xfrm>
            <a:off x="8619604" y="2107183"/>
            <a:ext cx="1565720" cy="308146"/>
          </a:xfrm>
          <a:prstGeom prst="rect">
            <a:avLst/>
          </a:prstGeom>
          <a:noFill/>
          <a:ln w="0">
            <a:noFill/>
            <a:prstDash val="solid"/>
          </a:ln>
        </p:spPr>
        <p:txBody>
          <a:bodyPr wrap="none" lIns="0" tIns="0" rIns="0" bIns="0" anchor="t">
            <a:noAutofit/>
          </a:bodyPr>
          <a:lstStyle>
            <a:defPPr algn="l">
              <a:defRPr sz="1744" b="1" i="0" kern="0" spc="-9">
                <a:solidFill>
                  <a:srgbClr val="0A2540"/>
                </a:solidFill>
                <a:latin typeface="Inter"/>
                <a:ea typeface="Inter"/>
                <a:cs typeface="Inter"/>
              </a:defRPr>
            </a:defPPr>
            <a:lvl1pPr algn="l">
              <a:defRPr sz="1744" b="1" i="0" kern="0" spc="-9">
                <a:solidFill>
                  <a:srgbClr val="0A2540"/>
                </a:solidFill>
                <a:latin typeface="Inter"/>
                <a:ea typeface="Inter"/>
                <a:cs typeface="Inter"/>
              </a:defRPr>
            </a:lvl1pPr>
            <a:lvl2pPr algn="l">
              <a:defRPr sz="1744" b="1" i="0" kern="0" spc="-9">
                <a:solidFill>
                  <a:srgbClr val="0A2540"/>
                </a:solidFill>
                <a:latin typeface="Inter"/>
                <a:ea typeface="Inter"/>
                <a:cs typeface="Inter"/>
              </a:defRPr>
            </a:lvl2pPr>
            <a:lvl3pPr algn="l">
              <a:defRPr sz="1744" b="1" i="0" kern="0" spc="-9">
                <a:solidFill>
                  <a:srgbClr val="0A2540"/>
                </a:solidFill>
                <a:latin typeface="Inter"/>
                <a:ea typeface="Inter"/>
                <a:cs typeface="Inter"/>
              </a:defRPr>
            </a:lvl3pPr>
            <a:lvl4pPr algn="l">
              <a:defRPr sz="1744" b="1" i="0" kern="0" spc="-9">
                <a:solidFill>
                  <a:srgbClr val="0A2540"/>
                </a:solidFill>
                <a:latin typeface="Inter"/>
                <a:ea typeface="Inter"/>
                <a:cs typeface="Inter"/>
              </a:defRPr>
            </a:lvl4pPr>
            <a:lvl5pPr algn="l">
              <a:defRPr sz="1744" b="1" i="0" kern="0" spc="-9">
                <a:solidFill>
                  <a:srgbClr val="0A2540"/>
                </a:solidFill>
                <a:latin typeface="Inter"/>
                <a:ea typeface="Inter"/>
                <a:cs typeface="Inter"/>
              </a:defRPr>
            </a:lvl5pPr>
            <a:lvl6pPr algn="l">
              <a:defRPr sz="1744" b="1" i="0" kern="0" spc="-9">
                <a:solidFill>
                  <a:srgbClr val="0A2540"/>
                </a:solidFill>
                <a:latin typeface="Inter"/>
                <a:ea typeface="Inter"/>
                <a:cs typeface="Inter"/>
              </a:defRPr>
            </a:lvl6pPr>
            <a:lvl7pPr algn="l">
              <a:defRPr sz="1744" b="1" i="0" kern="0" spc="-9">
                <a:solidFill>
                  <a:srgbClr val="0A2540"/>
                </a:solidFill>
                <a:latin typeface="Inter"/>
                <a:ea typeface="Inter"/>
                <a:cs typeface="Inter"/>
              </a:defRPr>
            </a:lvl7pPr>
            <a:lvl8pPr algn="l">
              <a:defRPr sz="1744" b="1" i="0" kern="0" spc="-9">
                <a:solidFill>
                  <a:srgbClr val="0A2540"/>
                </a:solidFill>
                <a:latin typeface="Inter"/>
                <a:ea typeface="Inter"/>
                <a:cs typeface="Inter"/>
              </a:defRPr>
            </a:lvl8pPr>
            <a:lvl9pPr algn="l">
              <a:defRPr sz="1744" b="1" i="0" kern="0" spc="-9">
                <a:solidFill>
                  <a:srgbClr val="0A2540"/>
                </a:solidFill>
                <a:latin typeface="Inter"/>
                <a:ea typeface="Inter"/>
                <a:cs typeface="Inter"/>
              </a:defRPr>
            </a:lvl9pPr>
          </a:lstStyle>
          <a:p>
            <a:pPr algn="l">
              <a:lnSpc>
                <a:spcPct val="100000"/>
              </a:lnSpc>
              <a:buNone/>
              <a:defRPr sz="1744" b="1" i="0" kern="0" spc="-9">
                <a:solidFill>
                  <a:srgbClr val="0A2540"/>
                </a:solidFill>
                <a:latin typeface="Inter"/>
                <a:ea typeface="Inter"/>
                <a:cs typeface="Inter"/>
              </a:defRPr>
            </a:pPr>
            <a:r>
              <a:rPr sz="1744" b="1" i="0" kern="0" spc="-9">
                <a:solidFill>
                  <a:srgbClr val="0A2540"/>
                </a:solidFill>
                <a:latin typeface="Inter"/>
                <a:ea typeface="Inter"/>
                <a:cs typeface="Inter"/>
              </a:rPr>
              <a:t>small country</a:t>
            </a:r>
          </a:p>
        </p:txBody>
      </p:sp>
      <p:sp>
        <p:nvSpPr>
          <p:cNvPr id="51" name="s3 text 5">
            <a:extLst>
              <a:ext uri="{FF2B5EF4-FFF2-40B4-BE49-F238E27FC236}">
                <a16:creationId xmlns:a16="http://schemas.microsoft.com/office/drawing/2014/main" id="{4C79D745-C5FD-40CC-9B68-8889179767B8}"/>
              </a:ext>
            </a:extLst>
          </p:cNvPr>
          <p:cNvSpPr>
            <a:spLocks noGrp="1"/>
          </p:cNvSpPr>
          <p:nvPr/>
        </p:nvSpPr>
        <p:spPr>
          <a:xfrm>
            <a:off x="10143093" y="2107183"/>
            <a:ext cx="445770" cy="308146"/>
          </a:xfrm>
          <a:prstGeom prst="rect">
            <a:avLst/>
          </a:prstGeom>
          <a:noFill/>
          <a:ln w="0">
            <a:noFill/>
            <a:prstDash val="solid"/>
          </a:ln>
        </p:spPr>
        <p:txBody>
          <a:bodyPr wrap="none" lIns="0" tIns="0" rIns="0" bIns="0" anchor="t">
            <a:noAutofit/>
          </a:bodyPr>
          <a:lstStyle>
            <a:defPPr algn="l">
              <a:defRPr sz="1744" b="0" i="0" kern="0" spc="-12">
                <a:solidFill>
                  <a:srgbClr val="0A2540"/>
                </a:solidFill>
                <a:latin typeface="Inter"/>
                <a:ea typeface="Inter"/>
                <a:cs typeface="Inter"/>
              </a:defRPr>
            </a:defPPr>
            <a:lvl1pPr algn="l">
              <a:defRPr sz="1744" b="0" i="0" kern="0" spc="-12">
                <a:solidFill>
                  <a:srgbClr val="0A2540"/>
                </a:solidFill>
                <a:latin typeface="Inter"/>
                <a:ea typeface="Inter"/>
                <a:cs typeface="Inter"/>
              </a:defRPr>
            </a:lvl1pPr>
            <a:lvl2pPr algn="l">
              <a:defRPr sz="1744" b="0" i="0" kern="0" spc="-12">
                <a:solidFill>
                  <a:srgbClr val="0A2540"/>
                </a:solidFill>
                <a:latin typeface="Inter"/>
                <a:ea typeface="Inter"/>
                <a:cs typeface="Inter"/>
              </a:defRPr>
            </a:lvl2pPr>
            <a:lvl3pPr algn="l">
              <a:defRPr sz="1744" b="0" i="0" kern="0" spc="-12">
                <a:solidFill>
                  <a:srgbClr val="0A2540"/>
                </a:solidFill>
                <a:latin typeface="Inter"/>
                <a:ea typeface="Inter"/>
                <a:cs typeface="Inter"/>
              </a:defRPr>
            </a:lvl3pPr>
            <a:lvl4pPr algn="l">
              <a:defRPr sz="1744" b="0" i="0" kern="0" spc="-12">
                <a:solidFill>
                  <a:srgbClr val="0A2540"/>
                </a:solidFill>
                <a:latin typeface="Inter"/>
                <a:ea typeface="Inter"/>
                <a:cs typeface="Inter"/>
              </a:defRPr>
            </a:lvl4pPr>
            <a:lvl5pPr algn="l">
              <a:defRPr sz="1744" b="0" i="0" kern="0" spc="-12">
                <a:solidFill>
                  <a:srgbClr val="0A2540"/>
                </a:solidFill>
                <a:latin typeface="Inter"/>
                <a:ea typeface="Inter"/>
                <a:cs typeface="Inter"/>
              </a:defRPr>
            </a:lvl5pPr>
            <a:lvl6pPr algn="l">
              <a:defRPr sz="1744" b="0" i="0" kern="0" spc="-12">
                <a:solidFill>
                  <a:srgbClr val="0A2540"/>
                </a:solidFill>
                <a:latin typeface="Inter"/>
                <a:ea typeface="Inter"/>
                <a:cs typeface="Inter"/>
              </a:defRPr>
            </a:lvl6pPr>
            <a:lvl7pPr algn="l">
              <a:defRPr sz="1744" b="0" i="0" kern="0" spc="-12">
                <a:solidFill>
                  <a:srgbClr val="0A2540"/>
                </a:solidFill>
                <a:latin typeface="Inter"/>
                <a:ea typeface="Inter"/>
                <a:cs typeface="Inter"/>
              </a:defRPr>
            </a:lvl7pPr>
            <a:lvl8pPr algn="l">
              <a:defRPr sz="1744" b="0" i="0" kern="0" spc="-12">
                <a:solidFill>
                  <a:srgbClr val="0A2540"/>
                </a:solidFill>
                <a:latin typeface="Inter"/>
                <a:ea typeface="Inter"/>
                <a:cs typeface="Inter"/>
              </a:defRPr>
            </a:lvl8pPr>
            <a:lvl9pPr algn="l">
              <a:defRPr sz="1744" b="0" i="0" kern="0" spc="-12">
                <a:solidFill>
                  <a:srgbClr val="0A2540"/>
                </a:solidFill>
                <a:latin typeface="Inter"/>
                <a:ea typeface="Inter"/>
                <a:cs typeface="Inter"/>
              </a:defRPr>
            </a:lvl9pPr>
          </a:lstStyle>
          <a:p>
            <a:pPr algn="l">
              <a:lnSpc>
                <a:spcPct val="100000"/>
              </a:lnSpc>
              <a:buNone/>
              <a:defRPr sz="1744" b="0" i="0" kern="0" spc="-12">
                <a:solidFill>
                  <a:srgbClr val="0A2540"/>
                </a:solidFill>
                <a:latin typeface="Inter"/>
                <a:ea typeface="Inter"/>
                <a:cs typeface="Inter"/>
              </a:defRPr>
            </a:pPr>
            <a:r>
              <a:rPr sz="1744" b="0" i="0" kern="0" spc="-12">
                <a:solidFill>
                  <a:srgbClr val="0A2540"/>
                </a:solidFill>
                <a:latin typeface="Inter"/>
                <a:ea typeface="Inter"/>
                <a:cs typeface="Inter"/>
              </a:rPr>
              <a:t>is a</a:t>
            </a:r>
          </a:p>
        </p:txBody>
      </p:sp>
      <p:sp>
        <p:nvSpPr>
          <p:cNvPr id="52" name="s3 text 6">
            <a:extLst>
              <a:ext uri="{FF2B5EF4-FFF2-40B4-BE49-F238E27FC236}">
                <a16:creationId xmlns:a16="http://schemas.microsoft.com/office/drawing/2014/main" id="{B1B35AE6-4DBA-46CA-BE4B-99ED6B3FB277}"/>
              </a:ext>
            </a:extLst>
          </p:cNvPr>
          <p:cNvSpPr>
            <a:spLocks noGrp="1"/>
          </p:cNvSpPr>
          <p:nvPr/>
        </p:nvSpPr>
        <p:spPr>
          <a:xfrm>
            <a:off x="10556899" y="2107183"/>
            <a:ext cx="1250347" cy="308146"/>
          </a:xfrm>
          <a:prstGeom prst="rect">
            <a:avLst/>
          </a:prstGeom>
          <a:noFill/>
          <a:ln w="0">
            <a:noFill/>
            <a:prstDash val="solid"/>
          </a:ln>
        </p:spPr>
        <p:txBody>
          <a:bodyPr wrap="none" lIns="0" tIns="0" rIns="0" bIns="0" anchor="t">
            <a:noAutofit/>
          </a:bodyPr>
          <a:lstStyle>
            <a:defPPr algn="l">
              <a:defRPr sz="1744" b="1" i="0" kern="0" spc="-9">
                <a:solidFill>
                  <a:srgbClr val="0A2540"/>
                </a:solidFill>
                <a:latin typeface="Inter"/>
                <a:ea typeface="Inter"/>
                <a:cs typeface="Inter"/>
              </a:defRPr>
            </a:defPPr>
            <a:lvl1pPr algn="l">
              <a:defRPr sz="1744" b="1" i="0" kern="0" spc="-9">
                <a:solidFill>
                  <a:srgbClr val="0A2540"/>
                </a:solidFill>
                <a:latin typeface="Inter"/>
                <a:ea typeface="Inter"/>
                <a:cs typeface="Inter"/>
              </a:defRPr>
            </a:lvl1pPr>
            <a:lvl2pPr algn="l">
              <a:defRPr sz="1744" b="1" i="0" kern="0" spc="-9">
                <a:solidFill>
                  <a:srgbClr val="0A2540"/>
                </a:solidFill>
                <a:latin typeface="Inter"/>
                <a:ea typeface="Inter"/>
                <a:cs typeface="Inter"/>
              </a:defRPr>
            </a:lvl2pPr>
            <a:lvl3pPr algn="l">
              <a:defRPr sz="1744" b="1" i="0" kern="0" spc="-9">
                <a:solidFill>
                  <a:srgbClr val="0A2540"/>
                </a:solidFill>
                <a:latin typeface="Inter"/>
                <a:ea typeface="Inter"/>
                <a:cs typeface="Inter"/>
              </a:defRPr>
            </a:lvl3pPr>
            <a:lvl4pPr algn="l">
              <a:defRPr sz="1744" b="1" i="0" kern="0" spc="-9">
                <a:solidFill>
                  <a:srgbClr val="0A2540"/>
                </a:solidFill>
                <a:latin typeface="Inter"/>
                <a:ea typeface="Inter"/>
                <a:cs typeface="Inter"/>
              </a:defRPr>
            </a:lvl4pPr>
            <a:lvl5pPr algn="l">
              <a:defRPr sz="1744" b="1" i="0" kern="0" spc="-9">
                <a:solidFill>
                  <a:srgbClr val="0A2540"/>
                </a:solidFill>
                <a:latin typeface="Inter"/>
                <a:ea typeface="Inter"/>
                <a:cs typeface="Inter"/>
              </a:defRPr>
            </a:lvl5pPr>
            <a:lvl6pPr algn="l">
              <a:defRPr sz="1744" b="1" i="0" kern="0" spc="-9">
                <a:solidFill>
                  <a:srgbClr val="0A2540"/>
                </a:solidFill>
                <a:latin typeface="Inter"/>
                <a:ea typeface="Inter"/>
                <a:cs typeface="Inter"/>
              </a:defRPr>
            </a:lvl6pPr>
            <a:lvl7pPr algn="l">
              <a:defRPr sz="1744" b="1" i="0" kern="0" spc="-9">
                <a:solidFill>
                  <a:srgbClr val="0A2540"/>
                </a:solidFill>
                <a:latin typeface="Inter"/>
                <a:ea typeface="Inter"/>
                <a:cs typeface="Inter"/>
              </a:defRPr>
            </a:lvl7pPr>
            <a:lvl8pPr algn="l">
              <a:defRPr sz="1744" b="1" i="0" kern="0" spc="-9">
                <a:solidFill>
                  <a:srgbClr val="0A2540"/>
                </a:solidFill>
                <a:latin typeface="Inter"/>
                <a:ea typeface="Inter"/>
                <a:cs typeface="Inter"/>
              </a:defRPr>
            </a:lvl8pPr>
            <a:lvl9pPr algn="l">
              <a:defRPr sz="1744" b="1" i="0" kern="0" spc="-9">
                <a:solidFill>
                  <a:srgbClr val="0A2540"/>
                </a:solidFill>
                <a:latin typeface="Inter"/>
                <a:ea typeface="Inter"/>
                <a:cs typeface="Inter"/>
              </a:defRPr>
            </a:lvl9pPr>
          </a:lstStyle>
          <a:p>
            <a:pPr algn="l">
              <a:lnSpc>
                <a:spcPct val="100000"/>
              </a:lnSpc>
              <a:buNone/>
              <a:defRPr sz="1744" b="1" i="0" kern="0" spc="-9">
                <a:solidFill>
                  <a:srgbClr val="0A2540"/>
                </a:solidFill>
                <a:latin typeface="Inter"/>
                <a:ea typeface="Inter"/>
                <a:cs typeface="Inter"/>
              </a:defRPr>
            </a:pPr>
            <a:r>
              <a:rPr sz="1744" b="1" i="0" kern="0" spc="-9">
                <a:solidFill>
                  <a:srgbClr val="0A2540"/>
                </a:solidFill>
                <a:latin typeface="Inter"/>
                <a:ea typeface="Inter"/>
                <a:cs typeface="Inter"/>
              </a:rPr>
              <a:t>price taker</a:t>
            </a:r>
          </a:p>
        </p:txBody>
      </p:sp>
      <p:sp>
        <p:nvSpPr>
          <p:cNvPr id="53" name="s3 text 7">
            <a:extLst>
              <a:ext uri="{FF2B5EF4-FFF2-40B4-BE49-F238E27FC236}">
                <a16:creationId xmlns:a16="http://schemas.microsoft.com/office/drawing/2014/main" id="{C9A6D4B3-7CEB-4206-92CD-2C11DBCDF3A7}"/>
              </a:ext>
            </a:extLst>
          </p:cNvPr>
          <p:cNvSpPr>
            <a:spLocks noGrp="1"/>
          </p:cNvSpPr>
          <p:nvPr/>
        </p:nvSpPr>
        <p:spPr>
          <a:xfrm>
            <a:off x="11706150" y="2107183"/>
            <a:ext cx="958596"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 its own</a:t>
            </a:r>
          </a:p>
        </p:txBody>
      </p:sp>
      <p:sp>
        <p:nvSpPr>
          <p:cNvPr id="54" name="s3 text 8">
            <a:extLst>
              <a:ext uri="{FF2B5EF4-FFF2-40B4-BE49-F238E27FC236}">
                <a16:creationId xmlns:a16="http://schemas.microsoft.com/office/drawing/2014/main" id="{F31ED9FA-3F7B-45AF-B542-7233B922EE2B}"/>
              </a:ext>
            </a:extLst>
          </p:cNvPr>
          <p:cNvSpPr>
            <a:spLocks noGrp="1"/>
          </p:cNvSpPr>
          <p:nvPr/>
        </p:nvSpPr>
        <p:spPr>
          <a:xfrm>
            <a:off x="8406742" y="2407220"/>
            <a:ext cx="4611052"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demand and supply cannot move the world</a:t>
            </a:r>
          </a:p>
        </p:txBody>
      </p:sp>
      <p:sp>
        <p:nvSpPr>
          <p:cNvPr id="55" name="s3 text 9">
            <a:extLst>
              <a:ext uri="{FF2B5EF4-FFF2-40B4-BE49-F238E27FC236}">
                <a16:creationId xmlns:a16="http://schemas.microsoft.com/office/drawing/2014/main" id="{FD6ECC97-9916-4680-9A08-0BB94B3B82EA}"/>
              </a:ext>
            </a:extLst>
          </p:cNvPr>
          <p:cNvSpPr>
            <a:spLocks noGrp="1"/>
          </p:cNvSpPr>
          <p:nvPr/>
        </p:nvSpPr>
        <p:spPr>
          <a:xfrm>
            <a:off x="8406742" y="2707258"/>
            <a:ext cx="3050000"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price, so the world price is a</a:t>
            </a:r>
          </a:p>
        </p:txBody>
      </p:sp>
      <p:sp>
        <p:nvSpPr>
          <p:cNvPr id="56" name="s3 text 10">
            <a:extLst>
              <a:ext uri="{FF2B5EF4-FFF2-40B4-BE49-F238E27FC236}">
                <a16:creationId xmlns:a16="http://schemas.microsoft.com/office/drawing/2014/main" id="{5E7C84E4-C825-4557-93FD-FEFBA1F3A1FF}"/>
              </a:ext>
            </a:extLst>
          </p:cNvPr>
          <p:cNvSpPr>
            <a:spLocks noGrp="1"/>
          </p:cNvSpPr>
          <p:nvPr/>
        </p:nvSpPr>
        <p:spPr>
          <a:xfrm>
            <a:off x="11395062" y="2707258"/>
            <a:ext cx="1622584" cy="308146"/>
          </a:xfrm>
          <a:prstGeom prst="rect">
            <a:avLst/>
          </a:prstGeom>
          <a:noFill/>
          <a:ln w="0">
            <a:noFill/>
            <a:prstDash val="solid"/>
          </a:ln>
        </p:spPr>
        <p:txBody>
          <a:bodyPr wrap="none" lIns="0" tIns="0" rIns="0" bIns="0" anchor="t">
            <a:noAutofit/>
          </a:bodyPr>
          <a:lstStyle>
            <a:defPPr algn="l">
              <a:defRPr sz="1744" b="1" i="0" kern="0" spc="-9">
                <a:solidFill>
                  <a:srgbClr val="0A2540"/>
                </a:solidFill>
                <a:latin typeface="Inter"/>
                <a:ea typeface="Inter"/>
                <a:cs typeface="Inter"/>
              </a:defRPr>
            </a:defPPr>
            <a:lvl1pPr algn="l">
              <a:defRPr sz="1744" b="1" i="0" kern="0" spc="-9">
                <a:solidFill>
                  <a:srgbClr val="0A2540"/>
                </a:solidFill>
                <a:latin typeface="Inter"/>
                <a:ea typeface="Inter"/>
                <a:cs typeface="Inter"/>
              </a:defRPr>
            </a:lvl1pPr>
            <a:lvl2pPr algn="l">
              <a:defRPr sz="1744" b="1" i="0" kern="0" spc="-9">
                <a:solidFill>
                  <a:srgbClr val="0A2540"/>
                </a:solidFill>
                <a:latin typeface="Inter"/>
                <a:ea typeface="Inter"/>
                <a:cs typeface="Inter"/>
              </a:defRPr>
            </a:lvl2pPr>
            <a:lvl3pPr algn="l">
              <a:defRPr sz="1744" b="1" i="0" kern="0" spc="-9">
                <a:solidFill>
                  <a:srgbClr val="0A2540"/>
                </a:solidFill>
                <a:latin typeface="Inter"/>
                <a:ea typeface="Inter"/>
                <a:cs typeface="Inter"/>
              </a:defRPr>
            </a:lvl3pPr>
            <a:lvl4pPr algn="l">
              <a:defRPr sz="1744" b="1" i="0" kern="0" spc="-9">
                <a:solidFill>
                  <a:srgbClr val="0A2540"/>
                </a:solidFill>
                <a:latin typeface="Inter"/>
                <a:ea typeface="Inter"/>
                <a:cs typeface="Inter"/>
              </a:defRPr>
            </a:lvl4pPr>
            <a:lvl5pPr algn="l">
              <a:defRPr sz="1744" b="1" i="0" kern="0" spc="-9">
                <a:solidFill>
                  <a:srgbClr val="0A2540"/>
                </a:solidFill>
                <a:latin typeface="Inter"/>
                <a:ea typeface="Inter"/>
                <a:cs typeface="Inter"/>
              </a:defRPr>
            </a:lvl5pPr>
            <a:lvl6pPr algn="l">
              <a:defRPr sz="1744" b="1" i="0" kern="0" spc="-9">
                <a:solidFill>
                  <a:srgbClr val="0A2540"/>
                </a:solidFill>
                <a:latin typeface="Inter"/>
                <a:ea typeface="Inter"/>
                <a:cs typeface="Inter"/>
              </a:defRPr>
            </a:lvl6pPr>
            <a:lvl7pPr algn="l">
              <a:defRPr sz="1744" b="1" i="0" kern="0" spc="-9">
                <a:solidFill>
                  <a:srgbClr val="0A2540"/>
                </a:solidFill>
                <a:latin typeface="Inter"/>
                <a:ea typeface="Inter"/>
                <a:cs typeface="Inter"/>
              </a:defRPr>
            </a:lvl7pPr>
            <a:lvl8pPr algn="l">
              <a:defRPr sz="1744" b="1" i="0" kern="0" spc="-9">
                <a:solidFill>
                  <a:srgbClr val="0A2540"/>
                </a:solidFill>
                <a:latin typeface="Inter"/>
                <a:ea typeface="Inter"/>
                <a:cs typeface="Inter"/>
              </a:defRPr>
            </a:lvl8pPr>
            <a:lvl9pPr algn="l">
              <a:defRPr sz="1744" b="1" i="0" kern="0" spc="-9">
                <a:solidFill>
                  <a:srgbClr val="0A2540"/>
                </a:solidFill>
                <a:latin typeface="Inter"/>
                <a:ea typeface="Inter"/>
                <a:cs typeface="Inter"/>
              </a:defRPr>
            </a:lvl9pPr>
          </a:lstStyle>
          <a:p>
            <a:pPr algn="l">
              <a:lnSpc>
                <a:spcPct val="100000"/>
              </a:lnSpc>
              <a:buNone/>
              <a:defRPr sz="1744" b="1" i="0" kern="0" spc="-9">
                <a:solidFill>
                  <a:srgbClr val="0A2540"/>
                </a:solidFill>
                <a:latin typeface="Inter"/>
                <a:ea typeface="Inter"/>
                <a:cs typeface="Inter"/>
              </a:defRPr>
            </a:pPr>
            <a:r>
              <a:rPr sz="1744" b="1" i="0" kern="0" spc="-9">
                <a:solidFill>
                  <a:srgbClr val="0A2540"/>
                </a:solidFill>
                <a:latin typeface="Inter"/>
                <a:ea typeface="Inter"/>
                <a:cs typeface="Inter"/>
              </a:rPr>
              <a:t>horizontal line</a:t>
            </a:r>
          </a:p>
        </p:txBody>
      </p:sp>
      <p:sp>
        <p:nvSpPr>
          <p:cNvPr id="57" name="s3 text 11">
            <a:extLst>
              <a:ext uri="{FF2B5EF4-FFF2-40B4-BE49-F238E27FC236}">
                <a16:creationId xmlns:a16="http://schemas.microsoft.com/office/drawing/2014/main" id="{A583E594-0CBB-48A7-8C8F-4730AB01EFE1}"/>
              </a:ext>
            </a:extLst>
          </p:cNvPr>
          <p:cNvSpPr>
            <a:spLocks noGrp="1"/>
          </p:cNvSpPr>
          <p:nvPr/>
        </p:nvSpPr>
        <p:spPr>
          <a:xfrm>
            <a:off x="12973134" y="2707258"/>
            <a:ext cx="285369"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at</a:t>
            </a:r>
          </a:p>
        </p:txBody>
      </p:sp>
      <p:sp>
        <p:nvSpPr>
          <p:cNvPr id="58" name="s3 text 12">
            <a:extLst>
              <a:ext uri="{FF2B5EF4-FFF2-40B4-BE49-F238E27FC236}">
                <a16:creationId xmlns:a16="http://schemas.microsoft.com/office/drawing/2014/main" id="{15C2D6A1-37C9-4C2E-B438-6AAAC0CB5829}"/>
              </a:ext>
            </a:extLst>
          </p:cNvPr>
          <p:cNvSpPr>
            <a:spLocks noGrp="1"/>
          </p:cNvSpPr>
          <p:nvPr/>
        </p:nvSpPr>
        <p:spPr>
          <a:xfrm>
            <a:off x="8406742" y="3009499"/>
            <a:ext cx="208169" cy="316000"/>
          </a:xfrm>
          <a:prstGeom prst="rect">
            <a:avLst/>
          </a:prstGeom>
          <a:noFill/>
          <a:ln w="0">
            <a:noFill/>
            <a:prstDash val="solid"/>
          </a:ln>
        </p:spPr>
        <p:txBody>
          <a:bodyPr wrap="none" lIns="0" tIns="0" rIns="0" bIns="0" anchor="t">
            <a:noAutofit/>
          </a:bodyPr>
          <a:lstStyle>
            <a:defPPr algn="l">
              <a:defRPr sz="1639" b="0" i="0" kern="0" spc="0">
                <a:solidFill>
                  <a:srgbClr val="0A2540"/>
                </a:solidFill>
                <a:latin typeface="JetBrains Mono"/>
                <a:ea typeface="JetBrains Mono"/>
                <a:cs typeface="JetBrains Mono"/>
              </a:defRPr>
            </a:defPPr>
            <a:lvl1pPr algn="l">
              <a:defRPr sz="1639" b="0" i="0" kern="0" spc="0">
                <a:solidFill>
                  <a:srgbClr val="0A2540"/>
                </a:solidFill>
                <a:latin typeface="JetBrains Mono"/>
                <a:ea typeface="JetBrains Mono"/>
                <a:cs typeface="JetBrains Mono"/>
              </a:defRPr>
            </a:lvl1pPr>
            <a:lvl2pPr algn="l">
              <a:defRPr sz="1639" b="0" i="0" kern="0" spc="0">
                <a:solidFill>
                  <a:srgbClr val="0A2540"/>
                </a:solidFill>
                <a:latin typeface="JetBrains Mono"/>
                <a:ea typeface="JetBrains Mono"/>
                <a:cs typeface="JetBrains Mono"/>
              </a:defRPr>
            </a:lvl2pPr>
            <a:lvl3pPr algn="l">
              <a:defRPr sz="1639" b="0" i="0" kern="0" spc="0">
                <a:solidFill>
                  <a:srgbClr val="0A2540"/>
                </a:solidFill>
                <a:latin typeface="JetBrains Mono"/>
                <a:ea typeface="JetBrains Mono"/>
                <a:cs typeface="JetBrains Mono"/>
              </a:defRPr>
            </a:lvl3pPr>
            <a:lvl4pPr algn="l">
              <a:defRPr sz="1639" b="0" i="0" kern="0" spc="0">
                <a:solidFill>
                  <a:srgbClr val="0A2540"/>
                </a:solidFill>
                <a:latin typeface="JetBrains Mono"/>
                <a:ea typeface="JetBrains Mono"/>
                <a:cs typeface="JetBrains Mono"/>
              </a:defRPr>
            </a:lvl4pPr>
            <a:lvl5pPr algn="l">
              <a:defRPr sz="1639" b="0" i="0" kern="0" spc="0">
                <a:solidFill>
                  <a:srgbClr val="0A2540"/>
                </a:solidFill>
                <a:latin typeface="JetBrains Mono"/>
                <a:ea typeface="JetBrains Mono"/>
                <a:cs typeface="JetBrains Mono"/>
              </a:defRPr>
            </a:lvl5pPr>
            <a:lvl6pPr algn="l">
              <a:defRPr sz="1639" b="0" i="0" kern="0" spc="0">
                <a:solidFill>
                  <a:srgbClr val="0A2540"/>
                </a:solidFill>
                <a:latin typeface="JetBrains Mono"/>
                <a:ea typeface="JetBrains Mono"/>
                <a:cs typeface="JetBrains Mono"/>
              </a:defRPr>
            </a:lvl6pPr>
            <a:lvl7pPr algn="l">
              <a:defRPr sz="1639" b="0" i="0" kern="0" spc="0">
                <a:solidFill>
                  <a:srgbClr val="0A2540"/>
                </a:solidFill>
                <a:latin typeface="JetBrains Mono"/>
                <a:ea typeface="JetBrains Mono"/>
                <a:cs typeface="JetBrains Mono"/>
              </a:defRPr>
            </a:lvl7pPr>
            <a:lvl8pPr algn="l">
              <a:defRPr sz="1639" b="0" i="0" kern="0" spc="0">
                <a:solidFill>
                  <a:srgbClr val="0A2540"/>
                </a:solidFill>
                <a:latin typeface="JetBrains Mono"/>
                <a:ea typeface="JetBrains Mono"/>
                <a:cs typeface="JetBrains Mono"/>
              </a:defRPr>
            </a:lvl8pPr>
            <a:lvl9pPr algn="l">
              <a:defRPr sz="1639" b="0" i="0" kern="0" spc="0">
                <a:solidFill>
                  <a:srgbClr val="0A2540"/>
                </a:solidFill>
                <a:latin typeface="JetBrains Mono"/>
                <a:ea typeface="JetBrains Mono"/>
                <a:cs typeface="JetBrains Mono"/>
              </a:defRPr>
            </a:lvl9pPr>
          </a:lstStyle>
          <a:p>
            <a:pPr algn="l">
              <a:lnSpc>
                <a:spcPct val="100000"/>
              </a:lnSpc>
              <a:buNone/>
              <a:defRPr sz="1639" b="0" i="0" kern="0" spc="0">
                <a:solidFill>
                  <a:srgbClr val="0A2540"/>
                </a:solidFill>
                <a:latin typeface="JetBrains Mono"/>
                <a:ea typeface="JetBrains Mono"/>
                <a:cs typeface="JetBrains Mono"/>
              </a:defRPr>
            </a:pPr>
            <a:r>
              <a:rPr sz="1639" b="0" i="0" kern="0" spc="0">
                <a:solidFill>
                  <a:srgbClr val="0A2540"/>
                </a:solidFill>
                <a:latin typeface="JetBrains Mono"/>
                <a:ea typeface="JetBrains Mono"/>
                <a:cs typeface="JetBrains Mono"/>
              </a:rPr>
              <a:t>P</a:t>
            </a:r>
          </a:p>
        </p:txBody>
      </p:sp>
      <p:sp>
        <p:nvSpPr>
          <p:cNvPr id="59" name="s3 text 13">
            <a:extLst>
              <a:ext uri="{FF2B5EF4-FFF2-40B4-BE49-F238E27FC236}">
                <a16:creationId xmlns:a16="http://schemas.microsoft.com/office/drawing/2014/main" id="{2E347B9D-4887-4FD4-BB24-4F2A68CEEBC7}"/>
              </a:ext>
            </a:extLst>
          </p:cNvPr>
          <p:cNvSpPr>
            <a:spLocks noGrp="1"/>
          </p:cNvSpPr>
          <p:nvPr/>
        </p:nvSpPr>
        <p:spPr>
          <a:xfrm>
            <a:off x="8530530" y="3093690"/>
            <a:ext cx="173488" cy="263297"/>
          </a:xfrm>
          <a:prstGeom prst="rect">
            <a:avLst/>
          </a:prstGeom>
          <a:noFill/>
          <a:ln w="0">
            <a:noFill/>
            <a:prstDash val="solid"/>
          </a:ln>
        </p:spPr>
        <p:txBody>
          <a:bodyPr wrap="none" lIns="0" tIns="0" rIns="0" bIns="0" anchor="t">
            <a:noAutofit/>
          </a:bodyPr>
          <a:lstStyle>
            <a:defPPr algn="l">
              <a:defRPr sz="1366" b="0" i="0" kern="0" spc="0">
                <a:solidFill>
                  <a:srgbClr val="0A2540"/>
                </a:solidFill>
                <a:latin typeface="JetBrains Mono"/>
                <a:ea typeface="JetBrains Mono"/>
                <a:cs typeface="JetBrains Mono"/>
              </a:defRPr>
            </a:defPPr>
            <a:lvl1pPr algn="l">
              <a:defRPr sz="1366" b="0" i="0" kern="0" spc="0">
                <a:solidFill>
                  <a:srgbClr val="0A2540"/>
                </a:solidFill>
                <a:latin typeface="JetBrains Mono"/>
                <a:ea typeface="JetBrains Mono"/>
                <a:cs typeface="JetBrains Mono"/>
              </a:defRPr>
            </a:lvl1pPr>
            <a:lvl2pPr algn="l">
              <a:defRPr sz="1366" b="0" i="0" kern="0" spc="0">
                <a:solidFill>
                  <a:srgbClr val="0A2540"/>
                </a:solidFill>
                <a:latin typeface="JetBrains Mono"/>
                <a:ea typeface="JetBrains Mono"/>
                <a:cs typeface="JetBrains Mono"/>
              </a:defRPr>
            </a:lvl2pPr>
            <a:lvl3pPr algn="l">
              <a:defRPr sz="1366" b="0" i="0" kern="0" spc="0">
                <a:solidFill>
                  <a:srgbClr val="0A2540"/>
                </a:solidFill>
                <a:latin typeface="JetBrains Mono"/>
                <a:ea typeface="JetBrains Mono"/>
                <a:cs typeface="JetBrains Mono"/>
              </a:defRPr>
            </a:lvl3pPr>
            <a:lvl4pPr algn="l">
              <a:defRPr sz="1366" b="0" i="0" kern="0" spc="0">
                <a:solidFill>
                  <a:srgbClr val="0A2540"/>
                </a:solidFill>
                <a:latin typeface="JetBrains Mono"/>
                <a:ea typeface="JetBrains Mono"/>
                <a:cs typeface="JetBrains Mono"/>
              </a:defRPr>
            </a:lvl4pPr>
            <a:lvl5pPr algn="l">
              <a:defRPr sz="1366" b="0" i="0" kern="0" spc="0">
                <a:solidFill>
                  <a:srgbClr val="0A2540"/>
                </a:solidFill>
                <a:latin typeface="JetBrains Mono"/>
                <a:ea typeface="JetBrains Mono"/>
                <a:cs typeface="JetBrains Mono"/>
              </a:defRPr>
            </a:lvl5pPr>
            <a:lvl6pPr algn="l">
              <a:defRPr sz="1366" b="0" i="0" kern="0" spc="0">
                <a:solidFill>
                  <a:srgbClr val="0A2540"/>
                </a:solidFill>
                <a:latin typeface="JetBrains Mono"/>
                <a:ea typeface="JetBrains Mono"/>
                <a:cs typeface="JetBrains Mono"/>
              </a:defRPr>
            </a:lvl6pPr>
            <a:lvl7pPr algn="l">
              <a:defRPr sz="1366" b="0" i="0" kern="0" spc="0">
                <a:solidFill>
                  <a:srgbClr val="0A2540"/>
                </a:solidFill>
                <a:latin typeface="JetBrains Mono"/>
                <a:ea typeface="JetBrains Mono"/>
                <a:cs typeface="JetBrains Mono"/>
              </a:defRPr>
            </a:lvl7pPr>
            <a:lvl8pPr algn="l">
              <a:defRPr sz="1366" b="0" i="0" kern="0" spc="0">
                <a:solidFill>
                  <a:srgbClr val="0A2540"/>
                </a:solidFill>
                <a:latin typeface="JetBrains Mono"/>
                <a:ea typeface="JetBrains Mono"/>
                <a:cs typeface="JetBrains Mono"/>
              </a:defRPr>
            </a:lvl8pPr>
            <a:lvl9pPr algn="l">
              <a:defRPr sz="1366" b="0" i="0" kern="0" spc="0">
                <a:solidFill>
                  <a:srgbClr val="0A2540"/>
                </a:solidFill>
                <a:latin typeface="JetBrains Mono"/>
                <a:ea typeface="JetBrains Mono"/>
                <a:cs typeface="JetBrains Mono"/>
              </a:defRPr>
            </a:lvl9pPr>
          </a:lstStyle>
          <a:p>
            <a:pPr algn="l">
              <a:lnSpc>
                <a:spcPct val="100000"/>
              </a:lnSpc>
              <a:buNone/>
              <a:defRPr sz="1366" b="0" i="0" kern="0" spc="0">
                <a:solidFill>
                  <a:srgbClr val="0A2540"/>
                </a:solidFill>
                <a:latin typeface="JetBrains Mono"/>
                <a:ea typeface="JetBrains Mono"/>
                <a:cs typeface="JetBrains Mono"/>
              </a:defRPr>
            </a:pPr>
            <a:r>
              <a:rPr sz="1366" b="0" i="0" kern="0" spc="0">
                <a:solidFill>
                  <a:srgbClr val="0A2540"/>
                </a:solidFill>
                <a:latin typeface="JetBrains Mono"/>
                <a:ea typeface="JetBrains Mono"/>
                <a:cs typeface="JetBrains Mono"/>
              </a:rPr>
              <a:t>w</a:t>
            </a:r>
          </a:p>
        </p:txBody>
      </p:sp>
      <p:sp>
        <p:nvSpPr>
          <p:cNvPr id="60" name="s3 text 14">
            <a:extLst>
              <a:ext uri="{FF2B5EF4-FFF2-40B4-BE49-F238E27FC236}">
                <a16:creationId xmlns:a16="http://schemas.microsoft.com/office/drawing/2014/main" id="{AC14A333-E688-4BD0-9115-8022B3734440}"/>
              </a:ext>
            </a:extLst>
          </p:cNvPr>
          <p:cNvSpPr>
            <a:spLocks noGrp="1"/>
          </p:cNvSpPr>
          <p:nvPr/>
        </p:nvSpPr>
        <p:spPr>
          <a:xfrm>
            <a:off x="8633445" y="3007295"/>
            <a:ext cx="152400" cy="308146"/>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Inter"/>
                <a:ea typeface="Inter"/>
                <a:cs typeface="Inter"/>
              </a:defRPr>
            </a:defPPr>
            <a:lvl1pPr algn="l">
              <a:defRPr sz="1744" b="0" i="0" kern="0" spc="0">
                <a:solidFill>
                  <a:srgbClr val="0A2540"/>
                </a:solidFill>
                <a:latin typeface="Inter"/>
                <a:ea typeface="Inter"/>
                <a:cs typeface="Inter"/>
              </a:defRPr>
            </a:lvl1pPr>
            <a:lvl2pPr algn="l">
              <a:defRPr sz="1744" b="0" i="0" kern="0" spc="0">
                <a:solidFill>
                  <a:srgbClr val="0A2540"/>
                </a:solidFill>
                <a:latin typeface="Inter"/>
                <a:ea typeface="Inter"/>
                <a:cs typeface="Inter"/>
              </a:defRPr>
            </a:lvl2pPr>
            <a:lvl3pPr algn="l">
              <a:defRPr sz="1744" b="0" i="0" kern="0" spc="0">
                <a:solidFill>
                  <a:srgbClr val="0A2540"/>
                </a:solidFill>
                <a:latin typeface="Inter"/>
                <a:ea typeface="Inter"/>
                <a:cs typeface="Inter"/>
              </a:defRPr>
            </a:lvl3pPr>
            <a:lvl4pPr algn="l">
              <a:defRPr sz="1744" b="0" i="0" kern="0" spc="0">
                <a:solidFill>
                  <a:srgbClr val="0A2540"/>
                </a:solidFill>
                <a:latin typeface="Inter"/>
                <a:ea typeface="Inter"/>
                <a:cs typeface="Inter"/>
              </a:defRPr>
            </a:lvl4pPr>
            <a:lvl5pPr algn="l">
              <a:defRPr sz="1744" b="0" i="0" kern="0" spc="0">
                <a:solidFill>
                  <a:srgbClr val="0A2540"/>
                </a:solidFill>
                <a:latin typeface="Inter"/>
                <a:ea typeface="Inter"/>
                <a:cs typeface="Inter"/>
              </a:defRPr>
            </a:lvl5pPr>
            <a:lvl6pPr algn="l">
              <a:defRPr sz="1744" b="0" i="0" kern="0" spc="0">
                <a:solidFill>
                  <a:srgbClr val="0A2540"/>
                </a:solidFill>
                <a:latin typeface="Inter"/>
                <a:ea typeface="Inter"/>
                <a:cs typeface="Inter"/>
              </a:defRPr>
            </a:lvl6pPr>
            <a:lvl7pPr algn="l">
              <a:defRPr sz="1744" b="0" i="0" kern="0" spc="0">
                <a:solidFill>
                  <a:srgbClr val="0A2540"/>
                </a:solidFill>
                <a:latin typeface="Inter"/>
                <a:ea typeface="Inter"/>
                <a:cs typeface="Inter"/>
              </a:defRPr>
            </a:lvl7pPr>
            <a:lvl8pPr algn="l">
              <a:defRPr sz="1744" b="0" i="0" kern="0" spc="0">
                <a:solidFill>
                  <a:srgbClr val="0A2540"/>
                </a:solidFill>
                <a:latin typeface="Inter"/>
                <a:ea typeface="Inter"/>
                <a:cs typeface="Inter"/>
              </a:defRPr>
            </a:lvl8pPr>
            <a:lvl9pPr algn="l">
              <a:defRPr sz="1744" b="0" i="0" kern="0" spc="0">
                <a:solidFill>
                  <a:srgbClr val="0A2540"/>
                </a:solidFill>
                <a:latin typeface="Inter"/>
                <a:ea typeface="Inter"/>
                <a:cs typeface="Inter"/>
              </a:defRPr>
            </a:lvl9pPr>
          </a:lstStyle>
          <a:p>
            <a:pPr algn="l">
              <a:lnSpc>
                <a:spcPct val="100000"/>
              </a:lnSpc>
              <a:buNone/>
              <a:defRPr sz="1744" b="0" i="0" kern="0" spc="0">
                <a:solidFill>
                  <a:srgbClr val="0A2540"/>
                </a:solidFill>
                <a:latin typeface="Inter"/>
                <a:ea typeface="Inter"/>
                <a:cs typeface="Inter"/>
              </a:defRPr>
            </a:pPr>
            <a:r>
              <a:rPr sz="1744" b="0" i="0" kern="0" spc="0">
                <a:solidFill>
                  <a:srgbClr val="0A2540"/>
                </a:solidFill>
                <a:latin typeface="Inter"/>
                <a:ea typeface="Inter"/>
                <a:cs typeface="Inter"/>
              </a:rPr>
              <a:t>.</a:t>
            </a:r>
          </a:p>
        </p:txBody>
      </p:sp>
      <p:sp>
        <p:nvSpPr>
          <p:cNvPr id="61" name="s3 text 15">
            <a:extLst>
              <a:ext uri="{FF2B5EF4-FFF2-40B4-BE49-F238E27FC236}">
                <a16:creationId xmlns:a16="http://schemas.microsoft.com/office/drawing/2014/main" id="{C25946AE-741D-4E22-B0C3-371A0853062E}"/>
              </a:ext>
            </a:extLst>
          </p:cNvPr>
          <p:cNvSpPr>
            <a:spLocks noGrp="1"/>
          </p:cNvSpPr>
          <p:nvPr/>
        </p:nvSpPr>
        <p:spPr>
          <a:xfrm>
            <a:off x="8406742" y="3400202"/>
            <a:ext cx="4495800"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Once the country trades, domestic buyers</a:t>
            </a:r>
          </a:p>
        </p:txBody>
      </p:sp>
      <p:sp>
        <p:nvSpPr>
          <p:cNvPr id="62" name="s3 text 16">
            <a:extLst>
              <a:ext uri="{FF2B5EF4-FFF2-40B4-BE49-F238E27FC236}">
                <a16:creationId xmlns:a16="http://schemas.microsoft.com/office/drawing/2014/main" id="{B073E3EB-E340-40A9-9883-5F1F7EC497B2}"/>
              </a:ext>
            </a:extLst>
          </p:cNvPr>
          <p:cNvSpPr>
            <a:spLocks noGrp="1"/>
          </p:cNvSpPr>
          <p:nvPr/>
        </p:nvSpPr>
        <p:spPr>
          <a:xfrm>
            <a:off x="8406742" y="3700239"/>
            <a:ext cx="2039017"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and sellers all face</a:t>
            </a:r>
          </a:p>
        </p:txBody>
      </p:sp>
      <p:sp>
        <p:nvSpPr>
          <p:cNvPr id="63" name="s3 text 17">
            <a:extLst>
              <a:ext uri="{FF2B5EF4-FFF2-40B4-BE49-F238E27FC236}">
                <a16:creationId xmlns:a16="http://schemas.microsoft.com/office/drawing/2014/main" id="{9887BA2B-D91A-4799-851F-53523AC78C1B}"/>
              </a:ext>
            </a:extLst>
          </p:cNvPr>
          <p:cNvSpPr>
            <a:spLocks noGrp="1"/>
          </p:cNvSpPr>
          <p:nvPr/>
        </p:nvSpPr>
        <p:spPr>
          <a:xfrm>
            <a:off x="10395495" y="3702443"/>
            <a:ext cx="208169" cy="316000"/>
          </a:xfrm>
          <a:prstGeom prst="rect">
            <a:avLst/>
          </a:prstGeom>
          <a:noFill/>
          <a:ln w="0">
            <a:noFill/>
            <a:prstDash val="solid"/>
          </a:ln>
        </p:spPr>
        <p:txBody>
          <a:bodyPr wrap="none" lIns="0" tIns="0" rIns="0" bIns="0" anchor="t">
            <a:noAutofit/>
          </a:bodyPr>
          <a:lstStyle>
            <a:defPPr algn="l">
              <a:defRPr sz="1639" b="0" i="0" kern="0" spc="0">
                <a:solidFill>
                  <a:srgbClr val="0A2540"/>
                </a:solidFill>
                <a:latin typeface="JetBrains Mono"/>
                <a:ea typeface="JetBrains Mono"/>
                <a:cs typeface="JetBrains Mono"/>
              </a:defRPr>
            </a:defPPr>
            <a:lvl1pPr algn="l">
              <a:defRPr sz="1639" b="0" i="0" kern="0" spc="0">
                <a:solidFill>
                  <a:srgbClr val="0A2540"/>
                </a:solidFill>
                <a:latin typeface="JetBrains Mono"/>
                <a:ea typeface="JetBrains Mono"/>
                <a:cs typeface="JetBrains Mono"/>
              </a:defRPr>
            </a:lvl1pPr>
            <a:lvl2pPr algn="l">
              <a:defRPr sz="1639" b="0" i="0" kern="0" spc="0">
                <a:solidFill>
                  <a:srgbClr val="0A2540"/>
                </a:solidFill>
                <a:latin typeface="JetBrains Mono"/>
                <a:ea typeface="JetBrains Mono"/>
                <a:cs typeface="JetBrains Mono"/>
              </a:defRPr>
            </a:lvl2pPr>
            <a:lvl3pPr algn="l">
              <a:defRPr sz="1639" b="0" i="0" kern="0" spc="0">
                <a:solidFill>
                  <a:srgbClr val="0A2540"/>
                </a:solidFill>
                <a:latin typeface="JetBrains Mono"/>
                <a:ea typeface="JetBrains Mono"/>
                <a:cs typeface="JetBrains Mono"/>
              </a:defRPr>
            </a:lvl3pPr>
            <a:lvl4pPr algn="l">
              <a:defRPr sz="1639" b="0" i="0" kern="0" spc="0">
                <a:solidFill>
                  <a:srgbClr val="0A2540"/>
                </a:solidFill>
                <a:latin typeface="JetBrains Mono"/>
                <a:ea typeface="JetBrains Mono"/>
                <a:cs typeface="JetBrains Mono"/>
              </a:defRPr>
            </a:lvl4pPr>
            <a:lvl5pPr algn="l">
              <a:defRPr sz="1639" b="0" i="0" kern="0" spc="0">
                <a:solidFill>
                  <a:srgbClr val="0A2540"/>
                </a:solidFill>
                <a:latin typeface="JetBrains Mono"/>
                <a:ea typeface="JetBrains Mono"/>
                <a:cs typeface="JetBrains Mono"/>
              </a:defRPr>
            </a:lvl5pPr>
            <a:lvl6pPr algn="l">
              <a:defRPr sz="1639" b="0" i="0" kern="0" spc="0">
                <a:solidFill>
                  <a:srgbClr val="0A2540"/>
                </a:solidFill>
                <a:latin typeface="JetBrains Mono"/>
                <a:ea typeface="JetBrains Mono"/>
                <a:cs typeface="JetBrains Mono"/>
              </a:defRPr>
            </a:lvl6pPr>
            <a:lvl7pPr algn="l">
              <a:defRPr sz="1639" b="0" i="0" kern="0" spc="0">
                <a:solidFill>
                  <a:srgbClr val="0A2540"/>
                </a:solidFill>
                <a:latin typeface="JetBrains Mono"/>
                <a:ea typeface="JetBrains Mono"/>
                <a:cs typeface="JetBrains Mono"/>
              </a:defRPr>
            </a:lvl7pPr>
            <a:lvl8pPr algn="l">
              <a:defRPr sz="1639" b="0" i="0" kern="0" spc="0">
                <a:solidFill>
                  <a:srgbClr val="0A2540"/>
                </a:solidFill>
                <a:latin typeface="JetBrains Mono"/>
                <a:ea typeface="JetBrains Mono"/>
                <a:cs typeface="JetBrains Mono"/>
              </a:defRPr>
            </a:lvl8pPr>
            <a:lvl9pPr algn="l">
              <a:defRPr sz="1639" b="0" i="0" kern="0" spc="0">
                <a:solidFill>
                  <a:srgbClr val="0A2540"/>
                </a:solidFill>
                <a:latin typeface="JetBrains Mono"/>
                <a:ea typeface="JetBrains Mono"/>
                <a:cs typeface="JetBrains Mono"/>
              </a:defRPr>
            </a:lvl9pPr>
          </a:lstStyle>
          <a:p>
            <a:pPr algn="l">
              <a:lnSpc>
                <a:spcPct val="100000"/>
              </a:lnSpc>
              <a:buNone/>
              <a:defRPr sz="1639" b="0" i="0" kern="0" spc="0">
                <a:solidFill>
                  <a:srgbClr val="0A2540"/>
                </a:solidFill>
                <a:latin typeface="JetBrains Mono"/>
                <a:ea typeface="JetBrains Mono"/>
                <a:cs typeface="JetBrains Mono"/>
              </a:defRPr>
            </a:pPr>
            <a:r>
              <a:rPr sz="1639" b="0" i="0" kern="0" spc="0">
                <a:solidFill>
                  <a:srgbClr val="0A2540"/>
                </a:solidFill>
                <a:latin typeface="JetBrains Mono"/>
                <a:ea typeface="JetBrains Mono"/>
                <a:cs typeface="JetBrains Mono"/>
              </a:rPr>
              <a:t>P</a:t>
            </a:r>
          </a:p>
        </p:txBody>
      </p:sp>
      <p:sp>
        <p:nvSpPr>
          <p:cNvPr id="64" name="s3 text 18">
            <a:extLst>
              <a:ext uri="{FF2B5EF4-FFF2-40B4-BE49-F238E27FC236}">
                <a16:creationId xmlns:a16="http://schemas.microsoft.com/office/drawing/2014/main" id="{5FBE50D0-9586-4079-BAE2-39B445D5410B}"/>
              </a:ext>
            </a:extLst>
          </p:cNvPr>
          <p:cNvSpPr>
            <a:spLocks noGrp="1"/>
          </p:cNvSpPr>
          <p:nvPr/>
        </p:nvSpPr>
        <p:spPr>
          <a:xfrm>
            <a:off x="10519283" y="3786634"/>
            <a:ext cx="173488" cy="263297"/>
          </a:xfrm>
          <a:prstGeom prst="rect">
            <a:avLst/>
          </a:prstGeom>
          <a:noFill/>
          <a:ln w="0">
            <a:noFill/>
            <a:prstDash val="solid"/>
          </a:ln>
        </p:spPr>
        <p:txBody>
          <a:bodyPr wrap="none" lIns="0" tIns="0" rIns="0" bIns="0" anchor="t">
            <a:noAutofit/>
          </a:bodyPr>
          <a:lstStyle>
            <a:defPPr algn="l">
              <a:defRPr sz="1366" b="0" i="0" kern="0" spc="0">
                <a:solidFill>
                  <a:srgbClr val="0A2540"/>
                </a:solidFill>
                <a:latin typeface="JetBrains Mono"/>
                <a:ea typeface="JetBrains Mono"/>
                <a:cs typeface="JetBrains Mono"/>
              </a:defRPr>
            </a:defPPr>
            <a:lvl1pPr algn="l">
              <a:defRPr sz="1366" b="0" i="0" kern="0" spc="0">
                <a:solidFill>
                  <a:srgbClr val="0A2540"/>
                </a:solidFill>
                <a:latin typeface="JetBrains Mono"/>
                <a:ea typeface="JetBrains Mono"/>
                <a:cs typeface="JetBrains Mono"/>
              </a:defRPr>
            </a:lvl1pPr>
            <a:lvl2pPr algn="l">
              <a:defRPr sz="1366" b="0" i="0" kern="0" spc="0">
                <a:solidFill>
                  <a:srgbClr val="0A2540"/>
                </a:solidFill>
                <a:latin typeface="JetBrains Mono"/>
                <a:ea typeface="JetBrains Mono"/>
                <a:cs typeface="JetBrains Mono"/>
              </a:defRPr>
            </a:lvl2pPr>
            <a:lvl3pPr algn="l">
              <a:defRPr sz="1366" b="0" i="0" kern="0" spc="0">
                <a:solidFill>
                  <a:srgbClr val="0A2540"/>
                </a:solidFill>
                <a:latin typeface="JetBrains Mono"/>
                <a:ea typeface="JetBrains Mono"/>
                <a:cs typeface="JetBrains Mono"/>
              </a:defRPr>
            </a:lvl3pPr>
            <a:lvl4pPr algn="l">
              <a:defRPr sz="1366" b="0" i="0" kern="0" spc="0">
                <a:solidFill>
                  <a:srgbClr val="0A2540"/>
                </a:solidFill>
                <a:latin typeface="JetBrains Mono"/>
                <a:ea typeface="JetBrains Mono"/>
                <a:cs typeface="JetBrains Mono"/>
              </a:defRPr>
            </a:lvl4pPr>
            <a:lvl5pPr algn="l">
              <a:defRPr sz="1366" b="0" i="0" kern="0" spc="0">
                <a:solidFill>
                  <a:srgbClr val="0A2540"/>
                </a:solidFill>
                <a:latin typeface="JetBrains Mono"/>
                <a:ea typeface="JetBrains Mono"/>
                <a:cs typeface="JetBrains Mono"/>
              </a:defRPr>
            </a:lvl5pPr>
            <a:lvl6pPr algn="l">
              <a:defRPr sz="1366" b="0" i="0" kern="0" spc="0">
                <a:solidFill>
                  <a:srgbClr val="0A2540"/>
                </a:solidFill>
                <a:latin typeface="JetBrains Mono"/>
                <a:ea typeface="JetBrains Mono"/>
                <a:cs typeface="JetBrains Mono"/>
              </a:defRPr>
            </a:lvl6pPr>
            <a:lvl7pPr algn="l">
              <a:defRPr sz="1366" b="0" i="0" kern="0" spc="0">
                <a:solidFill>
                  <a:srgbClr val="0A2540"/>
                </a:solidFill>
                <a:latin typeface="JetBrains Mono"/>
                <a:ea typeface="JetBrains Mono"/>
                <a:cs typeface="JetBrains Mono"/>
              </a:defRPr>
            </a:lvl7pPr>
            <a:lvl8pPr algn="l">
              <a:defRPr sz="1366" b="0" i="0" kern="0" spc="0">
                <a:solidFill>
                  <a:srgbClr val="0A2540"/>
                </a:solidFill>
                <a:latin typeface="JetBrains Mono"/>
                <a:ea typeface="JetBrains Mono"/>
                <a:cs typeface="JetBrains Mono"/>
              </a:defRPr>
            </a:lvl8pPr>
            <a:lvl9pPr algn="l">
              <a:defRPr sz="1366" b="0" i="0" kern="0" spc="0">
                <a:solidFill>
                  <a:srgbClr val="0A2540"/>
                </a:solidFill>
                <a:latin typeface="JetBrains Mono"/>
                <a:ea typeface="JetBrains Mono"/>
                <a:cs typeface="JetBrains Mono"/>
              </a:defRPr>
            </a:lvl9pPr>
          </a:lstStyle>
          <a:p>
            <a:pPr algn="l">
              <a:lnSpc>
                <a:spcPct val="100000"/>
              </a:lnSpc>
              <a:buNone/>
              <a:defRPr sz="1366" b="0" i="0" kern="0" spc="0">
                <a:solidFill>
                  <a:srgbClr val="0A2540"/>
                </a:solidFill>
                <a:latin typeface="JetBrains Mono"/>
                <a:ea typeface="JetBrains Mono"/>
                <a:cs typeface="JetBrains Mono"/>
              </a:defRPr>
            </a:pPr>
            <a:r>
              <a:rPr sz="1366" b="0" i="0" kern="0" spc="0">
                <a:solidFill>
                  <a:srgbClr val="0A2540"/>
                </a:solidFill>
                <a:latin typeface="JetBrains Mono"/>
                <a:ea typeface="JetBrains Mono"/>
                <a:cs typeface="JetBrains Mono"/>
              </a:rPr>
              <a:t>w</a:t>
            </a:r>
          </a:p>
        </p:txBody>
      </p:sp>
      <p:sp>
        <p:nvSpPr>
          <p:cNvPr id="65" name="s3 text 19">
            <a:extLst>
              <a:ext uri="{FF2B5EF4-FFF2-40B4-BE49-F238E27FC236}">
                <a16:creationId xmlns:a16="http://schemas.microsoft.com/office/drawing/2014/main" id="{E4492ED0-9D76-4E55-BBAB-1DFC39B4393C}"/>
              </a:ext>
            </a:extLst>
          </p:cNvPr>
          <p:cNvSpPr>
            <a:spLocks noGrp="1"/>
          </p:cNvSpPr>
          <p:nvPr/>
        </p:nvSpPr>
        <p:spPr>
          <a:xfrm>
            <a:off x="10622198" y="3700239"/>
            <a:ext cx="152400" cy="308146"/>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Inter"/>
                <a:ea typeface="Inter"/>
                <a:cs typeface="Inter"/>
              </a:defRPr>
            </a:defPPr>
            <a:lvl1pPr algn="l">
              <a:defRPr sz="1744" b="0" i="0" kern="0" spc="0">
                <a:solidFill>
                  <a:srgbClr val="0A2540"/>
                </a:solidFill>
                <a:latin typeface="Inter"/>
                <a:ea typeface="Inter"/>
                <a:cs typeface="Inter"/>
              </a:defRPr>
            </a:lvl1pPr>
            <a:lvl2pPr algn="l">
              <a:defRPr sz="1744" b="0" i="0" kern="0" spc="0">
                <a:solidFill>
                  <a:srgbClr val="0A2540"/>
                </a:solidFill>
                <a:latin typeface="Inter"/>
                <a:ea typeface="Inter"/>
                <a:cs typeface="Inter"/>
              </a:defRPr>
            </a:lvl2pPr>
            <a:lvl3pPr algn="l">
              <a:defRPr sz="1744" b="0" i="0" kern="0" spc="0">
                <a:solidFill>
                  <a:srgbClr val="0A2540"/>
                </a:solidFill>
                <a:latin typeface="Inter"/>
                <a:ea typeface="Inter"/>
                <a:cs typeface="Inter"/>
              </a:defRPr>
            </a:lvl3pPr>
            <a:lvl4pPr algn="l">
              <a:defRPr sz="1744" b="0" i="0" kern="0" spc="0">
                <a:solidFill>
                  <a:srgbClr val="0A2540"/>
                </a:solidFill>
                <a:latin typeface="Inter"/>
                <a:ea typeface="Inter"/>
                <a:cs typeface="Inter"/>
              </a:defRPr>
            </a:lvl4pPr>
            <a:lvl5pPr algn="l">
              <a:defRPr sz="1744" b="0" i="0" kern="0" spc="0">
                <a:solidFill>
                  <a:srgbClr val="0A2540"/>
                </a:solidFill>
                <a:latin typeface="Inter"/>
                <a:ea typeface="Inter"/>
                <a:cs typeface="Inter"/>
              </a:defRPr>
            </a:lvl5pPr>
            <a:lvl6pPr algn="l">
              <a:defRPr sz="1744" b="0" i="0" kern="0" spc="0">
                <a:solidFill>
                  <a:srgbClr val="0A2540"/>
                </a:solidFill>
                <a:latin typeface="Inter"/>
                <a:ea typeface="Inter"/>
                <a:cs typeface="Inter"/>
              </a:defRPr>
            </a:lvl6pPr>
            <a:lvl7pPr algn="l">
              <a:defRPr sz="1744" b="0" i="0" kern="0" spc="0">
                <a:solidFill>
                  <a:srgbClr val="0A2540"/>
                </a:solidFill>
                <a:latin typeface="Inter"/>
                <a:ea typeface="Inter"/>
                <a:cs typeface="Inter"/>
              </a:defRPr>
            </a:lvl7pPr>
            <a:lvl8pPr algn="l">
              <a:defRPr sz="1744" b="0" i="0" kern="0" spc="0">
                <a:solidFill>
                  <a:srgbClr val="0A2540"/>
                </a:solidFill>
                <a:latin typeface="Inter"/>
                <a:ea typeface="Inter"/>
                <a:cs typeface="Inter"/>
              </a:defRPr>
            </a:lvl8pPr>
            <a:lvl9pPr algn="l">
              <a:defRPr sz="1744" b="0" i="0" kern="0" spc="0">
                <a:solidFill>
                  <a:srgbClr val="0A2540"/>
                </a:solidFill>
                <a:latin typeface="Inter"/>
                <a:ea typeface="Inter"/>
                <a:cs typeface="Inter"/>
              </a:defRPr>
            </a:lvl9pPr>
          </a:lstStyle>
          <a:p>
            <a:pPr algn="l">
              <a:lnSpc>
                <a:spcPct val="100000"/>
              </a:lnSpc>
              <a:buNone/>
              <a:defRPr sz="1744" b="0" i="0" kern="0" spc="0">
                <a:solidFill>
                  <a:srgbClr val="0A2540"/>
                </a:solidFill>
                <a:latin typeface="Inter"/>
                <a:ea typeface="Inter"/>
                <a:cs typeface="Inter"/>
              </a:defRPr>
            </a:pPr>
            <a:r>
              <a:rPr sz="1744" b="0" i="0" kern="0" spc="0">
                <a:solidFill>
                  <a:srgbClr val="0A2540"/>
                </a:solidFill>
                <a:latin typeface="Inter"/>
                <a:ea typeface="Inter"/>
                <a:cs typeface="Inter"/>
              </a:rPr>
              <a:t>.</a:t>
            </a:r>
          </a:p>
        </p:txBody>
      </p:sp>
      <p:sp>
        <p:nvSpPr>
          <p:cNvPr id="66" name="s3 text 20">
            <a:extLst>
              <a:ext uri="{FF2B5EF4-FFF2-40B4-BE49-F238E27FC236}">
                <a16:creationId xmlns:a16="http://schemas.microsoft.com/office/drawing/2014/main" id="{8F2408D2-3DAD-4575-9BEC-3113BCA6DD1F}"/>
              </a:ext>
            </a:extLst>
          </p:cNvPr>
          <p:cNvSpPr>
            <a:spLocks noGrp="1"/>
          </p:cNvSpPr>
          <p:nvPr/>
        </p:nvSpPr>
        <p:spPr>
          <a:xfrm>
            <a:off x="8406742" y="4093145"/>
            <a:ext cx="1495711" cy="308146"/>
          </a:xfrm>
          <a:prstGeom prst="rect">
            <a:avLst/>
          </a:prstGeom>
          <a:noFill/>
          <a:ln w="0">
            <a:noFill/>
            <a:prstDash val="solid"/>
          </a:ln>
        </p:spPr>
        <p:txBody>
          <a:bodyPr wrap="none" lIns="0" tIns="0" rIns="0" bIns="0" anchor="t">
            <a:noAutofit/>
          </a:bodyPr>
          <a:lstStyle>
            <a:defPPr algn="l">
              <a:defRPr sz="1744" b="0" i="0" kern="0" spc="-10">
                <a:solidFill>
                  <a:srgbClr val="0A2540"/>
                </a:solidFill>
                <a:latin typeface="Inter"/>
                <a:ea typeface="Inter"/>
                <a:cs typeface="Inter"/>
              </a:defRPr>
            </a:defPPr>
            <a:lvl1pPr algn="l">
              <a:defRPr sz="1744" b="0" i="0" kern="0" spc="-10">
                <a:solidFill>
                  <a:srgbClr val="0A2540"/>
                </a:solidFill>
                <a:latin typeface="Inter"/>
                <a:ea typeface="Inter"/>
                <a:cs typeface="Inter"/>
              </a:defRPr>
            </a:lvl1pPr>
            <a:lvl2pPr algn="l">
              <a:defRPr sz="1744" b="0" i="0" kern="0" spc="-10">
                <a:solidFill>
                  <a:srgbClr val="0A2540"/>
                </a:solidFill>
                <a:latin typeface="Inter"/>
                <a:ea typeface="Inter"/>
                <a:cs typeface="Inter"/>
              </a:defRPr>
            </a:lvl2pPr>
            <a:lvl3pPr algn="l">
              <a:defRPr sz="1744" b="0" i="0" kern="0" spc="-10">
                <a:solidFill>
                  <a:srgbClr val="0A2540"/>
                </a:solidFill>
                <a:latin typeface="Inter"/>
                <a:ea typeface="Inter"/>
                <a:cs typeface="Inter"/>
              </a:defRPr>
            </a:lvl3pPr>
            <a:lvl4pPr algn="l">
              <a:defRPr sz="1744" b="0" i="0" kern="0" spc="-10">
                <a:solidFill>
                  <a:srgbClr val="0A2540"/>
                </a:solidFill>
                <a:latin typeface="Inter"/>
                <a:ea typeface="Inter"/>
                <a:cs typeface="Inter"/>
              </a:defRPr>
            </a:lvl4pPr>
            <a:lvl5pPr algn="l">
              <a:defRPr sz="1744" b="0" i="0" kern="0" spc="-10">
                <a:solidFill>
                  <a:srgbClr val="0A2540"/>
                </a:solidFill>
                <a:latin typeface="Inter"/>
                <a:ea typeface="Inter"/>
                <a:cs typeface="Inter"/>
              </a:defRPr>
            </a:lvl5pPr>
            <a:lvl6pPr algn="l">
              <a:defRPr sz="1744" b="0" i="0" kern="0" spc="-10">
                <a:solidFill>
                  <a:srgbClr val="0A2540"/>
                </a:solidFill>
                <a:latin typeface="Inter"/>
                <a:ea typeface="Inter"/>
                <a:cs typeface="Inter"/>
              </a:defRPr>
            </a:lvl6pPr>
            <a:lvl7pPr algn="l">
              <a:defRPr sz="1744" b="0" i="0" kern="0" spc="-10">
                <a:solidFill>
                  <a:srgbClr val="0A2540"/>
                </a:solidFill>
                <a:latin typeface="Inter"/>
                <a:ea typeface="Inter"/>
                <a:cs typeface="Inter"/>
              </a:defRPr>
            </a:lvl7pPr>
            <a:lvl8pPr algn="l">
              <a:defRPr sz="1744" b="0" i="0" kern="0" spc="-10">
                <a:solidFill>
                  <a:srgbClr val="0A2540"/>
                </a:solidFill>
                <a:latin typeface="Inter"/>
                <a:ea typeface="Inter"/>
                <a:cs typeface="Inter"/>
              </a:defRPr>
            </a:lvl8pPr>
            <a:lvl9pPr algn="l">
              <a:defRPr sz="1744" b="0" i="0" kern="0" spc="-10">
                <a:solidFill>
                  <a:srgbClr val="0A2540"/>
                </a:solidFill>
                <a:latin typeface="Inter"/>
                <a:ea typeface="Inter"/>
                <a:cs typeface="Inter"/>
              </a:defRPr>
            </a:lvl9pPr>
          </a:lstStyle>
          <a:p>
            <a:pPr algn="l">
              <a:lnSpc>
                <a:spcPct val="100000"/>
              </a:lnSpc>
              <a:buNone/>
              <a:defRPr sz="1744" b="0" i="0" kern="0" spc="-10">
                <a:solidFill>
                  <a:srgbClr val="0A2540"/>
                </a:solidFill>
                <a:latin typeface="Inter"/>
                <a:ea typeface="Inter"/>
                <a:cs typeface="Inter"/>
              </a:defRPr>
            </a:pPr>
            <a:r>
              <a:rPr sz="1744" b="0" i="0" kern="0" spc="-10">
                <a:solidFill>
                  <a:srgbClr val="0A2540"/>
                </a:solidFill>
                <a:latin typeface="Inter"/>
                <a:ea typeface="Inter"/>
                <a:cs typeface="Inter"/>
              </a:rPr>
              <a:t>Autarky price</a:t>
            </a:r>
          </a:p>
        </p:txBody>
      </p:sp>
      <p:sp>
        <p:nvSpPr>
          <p:cNvPr id="67" name="s3 text 21">
            <a:extLst>
              <a:ext uri="{FF2B5EF4-FFF2-40B4-BE49-F238E27FC236}">
                <a16:creationId xmlns:a16="http://schemas.microsoft.com/office/drawing/2014/main" id="{8F53617D-FC35-4E4A-9E5A-B3FAEBDAB4B6}"/>
              </a:ext>
            </a:extLst>
          </p:cNvPr>
          <p:cNvSpPr>
            <a:spLocks noGrp="1"/>
          </p:cNvSpPr>
          <p:nvPr/>
        </p:nvSpPr>
        <p:spPr>
          <a:xfrm>
            <a:off x="9860161" y="4095349"/>
            <a:ext cx="208169" cy="316000"/>
          </a:xfrm>
          <a:prstGeom prst="rect">
            <a:avLst/>
          </a:prstGeom>
          <a:noFill/>
          <a:ln w="0">
            <a:noFill/>
            <a:prstDash val="solid"/>
          </a:ln>
        </p:spPr>
        <p:txBody>
          <a:bodyPr wrap="none" lIns="0" tIns="0" rIns="0" bIns="0" anchor="t">
            <a:noAutofit/>
          </a:bodyPr>
          <a:lstStyle>
            <a:defPPr algn="l">
              <a:defRPr sz="1639" b="0" i="0" kern="0" spc="0">
                <a:solidFill>
                  <a:srgbClr val="0A2540"/>
                </a:solidFill>
                <a:latin typeface="JetBrains Mono"/>
                <a:ea typeface="JetBrains Mono"/>
                <a:cs typeface="JetBrains Mono"/>
              </a:defRPr>
            </a:defPPr>
            <a:lvl1pPr algn="l">
              <a:defRPr sz="1639" b="0" i="0" kern="0" spc="0">
                <a:solidFill>
                  <a:srgbClr val="0A2540"/>
                </a:solidFill>
                <a:latin typeface="JetBrains Mono"/>
                <a:ea typeface="JetBrains Mono"/>
                <a:cs typeface="JetBrains Mono"/>
              </a:defRPr>
            </a:lvl1pPr>
            <a:lvl2pPr algn="l">
              <a:defRPr sz="1639" b="0" i="0" kern="0" spc="0">
                <a:solidFill>
                  <a:srgbClr val="0A2540"/>
                </a:solidFill>
                <a:latin typeface="JetBrains Mono"/>
                <a:ea typeface="JetBrains Mono"/>
                <a:cs typeface="JetBrains Mono"/>
              </a:defRPr>
            </a:lvl2pPr>
            <a:lvl3pPr algn="l">
              <a:defRPr sz="1639" b="0" i="0" kern="0" spc="0">
                <a:solidFill>
                  <a:srgbClr val="0A2540"/>
                </a:solidFill>
                <a:latin typeface="JetBrains Mono"/>
                <a:ea typeface="JetBrains Mono"/>
                <a:cs typeface="JetBrains Mono"/>
              </a:defRPr>
            </a:lvl3pPr>
            <a:lvl4pPr algn="l">
              <a:defRPr sz="1639" b="0" i="0" kern="0" spc="0">
                <a:solidFill>
                  <a:srgbClr val="0A2540"/>
                </a:solidFill>
                <a:latin typeface="JetBrains Mono"/>
                <a:ea typeface="JetBrains Mono"/>
                <a:cs typeface="JetBrains Mono"/>
              </a:defRPr>
            </a:lvl4pPr>
            <a:lvl5pPr algn="l">
              <a:defRPr sz="1639" b="0" i="0" kern="0" spc="0">
                <a:solidFill>
                  <a:srgbClr val="0A2540"/>
                </a:solidFill>
                <a:latin typeface="JetBrains Mono"/>
                <a:ea typeface="JetBrains Mono"/>
                <a:cs typeface="JetBrains Mono"/>
              </a:defRPr>
            </a:lvl5pPr>
            <a:lvl6pPr algn="l">
              <a:defRPr sz="1639" b="0" i="0" kern="0" spc="0">
                <a:solidFill>
                  <a:srgbClr val="0A2540"/>
                </a:solidFill>
                <a:latin typeface="JetBrains Mono"/>
                <a:ea typeface="JetBrains Mono"/>
                <a:cs typeface="JetBrains Mono"/>
              </a:defRPr>
            </a:lvl6pPr>
            <a:lvl7pPr algn="l">
              <a:defRPr sz="1639" b="0" i="0" kern="0" spc="0">
                <a:solidFill>
                  <a:srgbClr val="0A2540"/>
                </a:solidFill>
                <a:latin typeface="JetBrains Mono"/>
                <a:ea typeface="JetBrains Mono"/>
                <a:cs typeface="JetBrains Mono"/>
              </a:defRPr>
            </a:lvl7pPr>
            <a:lvl8pPr algn="l">
              <a:defRPr sz="1639" b="0" i="0" kern="0" spc="0">
                <a:solidFill>
                  <a:srgbClr val="0A2540"/>
                </a:solidFill>
                <a:latin typeface="JetBrains Mono"/>
                <a:ea typeface="JetBrains Mono"/>
                <a:cs typeface="JetBrains Mono"/>
              </a:defRPr>
            </a:lvl8pPr>
            <a:lvl9pPr algn="l">
              <a:defRPr sz="1639" b="0" i="0" kern="0" spc="0">
                <a:solidFill>
                  <a:srgbClr val="0A2540"/>
                </a:solidFill>
                <a:latin typeface="JetBrains Mono"/>
                <a:ea typeface="JetBrains Mono"/>
                <a:cs typeface="JetBrains Mono"/>
              </a:defRPr>
            </a:lvl9pPr>
          </a:lstStyle>
          <a:p>
            <a:pPr algn="l">
              <a:lnSpc>
                <a:spcPct val="100000"/>
              </a:lnSpc>
              <a:buNone/>
              <a:defRPr sz="1639" b="0" i="0" kern="0" spc="0">
                <a:solidFill>
                  <a:srgbClr val="0A2540"/>
                </a:solidFill>
                <a:latin typeface="JetBrains Mono"/>
                <a:ea typeface="JetBrains Mono"/>
                <a:cs typeface="JetBrains Mono"/>
              </a:defRPr>
            </a:pPr>
            <a:r>
              <a:rPr sz="1639" b="0" i="0" kern="0" spc="0">
                <a:solidFill>
                  <a:srgbClr val="0A2540"/>
                </a:solidFill>
                <a:latin typeface="JetBrains Mono"/>
                <a:ea typeface="JetBrains Mono"/>
                <a:cs typeface="JetBrains Mono"/>
              </a:rPr>
              <a:t>P</a:t>
            </a:r>
          </a:p>
        </p:txBody>
      </p:sp>
      <p:sp>
        <p:nvSpPr>
          <p:cNvPr id="68" name="s3 text 22">
            <a:extLst>
              <a:ext uri="{FF2B5EF4-FFF2-40B4-BE49-F238E27FC236}">
                <a16:creationId xmlns:a16="http://schemas.microsoft.com/office/drawing/2014/main" id="{F69D36EC-4D7F-453D-A37D-B6A0EA28BF44}"/>
              </a:ext>
            </a:extLst>
          </p:cNvPr>
          <p:cNvSpPr>
            <a:spLocks noGrp="1"/>
          </p:cNvSpPr>
          <p:nvPr/>
        </p:nvSpPr>
        <p:spPr>
          <a:xfrm>
            <a:off x="9983948" y="4179540"/>
            <a:ext cx="173488" cy="263297"/>
          </a:xfrm>
          <a:prstGeom prst="rect">
            <a:avLst/>
          </a:prstGeom>
          <a:noFill/>
          <a:ln w="0">
            <a:noFill/>
            <a:prstDash val="solid"/>
          </a:ln>
        </p:spPr>
        <p:txBody>
          <a:bodyPr wrap="none" lIns="0" tIns="0" rIns="0" bIns="0" anchor="t">
            <a:noAutofit/>
          </a:bodyPr>
          <a:lstStyle>
            <a:defPPr algn="l">
              <a:defRPr sz="1366" b="0" i="0" kern="0" spc="0">
                <a:solidFill>
                  <a:srgbClr val="0A2540"/>
                </a:solidFill>
                <a:latin typeface="JetBrains Mono"/>
                <a:ea typeface="JetBrains Mono"/>
                <a:cs typeface="JetBrains Mono"/>
              </a:defRPr>
            </a:defPPr>
            <a:lvl1pPr algn="l">
              <a:defRPr sz="1366" b="0" i="0" kern="0" spc="0">
                <a:solidFill>
                  <a:srgbClr val="0A2540"/>
                </a:solidFill>
                <a:latin typeface="JetBrains Mono"/>
                <a:ea typeface="JetBrains Mono"/>
                <a:cs typeface="JetBrains Mono"/>
              </a:defRPr>
            </a:lvl1pPr>
            <a:lvl2pPr algn="l">
              <a:defRPr sz="1366" b="0" i="0" kern="0" spc="0">
                <a:solidFill>
                  <a:srgbClr val="0A2540"/>
                </a:solidFill>
                <a:latin typeface="JetBrains Mono"/>
                <a:ea typeface="JetBrains Mono"/>
                <a:cs typeface="JetBrains Mono"/>
              </a:defRPr>
            </a:lvl2pPr>
            <a:lvl3pPr algn="l">
              <a:defRPr sz="1366" b="0" i="0" kern="0" spc="0">
                <a:solidFill>
                  <a:srgbClr val="0A2540"/>
                </a:solidFill>
                <a:latin typeface="JetBrains Mono"/>
                <a:ea typeface="JetBrains Mono"/>
                <a:cs typeface="JetBrains Mono"/>
              </a:defRPr>
            </a:lvl3pPr>
            <a:lvl4pPr algn="l">
              <a:defRPr sz="1366" b="0" i="0" kern="0" spc="0">
                <a:solidFill>
                  <a:srgbClr val="0A2540"/>
                </a:solidFill>
                <a:latin typeface="JetBrains Mono"/>
                <a:ea typeface="JetBrains Mono"/>
                <a:cs typeface="JetBrains Mono"/>
              </a:defRPr>
            </a:lvl4pPr>
            <a:lvl5pPr algn="l">
              <a:defRPr sz="1366" b="0" i="0" kern="0" spc="0">
                <a:solidFill>
                  <a:srgbClr val="0A2540"/>
                </a:solidFill>
                <a:latin typeface="JetBrains Mono"/>
                <a:ea typeface="JetBrains Mono"/>
                <a:cs typeface="JetBrains Mono"/>
              </a:defRPr>
            </a:lvl5pPr>
            <a:lvl6pPr algn="l">
              <a:defRPr sz="1366" b="0" i="0" kern="0" spc="0">
                <a:solidFill>
                  <a:srgbClr val="0A2540"/>
                </a:solidFill>
                <a:latin typeface="JetBrains Mono"/>
                <a:ea typeface="JetBrains Mono"/>
                <a:cs typeface="JetBrains Mono"/>
              </a:defRPr>
            </a:lvl6pPr>
            <a:lvl7pPr algn="l">
              <a:defRPr sz="1366" b="0" i="0" kern="0" spc="0">
                <a:solidFill>
                  <a:srgbClr val="0A2540"/>
                </a:solidFill>
                <a:latin typeface="JetBrains Mono"/>
                <a:ea typeface="JetBrains Mono"/>
                <a:cs typeface="JetBrains Mono"/>
              </a:defRPr>
            </a:lvl7pPr>
            <a:lvl8pPr algn="l">
              <a:defRPr sz="1366" b="0" i="0" kern="0" spc="0">
                <a:solidFill>
                  <a:srgbClr val="0A2540"/>
                </a:solidFill>
                <a:latin typeface="JetBrains Mono"/>
                <a:ea typeface="JetBrains Mono"/>
                <a:cs typeface="JetBrains Mono"/>
              </a:defRPr>
            </a:lvl8pPr>
            <a:lvl9pPr algn="l">
              <a:defRPr sz="1366" b="0" i="0" kern="0" spc="0">
                <a:solidFill>
                  <a:srgbClr val="0A2540"/>
                </a:solidFill>
                <a:latin typeface="JetBrains Mono"/>
                <a:ea typeface="JetBrains Mono"/>
                <a:cs typeface="JetBrains Mono"/>
              </a:defRPr>
            </a:lvl9pPr>
          </a:lstStyle>
          <a:p>
            <a:pPr algn="l">
              <a:lnSpc>
                <a:spcPct val="100000"/>
              </a:lnSpc>
              <a:buNone/>
              <a:defRPr sz="1366" b="0" i="0" kern="0" spc="0">
                <a:solidFill>
                  <a:srgbClr val="0A2540"/>
                </a:solidFill>
                <a:latin typeface="JetBrains Mono"/>
                <a:ea typeface="JetBrains Mono"/>
                <a:cs typeface="JetBrains Mono"/>
              </a:defRPr>
            </a:pPr>
            <a:r>
              <a:rPr sz="1366" b="0" i="0" kern="0" spc="0">
                <a:solidFill>
                  <a:srgbClr val="0A2540"/>
                </a:solidFill>
                <a:latin typeface="JetBrains Mono"/>
                <a:ea typeface="JetBrains Mono"/>
                <a:cs typeface="JetBrains Mono"/>
              </a:rPr>
              <a:t>0</a:t>
            </a:r>
          </a:p>
        </p:txBody>
      </p:sp>
      <p:sp>
        <p:nvSpPr>
          <p:cNvPr id="69" name="s3 text 23">
            <a:extLst>
              <a:ext uri="{FF2B5EF4-FFF2-40B4-BE49-F238E27FC236}">
                <a16:creationId xmlns:a16="http://schemas.microsoft.com/office/drawing/2014/main" id="{00587689-0A2E-457C-876C-EF7F63CA7566}"/>
              </a:ext>
            </a:extLst>
          </p:cNvPr>
          <p:cNvSpPr>
            <a:spLocks noGrp="1"/>
          </p:cNvSpPr>
          <p:nvPr/>
        </p:nvSpPr>
        <p:spPr>
          <a:xfrm>
            <a:off x="10210557" y="4095349"/>
            <a:ext cx="457981"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&gt; P</a:t>
            </a:r>
          </a:p>
        </p:txBody>
      </p:sp>
      <p:sp>
        <p:nvSpPr>
          <p:cNvPr id="70" name="s3 text 24">
            <a:extLst>
              <a:ext uri="{FF2B5EF4-FFF2-40B4-BE49-F238E27FC236}">
                <a16:creationId xmlns:a16="http://schemas.microsoft.com/office/drawing/2014/main" id="{F7F721FD-BAF7-42DF-9ECD-817978A59987}"/>
              </a:ext>
            </a:extLst>
          </p:cNvPr>
          <p:cNvSpPr>
            <a:spLocks noGrp="1"/>
          </p:cNvSpPr>
          <p:nvPr/>
        </p:nvSpPr>
        <p:spPr>
          <a:xfrm>
            <a:off x="10581679" y="4179540"/>
            <a:ext cx="173488" cy="263297"/>
          </a:xfrm>
          <a:prstGeom prst="rect">
            <a:avLst/>
          </a:prstGeom>
          <a:noFill/>
          <a:ln w="0">
            <a:noFill/>
            <a:prstDash val="solid"/>
          </a:ln>
        </p:spPr>
        <p:txBody>
          <a:bodyPr wrap="none" lIns="0" tIns="0" rIns="0" bIns="0" anchor="t">
            <a:noAutofit/>
          </a:bodyPr>
          <a:lstStyle>
            <a:defPPr algn="l">
              <a:defRPr sz="1366" b="0" i="0" kern="0" spc="0">
                <a:solidFill>
                  <a:srgbClr val="0A2540"/>
                </a:solidFill>
                <a:latin typeface="JetBrains Mono"/>
                <a:ea typeface="JetBrains Mono"/>
                <a:cs typeface="JetBrains Mono"/>
              </a:defRPr>
            </a:defPPr>
            <a:lvl1pPr algn="l">
              <a:defRPr sz="1366" b="0" i="0" kern="0" spc="0">
                <a:solidFill>
                  <a:srgbClr val="0A2540"/>
                </a:solidFill>
                <a:latin typeface="JetBrains Mono"/>
                <a:ea typeface="JetBrains Mono"/>
                <a:cs typeface="JetBrains Mono"/>
              </a:defRPr>
            </a:lvl1pPr>
            <a:lvl2pPr algn="l">
              <a:defRPr sz="1366" b="0" i="0" kern="0" spc="0">
                <a:solidFill>
                  <a:srgbClr val="0A2540"/>
                </a:solidFill>
                <a:latin typeface="JetBrains Mono"/>
                <a:ea typeface="JetBrains Mono"/>
                <a:cs typeface="JetBrains Mono"/>
              </a:defRPr>
            </a:lvl2pPr>
            <a:lvl3pPr algn="l">
              <a:defRPr sz="1366" b="0" i="0" kern="0" spc="0">
                <a:solidFill>
                  <a:srgbClr val="0A2540"/>
                </a:solidFill>
                <a:latin typeface="JetBrains Mono"/>
                <a:ea typeface="JetBrains Mono"/>
                <a:cs typeface="JetBrains Mono"/>
              </a:defRPr>
            </a:lvl3pPr>
            <a:lvl4pPr algn="l">
              <a:defRPr sz="1366" b="0" i="0" kern="0" spc="0">
                <a:solidFill>
                  <a:srgbClr val="0A2540"/>
                </a:solidFill>
                <a:latin typeface="JetBrains Mono"/>
                <a:ea typeface="JetBrains Mono"/>
                <a:cs typeface="JetBrains Mono"/>
              </a:defRPr>
            </a:lvl4pPr>
            <a:lvl5pPr algn="l">
              <a:defRPr sz="1366" b="0" i="0" kern="0" spc="0">
                <a:solidFill>
                  <a:srgbClr val="0A2540"/>
                </a:solidFill>
                <a:latin typeface="JetBrains Mono"/>
                <a:ea typeface="JetBrains Mono"/>
                <a:cs typeface="JetBrains Mono"/>
              </a:defRPr>
            </a:lvl5pPr>
            <a:lvl6pPr algn="l">
              <a:defRPr sz="1366" b="0" i="0" kern="0" spc="0">
                <a:solidFill>
                  <a:srgbClr val="0A2540"/>
                </a:solidFill>
                <a:latin typeface="JetBrains Mono"/>
                <a:ea typeface="JetBrains Mono"/>
                <a:cs typeface="JetBrains Mono"/>
              </a:defRPr>
            </a:lvl6pPr>
            <a:lvl7pPr algn="l">
              <a:defRPr sz="1366" b="0" i="0" kern="0" spc="0">
                <a:solidFill>
                  <a:srgbClr val="0A2540"/>
                </a:solidFill>
                <a:latin typeface="JetBrains Mono"/>
                <a:ea typeface="JetBrains Mono"/>
                <a:cs typeface="JetBrains Mono"/>
              </a:defRPr>
            </a:lvl7pPr>
            <a:lvl8pPr algn="l">
              <a:defRPr sz="1366" b="0" i="0" kern="0" spc="0">
                <a:solidFill>
                  <a:srgbClr val="0A2540"/>
                </a:solidFill>
                <a:latin typeface="JetBrains Mono"/>
                <a:ea typeface="JetBrains Mono"/>
                <a:cs typeface="JetBrains Mono"/>
              </a:defRPr>
            </a:lvl8pPr>
            <a:lvl9pPr algn="l">
              <a:defRPr sz="1366" b="0" i="0" kern="0" spc="0">
                <a:solidFill>
                  <a:srgbClr val="0A2540"/>
                </a:solidFill>
                <a:latin typeface="JetBrains Mono"/>
                <a:ea typeface="JetBrains Mono"/>
                <a:cs typeface="JetBrains Mono"/>
              </a:defRPr>
            </a:lvl9pPr>
          </a:lstStyle>
          <a:p>
            <a:pPr algn="l">
              <a:lnSpc>
                <a:spcPct val="100000"/>
              </a:lnSpc>
              <a:buNone/>
              <a:defRPr sz="1366" b="0" i="0" kern="0" spc="0">
                <a:solidFill>
                  <a:srgbClr val="0A2540"/>
                </a:solidFill>
                <a:latin typeface="JetBrains Mono"/>
                <a:ea typeface="JetBrains Mono"/>
                <a:cs typeface="JetBrains Mono"/>
              </a:defRPr>
            </a:pPr>
            <a:r>
              <a:rPr sz="1366" b="0" i="0" kern="0" spc="0">
                <a:solidFill>
                  <a:srgbClr val="0A2540"/>
                </a:solidFill>
                <a:latin typeface="JetBrains Mono"/>
                <a:ea typeface="JetBrains Mono"/>
                <a:cs typeface="JetBrains Mono"/>
              </a:rPr>
              <a:t>w</a:t>
            </a:r>
          </a:p>
        </p:txBody>
      </p:sp>
      <p:sp>
        <p:nvSpPr>
          <p:cNvPr id="71" name="s3 text 26">
            <a:extLst>
              <a:ext uri="{FF2B5EF4-FFF2-40B4-BE49-F238E27FC236}">
                <a16:creationId xmlns:a16="http://schemas.microsoft.com/office/drawing/2014/main" id="{6ADA7838-9C73-4FBB-AA83-CE6BF4E88E57}"/>
              </a:ext>
            </a:extLst>
          </p:cNvPr>
          <p:cNvSpPr>
            <a:spLocks noGrp="1"/>
          </p:cNvSpPr>
          <p:nvPr/>
        </p:nvSpPr>
        <p:spPr>
          <a:xfrm>
            <a:off x="10745736" y="4103580"/>
            <a:ext cx="310039" cy="292851"/>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Arial"/>
                <a:ea typeface="Arial"/>
                <a:cs typeface="Arial"/>
              </a:defRPr>
            </a:defPPr>
            <a:lvl1pPr algn="l">
              <a:defRPr sz="1744" b="0" i="0" kern="0" spc="0">
                <a:solidFill>
                  <a:srgbClr val="0A2540"/>
                </a:solidFill>
                <a:latin typeface="Arial"/>
                <a:ea typeface="Arial"/>
                <a:cs typeface="Arial"/>
              </a:defRPr>
            </a:lvl1pPr>
            <a:lvl2pPr algn="l">
              <a:defRPr sz="1744" b="0" i="0" kern="0" spc="0">
                <a:solidFill>
                  <a:srgbClr val="0A2540"/>
                </a:solidFill>
                <a:latin typeface="Arial"/>
                <a:ea typeface="Arial"/>
                <a:cs typeface="Arial"/>
              </a:defRPr>
            </a:lvl2pPr>
            <a:lvl3pPr algn="l">
              <a:defRPr sz="1744" b="0" i="0" kern="0" spc="0">
                <a:solidFill>
                  <a:srgbClr val="0A2540"/>
                </a:solidFill>
                <a:latin typeface="Arial"/>
                <a:ea typeface="Arial"/>
                <a:cs typeface="Arial"/>
              </a:defRPr>
            </a:lvl3pPr>
            <a:lvl4pPr algn="l">
              <a:defRPr sz="1744" b="0" i="0" kern="0" spc="0">
                <a:solidFill>
                  <a:srgbClr val="0A2540"/>
                </a:solidFill>
                <a:latin typeface="Arial"/>
                <a:ea typeface="Arial"/>
                <a:cs typeface="Arial"/>
              </a:defRPr>
            </a:lvl4pPr>
            <a:lvl5pPr algn="l">
              <a:defRPr sz="1744" b="0" i="0" kern="0" spc="0">
                <a:solidFill>
                  <a:srgbClr val="0A2540"/>
                </a:solidFill>
                <a:latin typeface="Arial"/>
                <a:ea typeface="Arial"/>
                <a:cs typeface="Arial"/>
              </a:defRPr>
            </a:lvl5pPr>
            <a:lvl6pPr algn="l">
              <a:defRPr sz="1744" b="0" i="0" kern="0" spc="0">
                <a:solidFill>
                  <a:srgbClr val="0A2540"/>
                </a:solidFill>
                <a:latin typeface="Arial"/>
                <a:ea typeface="Arial"/>
                <a:cs typeface="Arial"/>
              </a:defRPr>
            </a:lvl6pPr>
            <a:lvl7pPr algn="l">
              <a:defRPr sz="1744" b="0" i="0" kern="0" spc="0">
                <a:solidFill>
                  <a:srgbClr val="0A2540"/>
                </a:solidFill>
                <a:latin typeface="Arial"/>
                <a:ea typeface="Arial"/>
                <a:cs typeface="Arial"/>
              </a:defRPr>
            </a:lvl7pPr>
            <a:lvl8pPr algn="l">
              <a:defRPr sz="1744" b="0" i="0" kern="0" spc="0">
                <a:solidFill>
                  <a:srgbClr val="0A2540"/>
                </a:solidFill>
                <a:latin typeface="Arial"/>
                <a:ea typeface="Arial"/>
                <a:cs typeface="Arial"/>
              </a:defRPr>
            </a:lvl8pPr>
            <a:lvl9pPr algn="l">
              <a:defRPr sz="1744" b="0" i="0" kern="0" spc="0">
                <a:solidFill>
                  <a:srgbClr val="0A2540"/>
                </a:solidFill>
                <a:latin typeface="Arial"/>
                <a:ea typeface="Arial"/>
                <a:cs typeface="Arial"/>
              </a:defRPr>
            </a:lvl9pPr>
          </a:lstStyle>
          <a:p>
            <a:pPr algn="l">
              <a:lnSpc>
                <a:spcPct val="100000"/>
              </a:lnSpc>
              <a:buNone/>
              <a:defRPr sz="1744" b="0" i="0" kern="0" spc="0">
                <a:solidFill>
                  <a:srgbClr val="0A2540"/>
                </a:solidFill>
                <a:latin typeface="Arial"/>
                <a:ea typeface="Arial"/>
                <a:cs typeface="Arial"/>
              </a:defRPr>
            </a:pPr>
            <a:r>
              <a:rPr sz="1744" b="0" i="0" kern="0" spc="0">
                <a:solidFill>
                  <a:srgbClr val="0A2540"/>
                </a:solidFill>
                <a:latin typeface="Arial"/>
                <a:ea typeface="Arial"/>
                <a:cs typeface="Arial"/>
              </a:rPr>
              <a:t>→</a:t>
            </a:r>
          </a:p>
        </p:txBody>
      </p:sp>
      <p:sp>
        <p:nvSpPr>
          <p:cNvPr id="72" name="s3 text 27">
            <a:extLst>
              <a:ext uri="{FF2B5EF4-FFF2-40B4-BE49-F238E27FC236}">
                <a16:creationId xmlns:a16="http://schemas.microsoft.com/office/drawing/2014/main" id="{6F154EB9-9218-4549-9D16-1154A31F9EF2}"/>
              </a:ext>
            </a:extLst>
          </p:cNvPr>
          <p:cNvSpPr>
            <a:spLocks noGrp="1"/>
          </p:cNvSpPr>
          <p:nvPr/>
        </p:nvSpPr>
        <p:spPr>
          <a:xfrm>
            <a:off x="11027190" y="4093145"/>
            <a:ext cx="1288256" cy="308146"/>
          </a:xfrm>
          <a:prstGeom prst="rect">
            <a:avLst/>
          </a:prstGeom>
          <a:noFill/>
          <a:ln w="0">
            <a:noFill/>
            <a:prstDash val="solid"/>
          </a:ln>
        </p:spPr>
        <p:txBody>
          <a:bodyPr wrap="none" lIns="0" tIns="0" rIns="0" bIns="0" anchor="t">
            <a:noAutofit/>
          </a:bodyPr>
          <a:lstStyle>
            <a:defPPr algn="l">
              <a:defRPr sz="1744" b="0" i="0" kern="0" spc="-10">
                <a:solidFill>
                  <a:srgbClr val="0A2540"/>
                </a:solidFill>
                <a:latin typeface="Inter"/>
                <a:ea typeface="Inter"/>
                <a:cs typeface="Inter"/>
              </a:defRPr>
            </a:defPPr>
            <a:lvl1pPr algn="l">
              <a:defRPr sz="1744" b="0" i="0" kern="0" spc="-10">
                <a:solidFill>
                  <a:srgbClr val="0A2540"/>
                </a:solidFill>
                <a:latin typeface="Inter"/>
                <a:ea typeface="Inter"/>
                <a:cs typeface="Inter"/>
              </a:defRPr>
            </a:lvl1pPr>
            <a:lvl2pPr algn="l">
              <a:defRPr sz="1744" b="0" i="0" kern="0" spc="-10">
                <a:solidFill>
                  <a:srgbClr val="0A2540"/>
                </a:solidFill>
                <a:latin typeface="Inter"/>
                <a:ea typeface="Inter"/>
                <a:cs typeface="Inter"/>
              </a:defRPr>
            </a:lvl2pPr>
            <a:lvl3pPr algn="l">
              <a:defRPr sz="1744" b="0" i="0" kern="0" spc="-10">
                <a:solidFill>
                  <a:srgbClr val="0A2540"/>
                </a:solidFill>
                <a:latin typeface="Inter"/>
                <a:ea typeface="Inter"/>
                <a:cs typeface="Inter"/>
              </a:defRPr>
            </a:lvl3pPr>
            <a:lvl4pPr algn="l">
              <a:defRPr sz="1744" b="0" i="0" kern="0" spc="-10">
                <a:solidFill>
                  <a:srgbClr val="0A2540"/>
                </a:solidFill>
                <a:latin typeface="Inter"/>
                <a:ea typeface="Inter"/>
                <a:cs typeface="Inter"/>
              </a:defRPr>
            </a:lvl4pPr>
            <a:lvl5pPr algn="l">
              <a:defRPr sz="1744" b="0" i="0" kern="0" spc="-10">
                <a:solidFill>
                  <a:srgbClr val="0A2540"/>
                </a:solidFill>
                <a:latin typeface="Inter"/>
                <a:ea typeface="Inter"/>
                <a:cs typeface="Inter"/>
              </a:defRPr>
            </a:lvl5pPr>
            <a:lvl6pPr algn="l">
              <a:defRPr sz="1744" b="0" i="0" kern="0" spc="-10">
                <a:solidFill>
                  <a:srgbClr val="0A2540"/>
                </a:solidFill>
                <a:latin typeface="Inter"/>
                <a:ea typeface="Inter"/>
                <a:cs typeface="Inter"/>
              </a:defRPr>
            </a:lvl6pPr>
            <a:lvl7pPr algn="l">
              <a:defRPr sz="1744" b="0" i="0" kern="0" spc="-10">
                <a:solidFill>
                  <a:srgbClr val="0A2540"/>
                </a:solidFill>
                <a:latin typeface="Inter"/>
                <a:ea typeface="Inter"/>
                <a:cs typeface="Inter"/>
              </a:defRPr>
            </a:lvl7pPr>
            <a:lvl8pPr algn="l">
              <a:defRPr sz="1744" b="0" i="0" kern="0" spc="-10">
                <a:solidFill>
                  <a:srgbClr val="0A2540"/>
                </a:solidFill>
                <a:latin typeface="Inter"/>
                <a:ea typeface="Inter"/>
                <a:cs typeface="Inter"/>
              </a:defRPr>
            </a:lvl8pPr>
            <a:lvl9pPr algn="l">
              <a:defRPr sz="1744" b="0" i="0" kern="0" spc="-10">
                <a:solidFill>
                  <a:srgbClr val="0A2540"/>
                </a:solidFill>
                <a:latin typeface="Inter"/>
                <a:ea typeface="Inter"/>
                <a:cs typeface="Inter"/>
              </a:defRPr>
            </a:lvl9pPr>
          </a:lstStyle>
          <a:p>
            <a:pPr algn="l">
              <a:lnSpc>
                <a:spcPct val="100000"/>
              </a:lnSpc>
              <a:buNone/>
              <a:defRPr sz="1744" b="0" i="0" kern="0" spc="-10">
                <a:solidFill>
                  <a:srgbClr val="0A2540"/>
                </a:solidFill>
                <a:latin typeface="Inter"/>
                <a:ea typeface="Inter"/>
                <a:cs typeface="Inter"/>
              </a:defRPr>
            </a:pPr>
            <a:r>
              <a:rPr sz="1744" b="0" i="0" kern="0" spc="-10">
                <a:solidFill>
                  <a:srgbClr val="0A2540"/>
                </a:solidFill>
                <a:latin typeface="Inter"/>
                <a:ea typeface="Inter"/>
                <a:cs typeface="Inter"/>
              </a:rPr>
              <a:t>the country</a:t>
            </a:r>
          </a:p>
        </p:txBody>
      </p:sp>
      <p:sp>
        <p:nvSpPr>
          <p:cNvPr id="73" name="s3 text 28">
            <a:extLst>
              <a:ext uri="{FF2B5EF4-FFF2-40B4-BE49-F238E27FC236}">
                <a16:creationId xmlns:a16="http://schemas.microsoft.com/office/drawing/2014/main" id="{89D01395-B112-44E6-BBC7-8FEA0F1C931F}"/>
              </a:ext>
            </a:extLst>
          </p:cNvPr>
          <p:cNvSpPr>
            <a:spLocks noGrp="1"/>
          </p:cNvSpPr>
          <p:nvPr/>
        </p:nvSpPr>
        <p:spPr>
          <a:xfrm>
            <a:off x="12275418" y="4093145"/>
            <a:ext cx="924116" cy="308146"/>
          </a:xfrm>
          <a:prstGeom prst="rect">
            <a:avLst/>
          </a:prstGeom>
          <a:noFill/>
          <a:ln w="0">
            <a:noFill/>
            <a:prstDash val="solid"/>
          </a:ln>
        </p:spPr>
        <p:txBody>
          <a:bodyPr wrap="none" lIns="0" tIns="0" rIns="0" bIns="0" anchor="t">
            <a:noAutofit/>
          </a:bodyPr>
          <a:lstStyle>
            <a:defPPr algn="l">
              <a:defRPr sz="1744" b="1" i="0" kern="0" spc="-9">
                <a:solidFill>
                  <a:srgbClr val="0A2540"/>
                </a:solidFill>
                <a:latin typeface="Inter"/>
                <a:ea typeface="Inter"/>
                <a:cs typeface="Inter"/>
              </a:defRPr>
            </a:defPPr>
            <a:lvl1pPr algn="l">
              <a:defRPr sz="1744" b="1" i="0" kern="0" spc="-9">
                <a:solidFill>
                  <a:srgbClr val="0A2540"/>
                </a:solidFill>
                <a:latin typeface="Inter"/>
                <a:ea typeface="Inter"/>
                <a:cs typeface="Inter"/>
              </a:defRPr>
            </a:lvl1pPr>
            <a:lvl2pPr algn="l">
              <a:defRPr sz="1744" b="1" i="0" kern="0" spc="-9">
                <a:solidFill>
                  <a:srgbClr val="0A2540"/>
                </a:solidFill>
                <a:latin typeface="Inter"/>
                <a:ea typeface="Inter"/>
                <a:cs typeface="Inter"/>
              </a:defRPr>
            </a:lvl2pPr>
            <a:lvl3pPr algn="l">
              <a:defRPr sz="1744" b="1" i="0" kern="0" spc="-9">
                <a:solidFill>
                  <a:srgbClr val="0A2540"/>
                </a:solidFill>
                <a:latin typeface="Inter"/>
                <a:ea typeface="Inter"/>
                <a:cs typeface="Inter"/>
              </a:defRPr>
            </a:lvl3pPr>
            <a:lvl4pPr algn="l">
              <a:defRPr sz="1744" b="1" i="0" kern="0" spc="-9">
                <a:solidFill>
                  <a:srgbClr val="0A2540"/>
                </a:solidFill>
                <a:latin typeface="Inter"/>
                <a:ea typeface="Inter"/>
                <a:cs typeface="Inter"/>
              </a:defRPr>
            </a:lvl4pPr>
            <a:lvl5pPr algn="l">
              <a:defRPr sz="1744" b="1" i="0" kern="0" spc="-9">
                <a:solidFill>
                  <a:srgbClr val="0A2540"/>
                </a:solidFill>
                <a:latin typeface="Inter"/>
                <a:ea typeface="Inter"/>
                <a:cs typeface="Inter"/>
              </a:defRPr>
            </a:lvl5pPr>
            <a:lvl6pPr algn="l">
              <a:defRPr sz="1744" b="1" i="0" kern="0" spc="-9">
                <a:solidFill>
                  <a:srgbClr val="0A2540"/>
                </a:solidFill>
                <a:latin typeface="Inter"/>
                <a:ea typeface="Inter"/>
                <a:cs typeface="Inter"/>
              </a:defRPr>
            </a:lvl6pPr>
            <a:lvl7pPr algn="l">
              <a:defRPr sz="1744" b="1" i="0" kern="0" spc="-9">
                <a:solidFill>
                  <a:srgbClr val="0A2540"/>
                </a:solidFill>
                <a:latin typeface="Inter"/>
                <a:ea typeface="Inter"/>
                <a:cs typeface="Inter"/>
              </a:defRPr>
            </a:lvl7pPr>
            <a:lvl8pPr algn="l">
              <a:defRPr sz="1744" b="1" i="0" kern="0" spc="-9">
                <a:solidFill>
                  <a:srgbClr val="0A2540"/>
                </a:solidFill>
                <a:latin typeface="Inter"/>
                <a:ea typeface="Inter"/>
                <a:cs typeface="Inter"/>
              </a:defRPr>
            </a:lvl8pPr>
            <a:lvl9pPr algn="l">
              <a:defRPr sz="1744" b="1" i="0" kern="0" spc="-9">
                <a:solidFill>
                  <a:srgbClr val="0A2540"/>
                </a:solidFill>
                <a:latin typeface="Inter"/>
                <a:ea typeface="Inter"/>
                <a:cs typeface="Inter"/>
              </a:defRPr>
            </a:lvl9pPr>
          </a:lstStyle>
          <a:p>
            <a:pPr algn="l">
              <a:lnSpc>
                <a:spcPct val="100000"/>
              </a:lnSpc>
              <a:buNone/>
              <a:defRPr sz="1744" b="1" i="0" kern="0" spc="-9">
                <a:solidFill>
                  <a:srgbClr val="0A2540"/>
                </a:solidFill>
                <a:latin typeface="Inter"/>
                <a:ea typeface="Inter"/>
                <a:cs typeface="Inter"/>
              </a:defRPr>
            </a:pPr>
            <a:r>
              <a:rPr sz="1744" b="1" i="0" kern="0" spc="-9">
                <a:solidFill>
                  <a:srgbClr val="0A2540"/>
                </a:solidFill>
                <a:latin typeface="Inter"/>
                <a:ea typeface="Inter"/>
                <a:cs typeface="Inter"/>
              </a:rPr>
              <a:t>imports</a:t>
            </a:r>
          </a:p>
        </p:txBody>
      </p:sp>
      <p:sp>
        <p:nvSpPr>
          <p:cNvPr id="74" name="s3 text 29">
            <a:extLst>
              <a:ext uri="{FF2B5EF4-FFF2-40B4-BE49-F238E27FC236}">
                <a16:creationId xmlns:a16="http://schemas.microsoft.com/office/drawing/2014/main" id="{638E8349-6389-41B6-B126-99B09DD8B375}"/>
              </a:ext>
            </a:extLst>
          </p:cNvPr>
          <p:cNvSpPr>
            <a:spLocks noGrp="1"/>
          </p:cNvSpPr>
          <p:nvPr/>
        </p:nvSpPr>
        <p:spPr>
          <a:xfrm>
            <a:off x="13102976" y="4093145"/>
            <a:ext cx="155448" cy="308146"/>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Inter"/>
                <a:ea typeface="Inter"/>
                <a:cs typeface="Inter"/>
              </a:defRPr>
            </a:defPPr>
            <a:lvl1pPr algn="l">
              <a:defRPr sz="1744" b="0" i="0" kern="0" spc="0">
                <a:solidFill>
                  <a:srgbClr val="0A2540"/>
                </a:solidFill>
                <a:latin typeface="Inter"/>
                <a:ea typeface="Inter"/>
                <a:cs typeface="Inter"/>
              </a:defRPr>
            </a:lvl1pPr>
            <a:lvl2pPr algn="l">
              <a:defRPr sz="1744" b="0" i="0" kern="0" spc="0">
                <a:solidFill>
                  <a:srgbClr val="0A2540"/>
                </a:solidFill>
                <a:latin typeface="Inter"/>
                <a:ea typeface="Inter"/>
                <a:cs typeface="Inter"/>
              </a:defRPr>
            </a:lvl2pPr>
            <a:lvl3pPr algn="l">
              <a:defRPr sz="1744" b="0" i="0" kern="0" spc="0">
                <a:solidFill>
                  <a:srgbClr val="0A2540"/>
                </a:solidFill>
                <a:latin typeface="Inter"/>
                <a:ea typeface="Inter"/>
                <a:cs typeface="Inter"/>
              </a:defRPr>
            </a:lvl3pPr>
            <a:lvl4pPr algn="l">
              <a:defRPr sz="1744" b="0" i="0" kern="0" spc="0">
                <a:solidFill>
                  <a:srgbClr val="0A2540"/>
                </a:solidFill>
                <a:latin typeface="Inter"/>
                <a:ea typeface="Inter"/>
                <a:cs typeface="Inter"/>
              </a:defRPr>
            </a:lvl4pPr>
            <a:lvl5pPr algn="l">
              <a:defRPr sz="1744" b="0" i="0" kern="0" spc="0">
                <a:solidFill>
                  <a:srgbClr val="0A2540"/>
                </a:solidFill>
                <a:latin typeface="Inter"/>
                <a:ea typeface="Inter"/>
                <a:cs typeface="Inter"/>
              </a:defRPr>
            </a:lvl5pPr>
            <a:lvl6pPr algn="l">
              <a:defRPr sz="1744" b="0" i="0" kern="0" spc="0">
                <a:solidFill>
                  <a:srgbClr val="0A2540"/>
                </a:solidFill>
                <a:latin typeface="Inter"/>
                <a:ea typeface="Inter"/>
                <a:cs typeface="Inter"/>
              </a:defRPr>
            </a:lvl6pPr>
            <a:lvl7pPr algn="l">
              <a:defRPr sz="1744" b="0" i="0" kern="0" spc="0">
                <a:solidFill>
                  <a:srgbClr val="0A2540"/>
                </a:solidFill>
                <a:latin typeface="Inter"/>
                <a:ea typeface="Inter"/>
                <a:cs typeface="Inter"/>
              </a:defRPr>
            </a:lvl7pPr>
            <a:lvl8pPr algn="l">
              <a:defRPr sz="1744" b="0" i="0" kern="0" spc="0">
                <a:solidFill>
                  <a:srgbClr val="0A2540"/>
                </a:solidFill>
                <a:latin typeface="Inter"/>
                <a:ea typeface="Inter"/>
                <a:cs typeface="Inter"/>
              </a:defRPr>
            </a:lvl8pPr>
            <a:lvl9pPr algn="l">
              <a:defRPr sz="1744" b="0" i="0" kern="0" spc="0">
                <a:solidFill>
                  <a:srgbClr val="0A2540"/>
                </a:solidFill>
                <a:latin typeface="Inter"/>
                <a:ea typeface="Inter"/>
                <a:cs typeface="Inter"/>
              </a:defRPr>
            </a:lvl9pPr>
          </a:lstStyle>
          <a:p>
            <a:pPr algn="l">
              <a:lnSpc>
                <a:spcPct val="100000"/>
              </a:lnSpc>
              <a:buNone/>
              <a:defRPr sz="1744" b="0" i="0" kern="0" spc="0">
                <a:solidFill>
                  <a:srgbClr val="0A2540"/>
                </a:solidFill>
                <a:latin typeface="Inter"/>
                <a:ea typeface="Inter"/>
                <a:cs typeface="Inter"/>
              </a:defRPr>
            </a:pPr>
            <a:r>
              <a:rPr sz="1744" b="0" i="0" kern="0" spc="0">
                <a:solidFill>
                  <a:srgbClr val="0A2540"/>
                </a:solidFill>
                <a:latin typeface="Inter"/>
                <a:ea typeface="Inter"/>
                <a:cs typeface="Inter"/>
              </a:rPr>
              <a:t>;</a:t>
            </a:r>
          </a:p>
        </p:txBody>
      </p:sp>
      <p:sp>
        <p:nvSpPr>
          <p:cNvPr id="75" name="s3 text 30">
            <a:extLst>
              <a:ext uri="{FF2B5EF4-FFF2-40B4-BE49-F238E27FC236}">
                <a16:creationId xmlns:a16="http://schemas.microsoft.com/office/drawing/2014/main" id="{E0024DB7-9AB1-40F8-B26A-C13CF813DE91}"/>
              </a:ext>
            </a:extLst>
          </p:cNvPr>
          <p:cNvSpPr>
            <a:spLocks noGrp="1"/>
          </p:cNvSpPr>
          <p:nvPr/>
        </p:nvSpPr>
        <p:spPr>
          <a:xfrm>
            <a:off x="8406742" y="4431105"/>
            <a:ext cx="208169" cy="316000"/>
          </a:xfrm>
          <a:prstGeom prst="rect">
            <a:avLst/>
          </a:prstGeom>
          <a:noFill/>
          <a:ln w="0">
            <a:noFill/>
            <a:prstDash val="solid"/>
          </a:ln>
        </p:spPr>
        <p:txBody>
          <a:bodyPr wrap="none" lIns="0" tIns="0" rIns="0" bIns="0" anchor="t">
            <a:noAutofit/>
          </a:bodyPr>
          <a:lstStyle>
            <a:defPPr algn="l">
              <a:defRPr sz="1639" b="0" i="0" kern="0" spc="0">
                <a:solidFill>
                  <a:srgbClr val="0A2540"/>
                </a:solidFill>
                <a:latin typeface="JetBrains Mono"/>
                <a:ea typeface="JetBrains Mono"/>
                <a:cs typeface="JetBrains Mono"/>
              </a:defRPr>
            </a:defPPr>
            <a:lvl1pPr algn="l">
              <a:defRPr sz="1639" b="0" i="0" kern="0" spc="0">
                <a:solidFill>
                  <a:srgbClr val="0A2540"/>
                </a:solidFill>
                <a:latin typeface="JetBrains Mono"/>
                <a:ea typeface="JetBrains Mono"/>
                <a:cs typeface="JetBrains Mono"/>
              </a:defRPr>
            </a:lvl1pPr>
            <a:lvl2pPr algn="l">
              <a:defRPr sz="1639" b="0" i="0" kern="0" spc="0">
                <a:solidFill>
                  <a:srgbClr val="0A2540"/>
                </a:solidFill>
                <a:latin typeface="JetBrains Mono"/>
                <a:ea typeface="JetBrains Mono"/>
                <a:cs typeface="JetBrains Mono"/>
              </a:defRPr>
            </a:lvl2pPr>
            <a:lvl3pPr algn="l">
              <a:defRPr sz="1639" b="0" i="0" kern="0" spc="0">
                <a:solidFill>
                  <a:srgbClr val="0A2540"/>
                </a:solidFill>
                <a:latin typeface="JetBrains Mono"/>
                <a:ea typeface="JetBrains Mono"/>
                <a:cs typeface="JetBrains Mono"/>
              </a:defRPr>
            </a:lvl3pPr>
            <a:lvl4pPr algn="l">
              <a:defRPr sz="1639" b="0" i="0" kern="0" spc="0">
                <a:solidFill>
                  <a:srgbClr val="0A2540"/>
                </a:solidFill>
                <a:latin typeface="JetBrains Mono"/>
                <a:ea typeface="JetBrains Mono"/>
                <a:cs typeface="JetBrains Mono"/>
              </a:defRPr>
            </a:lvl4pPr>
            <a:lvl5pPr algn="l">
              <a:defRPr sz="1639" b="0" i="0" kern="0" spc="0">
                <a:solidFill>
                  <a:srgbClr val="0A2540"/>
                </a:solidFill>
                <a:latin typeface="JetBrains Mono"/>
                <a:ea typeface="JetBrains Mono"/>
                <a:cs typeface="JetBrains Mono"/>
              </a:defRPr>
            </a:lvl5pPr>
            <a:lvl6pPr algn="l">
              <a:defRPr sz="1639" b="0" i="0" kern="0" spc="0">
                <a:solidFill>
                  <a:srgbClr val="0A2540"/>
                </a:solidFill>
                <a:latin typeface="JetBrains Mono"/>
                <a:ea typeface="JetBrains Mono"/>
                <a:cs typeface="JetBrains Mono"/>
              </a:defRPr>
            </a:lvl6pPr>
            <a:lvl7pPr algn="l">
              <a:defRPr sz="1639" b="0" i="0" kern="0" spc="0">
                <a:solidFill>
                  <a:srgbClr val="0A2540"/>
                </a:solidFill>
                <a:latin typeface="JetBrains Mono"/>
                <a:ea typeface="JetBrains Mono"/>
                <a:cs typeface="JetBrains Mono"/>
              </a:defRPr>
            </a:lvl7pPr>
            <a:lvl8pPr algn="l">
              <a:defRPr sz="1639" b="0" i="0" kern="0" spc="0">
                <a:solidFill>
                  <a:srgbClr val="0A2540"/>
                </a:solidFill>
                <a:latin typeface="JetBrains Mono"/>
                <a:ea typeface="JetBrains Mono"/>
                <a:cs typeface="JetBrains Mono"/>
              </a:defRPr>
            </a:lvl8pPr>
            <a:lvl9pPr algn="l">
              <a:defRPr sz="1639" b="0" i="0" kern="0" spc="0">
                <a:solidFill>
                  <a:srgbClr val="0A2540"/>
                </a:solidFill>
                <a:latin typeface="JetBrains Mono"/>
                <a:ea typeface="JetBrains Mono"/>
                <a:cs typeface="JetBrains Mono"/>
              </a:defRPr>
            </a:lvl9pPr>
          </a:lstStyle>
          <a:p>
            <a:pPr algn="l">
              <a:lnSpc>
                <a:spcPct val="100000"/>
              </a:lnSpc>
              <a:buNone/>
              <a:defRPr sz="1639" b="0" i="0" kern="0" spc="0">
                <a:solidFill>
                  <a:srgbClr val="0A2540"/>
                </a:solidFill>
                <a:latin typeface="JetBrains Mono"/>
                <a:ea typeface="JetBrains Mono"/>
                <a:cs typeface="JetBrains Mono"/>
              </a:defRPr>
            </a:pPr>
            <a:r>
              <a:rPr sz="1639" b="0" i="0" kern="0" spc="0">
                <a:solidFill>
                  <a:srgbClr val="0A2540"/>
                </a:solidFill>
                <a:latin typeface="JetBrains Mono"/>
                <a:ea typeface="JetBrains Mono"/>
                <a:cs typeface="JetBrains Mono"/>
              </a:rPr>
              <a:t>P</a:t>
            </a:r>
          </a:p>
        </p:txBody>
      </p:sp>
      <p:sp>
        <p:nvSpPr>
          <p:cNvPr id="76" name="s3 text 31">
            <a:extLst>
              <a:ext uri="{FF2B5EF4-FFF2-40B4-BE49-F238E27FC236}">
                <a16:creationId xmlns:a16="http://schemas.microsoft.com/office/drawing/2014/main" id="{4B0B03F0-2ECD-451B-AC32-A8DC5CAFEC61}"/>
              </a:ext>
            </a:extLst>
          </p:cNvPr>
          <p:cNvSpPr>
            <a:spLocks noGrp="1"/>
          </p:cNvSpPr>
          <p:nvPr/>
        </p:nvSpPr>
        <p:spPr>
          <a:xfrm>
            <a:off x="8530530" y="4515296"/>
            <a:ext cx="173488" cy="263297"/>
          </a:xfrm>
          <a:prstGeom prst="rect">
            <a:avLst/>
          </a:prstGeom>
          <a:noFill/>
          <a:ln w="0">
            <a:noFill/>
            <a:prstDash val="solid"/>
          </a:ln>
        </p:spPr>
        <p:txBody>
          <a:bodyPr wrap="none" lIns="0" tIns="0" rIns="0" bIns="0" anchor="t">
            <a:noAutofit/>
          </a:bodyPr>
          <a:lstStyle>
            <a:defPPr algn="l">
              <a:defRPr sz="1366" b="0" i="0" kern="0" spc="0">
                <a:solidFill>
                  <a:srgbClr val="0A2540"/>
                </a:solidFill>
                <a:latin typeface="JetBrains Mono"/>
                <a:ea typeface="JetBrains Mono"/>
                <a:cs typeface="JetBrains Mono"/>
              </a:defRPr>
            </a:defPPr>
            <a:lvl1pPr algn="l">
              <a:defRPr sz="1366" b="0" i="0" kern="0" spc="0">
                <a:solidFill>
                  <a:srgbClr val="0A2540"/>
                </a:solidFill>
                <a:latin typeface="JetBrains Mono"/>
                <a:ea typeface="JetBrains Mono"/>
                <a:cs typeface="JetBrains Mono"/>
              </a:defRPr>
            </a:lvl1pPr>
            <a:lvl2pPr algn="l">
              <a:defRPr sz="1366" b="0" i="0" kern="0" spc="0">
                <a:solidFill>
                  <a:srgbClr val="0A2540"/>
                </a:solidFill>
                <a:latin typeface="JetBrains Mono"/>
                <a:ea typeface="JetBrains Mono"/>
                <a:cs typeface="JetBrains Mono"/>
              </a:defRPr>
            </a:lvl2pPr>
            <a:lvl3pPr algn="l">
              <a:defRPr sz="1366" b="0" i="0" kern="0" spc="0">
                <a:solidFill>
                  <a:srgbClr val="0A2540"/>
                </a:solidFill>
                <a:latin typeface="JetBrains Mono"/>
                <a:ea typeface="JetBrains Mono"/>
                <a:cs typeface="JetBrains Mono"/>
              </a:defRPr>
            </a:lvl3pPr>
            <a:lvl4pPr algn="l">
              <a:defRPr sz="1366" b="0" i="0" kern="0" spc="0">
                <a:solidFill>
                  <a:srgbClr val="0A2540"/>
                </a:solidFill>
                <a:latin typeface="JetBrains Mono"/>
                <a:ea typeface="JetBrains Mono"/>
                <a:cs typeface="JetBrains Mono"/>
              </a:defRPr>
            </a:lvl4pPr>
            <a:lvl5pPr algn="l">
              <a:defRPr sz="1366" b="0" i="0" kern="0" spc="0">
                <a:solidFill>
                  <a:srgbClr val="0A2540"/>
                </a:solidFill>
                <a:latin typeface="JetBrains Mono"/>
                <a:ea typeface="JetBrains Mono"/>
                <a:cs typeface="JetBrains Mono"/>
              </a:defRPr>
            </a:lvl5pPr>
            <a:lvl6pPr algn="l">
              <a:defRPr sz="1366" b="0" i="0" kern="0" spc="0">
                <a:solidFill>
                  <a:srgbClr val="0A2540"/>
                </a:solidFill>
                <a:latin typeface="JetBrains Mono"/>
                <a:ea typeface="JetBrains Mono"/>
                <a:cs typeface="JetBrains Mono"/>
              </a:defRPr>
            </a:lvl6pPr>
            <a:lvl7pPr algn="l">
              <a:defRPr sz="1366" b="0" i="0" kern="0" spc="0">
                <a:solidFill>
                  <a:srgbClr val="0A2540"/>
                </a:solidFill>
                <a:latin typeface="JetBrains Mono"/>
                <a:ea typeface="JetBrains Mono"/>
                <a:cs typeface="JetBrains Mono"/>
              </a:defRPr>
            </a:lvl7pPr>
            <a:lvl8pPr algn="l">
              <a:defRPr sz="1366" b="0" i="0" kern="0" spc="0">
                <a:solidFill>
                  <a:srgbClr val="0A2540"/>
                </a:solidFill>
                <a:latin typeface="JetBrains Mono"/>
                <a:ea typeface="JetBrains Mono"/>
                <a:cs typeface="JetBrains Mono"/>
              </a:defRPr>
            </a:lvl8pPr>
            <a:lvl9pPr algn="l">
              <a:defRPr sz="1366" b="0" i="0" kern="0" spc="0">
                <a:solidFill>
                  <a:srgbClr val="0A2540"/>
                </a:solidFill>
                <a:latin typeface="JetBrains Mono"/>
                <a:ea typeface="JetBrains Mono"/>
                <a:cs typeface="JetBrains Mono"/>
              </a:defRPr>
            </a:lvl9pPr>
          </a:lstStyle>
          <a:p>
            <a:pPr algn="l">
              <a:lnSpc>
                <a:spcPct val="100000"/>
              </a:lnSpc>
              <a:buNone/>
              <a:defRPr sz="1366" b="0" i="0" kern="0" spc="0">
                <a:solidFill>
                  <a:srgbClr val="0A2540"/>
                </a:solidFill>
                <a:latin typeface="JetBrains Mono"/>
                <a:ea typeface="JetBrains Mono"/>
                <a:cs typeface="JetBrains Mono"/>
              </a:defRPr>
            </a:pPr>
            <a:r>
              <a:rPr sz="1366" b="0" i="0" kern="0" spc="0">
                <a:solidFill>
                  <a:srgbClr val="0A2540"/>
                </a:solidFill>
                <a:latin typeface="JetBrains Mono"/>
                <a:ea typeface="JetBrains Mono"/>
                <a:cs typeface="JetBrains Mono"/>
              </a:rPr>
              <a:t>0</a:t>
            </a:r>
          </a:p>
        </p:txBody>
      </p:sp>
      <p:sp>
        <p:nvSpPr>
          <p:cNvPr id="77" name="s3 text 32">
            <a:extLst>
              <a:ext uri="{FF2B5EF4-FFF2-40B4-BE49-F238E27FC236}">
                <a16:creationId xmlns:a16="http://schemas.microsoft.com/office/drawing/2014/main" id="{DE778DD9-4B49-48A0-A0FB-FBC867765403}"/>
              </a:ext>
            </a:extLst>
          </p:cNvPr>
          <p:cNvSpPr>
            <a:spLocks noGrp="1"/>
          </p:cNvSpPr>
          <p:nvPr/>
        </p:nvSpPr>
        <p:spPr>
          <a:xfrm>
            <a:off x="8757139" y="4431105"/>
            <a:ext cx="457981"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&lt; P</a:t>
            </a:r>
          </a:p>
        </p:txBody>
      </p:sp>
      <p:sp>
        <p:nvSpPr>
          <p:cNvPr id="78" name="s3 text 33">
            <a:extLst>
              <a:ext uri="{FF2B5EF4-FFF2-40B4-BE49-F238E27FC236}">
                <a16:creationId xmlns:a16="http://schemas.microsoft.com/office/drawing/2014/main" id="{6453E383-33D0-4103-9751-435E38D94CB5}"/>
              </a:ext>
            </a:extLst>
          </p:cNvPr>
          <p:cNvSpPr>
            <a:spLocks noGrp="1"/>
          </p:cNvSpPr>
          <p:nvPr/>
        </p:nvSpPr>
        <p:spPr>
          <a:xfrm>
            <a:off x="9128261" y="4515296"/>
            <a:ext cx="173488" cy="263297"/>
          </a:xfrm>
          <a:prstGeom prst="rect">
            <a:avLst/>
          </a:prstGeom>
          <a:noFill/>
          <a:ln w="0">
            <a:noFill/>
            <a:prstDash val="solid"/>
          </a:ln>
        </p:spPr>
        <p:txBody>
          <a:bodyPr wrap="none" lIns="0" tIns="0" rIns="0" bIns="0" anchor="t">
            <a:noAutofit/>
          </a:bodyPr>
          <a:lstStyle>
            <a:defPPr algn="l">
              <a:defRPr sz="1366" b="0" i="0" kern="0" spc="0">
                <a:solidFill>
                  <a:srgbClr val="0A2540"/>
                </a:solidFill>
                <a:latin typeface="JetBrains Mono"/>
                <a:ea typeface="JetBrains Mono"/>
                <a:cs typeface="JetBrains Mono"/>
              </a:defRPr>
            </a:defPPr>
            <a:lvl1pPr algn="l">
              <a:defRPr sz="1366" b="0" i="0" kern="0" spc="0">
                <a:solidFill>
                  <a:srgbClr val="0A2540"/>
                </a:solidFill>
                <a:latin typeface="JetBrains Mono"/>
                <a:ea typeface="JetBrains Mono"/>
                <a:cs typeface="JetBrains Mono"/>
              </a:defRPr>
            </a:lvl1pPr>
            <a:lvl2pPr algn="l">
              <a:defRPr sz="1366" b="0" i="0" kern="0" spc="0">
                <a:solidFill>
                  <a:srgbClr val="0A2540"/>
                </a:solidFill>
                <a:latin typeface="JetBrains Mono"/>
                <a:ea typeface="JetBrains Mono"/>
                <a:cs typeface="JetBrains Mono"/>
              </a:defRPr>
            </a:lvl2pPr>
            <a:lvl3pPr algn="l">
              <a:defRPr sz="1366" b="0" i="0" kern="0" spc="0">
                <a:solidFill>
                  <a:srgbClr val="0A2540"/>
                </a:solidFill>
                <a:latin typeface="JetBrains Mono"/>
                <a:ea typeface="JetBrains Mono"/>
                <a:cs typeface="JetBrains Mono"/>
              </a:defRPr>
            </a:lvl3pPr>
            <a:lvl4pPr algn="l">
              <a:defRPr sz="1366" b="0" i="0" kern="0" spc="0">
                <a:solidFill>
                  <a:srgbClr val="0A2540"/>
                </a:solidFill>
                <a:latin typeface="JetBrains Mono"/>
                <a:ea typeface="JetBrains Mono"/>
                <a:cs typeface="JetBrains Mono"/>
              </a:defRPr>
            </a:lvl4pPr>
            <a:lvl5pPr algn="l">
              <a:defRPr sz="1366" b="0" i="0" kern="0" spc="0">
                <a:solidFill>
                  <a:srgbClr val="0A2540"/>
                </a:solidFill>
                <a:latin typeface="JetBrains Mono"/>
                <a:ea typeface="JetBrains Mono"/>
                <a:cs typeface="JetBrains Mono"/>
              </a:defRPr>
            </a:lvl5pPr>
            <a:lvl6pPr algn="l">
              <a:defRPr sz="1366" b="0" i="0" kern="0" spc="0">
                <a:solidFill>
                  <a:srgbClr val="0A2540"/>
                </a:solidFill>
                <a:latin typeface="JetBrains Mono"/>
                <a:ea typeface="JetBrains Mono"/>
                <a:cs typeface="JetBrains Mono"/>
              </a:defRPr>
            </a:lvl6pPr>
            <a:lvl7pPr algn="l">
              <a:defRPr sz="1366" b="0" i="0" kern="0" spc="0">
                <a:solidFill>
                  <a:srgbClr val="0A2540"/>
                </a:solidFill>
                <a:latin typeface="JetBrains Mono"/>
                <a:ea typeface="JetBrains Mono"/>
                <a:cs typeface="JetBrains Mono"/>
              </a:defRPr>
            </a:lvl7pPr>
            <a:lvl8pPr algn="l">
              <a:defRPr sz="1366" b="0" i="0" kern="0" spc="0">
                <a:solidFill>
                  <a:srgbClr val="0A2540"/>
                </a:solidFill>
                <a:latin typeface="JetBrains Mono"/>
                <a:ea typeface="JetBrains Mono"/>
                <a:cs typeface="JetBrains Mono"/>
              </a:defRPr>
            </a:lvl8pPr>
            <a:lvl9pPr algn="l">
              <a:defRPr sz="1366" b="0" i="0" kern="0" spc="0">
                <a:solidFill>
                  <a:srgbClr val="0A2540"/>
                </a:solidFill>
                <a:latin typeface="JetBrains Mono"/>
                <a:ea typeface="JetBrains Mono"/>
                <a:cs typeface="JetBrains Mono"/>
              </a:defRPr>
            </a:lvl9pPr>
          </a:lstStyle>
          <a:p>
            <a:pPr algn="l">
              <a:lnSpc>
                <a:spcPct val="100000"/>
              </a:lnSpc>
              <a:buNone/>
              <a:defRPr sz="1366" b="0" i="0" kern="0" spc="0">
                <a:solidFill>
                  <a:srgbClr val="0A2540"/>
                </a:solidFill>
                <a:latin typeface="JetBrains Mono"/>
                <a:ea typeface="JetBrains Mono"/>
                <a:cs typeface="JetBrains Mono"/>
              </a:defRPr>
            </a:pPr>
            <a:r>
              <a:rPr sz="1366" b="0" i="0" kern="0" spc="0">
                <a:solidFill>
                  <a:srgbClr val="0A2540"/>
                </a:solidFill>
                <a:latin typeface="JetBrains Mono"/>
                <a:ea typeface="JetBrains Mono"/>
                <a:cs typeface="JetBrains Mono"/>
              </a:rPr>
              <a:t>w</a:t>
            </a:r>
          </a:p>
        </p:txBody>
      </p:sp>
      <p:sp>
        <p:nvSpPr>
          <p:cNvPr id="79" name="s3 text 35">
            <a:extLst>
              <a:ext uri="{FF2B5EF4-FFF2-40B4-BE49-F238E27FC236}">
                <a16:creationId xmlns:a16="http://schemas.microsoft.com/office/drawing/2014/main" id="{1C48ADE2-A78B-47FF-B13A-82D65F5099D6}"/>
              </a:ext>
            </a:extLst>
          </p:cNvPr>
          <p:cNvSpPr>
            <a:spLocks noGrp="1"/>
          </p:cNvSpPr>
          <p:nvPr/>
        </p:nvSpPr>
        <p:spPr>
          <a:xfrm>
            <a:off x="9292317" y="4439336"/>
            <a:ext cx="310039" cy="292851"/>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Arial"/>
                <a:ea typeface="Arial"/>
                <a:cs typeface="Arial"/>
              </a:defRPr>
            </a:defPPr>
            <a:lvl1pPr algn="l">
              <a:defRPr sz="1744" b="0" i="0" kern="0" spc="0">
                <a:solidFill>
                  <a:srgbClr val="0A2540"/>
                </a:solidFill>
                <a:latin typeface="Arial"/>
                <a:ea typeface="Arial"/>
                <a:cs typeface="Arial"/>
              </a:defRPr>
            </a:lvl1pPr>
            <a:lvl2pPr algn="l">
              <a:defRPr sz="1744" b="0" i="0" kern="0" spc="0">
                <a:solidFill>
                  <a:srgbClr val="0A2540"/>
                </a:solidFill>
                <a:latin typeface="Arial"/>
                <a:ea typeface="Arial"/>
                <a:cs typeface="Arial"/>
              </a:defRPr>
            </a:lvl2pPr>
            <a:lvl3pPr algn="l">
              <a:defRPr sz="1744" b="0" i="0" kern="0" spc="0">
                <a:solidFill>
                  <a:srgbClr val="0A2540"/>
                </a:solidFill>
                <a:latin typeface="Arial"/>
                <a:ea typeface="Arial"/>
                <a:cs typeface="Arial"/>
              </a:defRPr>
            </a:lvl3pPr>
            <a:lvl4pPr algn="l">
              <a:defRPr sz="1744" b="0" i="0" kern="0" spc="0">
                <a:solidFill>
                  <a:srgbClr val="0A2540"/>
                </a:solidFill>
                <a:latin typeface="Arial"/>
                <a:ea typeface="Arial"/>
                <a:cs typeface="Arial"/>
              </a:defRPr>
            </a:lvl4pPr>
            <a:lvl5pPr algn="l">
              <a:defRPr sz="1744" b="0" i="0" kern="0" spc="0">
                <a:solidFill>
                  <a:srgbClr val="0A2540"/>
                </a:solidFill>
                <a:latin typeface="Arial"/>
                <a:ea typeface="Arial"/>
                <a:cs typeface="Arial"/>
              </a:defRPr>
            </a:lvl5pPr>
            <a:lvl6pPr algn="l">
              <a:defRPr sz="1744" b="0" i="0" kern="0" spc="0">
                <a:solidFill>
                  <a:srgbClr val="0A2540"/>
                </a:solidFill>
                <a:latin typeface="Arial"/>
                <a:ea typeface="Arial"/>
                <a:cs typeface="Arial"/>
              </a:defRPr>
            </a:lvl6pPr>
            <a:lvl7pPr algn="l">
              <a:defRPr sz="1744" b="0" i="0" kern="0" spc="0">
                <a:solidFill>
                  <a:srgbClr val="0A2540"/>
                </a:solidFill>
                <a:latin typeface="Arial"/>
                <a:ea typeface="Arial"/>
                <a:cs typeface="Arial"/>
              </a:defRPr>
            </a:lvl7pPr>
            <a:lvl8pPr algn="l">
              <a:defRPr sz="1744" b="0" i="0" kern="0" spc="0">
                <a:solidFill>
                  <a:srgbClr val="0A2540"/>
                </a:solidFill>
                <a:latin typeface="Arial"/>
                <a:ea typeface="Arial"/>
                <a:cs typeface="Arial"/>
              </a:defRPr>
            </a:lvl8pPr>
            <a:lvl9pPr algn="l">
              <a:defRPr sz="1744" b="0" i="0" kern="0" spc="0">
                <a:solidFill>
                  <a:srgbClr val="0A2540"/>
                </a:solidFill>
                <a:latin typeface="Arial"/>
                <a:ea typeface="Arial"/>
                <a:cs typeface="Arial"/>
              </a:defRPr>
            </a:lvl9pPr>
          </a:lstStyle>
          <a:p>
            <a:pPr algn="l">
              <a:lnSpc>
                <a:spcPct val="100000"/>
              </a:lnSpc>
              <a:buNone/>
              <a:defRPr sz="1744" b="0" i="0" kern="0" spc="0">
                <a:solidFill>
                  <a:srgbClr val="0A2540"/>
                </a:solidFill>
                <a:latin typeface="Arial"/>
                <a:ea typeface="Arial"/>
                <a:cs typeface="Arial"/>
              </a:defRPr>
            </a:pPr>
            <a:r>
              <a:rPr sz="1744" b="0" i="0" kern="0" spc="0">
                <a:solidFill>
                  <a:srgbClr val="0A2540"/>
                </a:solidFill>
                <a:latin typeface="Arial"/>
                <a:ea typeface="Arial"/>
                <a:cs typeface="Arial"/>
              </a:rPr>
              <a:t>→</a:t>
            </a:r>
          </a:p>
        </p:txBody>
      </p:sp>
      <p:sp>
        <p:nvSpPr>
          <p:cNvPr id="80" name="s3 text 36">
            <a:extLst>
              <a:ext uri="{FF2B5EF4-FFF2-40B4-BE49-F238E27FC236}">
                <a16:creationId xmlns:a16="http://schemas.microsoft.com/office/drawing/2014/main" id="{808DB499-73A6-4896-A127-FCF2CDED456C}"/>
              </a:ext>
            </a:extLst>
          </p:cNvPr>
          <p:cNvSpPr>
            <a:spLocks noGrp="1"/>
          </p:cNvSpPr>
          <p:nvPr/>
        </p:nvSpPr>
        <p:spPr>
          <a:xfrm>
            <a:off x="9573772" y="4428902"/>
            <a:ext cx="214693" cy="308146"/>
          </a:xfrm>
          <a:prstGeom prst="rect">
            <a:avLst/>
          </a:prstGeom>
          <a:noFill/>
          <a:ln w="0">
            <a:noFill/>
            <a:prstDash val="solid"/>
          </a:ln>
        </p:spPr>
        <p:txBody>
          <a:bodyPr wrap="none" lIns="0" tIns="0" rIns="0" bIns="0" anchor="t">
            <a:noAutofit/>
          </a:bodyPr>
          <a:lstStyle>
            <a:defPPr algn="l">
              <a:defRPr sz="1744" b="0" i="0" kern="0" spc="-18">
                <a:solidFill>
                  <a:srgbClr val="0A2540"/>
                </a:solidFill>
                <a:latin typeface="Inter"/>
                <a:ea typeface="Inter"/>
                <a:cs typeface="Inter"/>
              </a:defRPr>
            </a:defPPr>
            <a:lvl1pPr algn="l">
              <a:defRPr sz="1744" b="0" i="0" kern="0" spc="-18">
                <a:solidFill>
                  <a:srgbClr val="0A2540"/>
                </a:solidFill>
                <a:latin typeface="Inter"/>
                <a:ea typeface="Inter"/>
                <a:cs typeface="Inter"/>
              </a:defRPr>
            </a:lvl1pPr>
            <a:lvl2pPr algn="l">
              <a:defRPr sz="1744" b="0" i="0" kern="0" spc="-18">
                <a:solidFill>
                  <a:srgbClr val="0A2540"/>
                </a:solidFill>
                <a:latin typeface="Inter"/>
                <a:ea typeface="Inter"/>
                <a:cs typeface="Inter"/>
              </a:defRPr>
            </a:lvl2pPr>
            <a:lvl3pPr algn="l">
              <a:defRPr sz="1744" b="0" i="0" kern="0" spc="-18">
                <a:solidFill>
                  <a:srgbClr val="0A2540"/>
                </a:solidFill>
                <a:latin typeface="Inter"/>
                <a:ea typeface="Inter"/>
                <a:cs typeface="Inter"/>
              </a:defRPr>
            </a:lvl3pPr>
            <a:lvl4pPr algn="l">
              <a:defRPr sz="1744" b="0" i="0" kern="0" spc="-18">
                <a:solidFill>
                  <a:srgbClr val="0A2540"/>
                </a:solidFill>
                <a:latin typeface="Inter"/>
                <a:ea typeface="Inter"/>
                <a:cs typeface="Inter"/>
              </a:defRPr>
            </a:lvl4pPr>
            <a:lvl5pPr algn="l">
              <a:defRPr sz="1744" b="0" i="0" kern="0" spc="-18">
                <a:solidFill>
                  <a:srgbClr val="0A2540"/>
                </a:solidFill>
                <a:latin typeface="Inter"/>
                <a:ea typeface="Inter"/>
                <a:cs typeface="Inter"/>
              </a:defRPr>
            </a:lvl5pPr>
            <a:lvl6pPr algn="l">
              <a:defRPr sz="1744" b="0" i="0" kern="0" spc="-18">
                <a:solidFill>
                  <a:srgbClr val="0A2540"/>
                </a:solidFill>
                <a:latin typeface="Inter"/>
                <a:ea typeface="Inter"/>
                <a:cs typeface="Inter"/>
              </a:defRPr>
            </a:lvl6pPr>
            <a:lvl7pPr algn="l">
              <a:defRPr sz="1744" b="0" i="0" kern="0" spc="-18">
                <a:solidFill>
                  <a:srgbClr val="0A2540"/>
                </a:solidFill>
                <a:latin typeface="Inter"/>
                <a:ea typeface="Inter"/>
                <a:cs typeface="Inter"/>
              </a:defRPr>
            </a:lvl7pPr>
            <a:lvl8pPr algn="l">
              <a:defRPr sz="1744" b="0" i="0" kern="0" spc="-18">
                <a:solidFill>
                  <a:srgbClr val="0A2540"/>
                </a:solidFill>
                <a:latin typeface="Inter"/>
                <a:ea typeface="Inter"/>
                <a:cs typeface="Inter"/>
              </a:defRPr>
            </a:lvl8pPr>
            <a:lvl9pPr algn="l">
              <a:defRPr sz="1744" b="0" i="0" kern="0" spc="-18">
                <a:solidFill>
                  <a:srgbClr val="0A2540"/>
                </a:solidFill>
                <a:latin typeface="Inter"/>
                <a:ea typeface="Inter"/>
                <a:cs typeface="Inter"/>
              </a:defRPr>
            </a:lvl9pPr>
          </a:lstStyle>
          <a:p>
            <a:pPr algn="l">
              <a:lnSpc>
                <a:spcPct val="100000"/>
              </a:lnSpc>
              <a:buNone/>
              <a:defRPr sz="1744" b="0" i="0" kern="0" spc="-18">
                <a:solidFill>
                  <a:srgbClr val="0A2540"/>
                </a:solidFill>
                <a:latin typeface="Inter"/>
                <a:ea typeface="Inter"/>
                <a:cs typeface="Inter"/>
              </a:defRPr>
            </a:pPr>
            <a:r>
              <a:rPr sz="1744" b="0" i="0" kern="0" spc="-18">
                <a:solidFill>
                  <a:srgbClr val="0A2540"/>
                </a:solidFill>
                <a:latin typeface="Inter"/>
                <a:ea typeface="Inter"/>
                <a:cs typeface="Inter"/>
              </a:rPr>
              <a:t>it</a:t>
            </a:r>
          </a:p>
        </p:txBody>
      </p:sp>
      <p:sp>
        <p:nvSpPr>
          <p:cNvPr id="81" name="s3 text 37">
            <a:extLst>
              <a:ext uri="{FF2B5EF4-FFF2-40B4-BE49-F238E27FC236}">
                <a16:creationId xmlns:a16="http://schemas.microsoft.com/office/drawing/2014/main" id="{31D7EA17-86FF-46CF-B2EE-FF56E2F30E82}"/>
              </a:ext>
            </a:extLst>
          </p:cNvPr>
          <p:cNvSpPr>
            <a:spLocks noGrp="1"/>
          </p:cNvSpPr>
          <p:nvPr/>
        </p:nvSpPr>
        <p:spPr>
          <a:xfrm>
            <a:off x="9758809" y="4428902"/>
            <a:ext cx="917924" cy="308146"/>
          </a:xfrm>
          <a:prstGeom prst="rect">
            <a:avLst/>
          </a:prstGeom>
          <a:noFill/>
          <a:ln w="0">
            <a:noFill/>
            <a:prstDash val="solid"/>
          </a:ln>
        </p:spPr>
        <p:txBody>
          <a:bodyPr wrap="none" lIns="0" tIns="0" rIns="0" bIns="0" anchor="t">
            <a:noAutofit/>
          </a:bodyPr>
          <a:lstStyle>
            <a:defPPr algn="l">
              <a:defRPr sz="1744" b="1" i="0" kern="0" spc="-9">
                <a:solidFill>
                  <a:srgbClr val="0A2540"/>
                </a:solidFill>
                <a:latin typeface="Inter"/>
                <a:ea typeface="Inter"/>
                <a:cs typeface="Inter"/>
              </a:defRPr>
            </a:defPPr>
            <a:lvl1pPr algn="l">
              <a:defRPr sz="1744" b="1" i="0" kern="0" spc="-9">
                <a:solidFill>
                  <a:srgbClr val="0A2540"/>
                </a:solidFill>
                <a:latin typeface="Inter"/>
                <a:ea typeface="Inter"/>
                <a:cs typeface="Inter"/>
              </a:defRPr>
            </a:lvl1pPr>
            <a:lvl2pPr algn="l">
              <a:defRPr sz="1744" b="1" i="0" kern="0" spc="-9">
                <a:solidFill>
                  <a:srgbClr val="0A2540"/>
                </a:solidFill>
                <a:latin typeface="Inter"/>
                <a:ea typeface="Inter"/>
                <a:cs typeface="Inter"/>
              </a:defRPr>
            </a:lvl2pPr>
            <a:lvl3pPr algn="l">
              <a:defRPr sz="1744" b="1" i="0" kern="0" spc="-9">
                <a:solidFill>
                  <a:srgbClr val="0A2540"/>
                </a:solidFill>
                <a:latin typeface="Inter"/>
                <a:ea typeface="Inter"/>
                <a:cs typeface="Inter"/>
              </a:defRPr>
            </a:lvl3pPr>
            <a:lvl4pPr algn="l">
              <a:defRPr sz="1744" b="1" i="0" kern="0" spc="-9">
                <a:solidFill>
                  <a:srgbClr val="0A2540"/>
                </a:solidFill>
                <a:latin typeface="Inter"/>
                <a:ea typeface="Inter"/>
                <a:cs typeface="Inter"/>
              </a:defRPr>
            </a:lvl4pPr>
            <a:lvl5pPr algn="l">
              <a:defRPr sz="1744" b="1" i="0" kern="0" spc="-9">
                <a:solidFill>
                  <a:srgbClr val="0A2540"/>
                </a:solidFill>
                <a:latin typeface="Inter"/>
                <a:ea typeface="Inter"/>
                <a:cs typeface="Inter"/>
              </a:defRPr>
            </a:lvl5pPr>
            <a:lvl6pPr algn="l">
              <a:defRPr sz="1744" b="1" i="0" kern="0" spc="-9">
                <a:solidFill>
                  <a:srgbClr val="0A2540"/>
                </a:solidFill>
                <a:latin typeface="Inter"/>
                <a:ea typeface="Inter"/>
                <a:cs typeface="Inter"/>
              </a:defRPr>
            </a:lvl6pPr>
            <a:lvl7pPr algn="l">
              <a:defRPr sz="1744" b="1" i="0" kern="0" spc="-9">
                <a:solidFill>
                  <a:srgbClr val="0A2540"/>
                </a:solidFill>
                <a:latin typeface="Inter"/>
                <a:ea typeface="Inter"/>
                <a:cs typeface="Inter"/>
              </a:defRPr>
            </a:lvl7pPr>
            <a:lvl8pPr algn="l">
              <a:defRPr sz="1744" b="1" i="0" kern="0" spc="-9">
                <a:solidFill>
                  <a:srgbClr val="0A2540"/>
                </a:solidFill>
                <a:latin typeface="Inter"/>
                <a:ea typeface="Inter"/>
                <a:cs typeface="Inter"/>
              </a:defRPr>
            </a:lvl8pPr>
            <a:lvl9pPr algn="l">
              <a:defRPr sz="1744" b="1" i="0" kern="0" spc="-9">
                <a:solidFill>
                  <a:srgbClr val="0A2540"/>
                </a:solidFill>
                <a:latin typeface="Inter"/>
                <a:ea typeface="Inter"/>
                <a:cs typeface="Inter"/>
              </a:defRPr>
            </a:lvl9pPr>
          </a:lstStyle>
          <a:p>
            <a:pPr algn="l">
              <a:lnSpc>
                <a:spcPct val="100000"/>
              </a:lnSpc>
              <a:buNone/>
              <a:defRPr sz="1744" b="1" i="0" kern="0" spc="-9">
                <a:solidFill>
                  <a:srgbClr val="0A2540"/>
                </a:solidFill>
                <a:latin typeface="Inter"/>
                <a:ea typeface="Inter"/>
                <a:cs typeface="Inter"/>
              </a:defRPr>
            </a:pPr>
            <a:r>
              <a:rPr sz="1744" b="1" i="0" kern="0" spc="-9">
                <a:solidFill>
                  <a:srgbClr val="0A2540"/>
                </a:solidFill>
                <a:latin typeface="Inter"/>
                <a:ea typeface="Inter"/>
                <a:cs typeface="Inter"/>
              </a:rPr>
              <a:t>exports</a:t>
            </a:r>
          </a:p>
        </p:txBody>
      </p:sp>
      <p:sp>
        <p:nvSpPr>
          <p:cNvPr id="82" name="s3 text 38">
            <a:extLst>
              <a:ext uri="{FF2B5EF4-FFF2-40B4-BE49-F238E27FC236}">
                <a16:creationId xmlns:a16="http://schemas.microsoft.com/office/drawing/2014/main" id="{F565D616-04F7-4AE5-8567-91C4E835C4CB}"/>
              </a:ext>
            </a:extLst>
          </p:cNvPr>
          <p:cNvSpPr>
            <a:spLocks noGrp="1"/>
          </p:cNvSpPr>
          <p:nvPr/>
        </p:nvSpPr>
        <p:spPr>
          <a:xfrm>
            <a:off x="10580117" y="4428902"/>
            <a:ext cx="152400" cy="308146"/>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Inter"/>
                <a:ea typeface="Inter"/>
                <a:cs typeface="Inter"/>
              </a:defRPr>
            </a:defPPr>
            <a:lvl1pPr algn="l">
              <a:defRPr sz="1744" b="0" i="0" kern="0" spc="0">
                <a:solidFill>
                  <a:srgbClr val="0A2540"/>
                </a:solidFill>
                <a:latin typeface="Inter"/>
                <a:ea typeface="Inter"/>
                <a:cs typeface="Inter"/>
              </a:defRPr>
            </a:lvl1pPr>
            <a:lvl2pPr algn="l">
              <a:defRPr sz="1744" b="0" i="0" kern="0" spc="0">
                <a:solidFill>
                  <a:srgbClr val="0A2540"/>
                </a:solidFill>
                <a:latin typeface="Inter"/>
                <a:ea typeface="Inter"/>
                <a:cs typeface="Inter"/>
              </a:defRPr>
            </a:lvl2pPr>
            <a:lvl3pPr algn="l">
              <a:defRPr sz="1744" b="0" i="0" kern="0" spc="0">
                <a:solidFill>
                  <a:srgbClr val="0A2540"/>
                </a:solidFill>
                <a:latin typeface="Inter"/>
                <a:ea typeface="Inter"/>
                <a:cs typeface="Inter"/>
              </a:defRPr>
            </a:lvl3pPr>
            <a:lvl4pPr algn="l">
              <a:defRPr sz="1744" b="0" i="0" kern="0" spc="0">
                <a:solidFill>
                  <a:srgbClr val="0A2540"/>
                </a:solidFill>
                <a:latin typeface="Inter"/>
                <a:ea typeface="Inter"/>
                <a:cs typeface="Inter"/>
              </a:defRPr>
            </a:lvl4pPr>
            <a:lvl5pPr algn="l">
              <a:defRPr sz="1744" b="0" i="0" kern="0" spc="0">
                <a:solidFill>
                  <a:srgbClr val="0A2540"/>
                </a:solidFill>
                <a:latin typeface="Inter"/>
                <a:ea typeface="Inter"/>
                <a:cs typeface="Inter"/>
              </a:defRPr>
            </a:lvl5pPr>
            <a:lvl6pPr algn="l">
              <a:defRPr sz="1744" b="0" i="0" kern="0" spc="0">
                <a:solidFill>
                  <a:srgbClr val="0A2540"/>
                </a:solidFill>
                <a:latin typeface="Inter"/>
                <a:ea typeface="Inter"/>
                <a:cs typeface="Inter"/>
              </a:defRPr>
            </a:lvl6pPr>
            <a:lvl7pPr algn="l">
              <a:defRPr sz="1744" b="0" i="0" kern="0" spc="0">
                <a:solidFill>
                  <a:srgbClr val="0A2540"/>
                </a:solidFill>
                <a:latin typeface="Inter"/>
                <a:ea typeface="Inter"/>
                <a:cs typeface="Inter"/>
              </a:defRPr>
            </a:lvl7pPr>
            <a:lvl8pPr algn="l">
              <a:defRPr sz="1744" b="0" i="0" kern="0" spc="0">
                <a:solidFill>
                  <a:srgbClr val="0A2540"/>
                </a:solidFill>
                <a:latin typeface="Inter"/>
                <a:ea typeface="Inter"/>
                <a:cs typeface="Inter"/>
              </a:defRPr>
            </a:lvl8pPr>
            <a:lvl9pPr algn="l">
              <a:defRPr sz="1744" b="0" i="0" kern="0" spc="0">
                <a:solidFill>
                  <a:srgbClr val="0A2540"/>
                </a:solidFill>
                <a:latin typeface="Inter"/>
                <a:ea typeface="Inter"/>
                <a:cs typeface="Inter"/>
              </a:defRPr>
            </a:lvl9pPr>
          </a:lstStyle>
          <a:p>
            <a:pPr algn="l">
              <a:lnSpc>
                <a:spcPct val="100000"/>
              </a:lnSpc>
              <a:buNone/>
              <a:defRPr sz="1744" b="0" i="0" kern="0" spc="0">
                <a:solidFill>
                  <a:srgbClr val="0A2540"/>
                </a:solidFill>
                <a:latin typeface="Inter"/>
                <a:ea typeface="Inter"/>
                <a:cs typeface="Inter"/>
              </a:defRPr>
            </a:pPr>
            <a:r>
              <a:rPr sz="1744" b="0" i="0" kern="0" spc="0">
                <a:solidFill>
                  <a:srgbClr val="0A2540"/>
                </a:solidFill>
                <a:latin typeface="Inter"/>
                <a:ea typeface="Inter"/>
                <a:cs typeface="Inter"/>
              </a:rPr>
              <a:t>.</a:t>
            </a:r>
          </a:p>
        </p:txBody>
      </p:sp>
      <p:sp>
        <p:nvSpPr>
          <p:cNvPr id="83" name="s3 text 39">
            <a:extLst>
              <a:ext uri="{FF2B5EF4-FFF2-40B4-BE49-F238E27FC236}">
                <a16:creationId xmlns:a16="http://schemas.microsoft.com/office/drawing/2014/main" id="{158224EE-60DA-411A-A5FF-9D58AE006BEA}"/>
              </a:ext>
            </a:extLst>
          </p:cNvPr>
          <p:cNvSpPr>
            <a:spLocks noGrp="1"/>
          </p:cNvSpPr>
          <p:nvPr/>
        </p:nvSpPr>
        <p:spPr>
          <a:xfrm>
            <a:off x="8421030" y="4960763"/>
            <a:ext cx="207169" cy="314482"/>
          </a:xfrm>
          <a:prstGeom prst="rect">
            <a:avLst/>
          </a:prstGeom>
          <a:noFill/>
          <a:ln w="0">
            <a:noFill/>
            <a:prstDash val="solid"/>
          </a:ln>
        </p:spPr>
        <p:txBody>
          <a:bodyPr wrap="none" lIns="0" tIns="0" rIns="0" bIns="0" anchor="t">
            <a:noAutofit/>
          </a:bodyPr>
          <a:lstStyle>
            <a:defPPr algn="l">
              <a:defRPr sz="1631" b="0" i="0" kern="0" spc="0">
                <a:solidFill>
                  <a:srgbClr val="0A2540"/>
                </a:solidFill>
                <a:latin typeface="JetBrains Mono"/>
                <a:ea typeface="JetBrains Mono"/>
                <a:cs typeface="JetBrains Mono"/>
              </a:defRPr>
            </a:defPPr>
            <a:lvl1pPr algn="l">
              <a:defRPr sz="1631" b="0" i="0" kern="0" spc="0">
                <a:solidFill>
                  <a:srgbClr val="0A2540"/>
                </a:solidFill>
                <a:latin typeface="JetBrains Mono"/>
                <a:ea typeface="JetBrains Mono"/>
                <a:cs typeface="JetBrains Mono"/>
              </a:defRPr>
            </a:lvl1pPr>
            <a:lvl2pPr algn="l">
              <a:defRPr sz="1631" b="0" i="0" kern="0" spc="0">
                <a:solidFill>
                  <a:srgbClr val="0A2540"/>
                </a:solidFill>
                <a:latin typeface="JetBrains Mono"/>
                <a:ea typeface="JetBrains Mono"/>
                <a:cs typeface="JetBrains Mono"/>
              </a:defRPr>
            </a:lvl2pPr>
            <a:lvl3pPr algn="l">
              <a:defRPr sz="1631" b="0" i="0" kern="0" spc="0">
                <a:solidFill>
                  <a:srgbClr val="0A2540"/>
                </a:solidFill>
                <a:latin typeface="JetBrains Mono"/>
                <a:ea typeface="JetBrains Mono"/>
                <a:cs typeface="JetBrains Mono"/>
              </a:defRPr>
            </a:lvl3pPr>
            <a:lvl4pPr algn="l">
              <a:defRPr sz="1631" b="0" i="0" kern="0" spc="0">
                <a:solidFill>
                  <a:srgbClr val="0A2540"/>
                </a:solidFill>
                <a:latin typeface="JetBrains Mono"/>
                <a:ea typeface="JetBrains Mono"/>
                <a:cs typeface="JetBrains Mono"/>
              </a:defRPr>
            </a:lvl4pPr>
            <a:lvl5pPr algn="l">
              <a:defRPr sz="1631" b="0" i="0" kern="0" spc="0">
                <a:solidFill>
                  <a:srgbClr val="0A2540"/>
                </a:solidFill>
                <a:latin typeface="JetBrains Mono"/>
                <a:ea typeface="JetBrains Mono"/>
                <a:cs typeface="JetBrains Mono"/>
              </a:defRPr>
            </a:lvl5pPr>
            <a:lvl6pPr algn="l">
              <a:defRPr sz="1631" b="0" i="0" kern="0" spc="0">
                <a:solidFill>
                  <a:srgbClr val="0A2540"/>
                </a:solidFill>
                <a:latin typeface="JetBrains Mono"/>
                <a:ea typeface="JetBrains Mono"/>
                <a:cs typeface="JetBrains Mono"/>
              </a:defRPr>
            </a:lvl6pPr>
            <a:lvl7pPr algn="l">
              <a:defRPr sz="1631" b="0" i="0" kern="0" spc="0">
                <a:solidFill>
                  <a:srgbClr val="0A2540"/>
                </a:solidFill>
                <a:latin typeface="JetBrains Mono"/>
                <a:ea typeface="JetBrains Mono"/>
                <a:cs typeface="JetBrains Mono"/>
              </a:defRPr>
            </a:lvl7pPr>
            <a:lvl8pPr algn="l">
              <a:defRPr sz="1631" b="0" i="0" kern="0" spc="0">
                <a:solidFill>
                  <a:srgbClr val="0A2540"/>
                </a:solidFill>
                <a:latin typeface="JetBrains Mono"/>
                <a:ea typeface="JetBrains Mono"/>
                <a:cs typeface="JetBrains Mono"/>
              </a:defRPr>
            </a:lvl8pPr>
            <a:lvl9pPr algn="l">
              <a:defRPr sz="1631" b="0" i="0" kern="0" spc="0">
                <a:solidFill>
                  <a:srgbClr val="0A2540"/>
                </a:solidFill>
                <a:latin typeface="JetBrains Mono"/>
                <a:ea typeface="JetBrains Mono"/>
                <a:cs typeface="JetBrains Mono"/>
              </a:defRPr>
            </a:lvl9pPr>
          </a:lstStyle>
          <a:p>
            <a:pPr algn="l">
              <a:lnSpc>
                <a:spcPct val="100000"/>
              </a:lnSpc>
              <a:buNone/>
              <a:defRPr sz="1631" b="0" i="0" kern="0" spc="0">
                <a:solidFill>
                  <a:srgbClr val="0A2540"/>
                </a:solidFill>
                <a:latin typeface="JetBrains Mono"/>
                <a:ea typeface="JetBrains Mono"/>
                <a:cs typeface="JetBrains Mono"/>
              </a:defRPr>
            </a:pPr>
            <a:r>
              <a:rPr sz="1631" b="0" i="0" kern="0" spc="0">
                <a:solidFill>
                  <a:srgbClr val="0A2540"/>
                </a:solidFill>
                <a:latin typeface="JetBrains Mono"/>
                <a:ea typeface="JetBrains Mono"/>
                <a:cs typeface="JetBrains Mono"/>
              </a:rPr>
              <a:t>Q</a:t>
            </a:r>
          </a:p>
        </p:txBody>
      </p:sp>
      <p:sp>
        <p:nvSpPr>
          <p:cNvPr id="84" name="s3 text 40">
            <a:extLst>
              <a:ext uri="{FF2B5EF4-FFF2-40B4-BE49-F238E27FC236}">
                <a16:creationId xmlns:a16="http://schemas.microsoft.com/office/drawing/2014/main" id="{6C614425-9D11-4963-A845-457A812CA84B}"/>
              </a:ext>
            </a:extLst>
          </p:cNvPr>
          <p:cNvSpPr>
            <a:spLocks noGrp="1"/>
          </p:cNvSpPr>
          <p:nvPr/>
        </p:nvSpPr>
        <p:spPr>
          <a:xfrm>
            <a:off x="8544260" y="5044585"/>
            <a:ext cx="690353" cy="261996"/>
          </a:xfrm>
          <a:prstGeom prst="rect">
            <a:avLst/>
          </a:prstGeom>
          <a:noFill/>
          <a:ln w="0">
            <a:noFill/>
            <a:prstDash val="solid"/>
          </a:ln>
        </p:spPr>
        <p:txBody>
          <a:bodyPr wrap="none" lIns="0" tIns="0" rIns="0" bIns="0" anchor="t">
            <a:noAutofit/>
          </a:bodyPr>
          <a:lstStyle>
            <a:defPPr algn="l">
              <a:defRPr sz="1359" b="0" i="0" kern="0" spc="-9">
                <a:solidFill>
                  <a:srgbClr val="0A2540"/>
                </a:solidFill>
                <a:latin typeface="JetBrains Mono"/>
                <a:ea typeface="JetBrains Mono"/>
                <a:cs typeface="JetBrains Mono"/>
              </a:defRPr>
            </a:defPPr>
            <a:lvl1pPr algn="l">
              <a:defRPr sz="1359" b="0" i="0" kern="0" spc="-9">
                <a:solidFill>
                  <a:srgbClr val="0A2540"/>
                </a:solidFill>
                <a:latin typeface="JetBrains Mono"/>
                <a:ea typeface="JetBrains Mono"/>
                <a:cs typeface="JetBrains Mono"/>
              </a:defRPr>
            </a:lvl1pPr>
            <a:lvl2pPr algn="l">
              <a:defRPr sz="1359" b="0" i="0" kern="0" spc="-9">
                <a:solidFill>
                  <a:srgbClr val="0A2540"/>
                </a:solidFill>
                <a:latin typeface="JetBrains Mono"/>
                <a:ea typeface="JetBrains Mono"/>
                <a:cs typeface="JetBrains Mono"/>
              </a:defRPr>
            </a:lvl2pPr>
            <a:lvl3pPr algn="l">
              <a:defRPr sz="1359" b="0" i="0" kern="0" spc="-9">
                <a:solidFill>
                  <a:srgbClr val="0A2540"/>
                </a:solidFill>
                <a:latin typeface="JetBrains Mono"/>
                <a:ea typeface="JetBrains Mono"/>
                <a:cs typeface="JetBrains Mono"/>
              </a:defRPr>
            </a:lvl3pPr>
            <a:lvl4pPr algn="l">
              <a:defRPr sz="1359" b="0" i="0" kern="0" spc="-9">
                <a:solidFill>
                  <a:srgbClr val="0A2540"/>
                </a:solidFill>
                <a:latin typeface="JetBrains Mono"/>
                <a:ea typeface="JetBrains Mono"/>
                <a:cs typeface="JetBrains Mono"/>
              </a:defRPr>
            </a:lvl4pPr>
            <a:lvl5pPr algn="l">
              <a:defRPr sz="1359" b="0" i="0" kern="0" spc="-9">
                <a:solidFill>
                  <a:srgbClr val="0A2540"/>
                </a:solidFill>
                <a:latin typeface="JetBrains Mono"/>
                <a:ea typeface="JetBrains Mono"/>
                <a:cs typeface="JetBrains Mono"/>
              </a:defRPr>
            </a:lvl5pPr>
            <a:lvl6pPr algn="l">
              <a:defRPr sz="1359" b="0" i="0" kern="0" spc="-9">
                <a:solidFill>
                  <a:srgbClr val="0A2540"/>
                </a:solidFill>
                <a:latin typeface="JetBrains Mono"/>
                <a:ea typeface="JetBrains Mono"/>
                <a:cs typeface="JetBrains Mono"/>
              </a:defRPr>
            </a:lvl6pPr>
            <a:lvl7pPr algn="l">
              <a:defRPr sz="1359" b="0" i="0" kern="0" spc="-9">
                <a:solidFill>
                  <a:srgbClr val="0A2540"/>
                </a:solidFill>
                <a:latin typeface="JetBrains Mono"/>
                <a:ea typeface="JetBrains Mono"/>
                <a:cs typeface="JetBrains Mono"/>
              </a:defRPr>
            </a:lvl7pPr>
            <a:lvl8pPr algn="l">
              <a:defRPr sz="1359" b="0" i="0" kern="0" spc="-9">
                <a:solidFill>
                  <a:srgbClr val="0A2540"/>
                </a:solidFill>
                <a:latin typeface="JetBrains Mono"/>
                <a:ea typeface="JetBrains Mono"/>
                <a:cs typeface="JetBrains Mono"/>
              </a:defRPr>
            </a:lvl8pPr>
            <a:lvl9pPr algn="l">
              <a:defRPr sz="1359" b="0" i="0" kern="0" spc="-9">
                <a:solidFill>
                  <a:srgbClr val="0A2540"/>
                </a:solidFill>
                <a:latin typeface="JetBrains Mono"/>
                <a:ea typeface="JetBrains Mono"/>
                <a:cs typeface="JetBrains Mono"/>
              </a:defRPr>
            </a:lvl9pPr>
          </a:lstStyle>
          <a:p>
            <a:pPr algn="l">
              <a:lnSpc>
                <a:spcPct val="100000"/>
              </a:lnSpc>
              <a:buNone/>
              <a:defRPr sz="1359" b="0" i="0" kern="0" spc="-9">
                <a:solidFill>
                  <a:srgbClr val="0A2540"/>
                </a:solidFill>
                <a:latin typeface="JetBrains Mono"/>
                <a:ea typeface="JetBrains Mono"/>
                <a:cs typeface="JetBrains Mono"/>
              </a:defRPr>
            </a:pPr>
            <a:r>
              <a:rPr sz="1359" b="0" i="0" kern="0" spc="-9">
                <a:solidFill>
                  <a:srgbClr val="0A2540"/>
                </a:solidFill>
                <a:latin typeface="JetBrains Mono"/>
                <a:ea typeface="JetBrains Mono"/>
                <a:cs typeface="JetBrains Mono"/>
              </a:rPr>
              <a:t>import</a:t>
            </a:r>
          </a:p>
        </p:txBody>
      </p:sp>
      <p:sp>
        <p:nvSpPr>
          <p:cNvPr id="85" name="s3 text 41">
            <a:extLst>
              <a:ext uri="{FF2B5EF4-FFF2-40B4-BE49-F238E27FC236}">
                <a16:creationId xmlns:a16="http://schemas.microsoft.com/office/drawing/2014/main" id="{767A1829-DCB1-47A0-92A6-A09B21600C23}"/>
              </a:ext>
            </a:extLst>
          </p:cNvPr>
          <p:cNvSpPr>
            <a:spLocks noGrp="1"/>
          </p:cNvSpPr>
          <p:nvPr/>
        </p:nvSpPr>
        <p:spPr>
          <a:xfrm>
            <a:off x="9281892" y="4960763"/>
            <a:ext cx="455771" cy="314482"/>
          </a:xfrm>
          <a:prstGeom prst="rect">
            <a:avLst/>
          </a:prstGeom>
          <a:noFill/>
          <a:ln w="0">
            <a:noFill/>
            <a:prstDash val="solid"/>
          </a:ln>
        </p:spPr>
        <p:txBody>
          <a:bodyPr wrap="none" lIns="0" tIns="0" rIns="0" bIns="0" anchor="t">
            <a:noAutofit/>
          </a:bodyPr>
          <a:lstStyle>
            <a:defPPr algn="l">
              <a:defRPr sz="1631" b="0" i="0" kern="0" spc="-9">
                <a:solidFill>
                  <a:srgbClr val="0A2540"/>
                </a:solidFill>
                <a:latin typeface="JetBrains Mono"/>
                <a:ea typeface="JetBrains Mono"/>
                <a:cs typeface="JetBrains Mono"/>
              </a:defRPr>
            </a:defPPr>
            <a:lvl1pPr algn="l">
              <a:defRPr sz="1631" b="0" i="0" kern="0" spc="-9">
                <a:solidFill>
                  <a:srgbClr val="0A2540"/>
                </a:solidFill>
                <a:latin typeface="JetBrains Mono"/>
                <a:ea typeface="JetBrains Mono"/>
                <a:cs typeface="JetBrains Mono"/>
              </a:defRPr>
            </a:lvl1pPr>
            <a:lvl2pPr algn="l">
              <a:defRPr sz="1631" b="0" i="0" kern="0" spc="-9">
                <a:solidFill>
                  <a:srgbClr val="0A2540"/>
                </a:solidFill>
                <a:latin typeface="JetBrains Mono"/>
                <a:ea typeface="JetBrains Mono"/>
                <a:cs typeface="JetBrains Mono"/>
              </a:defRPr>
            </a:lvl2pPr>
            <a:lvl3pPr algn="l">
              <a:defRPr sz="1631" b="0" i="0" kern="0" spc="-9">
                <a:solidFill>
                  <a:srgbClr val="0A2540"/>
                </a:solidFill>
                <a:latin typeface="JetBrains Mono"/>
                <a:ea typeface="JetBrains Mono"/>
                <a:cs typeface="JetBrains Mono"/>
              </a:defRPr>
            </a:lvl3pPr>
            <a:lvl4pPr algn="l">
              <a:defRPr sz="1631" b="0" i="0" kern="0" spc="-9">
                <a:solidFill>
                  <a:srgbClr val="0A2540"/>
                </a:solidFill>
                <a:latin typeface="JetBrains Mono"/>
                <a:ea typeface="JetBrains Mono"/>
                <a:cs typeface="JetBrains Mono"/>
              </a:defRPr>
            </a:lvl4pPr>
            <a:lvl5pPr algn="l">
              <a:defRPr sz="1631" b="0" i="0" kern="0" spc="-9">
                <a:solidFill>
                  <a:srgbClr val="0A2540"/>
                </a:solidFill>
                <a:latin typeface="JetBrains Mono"/>
                <a:ea typeface="JetBrains Mono"/>
                <a:cs typeface="JetBrains Mono"/>
              </a:defRPr>
            </a:lvl5pPr>
            <a:lvl6pPr algn="l">
              <a:defRPr sz="1631" b="0" i="0" kern="0" spc="-9">
                <a:solidFill>
                  <a:srgbClr val="0A2540"/>
                </a:solidFill>
                <a:latin typeface="JetBrains Mono"/>
                <a:ea typeface="JetBrains Mono"/>
                <a:cs typeface="JetBrains Mono"/>
              </a:defRPr>
            </a:lvl6pPr>
            <a:lvl7pPr algn="l">
              <a:defRPr sz="1631" b="0" i="0" kern="0" spc="-9">
                <a:solidFill>
                  <a:srgbClr val="0A2540"/>
                </a:solidFill>
                <a:latin typeface="JetBrains Mono"/>
                <a:ea typeface="JetBrains Mono"/>
                <a:cs typeface="JetBrains Mono"/>
              </a:defRPr>
            </a:lvl7pPr>
            <a:lvl8pPr algn="l">
              <a:defRPr sz="1631" b="0" i="0" kern="0" spc="-9">
                <a:solidFill>
                  <a:srgbClr val="0A2540"/>
                </a:solidFill>
                <a:latin typeface="JetBrains Mono"/>
                <a:ea typeface="JetBrains Mono"/>
                <a:cs typeface="JetBrains Mono"/>
              </a:defRPr>
            </a:lvl8pPr>
            <a:lvl9pPr algn="l">
              <a:defRPr sz="1631" b="0" i="0" kern="0" spc="-9">
                <a:solidFill>
                  <a:srgbClr val="0A2540"/>
                </a:solidFill>
                <a:latin typeface="JetBrains Mono"/>
                <a:ea typeface="JetBrains Mono"/>
                <a:cs typeface="JetBrains Mono"/>
              </a:defRPr>
            </a:lvl9pPr>
          </a:lstStyle>
          <a:p>
            <a:pPr algn="l">
              <a:lnSpc>
                <a:spcPct val="100000"/>
              </a:lnSpc>
              <a:buNone/>
              <a:defRPr sz="1631" b="0" i="0" kern="0" spc="-9">
                <a:solidFill>
                  <a:srgbClr val="0A2540"/>
                </a:solidFill>
                <a:latin typeface="JetBrains Mono"/>
                <a:ea typeface="JetBrains Mono"/>
                <a:cs typeface="JetBrains Mono"/>
              </a:defRPr>
            </a:pPr>
            <a:r>
              <a:rPr sz="1631" b="0" i="0" kern="0" spc="-9">
                <a:solidFill>
                  <a:srgbClr val="0A2540"/>
                </a:solidFill>
                <a:latin typeface="JetBrains Mono"/>
                <a:ea typeface="JetBrains Mono"/>
                <a:cs typeface="JetBrains Mono"/>
              </a:rPr>
              <a:t>= Q</a:t>
            </a:r>
          </a:p>
        </p:txBody>
      </p:sp>
      <p:sp>
        <p:nvSpPr>
          <p:cNvPr id="86" name="s3 text 42">
            <a:extLst>
              <a:ext uri="{FF2B5EF4-FFF2-40B4-BE49-F238E27FC236}">
                <a16:creationId xmlns:a16="http://schemas.microsoft.com/office/drawing/2014/main" id="{50A5BC31-533B-46F9-AE11-026686D61AB3}"/>
              </a:ext>
            </a:extLst>
          </p:cNvPr>
          <p:cNvSpPr>
            <a:spLocks noGrp="1"/>
          </p:cNvSpPr>
          <p:nvPr/>
        </p:nvSpPr>
        <p:spPr>
          <a:xfrm>
            <a:off x="9651429" y="5044585"/>
            <a:ext cx="172593" cy="261996"/>
          </a:xfrm>
          <a:prstGeom prst="rect">
            <a:avLst/>
          </a:prstGeom>
          <a:noFill/>
          <a:ln w="0">
            <a:noFill/>
            <a:prstDash val="solid"/>
          </a:ln>
        </p:spPr>
        <p:txBody>
          <a:bodyPr wrap="none" lIns="0" tIns="0" rIns="0" bIns="0" anchor="t">
            <a:noAutofit/>
          </a:bodyPr>
          <a:lstStyle>
            <a:defPPr algn="l">
              <a:defRPr sz="1359" b="0" i="0" kern="0" spc="0">
                <a:solidFill>
                  <a:srgbClr val="0A2540"/>
                </a:solidFill>
                <a:latin typeface="JetBrains Mono"/>
                <a:ea typeface="JetBrains Mono"/>
                <a:cs typeface="JetBrains Mono"/>
              </a:defRPr>
            </a:defPPr>
            <a:lvl1pPr algn="l">
              <a:defRPr sz="1359" b="0" i="0" kern="0" spc="0">
                <a:solidFill>
                  <a:srgbClr val="0A2540"/>
                </a:solidFill>
                <a:latin typeface="JetBrains Mono"/>
                <a:ea typeface="JetBrains Mono"/>
                <a:cs typeface="JetBrains Mono"/>
              </a:defRPr>
            </a:lvl1pPr>
            <a:lvl2pPr algn="l">
              <a:defRPr sz="1359" b="0" i="0" kern="0" spc="0">
                <a:solidFill>
                  <a:srgbClr val="0A2540"/>
                </a:solidFill>
                <a:latin typeface="JetBrains Mono"/>
                <a:ea typeface="JetBrains Mono"/>
                <a:cs typeface="JetBrains Mono"/>
              </a:defRPr>
            </a:lvl2pPr>
            <a:lvl3pPr algn="l">
              <a:defRPr sz="1359" b="0" i="0" kern="0" spc="0">
                <a:solidFill>
                  <a:srgbClr val="0A2540"/>
                </a:solidFill>
                <a:latin typeface="JetBrains Mono"/>
                <a:ea typeface="JetBrains Mono"/>
                <a:cs typeface="JetBrains Mono"/>
              </a:defRPr>
            </a:lvl3pPr>
            <a:lvl4pPr algn="l">
              <a:defRPr sz="1359" b="0" i="0" kern="0" spc="0">
                <a:solidFill>
                  <a:srgbClr val="0A2540"/>
                </a:solidFill>
                <a:latin typeface="JetBrains Mono"/>
                <a:ea typeface="JetBrains Mono"/>
                <a:cs typeface="JetBrains Mono"/>
              </a:defRPr>
            </a:lvl4pPr>
            <a:lvl5pPr algn="l">
              <a:defRPr sz="1359" b="0" i="0" kern="0" spc="0">
                <a:solidFill>
                  <a:srgbClr val="0A2540"/>
                </a:solidFill>
                <a:latin typeface="JetBrains Mono"/>
                <a:ea typeface="JetBrains Mono"/>
                <a:cs typeface="JetBrains Mono"/>
              </a:defRPr>
            </a:lvl5pPr>
            <a:lvl6pPr algn="l">
              <a:defRPr sz="1359" b="0" i="0" kern="0" spc="0">
                <a:solidFill>
                  <a:srgbClr val="0A2540"/>
                </a:solidFill>
                <a:latin typeface="JetBrains Mono"/>
                <a:ea typeface="JetBrains Mono"/>
                <a:cs typeface="JetBrains Mono"/>
              </a:defRPr>
            </a:lvl6pPr>
            <a:lvl7pPr algn="l">
              <a:defRPr sz="1359" b="0" i="0" kern="0" spc="0">
                <a:solidFill>
                  <a:srgbClr val="0A2540"/>
                </a:solidFill>
                <a:latin typeface="JetBrains Mono"/>
                <a:ea typeface="JetBrains Mono"/>
                <a:cs typeface="JetBrains Mono"/>
              </a:defRPr>
            </a:lvl7pPr>
            <a:lvl8pPr algn="l">
              <a:defRPr sz="1359" b="0" i="0" kern="0" spc="0">
                <a:solidFill>
                  <a:srgbClr val="0A2540"/>
                </a:solidFill>
                <a:latin typeface="JetBrains Mono"/>
                <a:ea typeface="JetBrains Mono"/>
                <a:cs typeface="JetBrains Mono"/>
              </a:defRPr>
            </a:lvl8pPr>
            <a:lvl9pPr algn="l">
              <a:defRPr sz="1359" b="0" i="0" kern="0" spc="0">
                <a:solidFill>
                  <a:srgbClr val="0A2540"/>
                </a:solidFill>
                <a:latin typeface="JetBrains Mono"/>
                <a:ea typeface="JetBrains Mono"/>
                <a:cs typeface="JetBrains Mono"/>
              </a:defRPr>
            </a:lvl9pPr>
          </a:lstStyle>
          <a:p>
            <a:pPr algn="l">
              <a:lnSpc>
                <a:spcPct val="100000"/>
              </a:lnSpc>
              <a:buNone/>
              <a:defRPr sz="1359" b="0" i="0" kern="0" spc="0">
                <a:solidFill>
                  <a:srgbClr val="0A2540"/>
                </a:solidFill>
                <a:latin typeface="JetBrains Mono"/>
                <a:ea typeface="JetBrains Mono"/>
                <a:cs typeface="JetBrains Mono"/>
              </a:defRPr>
            </a:pPr>
            <a:r>
              <a:rPr sz="1359" b="0" i="0" kern="0" spc="0">
                <a:solidFill>
                  <a:srgbClr val="0A2540"/>
                </a:solidFill>
                <a:latin typeface="JetBrains Mono"/>
                <a:ea typeface="JetBrains Mono"/>
                <a:cs typeface="JetBrains Mono"/>
              </a:rPr>
              <a:t>d</a:t>
            </a:r>
          </a:p>
        </p:txBody>
      </p:sp>
      <p:sp>
        <p:nvSpPr>
          <p:cNvPr id="87" name="s3 text 43">
            <a:extLst>
              <a:ext uri="{FF2B5EF4-FFF2-40B4-BE49-F238E27FC236}">
                <a16:creationId xmlns:a16="http://schemas.microsoft.com/office/drawing/2014/main" id="{5927FAEA-C966-4238-BE4C-AFC99CBB302D}"/>
              </a:ext>
            </a:extLst>
          </p:cNvPr>
          <p:cNvSpPr>
            <a:spLocks noGrp="1"/>
          </p:cNvSpPr>
          <p:nvPr/>
        </p:nvSpPr>
        <p:spPr>
          <a:xfrm>
            <a:off x="9753897" y="4960763"/>
            <a:ext cx="331470" cy="314482"/>
          </a:xfrm>
          <a:prstGeom prst="rect">
            <a:avLst/>
          </a:prstGeom>
          <a:noFill/>
          <a:ln w="0">
            <a:noFill/>
            <a:prstDash val="solid"/>
          </a:ln>
        </p:spPr>
        <p:txBody>
          <a:bodyPr wrap="none" lIns="0" tIns="0" rIns="0" bIns="0" anchor="t">
            <a:noAutofit/>
          </a:bodyPr>
          <a:lstStyle>
            <a:defPPr algn="l">
              <a:defRPr sz="1631" b="0" i="0" kern="0" spc="-9">
                <a:solidFill>
                  <a:srgbClr val="0A2540"/>
                </a:solidFill>
                <a:latin typeface="JetBrains Mono"/>
                <a:ea typeface="JetBrains Mono"/>
                <a:cs typeface="JetBrains Mono"/>
              </a:defRPr>
            </a:defPPr>
            <a:lvl1pPr algn="l">
              <a:defRPr sz="1631" b="0" i="0" kern="0" spc="-9">
                <a:solidFill>
                  <a:srgbClr val="0A2540"/>
                </a:solidFill>
                <a:latin typeface="JetBrains Mono"/>
                <a:ea typeface="JetBrains Mono"/>
                <a:cs typeface="JetBrains Mono"/>
              </a:defRPr>
            </a:lvl1pPr>
            <a:lvl2pPr algn="l">
              <a:defRPr sz="1631" b="0" i="0" kern="0" spc="-9">
                <a:solidFill>
                  <a:srgbClr val="0A2540"/>
                </a:solidFill>
                <a:latin typeface="JetBrains Mono"/>
                <a:ea typeface="JetBrains Mono"/>
                <a:cs typeface="JetBrains Mono"/>
              </a:defRPr>
            </a:lvl2pPr>
            <a:lvl3pPr algn="l">
              <a:defRPr sz="1631" b="0" i="0" kern="0" spc="-9">
                <a:solidFill>
                  <a:srgbClr val="0A2540"/>
                </a:solidFill>
                <a:latin typeface="JetBrains Mono"/>
                <a:ea typeface="JetBrains Mono"/>
                <a:cs typeface="JetBrains Mono"/>
              </a:defRPr>
            </a:lvl3pPr>
            <a:lvl4pPr algn="l">
              <a:defRPr sz="1631" b="0" i="0" kern="0" spc="-9">
                <a:solidFill>
                  <a:srgbClr val="0A2540"/>
                </a:solidFill>
                <a:latin typeface="JetBrains Mono"/>
                <a:ea typeface="JetBrains Mono"/>
                <a:cs typeface="JetBrains Mono"/>
              </a:defRPr>
            </a:lvl4pPr>
            <a:lvl5pPr algn="l">
              <a:defRPr sz="1631" b="0" i="0" kern="0" spc="-9">
                <a:solidFill>
                  <a:srgbClr val="0A2540"/>
                </a:solidFill>
                <a:latin typeface="JetBrains Mono"/>
                <a:ea typeface="JetBrains Mono"/>
                <a:cs typeface="JetBrains Mono"/>
              </a:defRPr>
            </a:lvl5pPr>
            <a:lvl6pPr algn="l">
              <a:defRPr sz="1631" b="0" i="0" kern="0" spc="-9">
                <a:solidFill>
                  <a:srgbClr val="0A2540"/>
                </a:solidFill>
                <a:latin typeface="JetBrains Mono"/>
                <a:ea typeface="JetBrains Mono"/>
                <a:cs typeface="JetBrains Mono"/>
              </a:defRPr>
            </a:lvl6pPr>
            <a:lvl7pPr algn="l">
              <a:defRPr sz="1631" b="0" i="0" kern="0" spc="-9">
                <a:solidFill>
                  <a:srgbClr val="0A2540"/>
                </a:solidFill>
                <a:latin typeface="JetBrains Mono"/>
                <a:ea typeface="JetBrains Mono"/>
                <a:cs typeface="JetBrains Mono"/>
              </a:defRPr>
            </a:lvl7pPr>
            <a:lvl8pPr algn="l">
              <a:defRPr sz="1631" b="0" i="0" kern="0" spc="-9">
                <a:solidFill>
                  <a:srgbClr val="0A2540"/>
                </a:solidFill>
                <a:latin typeface="JetBrains Mono"/>
                <a:ea typeface="JetBrains Mono"/>
                <a:cs typeface="JetBrains Mono"/>
              </a:defRPr>
            </a:lvl8pPr>
            <a:lvl9pPr algn="l">
              <a:defRPr sz="1631" b="0" i="0" kern="0" spc="-9">
                <a:solidFill>
                  <a:srgbClr val="0A2540"/>
                </a:solidFill>
                <a:latin typeface="JetBrains Mono"/>
                <a:ea typeface="JetBrains Mono"/>
                <a:cs typeface="JetBrains Mono"/>
              </a:defRPr>
            </a:lvl9pPr>
          </a:lstStyle>
          <a:p>
            <a:pPr algn="l">
              <a:lnSpc>
                <a:spcPct val="100000"/>
              </a:lnSpc>
              <a:buNone/>
              <a:defRPr sz="1631" b="0" i="0" kern="0" spc="-9">
                <a:solidFill>
                  <a:srgbClr val="0A2540"/>
                </a:solidFill>
                <a:latin typeface="JetBrains Mono"/>
                <a:ea typeface="JetBrains Mono"/>
                <a:cs typeface="JetBrains Mono"/>
              </a:defRPr>
            </a:pPr>
            <a:r>
              <a:rPr sz="1631" b="0" i="0" kern="0" spc="-9">
                <a:solidFill>
                  <a:srgbClr val="0A2540"/>
                </a:solidFill>
                <a:latin typeface="JetBrains Mono"/>
                <a:ea typeface="JetBrains Mono"/>
                <a:cs typeface="JetBrains Mono"/>
              </a:rPr>
              <a:t>(P</a:t>
            </a:r>
          </a:p>
        </p:txBody>
      </p:sp>
      <p:sp>
        <p:nvSpPr>
          <p:cNvPr id="88" name="s3 text 44">
            <a:extLst>
              <a:ext uri="{FF2B5EF4-FFF2-40B4-BE49-F238E27FC236}">
                <a16:creationId xmlns:a16="http://schemas.microsoft.com/office/drawing/2014/main" id="{A1BD2536-C9C0-4F62-8868-EF967C5B360F}"/>
              </a:ext>
            </a:extLst>
          </p:cNvPr>
          <p:cNvSpPr>
            <a:spLocks noGrp="1"/>
          </p:cNvSpPr>
          <p:nvPr/>
        </p:nvSpPr>
        <p:spPr>
          <a:xfrm>
            <a:off x="10000245" y="5044585"/>
            <a:ext cx="172593" cy="261996"/>
          </a:xfrm>
          <a:prstGeom prst="rect">
            <a:avLst/>
          </a:prstGeom>
          <a:noFill/>
          <a:ln w="0">
            <a:noFill/>
            <a:prstDash val="solid"/>
          </a:ln>
        </p:spPr>
        <p:txBody>
          <a:bodyPr wrap="none" lIns="0" tIns="0" rIns="0" bIns="0" anchor="t">
            <a:noAutofit/>
          </a:bodyPr>
          <a:lstStyle>
            <a:defPPr algn="l">
              <a:defRPr sz="1359" b="0" i="0" kern="0" spc="0">
                <a:solidFill>
                  <a:srgbClr val="0A2540"/>
                </a:solidFill>
                <a:latin typeface="JetBrains Mono"/>
                <a:ea typeface="JetBrains Mono"/>
                <a:cs typeface="JetBrains Mono"/>
              </a:defRPr>
            </a:defPPr>
            <a:lvl1pPr algn="l">
              <a:defRPr sz="1359" b="0" i="0" kern="0" spc="0">
                <a:solidFill>
                  <a:srgbClr val="0A2540"/>
                </a:solidFill>
                <a:latin typeface="JetBrains Mono"/>
                <a:ea typeface="JetBrains Mono"/>
                <a:cs typeface="JetBrains Mono"/>
              </a:defRPr>
            </a:lvl1pPr>
            <a:lvl2pPr algn="l">
              <a:defRPr sz="1359" b="0" i="0" kern="0" spc="0">
                <a:solidFill>
                  <a:srgbClr val="0A2540"/>
                </a:solidFill>
                <a:latin typeface="JetBrains Mono"/>
                <a:ea typeface="JetBrains Mono"/>
                <a:cs typeface="JetBrains Mono"/>
              </a:defRPr>
            </a:lvl2pPr>
            <a:lvl3pPr algn="l">
              <a:defRPr sz="1359" b="0" i="0" kern="0" spc="0">
                <a:solidFill>
                  <a:srgbClr val="0A2540"/>
                </a:solidFill>
                <a:latin typeface="JetBrains Mono"/>
                <a:ea typeface="JetBrains Mono"/>
                <a:cs typeface="JetBrains Mono"/>
              </a:defRPr>
            </a:lvl3pPr>
            <a:lvl4pPr algn="l">
              <a:defRPr sz="1359" b="0" i="0" kern="0" spc="0">
                <a:solidFill>
                  <a:srgbClr val="0A2540"/>
                </a:solidFill>
                <a:latin typeface="JetBrains Mono"/>
                <a:ea typeface="JetBrains Mono"/>
                <a:cs typeface="JetBrains Mono"/>
              </a:defRPr>
            </a:lvl4pPr>
            <a:lvl5pPr algn="l">
              <a:defRPr sz="1359" b="0" i="0" kern="0" spc="0">
                <a:solidFill>
                  <a:srgbClr val="0A2540"/>
                </a:solidFill>
                <a:latin typeface="JetBrains Mono"/>
                <a:ea typeface="JetBrains Mono"/>
                <a:cs typeface="JetBrains Mono"/>
              </a:defRPr>
            </a:lvl5pPr>
            <a:lvl6pPr algn="l">
              <a:defRPr sz="1359" b="0" i="0" kern="0" spc="0">
                <a:solidFill>
                  <a:srgbClr val="0A2540"/>
                </a:solidFill>
                <a:latin typeface="JetBrains Mono"/>
                <a:ea typeface="JetBrains Mono"/>
                <a:cs typeface="JetBrains Mono"/>
              </a:defRPr>
            </a:lvl6pPr>
            <a:lvl7pPr algn="l">
              <a:defRPr sz="1359" b="0" i="0" kern="0" spc="0">
                <a:solidFill>
                  <a:srgbClr val="0A2540"/>
                </a:solidFill>
                <a:latin typeface="JetBrains Mono"/>
                <a:ea typeface="JetBrains Mono"/>
                <a:cs typeface="JetBrains Mono"/>
              </a:defRPr>
            </a:lvl7pPr>
            <a:lvl8pPr algn="l">
              <a:defRPr sz="1359" b="0" i="0" kern="0" spc="0">
                <a:solidFill>
                  <a:srgbClr val="0A2540"/>
                </a:solidFill>
                <a:latin typeface="JetBrains Mono"/>
                <a:ea typeface="JetBrains Mono"/>
                <a:cs typeface="JetBrains Mono"/>
              </a:defRPr>
            </a:lvl8pPr>
            <a:lvl9pPr algn="l">
              <a:defRPr sz="1359" b="0" i="0" kern="0" spc="0">
                <a:solidFill>
                  <a:srgbClr val="0A2540"/>
                </a:solidFill>
                <a:latin typeface="JetBrains Mono"/>
                <a:ea typeface="JetBrains Mono"/>
                <a:cs typeface="JetBrains Mono"/>
              </a:defRPr>
            </a:lvl9pPr>
          </a:lstStyle>
          <a:p>
            <a:pPr algn="l">
              <a:lnSpc>
                <a:spcPct val="100000"/>
              </a:lnSpc>
              <a:buNone/>
              <a:defRPr sz="1359" b="0" i="0" kern="0" spc="0">
                <a:solidFill>
                  <a:srgbClr val="0A2540"/>
                </a:solidFill>
                <a:latin typeface="JetBrains Mono"/>
                <a:ea typeface="JetBrains Mono"/>
                <a:cs typeface="JetBrains Mono"/>
              </a:defRPr>
            </a:pPr>
            <a:r>
              <a:rPr sz="1359" b="0" i="0" kern="0" spc="0">
                <a:solidFill>
                  <a:srgbClr val="0A2540"/>
                </a:solidFill>
                <a:latin typeface="JetBrains Mono"/>
                <a:ea typeface="JetBrains Mono"/>
                <a:cs typeface="JetBrains Mono"/>
              </a:rPr>
              <a:t>w</a:t>
            </a:r>
          </a:p>
        </p:txBody>
      </p:sp>
      <p:sp>
        <p:nvSpPr>
          <p:cNvPr id="89" name="s3 text 45">
            <a:extLst>
              <a:ext uri="{FF2B5EF4-FFF2-40B4-BE49-F238E27FC236}">
                <a16:creationId xmlns:a16="http://schemas.microsoft.com/office/drawing/2014/main" id="{3AD68BDC-C8F5-4002-AB58-5003FE77202C}"/>
              </a:ext>
            </a:extLst>
          </p:cNvPr>
          <p:cNvSpPr>
            <a:spLocks noGrp="1"/>
          </p:cNvSpPr>
          <p:nvPr/>
        </p:nvSpPr>
        <p:spPr>
          <a:xfrm>
            <a:off x="10102713" y="4960763"/>
            <a:ext cx="704374" cy="314482"/>
          </a:xfrm>
          <a:prstGeom prst="rect">
            <a:avLst/>
          </a:prstGeom>
          <a:noFill/>
          <a:ln w="0">
            <a:noFill/>
            <a:prstDash val="solid"/>
          </a:ln>
        </p:spPr>
        <p:txBody>
          <a:bodyPr wrap="none" lIns="0" tIns="0" rIns="0" bIns="0" anchor="t">
            <a:noAutofit/>
          </a:bodyPr>
          <a:lstStyle>
            <a:defPPr algn="l">
              <a:defRPr sz="1631" b="0" i="0" kern="0" spc="-9">
                <a:solidFill>
                  <a:srgbClr val="0A2540"/>
                </a:solidFill>
                <a:latin typeface="JetBrains Mono"/>
                <a:ea typeface="JetBrains Mono"/>
                <a:cs typeface="JetBrains Mono"/>
              </a:defRPr>
            </a:defPPr>
            <a:lvl1pPr algn="l">
              <a:defRPr sz="1631" b="0" i="0" kern="0" spc="-9">
                <a:solidFill>
                  <a:srgbClr val="0A2540"/>
                </a:solidFill>
                <a:latin typeface="JetBrains Mono"/>
                <a:ea typeface="JetBrains Mono"/>
                <a:cs typeface="JetBrains Mono"/>
              </a:defRPr>
            </a:lvl1pPr>
            <a:lvl2pPr algn="l">
              <a:defRPr sz="1631" b="0" i="0" kern="0" spc="-9">
                <a:solidFill>
                  <a:srgbClr val="0A2540"/>
                </a:solidFill>
                <a:latin typeface="JetBrains Mono"/>
                <a:ea typeface="JetBrains Mono"/>
                <a:cs typeface="JetBrains Mono"/>
              </a:defRPr>
            </a:lvl2pPr>
            <a:lvl3pPr algn="l">
              <a:defRPr sz="1631" b="0" i="0" kern="0" spc="-9">
                <a:solidFill>
                  <a:srgbClr val="0A2540"/>
                </a:solidFill>
                <a:latin typeface="JetBrains Mono"/>
                <a:ea typeface="JetBrains Mono"/>
                <a:cs typeface="JetBrains Mono"/>
              </a:defRPr>
            </a:lvl3pPr>
            <a:lvl4pPr algn="l">
              <a:defRPr sz="1631" b="0" i="0" kern="0" spc="-9">
                <a:solidFill>
                  <a:srgbClr val="0A2540"/>
                </a:solidFill>
                <a:latin typeface="JetBrains Mono"/>
                <a:ea typeface="JetBrains Mono"/>
                <a:cs typeface="JetBrains Mono"/>
              </a:defRPr>
            </a:lvl4pPr>
            <a:lvl5pPr algn="l">
              <a:defRPr sz="1631" b="0" i="0" kern="0" spc="-9">
                <a:solidFill>
                  <a:srgbClr val="0A2540"/>
                </a:solidFill>
                <a:latin typeface="JetBrains Mono"/>
                <a:ea typeface="JetBrains Mono"/>
                <a:cs typeface="JetBrains Mono"/>
              </a:defRPr>
            </a:lvl5pPr>
            <a:lvl6pPr algn="l">
              <a:defRPr sz="1631" b="0" i="0" kern="0" spc="-9">
                <a:solidFill>
                  <a:srgbClr val="0A2540"/>
                </a:solidFill>
                <a:latin typeface="JetBrains Mono"/>
                <a:ea typeface="JetBrains Mono"/>
                <a:cs typeface="JetBrains Mono"/>
              </a:defRPr>
            </a:lvl6pPr>
            <a:lvl7pPr algn="l">
              <a:defRPr sz="1631" b="0" i="0" kern="0" spc="-9">
                <a:solidFill>
                  <a:srgbClr val="0A2540"/>
                </a:solidFill>
                <a:latin typeface="JetBrains Mono"/>
                <a:ea typeface="JetBrains Mono"/>
                <a:cs typeface="JetBrains Mono"/>
              </a:defRPr>
            </a:lvl7pPr>
            <a:lvl8pPr algn="l">
              <a:defRPr sz="1631" b="0" i="0" kern="0" spc="-9">
                <a:solidFill>
                  <a:srgbClr val="0A2540"/>
                </a:solidFill>
                <a:latin typeface="JetBrains Mono"/>
                <a:ea typeface="JetBrains Mono"/>
                <a:cs typeface="JetBrains Mono"/>
              </a:defRPr>
            </a:lvl8pPr>
            <a:lvl9pPr algn="l">
              <a:defRPr sz="1631" b="0" i="0" kern="0" spc="-9">
                <a:solidFill>
                  <a:srgbClr val="0A2540"/>
                </a:solidFill>
                <a:latin typeface="JetBrains Mono"/>
                <a:ea typeface="JetBrains Mono"/>
                <a:cs typeface="JetBrains Mono"/>
              </a:defRPr>
            </a:lvl9pPr>
          </a:lstStyle>
          <a:p>
            <a:pPr algn="l">
              <a:lnSpc>
                <a:spcPct val="100000"/>
              </a:lnSpc>
              <a:buNone/>
              <a:defRPr sz="1631" b="0" i="0" kern="0" spc="-9">
                <a:solidFill>
                  <a:srgbClr val="0A2540"/>
                </a:solidFill>
                <a:latin typeface="JetBrains Mono"/>
                <a:ea typeface="JetBrains Mono"/>
                <a:cs typeface="JetBrains Mono"/>
              </a:defRPr>
            </a:pPr>
            <a:r>
              <a:rPr sz="1631" b="0" i="0" kern="0" spc="-9">
                <a:solidFill>
                  <a:srgbClr val="0A2540"/>
                </a:solidFill>
                <a:latin typeface="JetBrains Mono"/>
                <a:ea typeface="JetBrains Mono"/>
                <a:cs typeface="JetBrains Mono"/>
              </a:rPr>
              <a:t>) − Q</a:t>
            </a:r>
          </a:p>
        </p:txBody>
      </p:sp>
      <p:sp>
        <p:nvSpPr>
          <p:cNvPr id="90" name="s3 text 46">
            <a:extLst>
              <a:ext uri="{FF2B5EF4-FFF2-40B4-BE49-F238E27FC236}">
                <a16:creationId xmlns:a16="http://schemas.microsoft.com/office/drawing/2014/main" id="{AD5AB983-3E51-47EF-BBC0-FAE0F132E450}"/>
              </a:ext>
            </a:extLst>
          </p:cNvPr>
          <p:cNvSpPr>
            <a:spLocks noGrp="1"/>
          </p:cNvSpPr>
          <p:nvPr/>
        </p:nvSpPr>
        <p:spPr>
          <a:xfrm>
            <a:off x="10718527" y="5044585"/>
            <a:ext cx="172593" cy="261996"/>
          </a:xfrm>
          <a:prstGeom prst="rect">
            <a:avLst/>
          </a:prstGeom>
          <a:noFill/>
          <a:ln w="0">
            <a:noFill/>
            <a:prstDash val="solid"/>
          </a:ln>
        </p:spPr>
        <p:txBody>
          <a:bodyPr wrap="none" lIns="0" tIns="0" rIns="0" bIns="0" anchor="t">
            <a:noAutofit/>
          </a:bodyPr>
          <a:lstStyle>
            <a:defPPr algn="l">
              <a:defRPr sz="1359" b="0" i="0" kern="0" spc="0">
                <a:solidFill>
                  <a:srgbClr val="0A2540"/>
                </a:solidFill>
                <a:latin typeface="JetBrains Mono"/>
                <a:ea typeface="JetBrains Mono"/>
                <a:cs typeface="JetBrains Mono"/>
              </a:defRPr>
            </a:defPPr>
            <a:lvl1pPr algn="l">
              <a:defRPr sz="1359" b="0" i="0" kern="0" spc="0">
                <a:solidFill>
                  <a:srgbClr val="0A2540"/>
                </a:solidFill>
                <a:latin typeface="JetBrains Mono"/>
                <a:ea typeface="JetBrains Mono"/>
                <a:cs typeface="JetBrains Mono"/>
              </a:defRPr>
            </a:lvl1pPr>
            <a:lvl2pPr algn="l">
              <a:defRPr sz="1359" b="0" i="0" kern="0" spc="0">
                <a:solidFill>
                  <a:srgbClr val="0A2540"/>
                </a:solidFill>
                <a:latin typeface="JetBrains Mono"/>
                <a:ea typeface="JetBrains Mono"/>
                <a:cs typeface="JetBrains Mono"/>
              </a:defRPr>
            </a:lvl2pPr>
            <a:lvl3pPr algn="l">
              <a:defRPr sz="1359" b="0" i="0" kern="0" spc="0">
                <a:solidFill>
                  <a:srgbClr val="0A2540"/>
                </a:solidFill>
                <a:latin typeface="JetBrains Mono"/>
                <a:ea typeface="JetBrains Mono"/>
                <a:cs typeface="JetBrains Mono"/>
              </a:defRPr>
            </a:lvl3pPr>
            <a:lvl4pPr algn="l">
              <a:defRPr sz="1359" b="0" i="0" kern="0" spc="0">
                <a:solidFill>
                  <a:srgbClr val="0A2540"/>
                </a:solidFill>
                <a:latin typeface="JetBrains Mono"/>
                <a:ea typeface="JetBrains Mono"/>
                <a:cs typeface="JetBrains Mono"/>
              </a:defRPr>
            </a:lvl4pPr>
            <a:lvl5pPr algn="l">
              <a:defRPr sz="1359" b="0" i="0" kern="0" spc="0">
                <a:solidFill>
                  <a:srgbClr val="0A2540"/>
                </a:solidFill>
                <a:latin typeface="JetBrains Mono"/>
                <a:ea typeface="JetBrains Mono"/>
                <a:cs typeface="JetBrains Mono"/>
              </a:defRPr>
            </a:lvl5pPr>
            <a:lvl6pPr algn="l">
              <a:defRPr sz="1359" b="0" i="0" kern="0" spc="0">
                <a:solidFill>
                  <a:srgbClr val="0A2540"/>
                </a:solidFill>
                <a:latin typeface="JetBrains Mono"/>
                <a:ea typeface="JetBrains Mono"/>
                <a:cs typeface="JetBrains Mono"/>
              </a:defRPr>
            </a:lvl6pPr>
            <a:lvl7pPr algn="l">
              <a:defRPr sz="1359" b="0" i="0" kern="0" spc="0">
                <a:solidFill>
                  <a:srgbClr val="0A2540"/>
                </a:solidFill>
                <a:latin typeface="JetBrains Mono"/>
                <a:ea typeface="JetBrains Mono"/>
                <a:cs typeface="JetBrains Mono"/>
              </a:defRPr>
            </a:lvl7pPr>
            <a:lvl8pPr algn="l">
              <a:defRPr sz="1359" b="0" i="0" kern="0" spc="0">
                <a:solidFill>
                  <a:srgbClr val="0A2540"/>
                </a:solidFill>
                <a:latin typeface="JetBrains Mono"/>
                <a:ea typeface="JetBrains Mono"/>
                <a:cs typeface="JetBrains Mono"/>
              </a:defRPr>
            </a:lvl8pPr>
            <a:lvl9pPr algn="l">
              <a:defRPr sz="1359" b="0" i="0" kern="0" spc="0">
                <a:solidFill>
                  <a:srgbClr val="0A2540"/>
                </a:solidFill>
                <a:latin typeface="JetBrains Mono"/>
                <a:ea typeface="JetBrains Mono"/>
                <a:cs typeface="JetBrains Mono"/>
              </a:defRPr>
            </a:lvl9pPr>
          </a:lstStyle>
          <a:p>
            <a:pPr algn="l">
              <a:lnSpc>
                <a:spcPct val="100000"/>
              </a:lnSpc>
              <a:buNone/>
              <a:defRPr sz="1359" b="0" i="0" kern="0" spc="0">
                <a:solidFill>
                  <a:srgbClr val="0A2540"/>
                </a:solidFill>
                <a:latin typeface="JetBrains Mono"/>
                <a:ea typeface="JetBrains Mono"/>
                <a:cs typeface="JetBrains Mono"/>
              </a:defRPr>
            </a:pPr>
            <a:r>
              <a:rPr sz="1359" b="0" i="0" kern="0" spc="0">
                <a:solidFill>
                  <a:srgbClr val="0A2540"/>
                </a:solidFill>
                <a:latin typeface="JetBrains Mono"/>
                <a:ea typeface="JetBrains Mono"/>
                <a:cs typeface="JetBrains Mono"/>
              </a:rPr>
              <a:t>s</a:t>
            </a:r>
          </a:p>
        </p:txBody>
      </p:sp>
      <p:sp>
        <p:nvSpPr>
          <p:cNvPr id="91" name="s3 text 47">
            <a:extLst>
              <a:ext uri="{FF2B5EF4-FFF2-40B4-BE49-F238E27FC236}">
                <a16:creationId xmlns:a16="http://schemas.microsoft.com/office/drawing/2014/main" id="{B5E4C75D-F7F9-4A9D-843F-22141A6BBF66}"/>
              </a:ext>
            </a:extLst>
          </p:cNvPr>
          <p:cNvSpPr>
            <a:spLocks noGrp="1"/>
          </p:cNvSpPr>
          <p:nvPr/>
        </p:nvSpPr>
        <p:spPr>
          <a:xfrm>
            <a:off x="10820995" y="4960763"/>
            <a:ext cx="331470" cy="314482"/>
          </a:xfrm>
          <a:prstGeom prst="rect">
            <a:avLst/>
          </a:prstGeom>
          <a:noFill/>
          <a:ln w="0">
            <a:noFill/>
            <a:prstDash val="solid"/>
          </a:ln>
        </p:spPr>
        <p:txBody>
          <a:bodyPr wrap="none" lIns="0" tIns="0" rIns="0" bIns="0" anchor="t">
            <a:noAutofit/>
          </a:bodyPr>
          <a:lstStyle>
            <a:defPPr algn="l">
              <a:defRPr sz="1631" b="0" i="0" kern="0" spc="-9">
                <a:solidFill>
                  <a:srgbClr val="0A2540"/>
                </a:solidFill>
                <a:latin typeface="JetBrains Mono"/>
                <a:ea typeface="JetBrains Mono"/>
                <a:cs typeface="JetBrains Mono"/>
              </a:defRPr>
            </a:defPPr>
            <a:lvl1pPr algn="l">
              <a:defRPr sz="1631" b="0" i="0" kern="0" spc="-9">
                <a:solidFill>
                  <a:srgbClr val="0A2540"/>
                </a:solidFill>
                <a:latin typeface="JetBrains Mono"/>
                <a:ea typeface="JetBrains Mono"/>
                <a:cs typeface="JetBrains Mono"/>
              </a:defRPr>
            </a:lvl1pPr>
            <a:lvl2pPr algn="l">
              <a:defRPr sz="1631" b="0" i="0" kern="0" spc="-9">
                <a:solidFill>
                  <a:srgbClr val="0A2540"/>
                </a:solidFill>
                <a:latin typeface="JetBrains Mono"/>
                <a:ea typeface="JetBrains Mono"/>
                <a:cs typeface="JetBrains Mono"/>
              </a:defRPr>
            </a:lvl2pPr>
            <a:lvl3pPr algn="l">
              <a:defRPr sz="1631" b="0" i="0" kern="0" spc="-9">
                <a:solidFill>
                  <a:srgbClr val="0A2540"/>
                </a:solidFill>
                <a:latin typeface="JetBrains Mono"/>
                <a:ea typeface="JetBrains Mono"/>
                <a:cs typeface="JetBrains Mono"/>
              </a:defRPr>
            </a:lvl3pPr>
            <a:lvl4pPr algn="l">
              <a:defRPr sz="1631" b="0" i="0" kern="0" spc="-9">
                <a:solidFill>
                  <a:srgbClr val="0A2540"/>
                </a:solidFill>
                <a:latin typeface="JetBrains Mono"/>
                <a:ea typeface="JetBrains Mono"/>
                <a:cs typeface="JetBrains Mono"/>
              </a:defRPr>
            </a:lvl4pPr>
            <a:lvl5pPr algn="l">
              <a:defRPr sz="1631" b="0" i="0" kern="0" spc="-9">
                <a:solidFill>
                  <a:srgbClr val="0A2540"/>
                </a:solidFill>
                <a:latin typeface="JetBrains Mono"/>
                <a:ea typeface="JetBrains Mono"/>
                <a:cs typeface="JetBrains Mono"/>
              </a:defRPr>
            </a:lvl5pPr>
            <a:lvl6pPr algn="l">
              <a:defRPr sz="1631" b="0" i="0" kern="0" spc="-9">
                <a:solidFill>
                  <a:srgbClr val="0A2540"/>
                </a:solidFill>
                <a:latin typeface="JetBrains Mono"/>
                <a:ea typeface="JetBrains Mono"/>
                <a:cs typeface="JetBrains Mono"/>
              </a:defRPr>
            </a:lvl6pPr>
            <a:lvl7pPr algn="l">
              <a:defRPr sz="1631" b="0" i="0" kern="0" spc="-9">
                <a:solidFill>
                  <a:srgbClr val="0A2540"/>
                </a:solidFill>
                <a:latin typeface="JetBrains Mono"/>
                <a:ea typeface="JetBrains Mono"/>
                <a:cs typeface="JetBrains Mono"/>
              </a:defRPr>
            </a:lvl7pPr>
            <a:lvl8pPr algn="l">
              <a:defRPr sz="1631" b="0" i="0" kern="0" spc="-9">
                <a:solidFill>
                  <a:srgbClr val="0A2540"/>
                </a:solidFill>
                <a:latin typeface="JetBrains Mono"/>
                <a:ea typeface="JetBrains Mono"/>
                <a:cs typeface="JetBrains Mono"/>
              </a:defRPr>
            </a:lvl8pPr>
            <a:lvl9pPr algn="l">
              <a:defRPr sz="1631" b="0" i="0" kern="0" spc="-9">
                <a:solidFill>
                  <a:srgbClr val="0A2540"/>
                </a:solidFill>
                <a:latin typeface="JetBrains Mono"/>
                <a:ea typeface="JetBrains Mono"/>
                <a:cs typeface="JetBrains Mono"/>
              </a:defRPr>
            </a:lvl9pPr>
          </a:lstStyle>
          <a:p>
            <a:pPr algn="l">
              <a:lnSpc>
                <a:spcPct val="100000"/>
              </a:lnSpc>
              <a:buNone/>
              <a:defRPr sz="1631" b="0" i="0" kern="0" spc="-9">
                <a:solidFill>
                  <a:srgbClr val="0A2540"/>
                </a:solidFill>
                <a:latin typeface="JetBrains Mono"/>
                <a:ea typeface="JetBrains Mono"/>
                <a:cs typeface="JetBrains Mono"/>
              </a:defRPr>
            </a:pPr>
            <a:r>
              <a:rPr sz="1631" b="0" i="0" kern="0" spc="-9">
                <a:solidFill>
                  <a:srgbClr val="0A2540"/>
                </a:solidFill>
                <a:latin typeface="JetBrains Mono"/>
                <a:ea typeface="JetBrains Mono"/>
                <a:cs typeface="JetBrains Mono"/>
              </a:rPr>
              <a:t>(P</a:t>
            </a:r>
          </a:p>
        </p:txBody>
      </p:sp>
      <p:sp>
        <p:nvSpPr>
          <p:cNvPr id="92" name="s3 text 48">
            <a:extLst>
              <a:ext uri="{FF2B5EF4-FFF2-40B4-BE49-F238E27FC236}">
                <a16:creationId xmlns:a16="http://schemas.microsoft.com/office/drawing/2014/main" id="{77954765-CADF-433A-963C-A72AF7D15DE5}"/>
              </a:ext>
            </a:extLst>
          </p:cNvPr>
          <p:cNvSpPr>
            <a:spLocks noGrp="1"/>
          </p:cNvSpPr>
          <p:nvPr/>
        </p:nvSpPr>
        <p:spPr>
          <a:xfrm>
            <a:off x="11067343" y="5044585"/>
            <a:ext cx="172593" cy="261996"/>
          </a:xfrm>
          <a:prstGeom prst="rect">
            <a:avLst/>
          </a:prstGeom>
          <a:noFill/>
          <a:ln w="0">
            <a:noFill/>
            <a:prstDash val="solid"/>
          </a:ln>
        </p:spPr>
        <p:txBody>
          <a:bodyPr wrap="none" lIns="0" tIns="0" rIns="0" bIns="0" anchor="t">
            <a:noAutofit/>
          </a:bodyPr>
          <a:lstStyle>
            <a:defPPr algn="l">
              <a:defRPr sz="1359" b="0" i="0" kern="0" spc="0">
                <a:solidFill>
                  <a:srgbClr val="0A2540"/>
                </a:solidFill>
                <a:latin typeface="JetBrains Mono"/>
                <a:ea typeface="JetBrains Mono"/>
                <a:cs typeface="JetBrains Mono"/>
              </a:defRPr>
            </a:defPPr>
            <a:lvl1pPr algn="l">
              <a:defRPr sz="1359" b="0" i="0" kern="0" spc="0">
                <a:solidFill>
                  <a:srgbClr val="0A2540"/>
                </a:solidFill>
                <a:latin typeface="JetBrains Mono"/>
                <a:ea typeface="JetBrains Mono"/>
                <a:cs typeface="JetBrains Mono"/>
              </a:defRPr>
            </a:lvl1pPr>
            <a:lvl2pPr algn="l">
              <a:defRPr sz="1359" b="0" i="0" kern="0" spc="0">
                <a:solidFill>
                  <a:srgbClr val="0A2540"/>
                </a:solidFill>
                <a:latin typeface="JetBrains Mono"/>
                <a:ea typeface="JetBrains Mono"/>
                <a:cs typeface="JetBrains Mono"/>
              </a:defRPr>
            </a:lvl2pPr>
            <a:lvl3pPr algn="l">
              <a:defRPr sz="1359" b="0" i="0" kern="0" spc="0">
                <a:solidFill>
                  <a:srgbClr val="0A2540"/>
                </a:solidFill>
                <a:latin typeface="JetBrains Mono"/>
                <a:ea typeface="JetBrains Mono"/>
                <a:cs typeface="JetBrains Mono"/>
              </a:defRPr>
            </a:lvl3pPr>
            <a:lvl4pPr algn="l">
              <a:defRPr sz="1359" b="0" i="0" kern="0" spc="0">
                <a:solidFill>
                  <a:srgbClr val="0A2540"/>
                </a:solidFill>
                <a:latin typeface="JetBrains Mono"/>
                <a:ea typeface="JetBrains Mono"/>
                <a:cs typeface="JetBrains Mono"/>
              </a:defRPr>
            </a:lvl4pPr>
            <a:lvl5pPr algn="l">
              <a:defRPr sz="1359" b="0" i="0" kern="0" spc="0">
                <a:solidFill>
                  <a:srgbClr val="0A2540"/>
                </a:solidFill>
                <a:latin typeface="JetBrains Mono"/>
                <a:ea typeface="JetBrains Mono"/>
                <a:cs typeface="JetBrains Mono"/>
              </a:defRPr>
            </a:lvl5pPr>
            <a:lvl6pPr algn="l">
              <a:defRPr sz="1359" b="0" i="0" kern="0" spc="0">
                <a:solidFill>
                  <a:srgbClr val="0A2540"/>
                </a:solidFill>
                <a:latin typeface="JetBrains Mono"/>
                <a:ea typeface="JetBrains Mono"/>
                <a:cs typeface="JetBrains Mono"/>
              </a:defRPr>
            </a:lvl6pPr>
            <a:lvl7pPr algn="l">
              <a:defRPr sz="1359" b="0" i="0" kern="0" spc="0">
                <a:solidFill>
                  <a:srgbClr val="0A2540"/>
                </a:solidFill>
                <a:latin typeface="JetBrains Mono"/>
                <a:ea typeface="JetBrains Mono"/>
                <a:cs typeface="JetBrains Mono"/>
              </a:defRPr>
            </a:lvl7pPr>
            <a:lvl8pPr algn="l">
              <a:defRPr sz="1359" b="0" i="0" kern="0" spc="0">
                <a:solidFill>
                  <a:srgbClr val="0A2540"/>
                </a:solidFill>
                <a:latin typeface="JetBrains Mono"/>
                <a:ea typeface="JetBrains Mono"/>
                <a:cs typeface="JetBrains Mono"/>
              </a:defRPr>
            </a:lvl8pPr>
            <a:lvl9pPr algn="l">
              <a:defRPr sz="1359" b="0" i="0" kern="0" spc="0">
                <a:solidFill>
                  <a:srgbClr val="0A2540"/>
                </a:solidFill>
                <a:latin typeface="JetBrains Mono"/>
                <a:ea typeface="JetBrains Mono"/>
                <a:cs typeface="JetBrains Mono"/>
              </a:defRPr>
            </a:lvl9pPr>
          </a:lstStyle>
          <a:p>
            <a:pPr algn="l">
              <a:lnSpc>
                <a:spcPct val="100000"/>
              </a:lnSpc>
              <a:buNone/>
              <a:defRPr sz="1359" b="0" i="0" kern="0" spc="0">
                <a:solidFill>
                  <a:srgbClr val="0A2540"/>
                </a:solidFill>
                <a:latin typeface="JetBrains Mono"/>
                <a:ea typeface="JetBrains Mono"/>
                <a:cs typeface="JetBrains Mono"/>
              </a:defRPr>
            </a:pPr>
            <a:r>
              <a:rPr sz="1359" b="0" i="0" kern="0" spc="0">
                <a:solidFill>
                  <a:srgbClr val="0A2540"/>
                </a:solidFill>
                <a:latin typeface="JetBrains Mono"/>
                <a:ea typeface="JetBrains Mono"/>
                <a:cs typeface="JetBrains Mono"/>
              </a:rPr>
              <a:t>w</a:t>
            </a:r>
          </a:p>
        </p:txBody>
      </p:sp>
      <p:sp>
        <p:nvSpPr>
          <p:cNvPr id="93" name="s3 text 49">
            <a:extLst>
              <a:ext uri="{FF2B5EF4-FFF2-40B4-BE49-F238E27FC236}">
                <a16:creationId xmlns:a16="http://schemas.microsoft.com/office/drawing/2014/main" id="{9DCF0A78-7B76-4882-BB26-D845C865C03D}"/>
              </a:ext>
            </a:extLst>
          </p:cNvPr>
          <p:cNvSpPr>
            <a:spLocks noGrp="1"/>
          </p:cNvSpPr>
          <p:nvPr/>
        </p:nvSpPr>
        <p:spPr>
          <a:xfrm>
            <a:off x="11169811" y="4960763"/>
            <a:ext cx="207169" cy="314482"/>
          </a:xfrm>
          <a:prstGeom prst="rect">
            <a:avLst/>
          </a:prstGeom>
          <a:noFill/>
          <a:ln w="0">
            <a:noFill/>
            <a:prstDash val="solid"/>
          </a:ln>
        </p:spPr>
        <p:txBody>
          <a:bodyPr wrap="none" lIns="0" tIns="0" rIns="0" bIns="0" anchor="t">
            <a:noAutofit/>
          </a:bodyPr>
          <a:lstStyle>
            <a:defPPr algn="l">
              <a:defRPr sz="1631" b="0" i="0" kern="0" spc="0">
                <a:solidFill>
                  <a:srgbClr val="0A2540"/>
                </a:solidFill>
                <a:latin typeface="JetBrains Mono"/>
                <a:ea typeface="JetBrains Mono"/>
                <a:cs typeface="JetBrains Mono"/>
              </a:defRPr>
            </a:defPPr>
            <a:lvl1pPr algn="l">
              <a:defRPr sz="1631" b="0" i="0" kern="0" spc="0">
                <a:solidFill>
                  <a:srgbClr val="0A2540"/>
                </a:solidFill>
                <a:latin typeface="JetBrains Mono"/>
                <a:ea typeface="JetBrains Mono"/>
                <a:cs typeface="JetBrains Mono"/>
              </a:defRPr>
            </a:lvl1pPr>
            <a:lvl2pPr algn="l">
              <a:defRPr sz="1631" b="0" i="0" kern="0" spc="0">
                <a:solidFill>
                  <a:srgbClr val="0A2540"/>
                </a:solidFill>
                <a:latin typeface="JetBrains Mono"/>
                <a:ea typeface="JetBrains Mono"/>
                <a:cs typeface="JetBrains Mono"/>
              </a:defRPr>
            </a:lvl2pPr>
            <a:lvl3pPr algn="l">
              <a:defRPr sz="1631" b="0" i="0" kern="0" spc="0">
                <a:solidFill>
                  <a:srgbClr val="0A2540"/>
                </a:solidFill>
                <a:latin typeface="JetBrains Mono"/>
                <a:ea typeface="JetBrains Mono"/>
                <a:cs typeface="JetBrains Mono"/>
              </a:defRPr>
            </a:lvl3pPr>
            <a:lvl4pPr algn="l">
              <a:defRPr sz="1631" b="0" i="0" kern="0" spc="0">
                <a:solidFill>
                  <a:srgbClr val="0A2540"/>
                </a:solidFill>
                <a:latin typeface="JetBrains Mono"/>
                <a:ea typeface="JetBrains Mono"/>
                <a:cs typeface="JetBrains Mono"/>
              </a:defRPr>
            </a:lvl4pPr>
            <a:lvl5pPr algn="l">
              <a:defRPr sz="1631" b="0" i="0" kern="0" spc="0">
                <a:solidFill>
                  <a:srgbClr val="0A2540"/>
                </a:solidFill>
                <a:latin typeface="JetBrains Mono"/>
                <a:ea typeface="JetBrains Mono"/>
                <a:cs typeface="JetBrains Mono"/>
              </a:defRPr>
            </a:lvl5pPr>
            <a:lvl6pPr algn="l">
              <a:defRPr sz="1631" b="0" i="0" kern="0" spc="0">
                <a:solidFill>
                  <a:srgbClr val="0A2540"/>
                </a:solidFill>
                <a:latin typeface="JetBrains Mono"/>
                <a:ea typeface="JetBrains Mono"/>
                <a:cs typeface="JetBrains Mono"/>
              </a:defRPr>
            </a:lvl6pPr>
            <a:lvl7pPr algn="l">
              <a:defRPr sz="1631" b="0" i="0" kern="0" spc="0">
                <a:solidFill>
                  <a:srgbClr val="0A2540"/>
                </a:solidFill>
                <a:latin typeface="JetBrains Mono"/>
                <a:ea typeface="JetBrains Mono"/>
                <a:cs typeface="JetBrains Mono"/>
              </a:defRPr>
            </a:lvl7pPr>
            <a:lvl8pPr algn="l">
              <a:defRPr sz="1631" b="0" i="0" kern="0" spc="0">
                <a:solidFill>
                  <a:srgbClr val="0A2540"/>
                </a:solidFill>
                <a:latin typeface="JetBrains Mono"/>
                <a:ea typeface="JetBrains Mono"/>
                <a:cs typeface="JetBrains Mono"/>
              </a:defRPr>
            </a:lvl8pPr>
            <a:lvl9pPr algn="l">
              <a:defRPr sz="1631" b="0" i="0" kern="0" spc="0">
                <a:solidFill>
                  <a:srgbClr val="0A2540"/>
                </a:solidFill>
                <a:latin typeface="JetBrains Mono"/>
                <a:ea typeface="JetBrains Mono"/>
                <a:cs typeface="JetBrains Mono"/>
              </a:defRPr>
            </a:lvl9pPr>
          </a:lstStyle>
          <a:p>
            <a:pPr algn="l">
              <a:lnSpc>
                <a:spcPct val="100000"/>
              </a:lnSpc>
              <a:buNone/>
              <a:defRPr sz="1631" b="0" i="0" kern="0" spc="0">
                <a:solidFill>
                  <a:srgbClr val="0A2540"/>
                </a:solidFill>
                <a:latin typeface="JetBrains Mono"/>
                <a:ea typeface="JetBrains Mono"/>
                <a:cs typeface="JetBrains Mono"/>
              </a:defRPr>
            </a:pPr>
            <a:r>
              <a:rPr sz="1631" b="0" i="0" kern="0" spc="0">
                <a:solidFill>
                  <a:srgbClr val="0A2540"/>
                </a:solidFill>
                <a:latin typeface="JetBrains Mono"/>
                <a:ea typeface="JetBrains Mono"/>
                <a:cs typeface="JetBrains Mono"/>
              </a:rPr>
              <a:t>)</a:t>
            </a:r>
          </a:p>
        </p:txBody>
      </p:sp>
      <p:sp>
        <p:nvSpPr>
          <p:cNvPr id="94" name="s3 text 50">
            <a:extLst>
              <a:ext uri="{FF2B5EF4-FFF2-40B4-BE49-F238E27FC236}">
                <a16:creationId xmlns:a16="http://schemas.microsoft.com/office/drawing/2014/main" id="{A802BC3C-A063-4843-9333-8AC8366C911A}"/>
              </a:ext>
            </a:extLst>
          </p:cNvPr>
          <p:cNvSpPr>
            <a:spLocks noGrp="1"/>
          </p:cNvSpPr>
          <p:nvPr/>
        </p:nvSpPr>
        <p:spPr>
          <a:xfrm>
            <a:off x="8263867" y="5462959"/>
            <a:ext cx="4698111"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The gap between what domestic consumers want and what</a:t>
            </a:r>
          </a:p>
        </p:txBody>
      </p:sp>
      <p:sp>
        <p:nvSpPr>
          <p:cNvPr id="95" name="s3 text 51">
            <a:extLst>
              <a:ext uri="{FF2B5EF4-FFF2-40B4-BE49-F238E27FC236}">
                <a16:creationId xmlns:a16="http://schemas.microsoft.com/office/drawing/2014/main" id="{482C9DD6-80CB-4582-ABDA-4A95D9D72C4F}"/>
              </a:ext>
            </a:extLst>
          </p:cNvPr>
          <p:cNvSpPr>
            <a:spLocks noGrp="1"/>
          </p:cNvSpPr>
          <p:nvPr/>
        </p:nvSpPr>
        <p:spPr>
          <a:xfrm>
            <a:off x="8263867" y="5727278"/>
            <a:ext cx="4420838"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domestic producers supply at the world price is filled by</a:t>
            </a:r>
          </a:p>
        </p:txBody>
      </p:sp>
      <p:sp>
        <p:nvSpPr>
          <p:cNvPr id="96" name="s3 text 52">
            <a:extLst>
              <a:ext uri="{FF2B5EF4-FFF2-40B4-BE49-F238E27FC236}">
                <a16:creationId xmlns:a16="http://schemas.microsoft.com/office/drawing/2014/main" id="{81A6244B-FFA2-4D35-AA9A-C3B2284B8F0D}"/>
              </a:ext>
            </a:extLst>
          </p:cNvPr>
          <p:cNvSpPr>
            <a:spLocks noGrp="1"/>
          </p:cNvSpPr>
          <p:nvPr/>
        </p:nvSpPr>
        <p:spPr>
          <a:xfrm>
            <a:off x="8263867" y="5991597"/>
            <a:ext cx="699230"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imports.</a:t>
            </a:r>
          </a:p>
        </p:txBody>
      </p:sp>
      <p:sp>
        <p:nvSpPr>
          <p:cNvPr id="153" name="s3 text 81">
            <a:extLst>
              <a:ext uri="{FF2B5EF4-FFF2-40B4-BE49-F238E27FC236}">
                <a16:creationId xmlns:a16="http://schemas.microsoft.com/office/drawing/2014/main" id="{46DA62F7-8A11-485B-AC5A-E79A1DEE9EDA}"/>
              </a:ext>
            </a:extLst>
          </p:cNvPr>
          <p:cNvSpPr>
            <a:spLocks noGrp="1"/>
          </p:cNvSpPr>
          <p:nvPr/>
        </p:nvSpPr>
        <p:spPr>
          <a:xfrm>
            <a:off x="664369" y="6176888"/>
            <a:ext cx="6890004" cy="208744"/>
          </a:xfrm>
          <a:prstGeom prst="rect">
            <a:avLst/>
          </a:prstGeom>
          <a:noFill/>
          <a:ln w="0">
            <a:noFill/>
            <a:prstDash val="solid"/>
          </a:ln>
        </p:spPr>
        <p:txBody>
          <a:bodyPr wrap="none" lIns="0" tIns="0" rIns="0" bIns="0" anchor="t">
            <a:noAutofit/>
          </a:bodyPr>
          <a:lstStyle>
            <a:defPPr algn="l">
              <a:defRPr sz="1181" b="0" i="0" kern="0" spc="-9">
                <a:solidFill>
                  <a:srgbClr val="3D4D68"/>
                </a:solidFill>
                <a:latin typeface="Inter"/>
                <a:ea typeface="Inter"/>
                <a:cs typeface="Inter"/>
              </a:defRPr>
            </a:defPPr>
            <a:lvl1pPr algn="l">
              <a:defRPr sz="1181" b="0" i="0" kern="0" spc="-9">
                <a:solidFill>
                  <a:srgbClr val="3D4D68"/>
                </a:solidFill>
                <a:latin typeface="Inter"/>
                <a:ea typeface="Inter"/>
                <a:cs typeface="Inter"/>
              </a:defRPr>
            </a:lvl1pPr>
            <a:lvl2pPr algn="l">
              <a:defRPr sz="1181" b="0" i="0" kern="0" spc="-9">
                <a:solidFill>
                  <a:srgbClr val="3D4D68"/>
                </a:solidFill>
                <a:latin typeface="Inter"/>
                <a:ea typeface="Inter"/>
                <a:cs typeface="Inter"/>
              </a:defRPr>
            </a:lvl2pPr>
            <a:lvl3pPr algn="l">
              <a:defRPr sz="1181" b="0" i="0" kern="0" spc="-9">
                <a:solidFill>
                  <a:srgbClr val="3D4D68"/>
                </a:solidFill>
                <a:latin typeface="Inter"/>
                <a:ea typeface="Inter"/>
                <a:cs typeface="Inter"/>
              </a:defRPr>
            </a:lvl3pPr>
            <a:lvl4pPr algn="l">
              <a:defRPr sz="1181" b="0" i="0" kern="0" spc="-9">
                <a:solidFill>
                  <a:srgbClr val="3D4D68"/>
                </a:solidFill>
                <a:latin typeface="Inter"/>
                <a:ea typeface="Inter"/>
                <a:cs typeface="Inter"/>
              </a:defRPr>
            </a:lvl4pPr>
            <a:lvl5pPr algn="l">
              <a:defRPr sz="1181" b="0" i="0" kern="0" spc="-9">
                <a:solidFill>
                  <a:srgbClr val="3D4D68"/>
                </a:solidFill>
                <a:latin typeface="Inter"/>
                <a:ea typeface="Inter"/>
                <a:cs typeface="Inter"/>
              </a:defRPr>
            </a:lvl5pPr>
            <a:lvl6pPr algn="l">
              <a:defRPr sz="1181" b="0" i="0" kern="0" spc="-9">
                <a:solidFill>
                  <a:srgbClr val="3D4D68"/>
                </a:solidFill>
                <a:latin typeface="Inter"/>
                <a:ea typeface="Inter"/>
                <a:cs typeface="Inter"/>
              </a:defRPr>
            </a:lvl6pPr>
            <a:lvl7pPr algn="l">
              <a:defRPr sz="1181" b="0" i="0" kern="0" spc="-9">
                <a:solidFill>
                  <a:srgbClr val="3D4D68"/>
                </a:solidFill>
                <a:latin typeface="Inter"/>
                <a:ea typeface="Inter"/>
                <a:cs typeface="Inter"/>
              </a:defRPr>
            </a:lvl7pPr>
            <a:lvl8pPr algn="l">
              <a:defRPr sz="1181" b="0" i="0" kern="0" spc="-9">
                <a:solidFill>
                  <a:srgbClr val="3D4D68"/>
                </a:solidFill>
                <a:latin typeface="Inter"/>
                <a:ea typeface="Inter"/>
                <a:cs typeface="Inter"/>
              </a:defRPr>
            </a:lvl8pPr>
            <a:lvl9pPr algn="l">
              <a:defRPr sz="1181" b="0" i="0" kern="0" spc="-9">
                <a:solidFill>
                  <a:srgbClr val="3D4D68"/>
                </a:solidFill>
                <a:latin typeface="Inter"/>
                <a:ea typeface="Inter"/>
                <a:cs typeface="Inter"/>
              </a:defRPr>
            </a:lvl9pPr>
          </a:lstStyle>
          <a:p>
            <a:pPr algn="l">
              <a:lnSpc>
                <a:spcPct val="100000"/>
              </a:lnSpc>
              <a:buNone/>
              <a:defRPr sz="1181" b="0" i="0" kern="0" spc="-9">
                <a:solidFill>
                  <a:srgbClr val="3D4D68"/>
                </a:solidFill>
                <a:latin typeface="Inter"/>
                <a:ea typeface="Inter"/>
                <a:cs typeface="Inter"/>
              </a:defRPr>
            </a:pPr>
            <a:r>
              <a:rPr sz="1181" b="0" i="0" kern="0" spc="-9">
                <a:solidFill>
                  <a:srgbClr val="3D4D68"/>
                </a:solidFill>
                <a:latin typeface="Inter"/>
                <a:ea typeface="Inter"/>
                <a:cs typeface="Inter"/>
              </a:rPr>
              <a:t>Left: the autarky price is above the world price, so at that world price domestic demand exceeds</a:t>
            </a:r>
          </a:p>
        </p:txBody>
      </p:sp>
      <p:sp>
        <p:nvSpPr>
          <p:cNvPr id="154" name="s3 text 82">
            <a:extLst>
              <a:ext uri="{FF2B5EF4-FFF2-40B4-BE49-F238E27FC236}">
                <a16:creationId xmlns:a16="http://schemas.microsoft.com/office/drawing/2014/main" id="{CBBDA6DA-7024-446B-A6CB-7C3A09FC68F1}"/>
              </a:ext>
            </a:extLst>
          </p:cNvPr>
          <p:cNvSpPr>
            <a:spLocks noGrp="1"/>
          </p:cNvSpPr>
          <p:nvPr/>
        </p:nvSpPr>
        <p:spPr>
          <a:xfrm>
            <a:off x="664369" y="6384057"/>
            <a:ext cx="6626161" cy="208744"/>
          </a:xfrm>
          <a:prstGeom prst="rect">
            <a:avLst/>
          </a:prstGeom>
          <a:noFill/>
          <a:ln w="0">
            <a:noFill/>
            <a:prstDash val="solid"/>
          </a:ln>
        </p:spPr>
        <p:txBody>
          <a:bodyPr wrap="none" lIns="0" tIns="0" rIns="0" bIns="0" anchor="t">
            <a:noAutofit/>
          </a:bodyPr>
          <a:lstStyle>
            <a:defPPr algn="l">
              <a:defRPr sz="1181" b="0" i="0" kern="0" spc="-9">
                <a:solidFill>
                  <a:srgbClr val="3D4D68"/>
                </a:solidFill>
                <a:latin typeface="Inter"/>
                <a:ea typeface="Inter"/>
                <a:cs typeface="Inter"/>
              </a:defRPr>
            </a:defPPr>
            <a:lvl1pPr algn="l">
              <a:defRPr sz="1181" b="0" i="0" kern="0" spc="-9">
                <a:solidFill>
                  <a:srgbClr val="3D4D68"/>
                </a:solidFill>
                <a:latin typeface="Inter"/>
                <a:ea typeface="Inter"/>
                <a:cs typeface="Inter"/>
              </a:defRPr>
            </a:lvl1pPr>
            <a:lvl2pPr algn="l">
              <a:defRPr sz="1181" b="0" i="0" kern="0" spc="-9">
                <a:solidFill>
                  <a:srgbClr val="3D4D68"/>
                </a:solidFill>
                <a:latin typeface="Inter"/>
                <a:ea typeface="Inter"/>
                <a:cs typeface="Inter"/>
              </a:defRPr>
            </a:lvl2pPr>
            <a:lvl3pPr algn="l">
              <a:defRPr sz="1181" b="0" i="0" kern="0" spc="-9">
                <a:solidFill>
                  <a:srgbClr val="3D4D68"/>
                </a:solidFill>
                <a:latin typeface="Inter"/>
                <a:ea typeface="Inter"/>
                <a:cs typeface="Inter"/>
              </a:defRPr>
            </a:lvl3pPr>
            <a:lvl4pPr algn="l">
              <a:defRPr sz="1181" b="0" i="0" kern="0" spc="-9">
                <a:solidFill>
                  <a:srgbClr val="3D4D68"/>
                </a:solidFill>
                <a:latin typeface="Inter"/>
                <a:ea typeface="Inter"/>
                <a:cs typeface="Inter"/>
              </a:defRPr>
            </a:lvl4pPr>
            <a:lvl5pPr algn="l">
              <a:defRPr sz="1181" b="0" i="0" kern="0" spc="-9">
                <a:solidFill>
                  <a:srgbClr val="3D4D68"/>
                </a:solidFill>
                <a:latin typeface="Inter"/>
                <a:ea typeface="Inter"/>
                <a:cs typeface="Inter"/>
              </a:defRPr>
            </a:lvl5pPr>
            <a:lvl6pPr algn="l">
              <a:defRPr sz="1181" b="0" i="0" kern="0" spc="-9">
                <a:solidFill>
                  <a:srgbClr val="3D4D68"/>
                </a:solidFill>
                <a:latin typeface="Inter"/>
                <a:ea typeface="Inter"/>
                <a:cs typeface="Inter"/>
              </a:defRPr>
            </a:lvl6pPr>
            <a:lvl7pPr algn="l">
              <a:defRPr sz="1181" b="0" i="0" kern="0" spc="-9">
                <a:solidFill>
                  <a:srgbClr val="3D4D68"/>
                </a:solidFill>
                <a:latin typeface="Inter"/>
                <a:ea typeface="Inter"/>
                <a:cs typeface="Inter"/>
              </a:defRPr>
            </a:lvl7pPr>
            <a:lvl8pPr algn="l">
              <a:defRPr sz="1181" b="0" i="0" kern="0" spc="-9">
                <a:solidFill>
                  <a:srgbClr val="3D4D68"/>
                </a:solidFill>
                <a:latin typeface="Inter"/>
                <a:ea typeface="Inter"/>
                <a:cs typeface="Inter"/>
              </a:defRPr>
            </a:lvl8pPr>
            <a:lvl9pPr algn="l">
              <a:defRPr sz="1181" b="0" i="0" kern="0" spc="-9">
                <a:solidFill>
                  <a:srgbClr val="3D4D68"/>
                </a:solidFill>
                <a:latin typeface="Inter"/>
                <a:ea typeface="Inter"/>
                <a:cs typeface="Inter"/>
              </a:defRPr>
            </a:lvl9pPr>
          </a:lstStyle>
          <a:p>
            <a:pPr algn="l">
              <a:lnSpc>
                <a:spcPct val="100000"/>
              </a:lnSpc>
              <a:buNone/>
              <a:defRPr sz="1181" b="0" i="0" kern="0" spc="-9">
                <a:solidFill>
                  <a:srgbClr val="3D4D68"/>
                </a:solidFill>
                <a:latin typeface="Inter"/>
                <a:ea typeface="Inter"/>
                <a:cs typeface="Inter"/>
              </a:defRPr>
            </a:pPr>
            <a:r>
              <a:rPr sz="1181" b="0" i="0" kern="0" spc="-9">
                <a:solidFill>
                  <a:srgbClr val="3D4D68"/>
                </a:solidFill>
                <a:latin typeface="Inter"/>
                <a:ea typeface="Inter"/>
                <a:cs typeface="Inter"/>
              </a:rPr>
              <a:t>domestic supply — the gap is imported. Right: the opposite case, where the country exports.</a:t>
            </a:r>
          </a:p>
        </p:txBody>
      </p:sp>
      <p:sp>
        <p:nvSpPr>
          <p:cNvPr id="155" name="s3 text 83">
            <a:extLst>
              <a:ext uri="{FF2B5EF4-FFF2-40B4-BE49-F238E27FC236}">
                <a16:creationId xmlns:a16="http://schemas.microsoft.com/office/drawing/2014/main" id="{E2901A9C-8C67-4D53-971A-0F4CB4A355AD}"/>
              </a:ext>
            </a:extLst>
          </p:cNvPr>
          <p:cNvSpPr>
            <a:spLocks noGrp="1"/>
          </p:cNvSpPr>
          <p:nvPr/>
        </p:nvSpPr>
        <p:spPr>
          <a:xfrm>
            <a:off x="628650" y="1798225"/>
            <a:ext cx="2500302" cy="151819"/>
          </a:xfrm>
          <a:prstGeom prst="rect">
            <a:avLst/>
          </a:prstGeom>
          <a:noFill/>
          <a:ln w="0">
            <a:noFill/>
            <a:prstDash val="solid"/>
          </a:ln>
        </p:spPr>
        <p:txBody>
          <a:bodyPr wrap="none" lIns="0" tIns="0" rIns="0" bIns="0" anchor="t">
            <a:noAutofit/>
          </a:bodyPr>
          <a:lstStyle>
            <a:defPPr algn="l">
              <a:defRPr sz="787" b="0" i="0" kern="0" spc="118">
                <a:solidFill>
                  <a:srgbClr val="FFFFFF"/>
                </a:solidFill>
                <a:latin typeface="JetBrains Mono"/>
                <a:ea typeface="JetBrains Mono"/>
                <a:cs typeface="JetBrains Mono"/>
              </a:defRPr>
            </a:defPPr>
            <a:lvl1pPr algn="l">
              <a:defRPr sz="787" b="0" i="0" kern="0" spc="118">
                <a:solidFill>
                  <a:srgbClr val="FFFFFF"/>
                </a:solidFill>
                <a:latin typeface="JetBrains Mono"/>
                <a:ea typeface="JetBrains Mono"/>
                <a:cs typeface="JetBrains Mono"/>
              </a:defRPr>
            </a:lvl1pPr>
            <a:lvl2pPr algn="l">
              <a:defRPr sz="787" b="0" i="0" kern="0" spc="118">
                <a:solidFill>
                  <a:srgbClr val="FFFFFF"/>
                </a:solidFill>
                <a:latin typeface="JetBrains Mono"/>
                <a:ea typeface="JetBrains Mono"/>
                <a:cs typeface="JetBrains Mono"/>
              </a:defRPr>
            </a:lvl2pPr>
            <a:lvl3pPr algn="l">
              <a:defRPr sz="787" b="0" i="0" kern="0" spc="118">
                <a:solidFill>
                  <a:srgbClr val="FFFFFF"/>
                </a:solidFill>
                <a:latin typeface="JetBrains Mono"/>
                <a:ea typeface="JetBrains Mono"/>
                <a:cs typeface="JetBrains Mono"/>
              </a:defRPr>
            </a:lvl3pPr>
            <a:lvl4pPr algn="l">
              <a:defRPr sz="787" b="0" i="0" kern="0" spc="118">
                <a:solidFill>
                  <a:srgbClr val="FFFFFF"/>
                </a:solidFill>
                <a:latin typeface="JetBrains Mono"/>
                <a:ea typeface="JetBrains Mono"/>
                <a:cs typeface="JetBrains Mono"/>
              </a:defRPr>
            </a:lvl4pPr>
            <a:lvl5pPr algn="l">
              <a:defRPr sz="787" b="0" i="0" kern="0" spc="118">
                <a:solidFill>
                  <a:srgbClr val="FFFFFF"/>
                </a:solidFill>
                <a:latin typeface="JetBrains Mono"/>
                <a:ea typeface="JetBrains Mono"/>
                <a:cs typeface="JetBrains Mono"/>
              </a:defRPr>
            </a:lvl5pPr>
            <a:lvl6pPr algn="l">
              <a:defRPr sz="787" b="0" i="0" kern="0" spc="118">
                <a:solidFill>
                  <a:srgbClr val="FFFFFF"/>
                </a:solidFill>
                <a:latin typeface="JetBrains Mono"/>
                <a:ea typeface="JetBrains Mono"/>
                <a:cs typeface="JetBrains Mono"/>
              </a:defRPr>
            </a:lvl6pPr>
            <a:lvl7pPr algn="l">
              <a:defRPr sz="787" b="0" i="0" kern="0" spc="118">
                <a:solidFill>
                  <a:srgbClr val="FFFFFF"/>
                </a:solidFill>
                <a:latin typeface="JetBrains Mono"/>
                <a:ea typeface="JetBrains Mono"/>
                <a:cs typeface="JetBrains Mono"/>
              </a:defRPr>
            </a:lvl7pPr>
            <a:lvl8pPr algn="l">
              <a:defRPr sz="787" b="0" i="0" kern="0" spc="118">
                <a:solidFill>
                  <a:srgbClr val="FFFFFF"/>
                </a:solidFill>
                <a:latin typeface="JetBrains Mono"/>
                <a:ea typeface="JetBrains Mono"/>
                <a:cs typeface="JetBrains Mono"/>
              </a:defRPr>
            </a:lvl8pPr>
            <a:lvl9pPr algn="l">
              <a:defRPr sz="787" b="0" i="0" kern="0" spc="118">
                <a:solidFill>
                  <a:srgbClr val="FFFFFF"/>
                </a:solidFill>
                <a:latin typeface="JetBrains Mono"/>
                <a:ea typeface="JetBrains Mono"/>
                <a:cs typeface="JetBrains Mono"/>
              </a:defRPr>
            </a:lvl9pPr>
          </a:lstStyle>
          <a:p>
            <a:pPr algn="l">
              <a:lnSpc>
                <a:spcPct val="100000"/>
              </a:lnSpc>
              <a:buNone/>
              <a:defRPr sz="787" b="0" i="0" kern="0" spc="118">
                <a:solidFill>
                  <a:srgbClr val="FFFFFF"/>
                </a:solidFill>
                <a:latin typeface="JetBrains Mono"/>
                <a:ea typeface="JetBrains Mono"/>
                <a:cs typeface="JetBrains Mono"/>
              </a:defRPr>
            </a:pPr>
            <a:r>
              <a:rPr sz="787" b="0" i="0" kern="0" spc="118">
                <a:solidFill>
                  <a:srgbClr val="FFFFFF"/>
                </a:solidFill>
                <a:latin typeface="JetBrains Mono"/>
                <a:ea typeface="JetBrains Mono"/>
                <a:cs typeface="JetBrains Mono"/>
              </a:rPr>
              <a:t>FIG. 1 · THE IMPORT / EXPORT RULE</a:t>
            </a:r>
          </a:p>
        </p:txBody>
      </p:sp>
      <p:sp>
        <p:nvSpPr>
          <p:cNvPr id="156" name="s3 text 84">
            <a:extLst>
              <a:ext uri="{FF2B5EF4-FFF2-40B4-BE49-F238E27FC236}">
                <a16:creationId xmlns:a16="http://schemas.microsoft.com/office/drawing/2014/main" id="{5302F8C9-4E5C-46A0-B3BE-5908330F2FF5}"/>
              </a:ext>
            </a:extLst>
          </p:cNvPr>
          <p:cNvSpPr>
            <a:spLocks noGrp="1"/>
          </p:cNvSpPr>
          <p:nvPr/>
        </p:nvSpPr>
        <p:spPr>
          <a:xfrm>
            <a:off x="514350" y="7370207"/>
            <a:ext cx="1124074"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CONCEPT PRIMER</a:t>
            </a:r>
          </a:p>
        </p:txBody>
      </p:sp>
      <p:sp>
        <p:nvSpPr>
          <p:cNvPr id="157" name="s3 text 85">
            <a:extLst>
              <a:ext uri="{FF2B5EF4-FFF2-40B4-BE49-F238E27FC236}">
                <a16:creationId xmlns:a16="http://schemas.microsoft.com/office/drawing/2014/main" id="{5E1EA5EF-8A49-4D42-BFBD-4E5A826AC348}"/>
              </a:ext>
            </a:extLst>
          </p:cNvPr>
          <p:cNvSpPr>
            <a:spLocks noGrp="1"/>
          </p:cNvSpPr>
          <p:nvPr/>
        </p:nvSpPr>
        <p:spPr>
          <a:xfrm>
            <a:off x="12732283" y="7370207"/>
            <a:ext cx="498279"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3 / 26</a:t>
            </a:r>
          </a:p>
        </p:txBody>
      </p:sp>
    </p:spTree>
    <p:extLst>
      <p:ext uri="{BB962C8B-B14F-4D97-AF65-F5344CB8AC3E}">
        <p14:creationId xmlns:p14="http://schemas.microsoft.com/office/powerpoint/2010/main" val="527164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 name="Blueprint grid">
            <a:extLst>
              <a:ext uri="{FF2B5EF4-FFF2-40B4-BE49-F238E27FC236}">
                <a16:creationId xmlns:a16="http://schemas.microsoft.com/office/drawing/2014/main" id="{451FA3D5-9679-4490-AE29-BD986859E868}"/>
              </a:ext>
            </a:extLst>
          </p:cNvPr>
          <p:cNvSpPr>
            <a:spLocks noGrp="1"/>
          </p:cNvSpPr>
          <p:nvPr/>
        </p:nvSpPr>
        <p:spPr>
          <a:xfrm>
            <a:off x="7144" y="0"/>
            <a:ext cx="7144" cy="7715250"/>
          </a:xfrm>
          <a:prstGeom prst="rect">
            <a:avLst/>
          </a:prstGeom>
          <a:solidFill>
            <a:srgbClr val="0A2540">
              <a:alpha val="5000"/>
            </a:srgbClr>
          </a:solidFill>
          <a:ln w="0">
            <a:noFill/>
            <a:prstDash val="solid"/>
          </a:ln>
        </p:spPr>
      </p:sp>
      <p:sp>
        <p:nvSpPr>
          <p:cNvPr id="2" name="Blueprint grid">
            <a:extLst>
              <a:ext uri="{FF2B5EF4-FFF2-40B4-BE49-F238E27FC236}">
                <a16:creationId xmlns:a16="http://schemas.microsoft.com/office/drawing/2014/main" id="{8559E78D-BA7F-423B-B571-3900F4FEDEAF}"/>
              </a:ext>
            </a:extLst>
          </p:cNvPr>
          <p:cNvSpPr>
            <a:spLocks noGrp="1"/>
          </p:cNvSpPr>
          <p:nvPr/>
        </p:nvSpPr>
        <p:spPr>
          <a:xfrm>
            <a:off x="578644" y="0"/>
            <a:ext cx="7144" cy="7715250"/>
          </a:xfrm>
          <a:prstGeom prst="rect">
            <a:avLst/>
          </a:prstGeom>
          <a:solidFill>
            <a:srgbClr val="0A2540">
              <a:alpha val="5000"/>
            </a:srgbClr>
          </a:solidFill>
          <a:ln w="0">
            <a:noFill/>
            <a:prstDash val="solid"/>
          </a:ln>
        </p:spPr>
      </p:sp>
      <p:sp>
        <p:nvSpPr>
          <p:cNvPr id="3" name="Blueprint grid">
            <a:extLst>
              <a:ext uri="{FF2B5EF4-FFF2-40B4-BE49-F238E27FC236}">
                <a16:creationId xmlns:a16="http://schemas.microsoft.com/office/drawing/2014/main" id="{41F8A832-5E49-463E-8FC0-EFDB0036FFA8}"/>
              </a:ext>
            </a:extLst>
          </p:cNvPr>
          <p:cNvSpPr>
            <a:spLocks noGrp="1"/>
          </p:cNvSpPr>
          <p:nvPr/>
        </p:nvSpPr>
        <p:spPr>
          <a:xfrm>
            <a:off x="9151144" y="0"/>
            <a:ext cx="7144" cy="7715250"/>
          </a:xfrm>
          <a:prstGeom prst="rect">
            <a:avLst/>
          </a:prstGeom>
          <a:solidFill>
            <a:srgbClr val="0A2540">
              <a:alpha val="5000"/>
            </a:srgbClr>
          </a:solidFill>
          <a:ln w="0">
            <a:noFill/>
            <a:prstDash val="solid"/>
          </a:ln>
        </p:spPr>
      </p:sp>
      <p:sp>
        <p:nvSpPr>
          <p:cNvPr id="4" name="Blueprint grid">
            <a:extLst>
              <a:ext uri="{FF2B5EF4-FFF2-40B4-BE49-F238E27FC236}">
                <a16:creationId xmlns:a16="http://schemas.microsoft.com/office/drawing/2014/main" id="{0C3C5892-7A79-4F8A-92BA-4338FAF44748}"/>
              </a:ext>
            </a:extLst>
          </p:cNvPr>
          <p:cNvSpPr>
            <a:spLocks noGrp="1"/>
          </p:cNvSpPr>
          <p:nvPr/>
        </p:nvSpPr>
        <p:spPr>
          <a:xfrm>
            <a:off x="9436894" y="0"/>
            <a:ext cx="7144" cy="7715250"/>
          </a:xfrm>
          <a:prstGeom prst="rect">
            <a:avLst/>
          </a:prstGeom>
          <a:solidFill>
            <a:srgbClr val="0A2540">
              <a:alpha val="5000"/>
            </a:srgbClr>
          </a:solidFill>
          <a:ln w="0">
            <a:noFill/>
            <a:prstDash val="solid"/>
          </a:ln>
        </p:spPr>
      </p:sp>
      <p:sp>
        <p:nvSpPr>
          <p:cNvPr id="5" name="Blueprint grid">
            <a:extLst>
              <a:ext uri="{FF2B5EF4-FFF2-40B4-BE49-F238E27FC236}">
                <a16:creationId xmlns:a16="http://schemas.microsoft.com/office/drawing/2014/main" id="{CC8445CE-6664-4296-B09C-27E364F74ED2}"/>
              </a:ext>
            </a:extLst>
          </p:cNvPr>
          <p:cNvSpPr>
            <a:spLocks noGrp="1"/>
          </p:cNvSpPr>
          <p:nvPr/>
        </p:nvSpPr>
        <p:spPr>
          <a:xfrm>
            <a:off x="9722644" y="0"/>
            <a:ext cx="7144" cy="7715250"/>
          </a:xfrm>
          <a:prstGeom prst="rect">
            <a:avLst/>
          </a:prstGeom>
          <a:solidFill>
            <a:srgbClr val="0A2540">
              <a:alpha val="5000"/>
            </a:srgbClr>
          </a:solidFill>
          <a:ln w="0">
            <a:noFill/>
            <a:prstDash val="solid"/>
          </a:ln>
        </p:spPr>
      </p:sp>
      <p:sp>
        <p:nvSpPr>
          <p:cNvPr id="6" name="Blueprint grid">
            <a:extLst>
              <a:ext uri="{FF2B5EF4-FFF2-40B4-BE49-F238E27FC236}">
                <a16:creationId xmlns:a16="http://schemas.microsoft.com/office/drawing/2014/main" id="{C72D3DBA-C22E-4115-A784-8B63E66D18AB}"/>
              </a:ext>
            </a:extLst>
          </p:cNvPr>
          <p:cNvSpPr>
            <a:spLocks noGrp="1"/>
          </p:cNvSpPr>
          <p:nvPr/>
        </p:nvSpPr>
        <p:spPr>
          <a:xfrm>
            <a:off x="10008394" y="0"/>
            <a:ext cx="7144" cy="7715250"/>
          </a:xfrm>
          <a:prstGeom prst="rect">
            <a:avLst/>
          </a:prstGeom>
          <a:solidFill>
            <a:srgbClr val="0A2540">
              <a:alpha val="5000"/>
            </a:srgbClr>
          </a:solidFill>
          <a:ln w="0">
            <a:noFill/>
            <a:prstDash val="solid"/>
          </a:ln>
        </p:spPr>
      </p:sp>
      <p:sp>
        <p:nvSpPr>
          <p:cNvPr id="7" name="Blueprint grid">
            <a:extLst>
              <a:ext uri="{FF2B5EF4-FFF2-40B4-BE49-F238E27FC236}">
                <a16:creationId xmlns:a16="http://schemas.microsoft.com/office/drawing/2014/main" id="{C0A14989-9385-49BD-9C36-6676505FCE90}"/>
              </a:ext>
            </a:extLst>
          </p:cNvPr>
          <p:cNvSpPr>
            <a:spLocks noGrp="1"/>
          </p:cNvSpPr>
          <p:nvPr/>
        </p:nvSpPr>
        <p:spPr>
          <a:xfrm>
            <a:off x="10294144" y="0"/>
            <a:ext cx="7144" cy="7715250"/>
          </a:xfrm>
          <a:prstGeom prst="rect">
            <a:avLst/>
          </a:prstGeom>
          <a:solidFill>
            <a:srgbClr val="0A2540">
              <a:alpha val="5000"/>
            </a:srgbClr>
          </a:solidFill>
          <a:ln w="0">
            <a:noFill/>
            <a:prstDash val="solid"/>
          </a:ln>
        </p:spPr>
      </p:sp>
      <p:sp>
        <p:nvSpPr>
          <p:cNvPr id="8" name="Blueprint grid">
            <a:extLst>
              <a:ext uri="{FF2B5EF4-FFF2-40B4-BE49-F238E27FC236}">
                <a16:creationId xmlns:a16="http://schemas.microsoft.com/office/drawing/2014/main" id="{5A89C349-EF20-4D7B-8B89-CF815C3C292F}"/>
              </a:ext>
            </a:extLst>
          </p:cNvPr>
          <p:cNvSpPr>
            <a:spLocks noGrp="1"/>
          </p:cNvSpPr>
          <p:nvPr/>
        </p:nvSpPr>
        <p:spPr>
          <a:xfrm>
            <a:off x="10579894" y="0"/>
            <a:ext cx="7144" cy="7715250"/>
          </a:xfrm>
          <a:prstGeom prst="rect">
            <a:avLst/>
          </a:prstGeom>
          <a:solidFill>
            <a:srgbClr val="0A2540">
              <a:alpha val="5000"/>
            </a:srgbClr>
          </a:solidFill>
          <a:ln w="0">
            <a:noFill/>
            <a:prstDash val="solid"/>
          </a:ln>
        </p:spPr>
      </p:sp>
      <p:sp>
        <p:nvSpPr>
          <p:cNvPr id="9" name="Blueprint grid">
            <a:extLst>
              <a:ext uri="{FF2B5EF4-FFF2-40B4-BE49-F238E27FC236}">
                <a16:creationId xmlns:a16="http://schemas.microsoft.com/office/drawing/2014/main" id="{2155991B-47E4-4707-88EB-6183FFBAAEF3}"/>
              </a:ext>
            </a:extLst>
          </p:cNvPr>
          <p:cNvSpPr>
            <a:spLocks noGrp="1"/>
          </p:cNvSpPr>
          <p:nvPr/>
        </p:nvSpPr>
        <p:spPr>
          <a:xfrm>
            <a:off x="10865644" y="0"/>
            <a:ext cx="7144" cy="7715250"/>
          </a:xfrm>
          <a:prstGeom prst="rect">
            <a:avLst/>
          </a:prstGeom>
          <a:solidFill>
            <a:srgbClr val="0A2540">
              <a:alpha val="5000"/>
            </a:srgbClr>
          </a:solidFill>
          <a:ln w="0">
            <a:noFill/>
            <a:prstDash val="solid"/>
          </a:ln>
        </p:spPr>
      </p:sp>
      <p:sp>
        <p:nvSpPr>
          <p:cNvPr id="10" name="Layout surface">
            <a:extLst>
              <a:ext uri="{FF2B5EF4-FFF2-40B4-BE49-F238E27FC236}">
                <a16:creationId xmlns:a16="http://schemas.microsoft.com/office/drawing/2014/main" id="{5B3909F5-B463-45BC-8468-FD8FB30F0E3D}"/>
              </a:ext>
            </a:extLst>
          </p:cNvPr>
          <p:cNvSpPr>
            <a:spLocks noGrp="1"/>
          </p:cNvSpPr>
          <p:nvPr/>
        </p:nvSpPr>
        <p:spPr>
          <a:xfrm>
            <a:off x="0" y="0"/>
            <a:ext cx="1428750" cy="35719"/>
          </a:xfrm>
          <a:prstGeom prst="rect">
            <a:avLst/>
          </a:prstGeom>
          <a:solidFill>
            <a:srgbClr val="0A2540"/>
          </a:solidFill>
          <a:ln w="0">
            <a:noFill/>
            <a:prstDash val="solid"/>
          </a:ln>
        </p:spPr>
      </p:sp>
      <p:sp>
        <p:nvSpPr>
          <p:cNvPr id="11" name="Layout surface">
            <a:extLst>
              <a:ext uri="{FF2B5EF4-FFF2-40B4-BE49-F238E27FC236}">
                <a16:creationId xmlns:a16="http://schemas.microsoft.com/office/drawing/2014/main" id="{4E32959B-4B5D-417B-B5A8-BDBCEAAAA635}"/>
              </a:ext>
            </a:extLst>
          </p:cNvPr>
          <p:cNvSpPr>
            <a:spLocks noGrp="1"/>
          </p:cNvSpPr>
          <p:nvPr/>
        </p:nvSpPr>
        <p:spPr>
          <a:xfrm>
            <a:off x="1428750" y="0"/>
            <a:ext cx="1000125" cy="35719"/>
          </a:xfrm>
          <a:prstGeom prst="rect">
            <a:avLst/>
          </a:prstGeom>
          <a:solidFill>
            <a:srgbClr val="1D4ED8"/>
          </a:solidFill>
          <a:ln w="0">
            <a:noFill/>
            <a:prstDash val="solid"/>
          </a:ln>
        </p:spPr>
      </p:sp>
      <p:sp>
        <p:nvSpPr>
          <p:cNvPr id="12" name="Layout surface">
            <a:extLst>
              <a:ext uri="{FF2B5EF4-FFF2-40B4-BE49-F238E27FC236}">
                <a16:creationId xmlns:a16="http://schemas.microsoft.com/office/drawing/2014/main" id="{E4053D64-BB12-4FD4-BCB3-3821F8F667FC}"/>
              </a:ext>
            </a:extLst>
          </p:cNvPr>
          <p:cNvSpPr>
            <a:spLocks noGrp="1"/>
          </p:cNvSpPr>
          <p:nvPr/>
        </p:nvSpPr>
        <p:spPr>
          <a:xfrm>
            <a:off x="2428875" y="0"/>
            <a:ext cx="11287125" cy="35719"/>
          </a:xfrm>
          <a:prstGeom prst="rect">
            <a:avLst/>
          </a:prstGeom>
          <a:solidFill>
            <a:srgbClr val="0A2540">
              <a:alpha val="16000"/>
            </a:srgbClr>
          </a:solidFill>
          <a:ln w="0">
            <a:noFill/>
            <a:prstDash val="solid"/>
          </a:ln>
        </p:spPr>
      </p:sp>
      <p:sp>
        <p:nvSpPr>
          <p:cNvPr id="13" name="Source layout 5">
            <a:extLst>
              <a:ext uri="{FF2B5EF4-FFF2-40B4-BE49-F238E27FC236}">
                <a16:creationId xmlns:a16="http://schemas.microsoft.com/office/drawing/2014/main" id="{3B457646-EDD7-463E-90A3-31CCB50027F4}"/>
              </a:ext>
            </a:extLst>
          </p:cNvPr>
          <p:cNvSpPr>
            <a:spLocks noGrp="1"/>
          </p:cNvSpPr>
          <p:nvPr/>
        </p:nvSpPr>
        <p:spPr>
          <a:xfrm>
            <a:off x="514350" y="585787"/>
            <a:ext cx="78581" cy="78581"/>
          </a:xfrm>
          <a:custGeom>
            <a:avLst/>
            <a:gdLst/>
            <a:ahLst/>
            <a:cxnLst/>
            <a:rect l="0" t="0" r="0" b="0"/>
            <a:pathLst>
              <a:path w="78581" h="78581">
                <a:moveTo>
                  <a:pt x="0" y="0"/>
                </a:moveTo>
                <a:lnTo>
                  <a:pt x="78581" y="0"/>
                </a:lnTo>
                <a:lnTo>
                  <a:pt x="78581" y="78581"/>
                </a:lnTo>
                <a:lnTo>
                  <a:pt x="0" y="78581"/>
                </a:lnTo>
                <a:close/>
              </a:path>
            </a:pathLst>
          </a:custGeom>
          <a:solidFill>
            <a:srgbClr val="1D4ED8"/>
          </a:solidFill>
          <a:ln w="7144">
            <a:noFill/>
            <a:prstDash val="solid"/>
          </a:ln>
        </p:spPr>
      </p:sp>
      <p:sp>
        <p:nvSpPr>
          <p:cNvPr id="14" name="Source layout 6">
            <a:extLst>
              <a:ext uri="{FF2B5EF4-FFF2-40B4-BE49-F238E27FC236}">
                <a16:creationId xmlns:a16="http://schemas.microsoft.com/office/drawing/2014/main" id="{9FB8B1C0-E200-4B2C-808A-BDE87F425928}"/>
              </a:ext>
            </a:extLst>
          </p:cNvPr>
          <p:cNvSpPr>
            <a:spLocks noGrp="1"/>
          </p:cNvSpPr>
          <p:nvPr/>
        </p:nvSpPr>
        <p:spPr>
          <a:xfrm>
            <a:off x="514350" y="1414462"/>
            <a:ext cx="7408068" cy="5500687"/>
          </a:xfrm>
          <a:custGeom>
            <a:avLst/>
            <a:gdLst/>
            <a:ahLst/>
            <a:cxnLst/>
            <a:rect l="0" t="0" r="0" b="0"/>
            <a:pathLst>
              <a:path w="7408068" h="5500687">
                <a:moveTo>
                  <a:pt x="0" y="0"/>
                </a:moveTo>
                <a:lnTo>
                  <a:pt x="7408068" y="0"/>
                </a:lnTo>
                <a:lnTo>
                  <a:pt x="7408068" y="5500687"/>
                </a:lnTo>
                <a:lnTo>
                  <a:pt x="0" y="5500687"/>
                </a:lnTo>
                <a:close/>
              </a:path>
            </a:pathLst>
          </a:custGeom>
          <a:solidFill>
            <a:srgbClr val="FFFFFF"/>
          </a:solidFill>
          <a:ln w="7144">
            <a:noFill/>
            <a:prstDash val="solid"/>
          </a:ln>
        </p:spPr>
      </p:sp>
      <p:sp>
        <p:nvSpPr>
          <p:cNvPr id="15" name="Source layout 7">
            <a:extLst>
              <a:ext uri="{FF2B5EF4-FFF2-40B4-BE49-F238E27FC236}">
                <a16:creationId xmlns:a16="http://schemas.microsoft.com/office/drawing/2014/main" id="{034E50CE-3930-4346-830B-6004D23C4E01}"/>
              </a:ext>
            </a:extLst>
          </p:cNvPr>
          <p:cNvSpPr>
            <a:spLocks noGrp="1"/>
          </p:cNvSpPr>
          <p:nvPr/>
        </p:nvSpPr>
        <p:spPr>
          <a:xfrm>
            <a:off x="517922" y="1418034"/>
            <a:ext cx="7400925" cy="5493544"/>
          </a:xfrm>
          <a:custGeom>
            <a:avLst/>
            <a:gdLst/>
            <a:ahLst/>
            <a:cxnLst/>
            <a:rect l="0" t="0" r="0" b="0"/>
            <a:pathLst>
              <a:path w="7400925" h="5493544">
                <a:moveTo>
                  <a:pt x="0" y="0"/>
                </a:moveTo>
                <a:lnTo>
                  <a:pt x="7400925" y="0"/>
                </a:lnTo>
                <a:lnTo>
                  <a:pt x="7400925" y="5493544"/>
                </a:lnTo>
                <a:lnTo>
                  <a:pt x="0" y="5493544"/>
                </a:lnTo>
                <a:close/>
              </a:path>
            </a:pathLst>
          </a:custGeom>
          <a:noFill/>
          <a:ln w="7144">
            <a:solidFill>
              <a:srgbClr val="0A2540">
                <a:alpha val="34120"/>
              </a:srgbClr>
            </a:solidFill>
            <a:prstDash val="solid"/>
          </a:ln>
        </p:spPr>
      </p:sp>
      <p:sp>
        <p:nvSpPr>
          <p:cNvPr id="16" name="Source layout 21">
            <a:extLst>
              <a:ext uri="{FF2B5EF4-FFF2-40B4-BE49-F238E27FC236}">
                <a16:creationId xmlns:a16="http://schemas.microsoft.com/office/drawing/2014/main" id="{C395907A-0C7E-489F-A50B-97E1F4D5E0BC}"/>
              </a:ext>
            </a:extLst>
          </p:cNvPr>
          <p:cNvSpPr>
            <a:spLocks noGrp="1"/>
          </p:cNvSpPr>
          <p:nvPr/>
        </p:nvSpPr>
        <p:spPr>
          <a:xfrm>
            <a:off x="521494" y="1421606"/>
            <a:ext cx="3664744" cy="257175"/>
          </a:xfrm>
          <a:custGeom>
            <a:avLst/>
            <a:gdLst/>
            <a:ahLst/>
            <a:cxnLst/>
            <a:rect l="0" t="0" r="0" b="0"/>
            <a:pathLst>
              <a:path w="3664744" h="257175">
                <a:moveTo>
                  <a:pt x="0" y="0"/>
                </a:moveTo>
                <a:lnTo>
                  <a:pt x="3664744" y="0"/>
                </a:lnTo>
                <a:lnTo>
                  <a:pt x="3664744" y="257175"/>
                </a:lnTo>
                <a:lnTo>
                  <a:pt x="0" y="257175"/>
                </a:lnTo>
                <a:close/>
              </a:path>
            </a:pathLst>
          </a:custGeom>
          <a:solidFill>
            <a:srgbClr val="0A2540"/>
          </a:solidFill>
          <a:ln w="7144">
            <a:noFill/>
            <a:prstDash val="solid"/>
          </a:ln>
        </p:spPr>
      </p:sp>
      <p:sp>
        <p:nvSpPr>
          <p:cNvPr id="17" name="Source layout 22">
            <a:extLst>
              <a:ext uri="{FF2B5EF4-FFF2-40B4-BE49-F238E27FC236}">
                <a16:creationId xmlns:a16="http://schemas.microsoft.com/office/drawing/2014/main" id="{18BD4390-7694-4430-8974-9CA83EC5003F}"/>
              </a:ext>
            </a:extLst>
          </p:cNvPr>
          <p:cNvSpPr>
            <a:spLocks noGrp="1"/>
          </p:cNvSpPr>
          <p:nvPr/>
        </p:nvSpPr>
        <p:spPr>
          <a:xfrm>
            <a:off x="8265318" y="1693069"/>
            <a:ext cx="142875" cy="142875"/>
          </a:xfrm>
          <a:custGeom>
            <a:avLst/>
            <a:gdLst/>
            <a:ahLst/>
            <a:cxnLst/>
            <a:rect l="0" t="0" r="0" b="0"/>
            <a:pathLst>
              <a:path w="142875" h="142875">
                <a:moveTo>
                  <a:pt x="0" y="0"/>
                </a:moveTo>
                <a:lnTo>
                  <a:pt x="142875" y="0"/>
                </a:lnTo>
                <a:lnTo>
                  <a:pt x="142875" y="142875"/>
                </a:lnTo>
                <a:lnTo>
                  <a:pt x="0" y="142875"/>
                </a:lnTo>
                <a:close/>
              </a:path>
            </a:pathLst>
          </a:custGeom>
          <a:solidFill>
            <a:srgbClr val="1D4ED8">
              <a:alpha val="55000"/>
            </a:srgbClr>
          </a:solidFill>
          <a:ln w="7144">
            <a:noFill/>
            <a:prstDash val="solid"/>
          </a:ln>
        </p:spPr>
      </p:sp>
      <p:sp>
        <p:nvSpPr>
          <p:cNvPr id="18" name="Source layout 23">
            <a:extLst>
              <a:ext uri="{FF2B5EF4-FFF2-40B4-BE49-F238E27FC236}">
                <a16:creationId xmlns:a16="http://schemas.microsoft.com/office/drawing/2014/main" id="{933BE963-E71D-4C51-B045-98D925F9DE7A}"/>
              </a:ext>
            </a:extLst>
          </p:cNvPr>
          <p:cNvSpPr>
            <a:spLocks noGrp="1"/>
          </p:cNvSpPr>
          <p:nvPr/>
        </p:nvSpPr>
        <p:spPr>
          <a:xfrm>
            <a:off x="9836943" y="1693069"/>
            <a:ext cx="142875" cy="142875"/>
          </a:xfrm>
          <a:custGeom>
            <a:avLst/>
            <a:gdLst/>
            <a:ahLst/>
            <a:cxnLst/>
            <a:rect l="0" t="0" r="0" b="0"/>
            <a:pathLst>
              <a:path w="142875" h="142875">
                <a:moveTo>
                  <a:pt x="0" y="0"/>
                </a:moveTo>
                <a:lnTo>
                  <a:pt x="142875" y="0"/>
                </a:lnTo>
                <a:lnTo>
                  <a:pt x="142875" y="142875"/>
                </a:lnTo>
                <a:lnTo>
                  <a:pt x="0" y="142875"/>
                </a:lnTo>
                <a:close/>
              </a:path>
            </a:pathLst>
          </a:custGeom>
          <a:solidFill>
            <a:srgbClr val="0E9F6E">
              <a:alpha val="55000"/>
            </a:srgbClr>
          </a:solidFill>
          <a:ln w="7144">
            <a:noFill/>
            <a:prstDash val="solid"/>
          </a:ln>
        </p:spPr>
      </p:sp>
      <p:sp>
        <p:nvSpPr>
          <p:cNvPr id="19" name="Source layout 24">
            <a:extLst>
              <a:ext uri="{FF2B5EF4-FFF2-40B4-BE49-F238E27FC236}">
                <a16:creationId xmlns:a16="http://schemas.microsoft.com/office/drawing/2014/main" id="{F41A7268-8C22-4667-97B7-6417ACC7CB69}"/>
              </a:ext>
            </a:extLst>
          </p:cNvPr>
          <p:cNvSpPr>
            <a:spLocks noGrp="1"/>
          </p:cNvSpPr>
          <p:nvPr/>
        </p:nvSpPr>
        <p:spPr>
          <a:xfrm>
            <a:off x="514350" y="7250906"/>
            <a:ext cx="12687299" cy="7144"/>
          </a:xfrm>
          <a:custGeom>
            <a:avLst/>
            <a:gdLst/>
            <a:ahLst/>
            <a:cxnLst/>
            <a:rect l="0" t="0" r="0" b="0"/>
            <a:pathLst>
              <a:path w="12687299" h="7144">
                <a:moveTo>
                  <a:pt x="0" y="0"/>
                </a:moveTo>
                <a:lnTo>
                  <a:pt x="12687299" y="0"/>
                </a:lnTo>
                <a:lnTo>
                  <a:pt x="12687299" y="7144"/>
                </a:lnTo>
                <a:lnTo>
                  <a:pt x="0" y="7144"/>
                </a:lnTo>
                <a:close/>
              </a:path>
            </a:pathLst>
          </a:custGeom>
          <a:solidFill>
            <a:srgbClr val="0A2540">
              <a:alpha val="16080"/>
            </a:srgbClr>
          </a:solidFill>
          <a:ln w="7144">
            <a:noFill/>
            <a:prstDash val="solid"/>
          </a:ln>
        </p:spPr>
      </p:sp>
      <p:grpSp>
        <p:nvGrpSpPr>
          <p:cNvPr id="76" name="Editable diagram: f2-surplus"/>
          <p:cNvGrpSpPr/>
          <p:nvPr/>
        </p:nvGrpSpPr>
        <p:grpSpPr>
          <a:xfrm>
            <a:off x="1364038" y="2279106"/>
            <a:ext cx="5926704" cy="4124355"/>
            <a:chOff x="1364038" y="2279106"/>
            <a:chExt cx="5926704" cy="4124355"/>
          </a:xfrm>
        </p:grpSpPr>
        <p:sp>
          <p:nvSpPr>
            <p:cNvPr id="20" name="f2-surplus · line 1">
              <a:extLst>
                <a:ext uri="{FF2B5EF4-FFF2-40B4-BE49-F238E27FC236}">
                  <a16:creationId xmlns:a16="http://schemas.microsoft.com/office/drawing/2014/main" id="{ED0EAE07-B95B-4B6F-BB4D-8A4EE660050F}"/>
                </a:ext>
              </a:extLst>
            </p:cNvPr>
            <p:cNvSpPr>
              <a:spLocks noGrp="1"/>
            </p:cNvSpPr>
            <p:nvPr/>
          </p:nvSpPr>
          <p:spPr>
            <a:xfrm>
              <a:off x="2022600" y="5786924"/>
              <a:ext cx="5268142" cy="95"/>
            </a:xfrm>
            <a:custGeom>
              <a:avLst/>
              <a:gdLst/>
              <a:ahLst/>
              <a:cxnLst/>
              <a:rect l="0" t="0" r="0" b="0"/>
              <a:pathLst>
                <a:path w="5268142" h="95">
                  <a:moveTo>
                    <a:pt x="0" y="0"/>
                  </a:moveTo>
                  <a:lnTo>
                    <a:pt x="5268142" y="0"/>
                  </a:lnTo>
                </a:path>
              </a:pathLst>
            </a:custGeom>
            <a:noFill/>
            <a:ln w="14162">
              <a:solidFill>
                <a:srgbClr val="0A2540"/>
              </a:solidFill>
              <a:prstDash val="solid"/>
            </a:ln>
          </p:spPr>
        </p:sp>
        <p:sp>
          <p:nvSpPr>
            <p:cNvPr id="21" name="f2-surplus · line 2">
              <a:extLst>
                <a:ext uri="{FF2B5EF4-FFF2-40B4-BE49-F238E27FC236}">
                  <a16:creationId xmlns:a16="http://schemas.microsoft.com/office/drawing/2014/main" id="{A5E8B646-D9F6-46BC-BE93-95E7FF4CA183}"/>
                </a:ext>
              </a:extLst>
            </p:cNvPr>
            <p:cNvSpPr>
              <a:spLocks noGrp="1"/>
            </p:cNvSpPr>
            <p:nvPr/>
          </p:nvSpPr>
          <p:spPr>
            <a:xfrm>
              <a:off x="2022600" y="2515578"/>
              <a:ext cx="95" cy="3271346"/>
            </a:xfrm>
            <a:custGeom>
              <a:avLst/>
              <a:gdLst/>
              <a:ahLst/>
              <a:cxnLst/>
              <a:rect l="0" t="0" r="0" b="0"/>
              <a:pathLst>
                <a:path w="95" h="3271346">
                  <a:moveTo>
                    <a:pt x="0" y="3271346"/>
                  </a:moveTo>
                  <a:lnTo>
                    <a:pt x="0" y="0"/>
                  </a:lnTo>
                </a:path>
              </a:pathLst>
            </a:custGeom>
            <a:noFill/>
            <a:ln w="14162">
              <a:solidFill>
                <a:srgbClr val="0A2540"/>
              </a:solidFill>
              <a:prstDash val="solid"/>
            </a:ln>
          </p:spPr>
        </p:sp>
        <p:sp>
          <p:nvSpPr>
            <p:cNvPr id="22" name="f2-surplus · line 3">
              <a:extLst>
                <a:ext uri="{FF2B5EF4-FFF2-40B4-BE49-F238E27FC236}">
                  <a16:creationId xmlns:a16="http://schemas.microsoft.com/office/drawing/2014/main" id="{B801DD33-C04E-40C3-B9E0-A2A1CAF7E96D}"/>
                </a:ext>
              </a:extLst>
            </p:cNvPr>
            <p:cNvSpPr>
              <a:spLocks noGrp="1"/>
            </p:cNvSpPr>
            <p:nvPr/>
          </p:nvSpPr>
          <p:spPr>
            <a:xfrm>
              <a:off x="4656670" y="5786924"/>
              <a:ext cx="95" cy="49566"/>
            </a:xfrm>
            <a:custGeom>
              <a:avLst/>
              <a:gdLst/>
              <a:ahLst/>
              <a:cxnLst/>
              <a:rect l="0" t="0" r="0" b="0"/>
              <a:pathLst>
                <a:path w="95" h="49566">
                  <a:moveTo>
                    <a:pt x="0" y="0"/>
                  </a:moveTo>
                  <a:lnTo>
                    <a:pt x="0" y="49566"/>
                  </a:lnTo>
                </a:path>
              </a:pathLst>
            </a:custGeom>
            <a:noFill/>
            <a:ln w="11329">
              <a:solidFill>
                <a:srgbClr val="0A2540"/>
              </a:solidFill>
              <a:prstDash val="solid"/>
            </a:ln>
          </p:spPr>
        </p:sp>
        <p:sp>
          <p:nvSpPr>
            <p:cNvPr id="23" name="f2-surplus · line 4">
              <a:extLst>
                <a:ext uri="{FF2B5EF4-FFF2-40B4-BE49-F238E27FC236}">
                  <a16:creationId xmlns:a16="http://schemas.microsoft.com/office/drawing/2014/main" id="{890BAF84-7D4E-42E8-88CF-DBF496202E24}"/>
                </a:ext>
              </a:extLst>
            </p:cNvPr>
            <p:cNvSpPr>
              <a:spLocks noGrp="1"/>
            </p:cNvSpPr>
            <p:nvPr/>
          </p:nvSpPr>
          <p:spPr>
            <a:xfrm>
              <a:off x="1973034" y="3917584"/>
              <a:ext cx="49566" cy="95"/>
            </a:xfrm>
            <a:custGeom>
              <a:avLst/>
              <a:gdLst/>
              <a:ahLst/>
              <a:cxnLst/>
              <a:rect l="0" t="0" r="0" b="0"/>
              <a:pathLst>
                <a:path w="49566" h="95">
                  <a:moveTo>
                    <a:pt x="49566" y="0"/>
                  </a:moveTo>
                  <a:lnTo>
                    <a:pt x="0" y="0"/>
                  </a:lnTo>
                </a:path>
              </a:pathLst>
            </a:custGeom>
            <a:noFill/>
            <a:ln w="11329">
              <a:solidFill>
                <a:srgbClr val="0A2540"/>
              </a:solidFill>
              <a:prstDash val="solid"/>
            </a:ln>
          </p:spPr>
        </p:sp>
        <p:sp>
          <p:nvSpPr>
            <p:cNvPr id="24" name="f2-surplus · polygon 5">
              <a:extLst>
                <a:ext uri="{FF2B5EF4-FFF2-40B4-BE49-F238E27FC236}">
                  <a16:creationId xmlns:a16="http://schemas.microsoft.com/office/drawing/2014/main" id="{91003D7C-084C-4ED2-9505-9031B86FAC50}"/>
                </a:ext>
              </a:extLst>
            </p:cNvPr>
            <p:cNvSpPr>
              <a:spLocks noGrp="1"/>
            </p:cNvSpPr>
            <p:nvPr/>
          </p:nvSpPr>
          <p:spPr>
            <a:xfrm>
              <a:off x="2022600" y="2515578"/>
              <a:ext cx="2634071" cy="1402005"/>
            </a:xfrm>
            <a:custGeom>
              <a:avLst/>
              <a:gdLst/>
              <a:ahLst/>
              <a:cxnLst/>
              <a:rect l="0" t="0" r="0" b="0"/>
              <a:pathLst>
                <a:path w="2634071" h="1402005">
                  <a:moveTo>
                    <a:pt x="0" y="0"/>
                  </a:moveTo>
                  <a:lnTo>
                    <a:pt x="0" y="1402005"/>
                  </a:lnTo>
                  <a:lnTo>
                    <a:pt x="2634071" y="1402005"/>
                  </a:lnTo>
                  <a:close/>
                </a:path>
              </a:pathLst>
            </a:custGeom>
            <a:solidFill>
              <a:srgbClr val="1D4ED8">
                <a:alpha val="18000"/>
              </a:srgbClr>
            </a:solidFill>
            <a:ln w="10621">
              <a:solidFill>
                <a:srgbClr val="1D4ED8"/>
              </a:solidFill>
              <a:prstDash val="solid"/>
            </a:ln>
          </p:spPr>
        </p:sp>
        <p:sp>
          <p:nvSpPr>
            <p:cNvPr id="25" name="f2-surplus · polygon 6">
              <a:extLst>
                <a:ext uri="{FF2B5EF4-FFF2-40B4-BE49-F238E27FC236}">
                  <a16:creationId xmlns:a16="http://schemas.microsoft.com/office/drawing/2014/main" id="{5313A9AC-64CD-469D-9302-760628A102E4}"/>
                </a:ext>
              </a:extLst>
            </p:cNvPr>
            <p:cNvSpPr>
              <a:spLocks noGrp="1"/>
            </p:cNvSpPr>
            <p:nvPr/>
          </p:nvSpPr>
          <p:spPr>
            <a:xfrm>
              <a:off x="2022600" y="3917584"/>
              <a:ext cx="2634071" cy="1402005"/>
            </a:xfrm>
            <a:custGeom>
              <a:avLst/>
              <a:gdLst/>
              <a:ahLst/>
              <a:cxnLst/>
              <a:rect l="0" t="0" r="0" b="0"/>
              <a:pathLst>
                <a:path w="2634071" h="1402005">
                  <a:moveTo>
                    <a:pt x="0" y="0"/>
                  </a:moveTo>
                  <a:lnTo>
                    <a:pt x="0" y="1402005"/>
                  </a:lnTo>
                  <a:lnTo>
                    <a:pt x="2634071" y="0"/>
                  </a:lnTo>
                  <a:close/>
                </a:path>
              </a:pathLst>
            </a:custGeom>
            <a:solidFill>
              <a:srgbClr val="0E9F6E">
                <a:alpha val="22000"/>
              </a:srgbClr>
            </a:solidFill>
            <a:ln w="10621">
              <a:solidFill>
                <a:srgbClr val="0E9F6E"/>
              </a:solidFill>
              <a:prstDash val="solid"/>
            </a:ln>
          </p:spPr>
        </p:sp>
        <p:sp>
          <p:nvSpPr>
            <p:cNvPr id="26" name="f2-surplus · line 7">
              <a:extLst>
                <a:ext uri="{FF2B5EF4-FFF2-40B4-BE49-F238E27FC236}">
                  <a16:creationId xmlns:a16="http://schemas.microsoft.com/office/drawing/2014/main" id="{A343378E-BB1A-457E-ABAD-C3594E9396E9}"/>
                </a:ext>
              </a:extLst>
            </p:cNvPr>
            <p:cNvSpPr>
              <a:spLocks noGrp="1"/>
            </p:cNvSpPr>
            <p:nvPr/>
          </p:nvSpPr>
          <p:spPr>
            <a:xfrm>
              <a:off x="2022600" y="2515578"/>
              <a:ext cx="5268142" cy="2804011"/>
            </a:xfrm>
            <a:custGeom>
              <a:avLst/>
              <a:gdLst/>
              <a:ahLst/>
              <a:cxnLst/>
              <a:rect l="0" t="0" r="0" b="0"/>
              <a:pathLst>
                <a:path w="5268142" h="2804011">
                  <a:moveTo>
                    <a:pt x="0" y="0"/>
                  </a:moveTo>
                  <a:lnTo>
                    <a:pt x="5268142" y="2804011"/>
                  </a:lnTo>
                </a:path>
              </a:pathLst>
            </a:custGeom>
            <a:noFill/>
            <a:ln w="24075">
              <a:solidFill>
                <a:srgbClr val="0A2540"/>
              </a:solidFill>
              <a:prstDash val="solid"/>
            </a:ln>
          </p:spPr>
        </p:sp>
        <p:sp>
          <p:nvSpPr>
            <p:cNvPr id="27" name="f2-surplus · line 8">
              <a:extLst>
                <a:ext uri="{FF2B5EF4-FFF2-40B4-BE49-F238E27FC236}">
                  <a16:creationId xmlns:a16="http://schemas.microsoft.com/office/drawing/2014/main" id="{DF5E0FE6-3701-4DC0-9DE1-52447A452E6B}"/>
                </a:ext>
              </a:extLst>
            </p:cNvPr>
            <p:cNvSpPr>
              <a:spLocks noGrp="1"/>
            </p:cNvSpPr>
            <p:nvPr/>
          </p:nvSpPr>
          <p:spPr>
            <a:xfrm>
              <a:off x="2022600" y="2515578"/>
              <a:ext cx="5268142" cy="2804011"/>
            </a:xfrm>
            <a:custGeom>
              <a:avLst/>
              <a:gdLst/>
              <a:ahLst/>
              <a:cxnLst/>
              <a:rect l="0" t="0" r="0" b="0"/>
              <a:pathLst>
                <a:path w="5268142" h="2804011">
                  <a:moveTo>
                    <a:pt x="0" y="2804011"/>
                  </a:moveTo>
                  <a:lnTo>
                    <a:pt x="5268142" y="0"/>
                  </a:lnTo>
                </a:path>
              </a:pathLst>
            </a:custGeom>
            <a:noFill/>
            <a:ln w="24075">
              <a:solidFill>
                <a:srgbClr val="0A2540"/>
              </a:solidFill>
              <a:prstDash val="solid"/>
            </a:ln>
          </p:spPr>
        </p:sp>
        <p:sp>
          <p:nvSpPr>
            <p:cNvPr id="28" name="f2-surplus · line 9">
              <a:extLst>
                <a:ext uri="{FF2B5EF4-FFF2-40B4-BE49-F238E27FC236}">
                  <a16:creationId xmlns:a16="http://schemas.microsoft.com/office/drawing/2014/main" id="{EC34DEEE-6E27-437D-B362-8C5286A2724B}"/>
                </a:ext>
              </a:extLst>
            </p:cNvPr>
            <p:cNvSpPr>
              <a:spLocks noGrp="1"/>
            </p:cNvSpPr>
            <p:nvPr/>
          </p:nvSpPr>
          <p:spPr>
            <a:xfrm>
              <a:off x="2022600" y="3917584"/>
              <a:ext cx="2634071" cy="95"/>
            </a:xfrm>
            <a:custGeom>
              <a:avLst/>
              <a:gdLst/>
              <a:ahLst/>
              <a:cxnLst/>
              <a:rect l="0" t="0" r="0" b="0"/>
              <a:pathLst>
                <a:path w="2634071" h="95">
                  <a:moveTo>
                    <a:pt x="0" y="0"/>
                  </a:moveTo>
                  <a:lnTo>
                    <a:pt x="2634071" y="0"/>
                  </a:lnTo>
                </a:path>
              </a:pathLst>
            </a:custGeom>
            <a:noFill/>
            <a:ln w="14162">
              <a:solidFill>
                <a:srgbClr val="7B8BA0"/>
              </a:solidFill>
              <a:prstDash val="dash"/>
            </a:ln>
          </p:spPr>
        </p:sp>
        <p:sp>
          <p:nvSpPr>
            <p:cNvPr id="29" name="f2-surplus · line 10">
              <a:extLst>
                <a:ext uri="{FF2B5EF4-FFF2-40B4-BE49-F238E27FC236}">
                  <a16:creationId xmlns:a16="http://schemas.microsoft.com/office/drawing/2014/main" id="{139FF9E4-38D3-457C-ADC6-10AE7B100CF3}"/>
                </a:ext>
              </a:extLst>
            </p:cNvPr>
            <p:cNvSpPr>
              <a:spLocks noGrp="1"/>
            </p:cNvSpPr>
            <p:nvPr/>
          </p:nvSpPr>
          <p:spPr>
            <a:xfrm>
              <a:off x="4656670" y="3917584"/>
              <a:ext cx="95" cy="1869341"/>
            </a:xfrm>
            <a:custGeom>
              <a:avLst/>
              <a:gdLst/>
              <a:ahLst/>
              <a:cxnLst/>
              <a:rect l="0" t="0" r="0" b="0"/>
              <a:pathLst>
                <a:path w="95" h="1869341">
                  <a:moveTo>
                    <a:pt x="0" y="0"/>
                  </a:moveTo>
                  <a:lnTo>
                    <a:pt x="0" y="1869341"/>
                  </a:lnTo>
                </a:path>
              </a:pathLst>
            </a:custGeom>
            <a:noFill/>
            <a:ln w="14162">
              <a:solidFill>
                <a:srgbClr val="7B8BA0"/>
              </a:solidFill>
              <a:prstDash val="dash"/>
            </a:ln>
          </p:spPr>
        </p:sp>
        <p:sp>
          <p:nvSpPr>
            <p:cNvPr id="30" name="f2-surplus · circle 11">
              <a:extLst>
                <a:ext uri="{FF2B5EF4-FFF2-40B4-BE49-F238E27FC236}">
                  <a16:creationId xmlns:a16="http://schemas.microsoft.com/office/drawing/2014/main" id="{4AA92AFA-E0DF-4D6C-961E-2ADCCCC01E02}"/>
                </a:ext>
              </a:extLst>
            </p:cNvPr>
            <p:cNvSpPr>
              <a:spLocks noGrp="1"/>
            </p:cNvSpPr>
            <p:nvPr/>
          </p:nvSpPr>
          <p:spPr>
            <a:xfrm>
              <a:off x="4614185" y="3875099"/>
              <a:ext cx="84970" cy="84970"/>
            </a:xfrm>
            <a:custGeom>
              <a:avLst/>
              <a:gdLst/>
              <a:ahLst/>
              <a:cxnLst/>
              <a:rect l="0" t="0" r="0" b="0"/>
              <a:pathLst>
                <a:path w="84970" h="84970">
                  <a:moveTo>
                    <a:pt x="84970" y="42485"/>
                  </a:moveTo>
                  <a:cubicBezTo>
                    <a:pt x="84970" y="65949"/>
                    <a:pt x="65949" y="84970"/>
                    <a:pt x="42485" y="84970"/>
                  </a:cubicBezTo>
                  <a:cubicBezTo>
                    <a:pt x="19021" y="84970"/>
                    <a:pt x="0" y="65949"/>
                    <a:pt x="0" y="42485"/>
                  </a:cubicBezTo>
                  <a:cubicBezTo>
                    <a:pt x="0" y="19021"/>
                    <a:pt x="19021" y="0"/>
                    <a:pt x="42485" y="0"/>
                  </a:cubicBezTo>
                  <a:cubicBezTo>
                    <a:pt x="65949" y="0"/>
                    <a:pt x="84970" y="19021"/>
                    <a:pt x="84970" y="42485"/>
                  </a:cubicBezTo>
                  <a:close/>
                </a:path>
              </a:pathLst>
            </a:custGeom>
            <a:solidFill>
              <a:srgbClr val="0A2540"/>
            </a:solidFill>
            <a:ln w="7081">
              <a:noFill/>
              <a:prstDash val="solid"/>
            </a:ln>
          </p:spPr>
        </p:sp>
        <p:sp>
          <p:nvSpPr>
            <p:cNvPr id="36" name="s4 text 5">
              <a:extLst>
                <a:ext uri="{FF2B5EF4-FFF2-40B4-BE49-F238E27FC236}">
                  <a16:creationId xmlns:a16="http://schemas.microsoft.com/office/drawing/2014/main" id="{E416E641-54C4-4F4D-A9D5-7A8BA475B8AC}"/>
                </a:ext>
              </a:extLst>
            </p:cNvPr>
            <p:cNvSpPr>
              <a:spLocks noGrp="1"/>
            </p:cNvSpPr>
            <p:nvPr/>
          </p:nvSpPr>
          <p:spPr>
            <a:xfrm>
              <a:off x="4571345" y="5885711"/>
              <a:ext cx="170642" cy="203874"/>
            </a:xfrm>
            <a:prstGeom prst="rect">
              <a:avLst/>
            </a:prstGeom>
            <a:noFill/>
            <a:ln w="0">
              <a:noFill/>
              <a:prstDash val="solid"/>
            </a:ln>
          </p:spPr>
          <p:txBody>
            <a:bodyPr wrap="none" lIns="0" tIns="0" rIns="0" bIns="0" anchor="t">
              <a:noAutofit/>
            </a:bodyPr>
            <a:lstStyle>
              <a:defPPr algn="l">
                <a:defRPr sz="1154" b="0" i="0" kern="0" spc="0">
                  <a:solidFill>
                    <a:srgbClr val="7B8BA0"/>
                  </a:solidFill>
                  <a:latin typeface="Inter"/>
                  <a:ea typeface="Inter"/>
                  <a:cs typeface="Inter"/>
                </a:defRPr>
              </a:defPPr>
              <a:lvl1pPr algn="l">
                <a:defRPr sz="1154" b="0" i="0" kern="0" spc="0">
                  <a:solidFill>
                    <a:srgbClr val="7B8BA0"/>
                  </a:solidFill>
                  <a:latin typeface="Inter"/>
                  <a:ea typeface="Inter"/>
                  <a:cs typeface="Inter"/>
                </a:defRPr>
              </a:lvl1pPr>
              <a:lvl2pPr algn="l">
                <a:defRPr sz="1154" b="0" i="0" kern="0" spc="0">
                  <a:solidFill>
                    <a:srgbClr val="7B8BA0"/>
                  </a:solidFill>
                  <a:latin typeface="Inter"/>
                  <a:ea typeface="Inter"/>
                  <a:cs typeface="Inter"/>
                </a:defRPr>
              </a:lvl2pPr>
              <a:lvl3pPr algn="l">
                <a:defRPr sz="1154" b="0" i="0" kern="0" spc="0">
                  <a:solidFill>
                    <a:srgbClr val="7B8BA0"/>
                  </a:solidFill>
                  <a:latin typeface="Inter"/>
                  <a:ea typeface="Inter"/>
                  <a:cs typeface="Inter"/>
                </a:defRPr>
              </a:lvl3pPr>
              <a:lvl4pPr algn="l">
                <a:defRPr sz="1154" b="0" i="0" kern="0" spc="0">
                  <a:solidFill>
                    <a:srgbClr val="7B8BA0"/>
                  </a:solidFill>
                  <a:latin typeface="Inter"/>
                  <a:ea typeface="Inter"/>
                  <a:cs typeface="Inter"/>
                </a:defRPr>
              </a:lvl4pPr>
              <a:lvl5pPr algn="l">
                <a:defRPr sz="1154" b="0" i="0" kern="0" spc="0">
                  <a:solidFill>
                    <a:srgbClr val="7B8BA0"/>
                  </a:solidFill>
                  <a:latin typeface="Inter"/>
                  <a:ea typeface="Inter"/>
                  <a:cs typeface="Inter"/>
                </a:defRPr>
              </a:lvl5pPr>
              <a:lvl6pPr algn="l">
                <a:defRPr sz="1154" b="0" i="0" kern="0" spc="0">
                  <a:solidFill>
                    <a:srgbClr val="7B8BA0"/>
                  </a:solidFill>
                  <a:latin typeface="Inter"/>
                  <a:ea typeface="Inter"/>
                  <a:cs typeface="Inter"/>
                </a:defRPr>
              </a:lvl6pPr>
              <a:lvl7pPr algn="l">
                <a:defRPr sz="1154" b="0" i="0" kern="0" spc="0">
                  <a:solidFill>
                    <a:srgbClr val="7B8BA0"/>
                  </a:solidFill>
                  <a:latin typeface="Inter"/>
                  <a:ea typeface="Inter"/>
                  <a:cs typeface="Inter"/>
                </a:defRPr>
              </a:lvl7pPr>
              <a:lvl8pPr algn="l">
                <a:defRPr sz="1154" b="0" i="0" kern="0" spc="0">
                  <a:solidFill>
                    <a:srgbClr val="7B8BA0"/>
                  </a:solidFill>
                  <a:latin typeface="Inter"/>
                  <a:ea typeface="Inter"/>
                  <a:cs typeface="Inter"/>
                </a:defRPr>
              </a:lvl8pPr>
              <a:lvl9pPr algn="l">
                <a:defRPr sz="1154" b="0" i="0" kern="0" spc="0">
                  <a:solidFill>
                    <a:srgbClr val="7B8BA0"/>
                  </a:solidFill>
                  <a:latin typeface="Inter"/>
                  <a:ea typeface="Inter"/>
                  <a:cs typeface="Inter"/>
                </a:defRPr>
              </a:lvl9pPr>
            </a:lstStyle>
            <a:p>
              <a:pPr algn="l">
                <a:lnSpc>
                  <a:spcPct val="100000"/>
                </a:lnSpc>
                <a:buNone/>
                <a:defRPr sz="1154" b="0" i="0" kern="0" spc="0">
                  <a:solidFill>
                    <a:srgbClr val="7B8BA0"/>
                  </a:solidFill>
                  <a:latin typeface="Inter"/>
                  <a:ea typeface="Inter"/>
                  <a:cs typeface="Inter"/>
                </a:defRPr>
              </a:pPr>
              <a:r>
                <a:rPr sz="1154" b="0" i="0" kern="0" spc="0">
                  <a:solidFill>
                    <a:srgbClr val="7B8BA0"/>
                  </a:solidFill>
                  <a:latin typeface="Inter"/>
                  <a:ea typeface="Inter"/>
                  <a:cs typeface="Inter"/>
                </a:rPr>
                <a:t>Q</a:t>
              </a:r>
            </a:p>
          </p:txBody>
        </p:sp>
        <p:sp>
          <p:nvSpPr>
            <p:cNvPr id="37" name="s4 text 6">
              <a:extLst>
                <a:ext uri="{FF2B5EF4-FFF2-40B4-BE49-F238E27FC236}">
                  <a16:creationId xmlns:a16="http://schemas.microsoft.com/office/drawing/2014/main" id="{6BFCCBDB-9565-4429-B12B-F2FB2879FF15}"/>
                </a:ext>
              </a:extLst>
            </p:cNvPr>
            <p:cNvSpPr>
              <a:spLocks noGrp="1"/>
            </p:cNvSpPr>
            <p:nvPr/>
          </p:nvSpPr>
          <p:spPr>
            <a:xfrm>
              <a:off x="4682193" y="5869542"/>
              <a:ext cx="119418" cy="224113"/>
            </a:xfrm>
            <a:prstGeom prst="rect">
              <a:avLst/>
            </a:prstGeom>
            <a:noFill/>
            <a:ln w="0">
              <a:noFill/>
              <a:prstDash val="solid"/>
            </a:ln>
          </p:spPr>
          <p:txBody>
            <a:bodyPr wrap="none" lIns="0" tIns="0" rIns="0" bIns="0" anchor="t">
              <a:noAutofit/>
            </a:bodyPr>
            <a:lstStyle>
              <a:defPPr algn="l">
                <a:defRPr sz="1154" b="0" i="0" kern="0" spc="0">
                  <a:solidFill>
                    <a:srgbClr val="7B8BA0"/>
                  </a:solidFill>
                  <a:latin typeface="Arial"/>
                  <a:ea typeface="Arial"/>
                  <a:cs typeface="Arial"/>
                </a:defRPr>
              </a:defPPr>
              <a:lvl1pPr algn="l">
                <a:defRPr sz="1154" b="0" i="0" kern="0" spc="0">
                  <a:solidFill>
                    <a:srgbClr val="7B8BA0"/>
                  </a:solidFill>
                  <a:latin typeface="Arial"/>
                  <a:ea typeface="Arial"/>
                  <a:cs typeface="Arial"/>
                </a:defRPr>
              </a:lvl1pPr>
              <a:lvl2pPr algn="l">
                <a:defRPr sz="1154" b="0" i="0" kern="0" spc="0">
                  <a:solidFill>
                    <a:srgbClr val="7B8BA0"/>
                  </a:solidFill>
                  <a:latin typeface="Arial"/>
                  <a:ea typeface="Arial"/>
                  <a:cs typeface="Arial"/>
                </a:defRPr>
              </a:lvl2pPr>
              <a:lvl3pPr algn="l">
                <a:defRPr sz="1154" b="0" i="0" kern="0" spc="0">
                  <a:solidFill>
                    <a:srgbClr val="7B8BA0"/>
                  </a:solidFill>
                  <a:latin typeface="Arial"/>
                  <a:ea typeface="Arial"/>
                  <a:cs typeface="Arial"/>
                </a:defRPr>
              </a:lvl3pPr>
              <a:lvl4pPr algn="l">
                <a:defRPr sz="1154" b="0" i="0" kern="0" spc="0">
                  <a:solidFill>
                    <a:srgbClr val="7B8BA0"/>
                  </a:solidFill>
                  <a:latin typeface="Arial"/>
                  <a:ea typeface="Arial"/>
                  <a:cs typeface="Arial"/>
                </a:defRPr>
              </a:lvl4pPr>
              <a:lvl5pPr algn="l">
                <a:defRPr sz="1154" b="0" i="0" kern="0" spc="0">
                  <a:solidFill>
                    <a:srgbClr val="7B8BA0"/>
                  </a:solidFill>
                  <a:latin typeface="Arial"/>
                  <a:ea typeface="Arial"/>
                  <a:cs typeface="Arial"/>
                </a:defRPr>
              </a:lvl5pPr>
              <a:lvl6pPr algn="l">
                <a:defRPr sz="1154" b="0" i="0" kern="0" spc="0">
                  <a:solidFill>
                    <a:srgbClr val="7B8BA0"/>
                  </a:solidFill>
                  <a:latin typeface="Arial"/>
                  <a:ea typeface="Arial"/>
                  <a:cs typeface="Arial"/>
                </a:defRPr>
              </a:lvl6pPr>
              <a:lvl7pPr algn="l">
                <a:defRPr sz="1154" b="0" i="0" kern="0" spc="0">
                  <a:solidFill>
                    <a:srgbClr val="7B8BA0"/>
                  </a:solidFill>
                  <a:latin typeface="Arial"/>
                  <a:ea typeface="Arial"/>
                  <a:cs typeface="Arial"/>
                </a:defRPr>
              </a:lvl7pPr>
              <a:lvl8pPr algn="l">
                <a:defRPr sz="1154" b="0" i="0" kern="0" spc="0">
                  <a:solidFill>
                    <a:srgbClr val="7B8BA0"/>
                  </a:solidFill>
                  <a:latin typeface="Arial"/>
                  <a:ea typeface="Arial"/>
                  <a:cs typeface="Arial"/>
                </a:defRPr>
              </a:lvl8pPr>
              <a:lvl9pPr algn="l">
                <a:defRPr sz="1154" b="0" i="0" kern="0" spc="0">
                  <a:solidFill>
                    <a:srgbClr val="7B8BA0"/>
                  </a:solidFill>
                  <a:latin typeface="Arial"/>
                  <a:ea typeface="Arial"/>
                  <a:cs typeface="Arial"/>
                </a:defRPr>
              </a:lvl9pPr>
            </a:lstStyle>
            <a:p>
              <a:pPr algn="l">
                <a:lnSpc>
                  <a:spcPct val="100000"/>
                </a:lnSpc>
                <a:buNone/>
                <a:defRPr sz="1154" b="0" i="0" kern="0" spc="0">
                  <a:solidFill>
                    <a:srgbClr val="7B8BA0"/>
                  </a:solidFill>
                  <a:latin typeface="Arial"/>
                  <a:ea typeface="Arial"/>
                  <a:cs typeface="Arial"/>
                </a:defRPr>
              </a:pPr>
              <a:r>
                <a:rPr sz="1154" b="0" i="0" kern="0" spc="0">
                  <a:solidFill>
                    <a:srgbClr val="7B8BA0"/>
                  </a:solidFill>
                  <a:latin typeface="Arial"/>
                  <a:ea typeface="Arial"/>
                  <a:cs typeface="Arial"/>
                </a:rPr>
                <a:t>₀</a:t>
              </a:r>
            </a:p>
          </p:txBody>
        </p:sp>
        <p:sp>
          <p:nvSpPr>
            <p:cNvPr id="38" name="s4 text 7">
              <a:extLst>
                <a:ext uri="{FF2B5EF4-FFF2-40B4-BE49-F238E27FC236}">
                  <a16:creationId xmlns:a16="http://schemas.microsoft.com/office/drawing/2014/main" id="{736CE577-274B-41B5-A823-BBE9B5F28671}"/>
                </a:ext>
              </a:extLst>
            </p:cNvPr>
            <p:cNvSpPr>
              <a:spLocks noGrp="1"/>
            </p:cNvSpPr>
            <p:nvPr/>
          </p:nvSpPr>
          <p:spPr>
            <a:xfrm>
              <a:off x="1742979" y="3818042"/>
              <a:ext cx="152184" cy="203874"/>
            </a:xfrm>
            <a:prstGeom prst="rect">
              <a:avLst/>
            </a:prstGeom>
            <a:noFill/>
            <a:ln w="0">
              <a:noFill/>
              <a:prstDash val="solid"/>
            </a:ln>
          </p:spPr>
          <p:txBody>
            <a:bodyPr wrap="none" lIns="0" tIns="0" rIns="0" bIns="0" anchor="t">
              <a:noAutofit/>
            </a:bodyPr>
            <a:lstStyle>
              <a:defPPr algn="l">
                <a:defRPr sz="1154" b="0" i="0" kern="0" spc="0">
                  <a:solidFill>
                    <a:srgbClr val="7B8BA0"/>
                  </a:solidFill>
                  <a:latin typeface="Inter"/>
                  <a:ea typeface="Inter"/>
                  <a:cs typeface="Inter"/>
                </a:defRPr>
              </a:defPPr>
              <a:lvl1pPr algn="l">
                <a:defRPr sz="1154" b="0" i="0" kern="0" spc="0">
                  <a:solidFill>
                    <a:srgbClr val="7B8BA0"/>
                  </a:solidFill>
                  <a:latin typeface="Inter"/>
                  <a:ea typeface="Inter"/>
                  <a:cs typeface="Inter"/>
                </a:defRPr>
              </a:lvl1pPr>
              <a:lvl2pPr algn="l">
                <a:defRPr sz="1154" b="0" i="0" kern="0" spc="0">
                  <a:solidFill>
                    <a:srgbClr val="7B8BA0"/>
                  </a:solidFill>
                  <a:latin typeface="Inter"/>
                  <a:ea typeface="Inter"/>
                  <a:cs typeface="Inter"/>
                </a:defRPr>
              </a:lvl2pPr>
              <a:lvl3pPr algn="l">
                <a:defRPr sz="1154" b="0" i="0" kern="0" spc="0">
                  <a:solidFill>
                    <a:srgbClr val="7B8BA0"/>
                  </a:solidFill>
                  <a:latin typeface="Inter"/>
                  <a:ea typeface="Inter"/>
                  <a:cs typeface="Inter"/>
                </a:defRPr>
              </a:lvl3pPr>
              <a:lvl4pPr algn="l">
                <a:defRPr sz="1154" b="0" i="0" kern="0" spc="0">
                  <a:solidFill>
                    <a:srgbClr val="7B8BA0"/>
                  </a:solidFill>
                  <a:latin typeface="Inter"/>
                  <a:ea typeface="Inter"/>
                  <a:cs typeface="Inter"/>
                </a:defRPr>
              </a:lvl4pPr>
              <a:lvl5pPr algn="l">
                <a:defRPr sz="1154" b="0" i="0" kern="0" spc="0">
                  <a:solidFill>
                    <a:srgbClr val="7B8BA0"/>
                  </a:solidFill>
                  <a:latin typeface="Inter"/>
                  <a:ea typeface="Inter"/>
                  <a:cs typeface="Inter"/>
                </a:defRPr>
              </a:lvl5pPr>
              <a:lvl6pPr algn="l">
                <a:defRPr sz="1154" b="0" i="0" kern="0" spc="0">
                  <a:solidFill>
                    <a:srgbClr val="7B8BA0"/>
                  </a:solidFill>
                  <a:latin typeface="Inter"/>
                  <a:ea typeface="Inter"/>
                  <a:cs typeface="Inter"/>
                </a:defRPr>
              </a:lvl6pPr>
              <a:lvl7pPr algn="l">
                <a:defRPr sz="1154" b="0" i="0" kern="0" spc="0">
                  <a:solidFill>
                    <a:srgbClr val="7B8BA0"/>
                  </a:solidFill>
                  <a:latin typeface="Inter"/>
                  <a:ea typeface="Inter"/>
                  <a:cs typeface="Inter"/>
                </a:defRPr>
              </a:lvl7pPr>
              <a:lvl8pPr algn="l">
                <a:defRPr sz="1154" b="0" i="0" kern="0" spc="0">
                  <a:solidFill>
                    <a:srgbClr val="7B8BA0"/>
                  </a:solidFill>
                  <a:latin typeface="Inter"/>
                  <a:ea typeface="Inter"/>
                  <a:cs typeface="Inter"/>
                </a:defRPr>
              </a:lvl8pPr>
              <a:lvl9pPr algn="l">
                <a:defRPr sz="1154" b="0" i="0" kern="0" spc="0">
                  <a:solidFill>
                    <a:srgbClr val="7B8BA0"/>
                  </a:solidFill>
                  <a:latin typeface="Inter"/>
                  <a:ea typeface="Inter"/>
                  <a:cs typeface="Inter"/>
                </a:defRPr>
              </a:lvl9pPr>
            </a:lstStyle>
            <a:p>
              <a:pPr algn="l">
                <a:lnSpc>
                  <a:spcPct val="100000"/>
                </a:lnSpc>
                <a:buNone/>
                <a:defRPr sz="1154" b="0" i="0" kern="0" spc="0">
                  <a:solidFill>
                    <a:srgbClr val="7B8BA0"/>
                  </a:solidFill>
                  <a:latin typeface="Inter"/>
                  <a:ea typeface="Inter"/>
                  <a:cs typeface="Inter"/>
                </a:defRPr>
              </a:pPr>
              <a:r>
                <a:rPr sz="1154" b="0" i="0" kern="0" spc="0">
                  <a:solidFill>
                    <a:srgbClr val="7B8BA0"/>
                  </a:solidFill>
                  <a:latin typeface="Inter"/>
                  <a:ea typeface="Inter"/>
                  <a:cs typeface="Inter"/>
                </a:rPr>
                <a:t>P</a:t>
              </a:r>
            </a:p>
          </p:txBody>
        </p:sp>
        <p:sp>
          <p:nvSpPr>
            <p:cNvPr id="39" name="s4 text 8">
              <a:extLst>
                <a:ext uri="{FF2B5EF4-FFF2-40B4-BE49-F238E27FC236}">
                  <a16:creationId xmlns:a16="http://schemas.microsoft.com/office/drawing/2014/main" id="{0450B802-A80B-4206-94E1-7CC91D59B270}"/>
                </a:ext>
              </a:extLst>
            </p:cNvPr>
            <p:cNvSpPr>
              <a:spLocks noGrp="1"/>
            </p:cNvSpPr>
            <p:nvPr/>
          </p:nvSpPr>
          <p:spPr>
            <a:xfrm>
              <a:off x="1835377" y="3801873"/>
              <a:ext cx="119418" cy="224113"/>
            </a:xfrm>
            <a:prstGeom prst="rect">
              <a:avLst/>
            </a:prstGeom>
            <a:noFill/>
            <a:ln w="0">
              <a:noFill/>
              <a:prstDash val="solid"/>
            </a:ln>
          </p:spPr>
          <p:txBody>
            <a:bodyPr wrap="none" lIns="0" tIns="0" rIns="0" bIns="0" anchor="t">
              <a:noAutofit/>
            </a:bodyPr>
            <a:lstStyle>
              <a:defPPr algn="l">
                <a:defRPr sz="1154" b="0" i="0" kern="0" spc="0">
                  <a:solidFill>
                    <a:srgbClr val="7B8BA0"/>
                  </a:solidFill>
                  <a:latin typeface="Arial"/>
                  <a:ea typeface="Arial"/>
                  <a:cs typeface="Arial"/>
                </a:defRPr>
              </a:defPPr>
              <a:lvl1pPr algn="l">
                <a:defRPr sz="1154" b="0" i="0" kern="0" spc="0">
                  <a:solidFill>
                    <a:srgbClr val="7B8BA0"/>
                  </a:solidFill>
                  <a:latin typeface="Arial"/>
                  <a:ea typeface="Arial"/>
                  <a:cs typeface="Arial"/>
                </a:defRPr>
              </a:lvl1pPr>
              <a:lvl2pPr algn="l">
                <a:defRPr sz="1154" b="0" i="0" kern="0" spc="0">
                  <a:solidFill>
                    <a:srgbClr val="7B8BA0"/>
                  </a:solidFill>
                  <a:latin typeface="Arial"/>
                  <a:ea typeface="Arial"/>
                  <a:cs typeface="Arial"/>
                </a:defRPr>
              </a:lvl2pPr>
              <a:lvl3pPr algn="l">
                <a:defRPr sz="1154" b="0" i="0" kern="0" spc="0">
                  <a:solidFill>
                    <a:srgbClr val="7B8BA0"/>
                  </a:solidFill>
                  <a:latin typeface="Arial"/>
                  <a:ea typeface="Arial"/>
                  <a:cs typeface="Arial"/>
                </a:defRPr>
              </a:lvl3pPr>
              <a:lvl4pPr algn="l">
                <a:defRPr sz="1154" b="0" i="0" kern="0" spc="0">
                  <a:solidFill>
                    <a:srgbClr val="7B8BA0"/>
                  </a:solidFill>
                  <a:latin typeface="Arial"/>
                  <a:ea typeface="Arial"/>
                  <a:cs typeface="Arial"/>
                </a:defRPr>
              </a:lvl4pPr>
              <a:lvl5pPr algn="l">
                <a:defRPr sz="1154" b="0" i="0" kern="0" spc="0">
                  <a:solidFill>
                    <a:srgbClr val="7B8BA0"/>
                  </a:solidFill>
                  <a:latin typeface="Arial"/>
                  <a:ea typeface="Arial"/>
                  <a:cs typeface="Arial"/>
                </a:defRPr>
              </a:lvl5pPr>
              <a:lvl6pPr algn="l">
                <a:defRPr sz="1154" b="0" i="0" kern="0" spc="0">
                  <a:solidFill>
                    <a:srgbClr val="7B8BA0"/>
                  </a:solidFill>
                  <a:latin typeface="Arial"/>
                  <a:ea typeface="Arial"/>
                  <a:cs typeface="Arial"/>
                </a:defRPr>
              </a:lvl6pPr>
              <a:lvl7pPr algn="l">
                <a:defRPr sz="1154" b="0" i="0" kern="0" spc="0">
                  <a:solidFill>
                    <a:srgbClr val="7B8BA0"/>
                  </a:solidFill>
                  <a:latin typeface="Arial"/>
                  <a:ea typeface="Arial"/>
                  <a:cs typeface="Arial"/>
                </a:defRPr>
              </a:lvl7pPr>
              <a:lvl8pPr algn="l">
                <a:defRPr sz="1154" b="0" i="0" kern="0" spc="0">
                  <a:solidFill>
                    <a:srgbClr val="7B8BA0"/>
                  </a:solidFill>
                  <a:latin typeface="Arial"/>
                  <a:ea typeface="Arial"/>
                  <a:cs typeface="Arial"/>
                </a:defRPr>
              </a:lvl8pPr>
              <a:lvl9pPr algn="l">
                <a:defRPr sz="1154" b="0" i="0" kern="0" spc="0">
                  <a:solidFill>
                    <a:srgbClr val="7B8BA0"/>
                  </a:solidFill>
                  <a:latin typeface="Arial"/>
                  <a:ea typeface="Arial"/>
                  <a:cs typeface="Arial"/>
                </a:defRPr>
              </a:lvl9pPr>
            </a:lstStyle>
            <a:p>
              <a:pPr algn="l">
                <a:lnSpc>
                  <a:spcPct val="100000"/>
                </a:lnSpc>
                <a:buNone/>
                <a:defRPr sz="1154" b="0" i="0" kern="0" spc="0">
                  <a:solidFill>
                    <a:srgbClr val="7B8BA0"/>
                  </a:solidFill>
                  <a:latin typeface="Arial"/>
                  <a:ea typeface="Arial"/>
                  <a:cs typeface="Arial"/>
                </a:defRPr>
              </a:pPr>
              <a:r>
                <a:rPr sz="1154" b="0" i="0" kern="0" spc="0">
                  <a:solidFill>
                    <a:srgbClr val="7B8BA0"/>
                  </a:solidFill>
                  <a:latin typeface="Arial"/>
                  <a:ea typeface="Arial"/>
                  <a:cs typeface="Arial"/>
                </a:rPr>
                <a:t>₀</a:t>
              </a:r>
            </a:p>
          </p:txBody>
        </p:sp>
        <p:sp>
          <p:nvSpPr>
            <p:cNvPr id="40" name="s4 text 9 halo">
              <a:extLst>
                <a:ext uri="{FF2B5EF4-FFF2-40B4-BE49-F238E27FC236}">
                  <a16:creationId xmlns:a16="http://schemas.microsoft.com/office/drawing/2014/main" id="{1189C109-3746-4DB1-8ED2-ED7FB310D63B}"/>
                </a:ext>
              </a:extLst>
            </p:cNvPr>
            <p:cNvSpPr>
              <a:spLocks noGrp="1"/>
            </p:cNvSpPr>
            <p:nvPr/>
          </p:nvSpPr>
          <p:spPr>
            <a:xfrm>
              <a:off x="3577583" y="6145214"/>
              <a:ext cx="2261464" cy="258247"/>
            </a:xfrm>
            <a:prstGeom prst="rect">
              <a:avLst/>
            </a:prstGeom>
            <a:noFill/>
            <a:ln w="0">
              <a:noFill/>
              <a:prstDash val="solid"/>
            </a:ln>
          </p:spPr>
          <p:txBody>
            <a:bodyPr wrap="none" lIns="0" tIns="0" rIns="0" bIns="0" anchor="t">
              <a:noAutofit/>
            </a:bodyPr>
            <a:lstStyle>
              <a:defPPr algn="l">
                <a:defRPr sz="1461" b="0" i="0" kern="0" spc="-9">
                  <a:ln w="42485">
                    <a:solidFill>
                      <a:srgbClr val="FFFFFF"/>
                    </a:solidFill>
                    <a:prstDash val="solid"/>
                  </a:ln>
                  <a:solidFill>
                    <a:srgbClr val="FFFFFF"/>
                  </a:solidFill>
                  <a:latin typeface="Inter SemiBold"/>
                  <a:ea typeface="Inter SemiBold"/>
                  <a:cs typeface="Inter SemiBold"/>
                </a:defRPr>
              </a:defPPr>
              <a:lvl1pPr algn="l">
                <a:defRPr sz="1461" b="0" i="0" kern="0" spc="-9">
                  <a:ln w="42485">
                    <a:solidFill>
                      <a:srgbClr val="FFFFFF"/>
                    </a:solidFill>
                    <a:prstDash val="solid"/>
                  </a:ln>
                  <a:solidFill>
                    <a:srgbClr val="FFFFFF"/>
                  </a:solidFill>
                  <a:latin typeface="Inter SemiBold"/>
                  <a:ea typeface="Inter SemiBold"/>
                  <a:cs typeface="Inter SemiBold"/>
                </a:defRPr>
              </a:lvl1pPr>
              <a:lvl2pPr algn="l">
                <a:defRPr sz="1461" b="0" i="0" kern="0" spc="-9">
                  <a:ln w="42485">
                    <a:solidFill>
                      <a:srgbClr val="FFFFFF"/>
                    </a:solidFill>
                    <a:prstDash val="solid"/>
                  </a:ln>
                  <a:solidFill>
                    <a:srgbClr val="FFFFFF"/>
                  </a:solidFill>
                  <a:latin typeface="Inter SemiBold"/>
                  <a:ea typeface="Inter SemiBold"/>
                  <a:cs typeface="Inter SemiBold"/>
                </a:defRPr>
              </a:lvl2pPr>
              <a:lvl3pPr algn="l">
                <a:defRPr sz="1461" b="0" i="0" kern="0" spc="-9">
                  <a:ln w="42485">
                    <a:solidFill>
                      <a:srgbClr val="FFFFFF"/>
                    </a:solidFill>
                    <a:prstDash val="solid"/>
                  </a:ln>
                  <a:solidFill>
                    <a:srgbClr val="FFFFFF"/>
                  </a:solidFill>
                  <a:latin typeface="Inter SemiBold"/>
                  <a:ea typeface="Inter SemiBold"/>
                  <a:cs typeface="Inter SemiBold"/>
                </a:defRPr>
              </a:lvl3pPr>
              <a:lvl4pPr algn="l">
                <a:defRPr sz="1461" b="0" i="0" kern="0" spc="-9">
                  <a:ln w="42485">
                    <a:solidFill>
                      <a:srgbClr val="FFFFFF"/>
                    </a:solidFill>
                    <a:prstDash val="solid"/>
                  </a:ln>
                  <a:solidFill>
                    <a:srgbClr val="FFFFFF"/>
                  </a:solidFill>
                  <a:latin typeface="Inter SemiBold"/>
                  <a:ea typeface="Inter SemiBold"/>
                  <a:cs typeface="Inter SemiBold"/>
                </a:defRPr>
              </a:lvl4pPr>
              <a:lvl5pPr algn="l">
                <a:defRPr sz="1461" b="0" i="0" kern="0" spc="-9">
                  <a:ln w="42485">
                    <a:solidFill>
                      <a:srgbClr val="FFFFFF"/>
                    </a:solidFill>
                    <a:prstDash val="solid"/>
                  </a:ln>
                  <a:solidFill>
                    <a:srgbClr val="FFFFFF"/>
                  </a:solidFill>
                  <a:latin typeface="Inter SemiBold"/>
                  <a:ea typeface="Inter SemiBold"/>
                  <a:cs typeface="Inter SemiBold"/>
                </a:defRPr>
              </a:lvl5pPr>
              <a:lvl6pPr algn="l">
                <a:defRPr sz="1461" b="0" i="0" kern="0" spc="-9">
                  <a:ln w="42485">
                    <a:solidFill>
                      <a:srgbClr val="FFFFFF"/>
                    </a:solidFill>
                    <a:prstDash val="solid"/>
                  </a:ln>
                  <a:solidFill>
                    <a:srgbClr val="FFFFFF"/>
                  </a:solidFill>
                  <a:latin typeface="Inter SemiBold"/>
                  <a:ea typeface="Inter SemiBold"/>
                  <a:cs typeface="Inter SemiBold"/>
                </a:defRPr>
              </a:lvl6pPr>
              <a:lvl7pPr algn="l">
                <a:defRPr sz="1461" b="0" i="0" kern="0" spc="-9">
                  <a:ln w="42485">
                    <a:solidFill>
                      <a:srgbClr val="FFFFFF"/>
                    </a:solidFill>
                    <a:prstDash val="solid"/>
                  </a:ln>
                  <a:solidFill>
                    <a:srgbClr val="FFFFFF"/>
                  </a:solidFill>
                  <a:latin typeface="Inter SemiBold"/>
                  <a:ea typeface="Inter SemiBold"/>
                  <a:cs typeface="Inter SemiBold"/>
                </a:defRPr>
              </a:lvl7pPr>
              <a:lvl8pPr algn="l">
                <a:defRPr sz="1461" b="0" i="0" kern="0" spc="-9">
                  <a:ln w="42485">
                    <a:solidFill>
                      <a:srgbClr val="FFFFFF"/>
                    </a:solidFill>
                    <a:prstDash val="solid"/>
                  </a:ln>
                  <a:solidFill>
                    <a:srgbClr val="FFFFFF"/>
                  </a:solidFill>
                  <a:latin typeface="Inter SemiBold"/>
                  <a:ea typeface="Inter SemiBold"/>
                  <a:cs typeface="Inter SemiBold"/>
                </a:defRPr>
              </a:lvl8pPr>
              <a:lvl9pPr algn="l">
                <a:defRPr sz="1461" b="0" i="0" kern="0" spc="-9">
                  <a:ln w="42485">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461" b="0" i="0" kern="0" spc="-9">
                  <a:solidFill>
                    <a:srgbClr val="FFFFFF"/>
                  </a:solidFill>
                  <a:latin typeface="Inter SemiBold"/>
                  <a:ea typeface="Inter SemiBold"/>
                  <a:cs typeface="Inter SemiBold"/>
                </a:defRPr>
              </a:pPr>
              <a:r>
                <a:rPr sz="1461" b="0" i="0" kern="0" spc="-9">
                  <a:ln w="42485">
                    <a:solidFill>
                      <a:srgbClr val="FFFFFF"/>
                    </a:solidFill>
                    <a:prstDash val="solid"/>
                  </a:ln>
                  <a:solidFill>
                    <a:srgbClr val="FFFFFF"/>
                  </a:solidFill>
                  <a:latin typeface="Inter SemiBold"/>
                  <a:ea typeface="Inter SemiBold"/>
                  <a:cs typeface="Inter SemiBold"/>
                </a:rPr>
                <a:t>Quantity (units per year)</a:t>
              </a:r>
            </a:p>
          </p:txBody>
        </p:sp>
        <p:sp>
          <p:nvSpPr>
            <p:cNvPr id="41" name="s4 text 9">
              <a:extLst>
                <a:ext uri="{FF2B5EF4-FFF2-40B4-BE49-F238E27FC236}">
                  <a16:creationId xmlns:a16="http://schemas.microsoft.com/office/drawing/2014/main" id="{D939CA59-E912-42A3-8AA5-9BB7899FC68A}"/>
                </a:ext>
              </a:extLst>
            </p:cNvPr>
            <p:cNvSpPr>
              <a:spLocks noGrp="1"/>
            </p:cNvSpPr>
            <p:nvPr/>
          </p:nvSpPr>
          <p:spPr>
            <a:xfrm>
              <a:off x="3577583" y="6145214"/>
              <a:ext cx="2261464" cy="258247"/>
            </a:xfrm>
            <a:prstGeom prst="rect">
              <a:avLst/>
            </a:prstGeom>
            <a:noFill/>
            <a:ln w="0">
              <a:noFill/>
              <a:prstDash val="solid"/>
            </a:ln>
          </p:spPr>
          <p:txBody>
            <a:bodyPr wrap="none" lIns="0" tIns="0" rIns="0" bIns="0" anchor="t">
              <a:noAutofit/>
            </a:bodyPr>
            <a:lstStyle>
              <a:defPPr algn="l">
                <a:defRPr sz="1461" b="0" i="0" kern="0" spc="-9">
                  <a:solidFill>
                    <a:srgbClr val="0A2540"/>
                  </a:solidFill>
                  <a:latin typeface="Inter SemiBold"/>
                  <a:ea typeface="Inter SemiBold"/>
                  <a:cs typeface="Inter SemiBold"/>
                </a:defRPr>
              </a:defPPr>
              <a:lvl1pPr algn="l">
                <a:defRPr sz="1461" b="0" i="0" kern="0" spc="-9">
                  <a:solidFill>
                    <a:srgbClr val="0A2540"/>
                  </a:solidFill>
                  <a:latin typeface="Inter SemiBold"/>
                  <a:ea typeface="Inter SemiBold"/>
                  <a:cs typeface="Inter SemiBold"/>
                </a:defRPr>
              </a:lvl1pPr>
              <a:lvl2pPr algn="l">
                <a:defRPr sz="1461" b="0" i="0" kern="0" spc="-9">
                  <a:solidFill>
                    <a:srgbClr val="0A2540"/>
                  </a:solidFill>
                  <a:latin typeface="Inter SemiBold"/>
                  <a:ea typeface="Inter SemiBold"/>
                  <a:cs typeface="Inter SemiBold"/>
                </a:defRPr>
              </a:lvl2pPr>
              <a:lvl3pPr algn="l">
                <a:defRPr sz="1461" b="0" i="0" kern="0" spc="-9">
                  <a:solidFill>
                    <a:srgbClr val="0A2540"/>
                  </a:solidFill>
                  <a:latin typeface="Inter SemiBold"/>
                  <a:ea typeface="Inter SemiBold"/>
                  <a:cs typeface="Inter SemiBold"/>
                </a:defRPr>
              </a:lvl3pPr>
              <a:lvl4pPr algn="l">
                <a:defRPr sz="1461" b="0" i="0" kern="0" spc="-9">
                  <a:solidFill>
                    <a:srgbClr val="0A2540"/>
                  </a:solidFill>
                  <a:latin typeface="Inter SemiBold"/>
                  <a:ea typeface="Inter SemiBold"/>
                  <a:cs typeface="Inter SemiBold"/>
                </a:defRPr>
              </a:lvl4pPr>
              <a:lvl5pPr algn="l">
                <a:defRPr sz="1461" b="0" i="0" kern="0" spc="-9">
                  <a:solidFill>
                    <a:srgbClr val="0A2540"/>
                  </a:solidFill>
                  <a:latin typeface="Inter SemiBold"/>
                  <a:ea typeface="Inter SemiBold"/>
                  <a:cs typeface="Inter SemiBold"/>
                </a:defRPr>
              </a:lvl5pPr>
              <a:lvl6pPr algn="l">
                <a:defRPr sz="1461" b="0" i="0" kern="0" spc="-9">
                  <a:solidFill>
                    <a:srgbClr val="0A2540"/>
                  </a:solidFill>
                  <a:latin typeface="Inter SemiBold"/>
                  <a:ea typeface="Inter SemiBold"/>
                  <a:cs typeface="Inter SemiBold"/>
                </a:defRPr>
              </a:lvl6pPr>
              <a:lvl7pPr algn="l">
                <a:defRPr sz="1461" b="0" i="0" kern="0" spc="-9">
                  <a:solidFill>
                    <a:srgbClr val="0A2540"/>
                  </a:solidFill>
                  <a:latin typeface="Inter SemiBold"/>
                  <a:ea typeface="Inter SemiBold"/>
                  <a:cs typeface="Inter SemiBold"/>
                </a:defRPr>
              </a:lvl7pPr>
              <a:lvl8pPr algn="l">
                <a:defRPr sz="1461" b="0" i="0" kern="0" spc="-9">
                  <a:solidFill>
                    <a:srgbClr val="0A2540"/>
                  </a:solidFill>
                  <a:latin typeface="Inter SemiBold"/>
                  <a:ea typeface="Inter SemiBold"/>
                  <a:cs typeface="Inter SemiBold"/>
                </a:defRPr>
              </a:lvl8pPr>
              <a:lvl9pPr algn="l">
                <a:defRPr sz="1461" b="0" i="0" kern="0" spc="-9">
                  <a:solidFill>
                    <a:srgbClr val="0A2540"/>
                  </a:solidFill>
                  <a:latin typeface="Inter SemiBold"/>
                  <a:ea typeface="Inter SemiBold"/>
                  <a:cs typeface="Inter SemiBold"/>
                </a:defRPr>
              </a:lvl9pPr>
            </a:lstStyle>
            <a:p>
              <a:pPr algn="l">
                <a:lnSpc>
                  <a:spcPct val="100000"/>
                </a:lnSpc>
                <a:buNone/>
                <a:defRPr sz="1461" b="0" i="0" kern="0" spc="-9">
                  <a:solidFill>
                    <a:srgbClr val="0A2540"/>
                  </a:solidFill>
                  <a:latin typeface="Inter SemiBold"/>
                  <a:ea typeface="Inter SemiBold"/>
                  <a:cs typeface="Inter SemiBold"/>
                </a:defRPr>
              </a:pPr>
              <a:r>
                <a:rPr sz="1461" b="0" i="0" kern="0" spc="-9">
                  <a:solidFill>
                    <a:srgbClr val="0A2540"/>
                  </a:solidFill>
                  <a:latin typeface="Inter SemiBold"/>
                  <a:ea typeface="Inter SemiBold"/>
                  <a:cs typeface="Inter SemiBold"/>
                </a:rPr>
                <a:t>Quantity (units per year)</a:t>
              </a:r>
            </a:p>
          </p:txBody>
        </p:sp>
        <p:sp>
          <p:nvSpPr>
            <p:cNvPr id="42" name="s4 text 10">
              <a:extLst>
                <a:ext uri="{FF2B5EF4-FFF2-40B4-BE49-F238E27FC236}">
                  <a16:creationId xmlns:a16="http://schemas.microsoft.com/office/drawing/2014/main" id="{B127FA79-6056-4D7E-B6FA-AF8E5C781BC7}"/>
                </a:ext>
              </a:extLst>
            </p:cNvPr>
            <p:cNvSpPr>
              <a:spLocks noGrp="1"/>
            </p:cNvSpPr>
            <p:nvPr/>
          </p:nvSpPr>
          <p:spPr>
            <a:xfrm rot="-5400000">
              <a:off x="1364038" y="4547919"/>
              <a:ext cx="134517" cy="187174"/>
            </a:xfrm>
            <a:prstGeom prst="rect">
              <a:avLst/>
            </a:prstGeom>
            <a:noFill/>
            <a:ln w="0">
              <a:noFill/>
              <a:prstDash val="solid"/>
            </a:ln>
          </p:spPr>
          <p:txBody>
            <a:bodyPr wrap="none" lIns="0" tIns="0" rIns="0" bIns="0" anchor="t">
              <a:noAutofit/>
            </a:bodyPr>
            <a:lstStyle>
              <a:defPPr algn="l">
                <a:defRPr sz="1059" b="0" i="0" kern="0" spc="0">
                  <a:solidFill>
                    <a:srgbClr val="0A2540"/>
                  </a:solidFill>
                  <a:latin typeface="Inter SemiBold"/>
                  <a:ea typeface="Inter SemiBold"/>
                  <a:cs typeface="Inter SemiBold"/>
                </a:defRPr>
              </a:defPPr>
              <a:lvl1pPr algn="l">
                <a:defRPr sz="1059" b="0" i="0" kern="0" spc="0">
                  <a:solidFill>
                    <a:srgbClr val="0A2540"/>
                  </a:solidFill>
                  <a:latin typeface="Inter SemiBold"/>
                  <a:ea typeface="Inter SemiBold"/>
                  <a:cs typeface="Inter SemiBold"/>
                </a:defRPr>
              </a:lvl1pPr>
              <a:lvl2pPr algn="l">
                <a:defRPr sz="1059" b="0" i="0" kern="0" spc="0">
                  <a:solidFill>
                    <a:srgbClr val="0A2540"/>
                  </a:solidFill>
                  <a:latin typeface="Inter SemiBold"/>
                  <a:ea typeface="Inter SemiBold"/>
                  <a:cs typeface="Inter SemiBold"/>
                </a:defRPr>
              </a:lvl2pPr>
              <a:lvl3pPr algn="l">
                <a:defRPr sz="1059" b="0" i="0" kern="0" spc="0">
                  <a:solidFill>
                    <a:srgbClr val="0A2540"/>
                  </a:solidFill>
                  <a:latin typeface="Inter SemiBold"/>
                  <a:ea typeface="Inter SemiBold"/>
                  <a:cs typeface="Inter SemiBold"/>
                </a:defRPr>
              </a:lvl3pPr>
              <a:lvl4pPr algn="l">
                <a:defRPr sz="1059" b="0" i="0" kern="0" spc="0">
                  <a:solidFill>
                    <a:srgbClr val="0A2540"/>
                  </a:solidFill>
                  <a:latin typeface="Inter SemiBold"/>
                  <a:ea typeface="Inter SemiBold"/>
                  <a:cs typeface="Inter SemiBold"/>
                </a:defRPr>
              </a:lvl4pPr>
              <a:lvl5pPr algn="l">
                <a:defRPr sz="1059" b="0" i="0" kern="0" spc="0">
                  <a:solidFill>
                    <a:srgbClr val="0A2540"/>
                  </a:solidFill>
                  <a:latin typeface="Inter SemiBold"/>
                  <a:ea typeface="Inter SemiBold"/>
                  <a:cs typeface="Inter SemiBold"/>
                </a:defRPr>
              </a:lvl5pPr>
              <a:lvl6pPr algn="l">
                <a:defRPr sz="1059" b="0" i="0" kern="0" spc="0">
                  <a:solidFill>
                    <a:srgbClr val="0A2540"/>
                  </a:solidFill>
                  <a:latin typeface="Inter SemiBold"/>
                  <a:ea typeface="Inter SemiBold"/>
                  <a:cs typeface="Inter SemiBold"/>
                </a:defRPr>
              </a:lvl6pPr>
              <a:lvl7pPr algn="l">
                <a:defRPr sz="1059" b="0" i="0" kern="0" spc="0">
                  <a:solidFill>
                    <a:srgbClr val="0A2540"/>
                  </a:solidFill>
                  <a:latin typeface="Inter SemiBold"/>
                  <a:ea typeface="Inter SemiBold"/>
                  <a:cs typeface="Inter SemiBold"/>
                </a:defRPr>
              </a:lvl7pPr>
              <a:lvl8pPr algn="l">
                <a:defRPr sz="1059" b="0" i="0" kern="0" spc="0">
                  <a:solidFill>
                    <a:srgbClr val="0A2540"/>
                  </a:solidFill>
                  <a:latin typeface="Inter SemiBold"/>
                  <a:ea typeface="Inter SemiBold"/>
                  <a:cs typeface="Inter SemiBold"/>
                </a:defRPr>
              </a:lvl8pPr>
              <a:lvl9pPr algn="l">
                <a:defRPr sz="1059" b="0" i="0" kern="0" spc="0">
                  <a:solidFill>
                    <a:srgbClr val="0A2540"/>
                  </a:solidFill>
                  <a:latin typeface="Inter SemiBold"/>
                  <a:ea typeface="Inter SemiBold"/>
                  <a:cs typeface="Inter SemiBold"/>
                </a:defRPr>
              </a:lvl9pPr>
            </a:lstStyle>
            <a:p>
              <a:pPr algn="l">
                <a:lnSpc>
                  <a:spcPct val="100000"/>
                </a:lnSpc>
                <a:buNone/>
                <a:defRPr sz="1059" b="0" i="0" kern="0" spc="0">
                  <a:solidFill>
                    <a:srgbClr val="0A2540"/>
                  </a:solidFill>
                  <a:latin typeface="Inter SemiBold"/>
                  <a:ea typeface="Inter SemiBold"/>
                  <a:cs typeface="Inter SemiBold"/>
                </a:defRPr>
              </a:pPr>
              <a:r>
                <a:rPr sz="1059" b="0" i="0" kern="0" spc="0">
                  <a:solidFill>
                    <a:srgbClr val="0A2540"/>
                  </a:solidFill>
                  <a:latin typeface="Inter SemiBold"/>
                  <a:ea typeface="Inter SemiBold"/>
                  <a:cs typeface="Inter SemiBold"/>
                </a:rPr>
                <a:t>P</a:t>
              </a:r>
            </a:p>
          </p:txBody>
        </p:sp>
        <p:sp>
          <p:nvSpPr>
            <p:cNvPr id="43" name="s4 text 11">
              <a:extLst>
                <a:ext uri="{FF2B5EF4-FFF2-40B4-BE49-F238E27FC236}">
                  <a16:creationId xmlns:a16="http://schemas.microsoft.com/office/drawing/2014/main" id="{3B0B9FA4-40E2-4F7F-8DBA-5B3C7956EDAA}"/>
                </a:ext>
              </a:extLst>
            </p:cNvPr>
            <p:cNvSpPr>
              <a:spLocks noGrp="1"/>
            </p:cNvSpPr>
            <p:nvPr/>
          </p:nvSpPr>
          <p:spPr>
            <a:xfrm rot="-5400000">
              <a:off x="1364038" y="4478978"/>
              <a:ext cx="134517" cy="187174"/>
            </a:xfrm>
            <a:prstGeom prst="rect">
              <a:avLst/>
            </a:prstGeom>
            <a:noFill/>
            <a:ln w="0">
              <a:noFill/>
              <a:prstDash val="solid"/>
            </a:ln>
          </p:spPr>
          <p:txBody>
            <a:bodyPr wrap="none" lIns="0" tIns="0" rIns="0" bIns="0" anchor="t">
              <a:noAutofit/>
            </a:bodyPr>
            <a:lstStyle>
              <a:defPPr algn="l">
                <a:defRPr sz="1059" b="0" i="0" kern="0" spc="0">
                  <a:solidFill>
                    <a:srgbClr val="0A2540"/>
                  </a:solidFill>
                  <a:latin typeface="Inter SemiBold"/>
                  <a:ea typeface="Inter SemiBold"/>
                  <a:cs typeface="Inter SemiBold"/>
                </a:defRPr>
              </a:defPPr>
              <a:lvl1pPr algn="l">
                <a:defRPr sz="1059" b="0" i="0" kern="0" spc="0">
                  <a:solidFill>
                    <a:srgbClr val="0A2540"/>
                  </a:solidFill>
                  <a:latin typeface="Inter SemiBold"/>
                  <a:ea typeface="Inter SemiBold"/>
                  <a:cs typeface="Inter SemiBold"/>
                </a:defRPr>
              </a:lvl1pPr>
              <a:lvl2pPr algn="l">
                <a:defRPr sz="1059" b="0" i="0" kern="0" spc="0">
                  <a:solidFill>
                    <a:srgbClr val="0A2540"/>
                  </a:solidFill>
                  <a:latin typeface="Inter SemiBold"/>
                  <a:ea typeface="Inter SemiBold"/>
                  <a:cs typeface="Inter SemiBold"/>
                </a:defRPr>
              </a:lvl2pPr>
              <a:lvl3pPr algn="l">
                <a:defRPr sz="1059" b="0" i="0" kern="0" spc="0">
                  <a:solidFill>
                    <a:srgbClr val="0A2540"/>
                  </a:solidFill>
                  <a:latin typeface="Inter SemiBold"/>
                  <a:ea typeface="Inter SemiBold"/>
                  <a:cs typeface="Inter SemiBold"/>
                </a:defRPr>
              </a:lvl3pPr>
              <a:lvl4pPr algn="l">
                <a:defRPr sz="1059" b="0" i="0" kern="0" spc="0">
                  <a:solidFill>
                    <a:srgbClr val="0A2540"/>
                  </a:solidFill>
                  <a:latin typeface="Inter SemiBold"/>
                  <a:ea typeface="Inter SemiBold"/>
                  <a:cs typeface="Inter SemiBold"/>
                </a:defRPr>
              </a:lvl4pPr>
              <a:lvl5pPr algn="l">
                <a:defRPr sz="1059" b="0" i="0" kern="0" spc="0">
                  <a:solidFill>
                    <a:srgbClr val="0A2540"/>
                  </a:solidFill>
                  <a:latin typeface="Inter SemiBold"/>
                  <a:ea typeface="Inter SemiBold"/>
                  <a:cs typeface="Inter SemiBold"/>
                </a:defRPr>
              </a:lvl5pPr>
              <a:lvl6pPr algn="l">
                <a:defRPr sz="1059" b="0" i="0" kern="0" spc="0">
                  <a:solidFill>
                    <a:srgbClr val="0A2540"/>
                  </a:solidFill>
                  <a:latin typeface="Inter SemiBold"/>
                  <a:ea typeface="Inter SemiBold"/>
                  <a:cs typeface="Inter SemiBold"/>
                </a:defRPr>
              </a:lvl6pPr>
              <a:lvl7pPr algn="l">
                <a:defRPr sz="1059" b="0" i="0" kern="0" spc="0">
                  <a:solidFill>
                    <a:srgbClr val="0A2540"/>
                  </a:solidFill>
                  <a:latin typeface="Inter SemiBold"/>
                  <a:ea typeface="Inter SemiBold"/>
                  <a:cs typeface="Inter SemiBold"/>
                </a:defRPr>
              </a:lvl7pPr>
              <a:lvl8pPr algn="l">
                <a:defRPr sz="1059" b="0" i="0" kern="0" spc="0">
                  <a:solidFill>
                    <a:srgbClr val="0A2540"/>
                  </a:solidFill>
                  <a:latin typeface="Inter SemiBold"/>
                  <a:ea typeface="Inter SemiBold"/>
                  <a:cs typeface="Inter SemiBold"/>
                </a:defRPr>
              </a:lvl8pPr>
              <a:lvl9pPr algn="l">
                <a:defRPr sz="1059" b="0" i="0" kern="0" spc="0">
                  <a:solidFill>
                    <a:srgbClr val="0A2540"/>
                  </a:solidFill>
                  <a:latin typeface="Inter SemiBold"/>
                  <a:ea typeface="Inter SemiBold"/>
                  <a:cs typeface="Inter SemiBold"/>
                </a:defRPr>
              </a:lvl9pPr>
            </a:lstStyle>
            <a:p>
              <a:pPr algn="l">
                <a:lnSpc>
                  <a:spcPct val="100000"/>
                </a:lnSpc>
                <a:buNone/>
                <a:defRPr sz="1059" b="0" i="0" kern="0" spc="0">
                  <a:solidFill>
                    <a:srgbClr val="0A2540"/>
                  </a:solidFill>
                  <a:latin typeface="Inter SemiBold"/>
                  <a:ea typeface="Inter SemiBold"/>
                  <a:cs typeface="Inter SemiBold"/>
                </a:defRPr>
              </a:pPr>
              <a:r>
                <a:rPr sz="1059" b="0" i="0" kern="0" spc="0">
                  <a:solidFill>
                    <a:srgbClr val="0A2540"/>
                  </a:solidFill>
                  <a:latin typeface="Inter SemiBold"/>
                  <a:ea typeface="Inter SemiBold"/>
                  <a:cs typeface="Inter SemiBold"/>
                </a:rPr>
                <a:t>r</a:t>
              </a:r>
            </a:p>
          </p:txBody>
        </p:sp>
        <p:sp>
          <p:nvSpPr>
            <p:cNvPr id="44" name="s4 text 12">
              <a:extLst>
                <a:ext uri="{FF2B5EF4-FFF2-40B4-BE49-F238E27FC236}">
                  <a16:creationId xmlns:a16="http://schemas.microsoft.com/office/drawing/2014/main" id="{88BBCC25-F388-4F6E-AA49-5DA8B896B14F}"/>
                </a:ext>
              </a:extLst>
            </p:cNvPr>
            <p:cNvSpPr>
              <a:spLocks noGrp="1"/>
            </p:cNvSpPr>
            <p:nvPr/>
          </p:nvSpPr>
          <p:spPr>
            <a:xfrm rot="-5400000">
              <a:off x="1364038" y="4434972"/>
              <a:ext cx="134517" cy="187174"/>
            </a:xfrm>
            <a:prstGeom prst="rect">
              <a:avLst/>
            </a:prstGeom>
            <a:noFill/>
            <a:ln w="0">
              <a:noFill/>
              <a:prstDash val="solid"/>
            </a:ln>
          </p:spPr>
          <p:txBody>
            <a:bodyPr wrap="none" lIns="0" tIns="0" rIns="0" bIns="0" anchor="t">
              <a:noAutofit/>
            </a:bodyPr>
            <a:lstStyle>
              <a:defPPr algn="l">
                <a:defRPr sz="1059" b="0" i="0" kern="0" spc="0">
                  <a:solidFill>
                    <a:srgbClr val="0A2540"/>
                  </a:solidFill>
                  <a:latin typeface="Inter SemiBold"/>
                  <a:ea typeface="Inter SemiBold"/>
                  <a:cs typeface="Inter SemiBold"/>
                </a:defRPr>
              </a:defPPr>
              <a:lvl1pPr algn="l">
                <a:defRPr sz="1059" b="0" i="0" kern="0" spc="0">
                  <a:solidFill>
                    <a:srgbClr val="0A2540"/>
                  </a:solidFill>
                  <a:latin typeface="Inter SemiBold"/>
                  <a:ea typeface="Inter SemiBold"/>
                  <a:cs typeface="Inter SemiBold"/>
                </a:defRPr>
              </a:lvl1pPr>
              <a:lvl2pPr algn="l">
                <a:defRPr sz="1059" b="0" i="0" kern="0" spc="0">
                  <a:solidFill>
                    <a:srgbClr val="0A2540"/>
                  </a:solidFill>
                  <a:latin typeface="Inter SemiBold"/>
                  <a:ea typeface="Inter SemiBold"/>
                  <a:cs typeface="Inter SemiBold"/>
                </a:defRPr>
              </a:lvl2pPr>
              <a:lvl3pPr algn="l">
                <a:defRPr sz="1059" b="0" i="0" kern="0" spc="0">
                  <a:solidFill>
                    <a:srgbClr val="0A2540"/>
                  </a:solidFill>
                  <a:latin typeface="Inter SemiBold"/>
                  <a:ea typeface="Inter SemiBold"/>
                  <a:cs typeface="Inter SemiBold"/>
                </a:defRPr>
              </a:lvl3pPr>
              <a:lvl4pPr algn="l">
                <a:defRPr sz="1059" b="0" i="0" kern="0" spc="0">
                  <a:solidFill>
                    <a:srgbClr val="0A2540"/>
                  </a:solidFill>
                  <a:latin typeface="Inter SemiBold"/>
                  <a:ea typeface="Inter SemiBold"/>
                  <a:cs typeface="Inter SemiBold"/>
                </a:defRPr>
              </a:lvl4pPr>
              <a:lvl5pPr algn="l">
                <a:defRPr sz="1059" b="0" i="0" kern="0" spc="0">
                  <a:solidFill>
                    <a:srgbClr val="0A2540"/>
                  </a:solidFill>
                  <a:latin typeface="Inter SemiBold"/>
                  <a:ea typeface="Inter SemiBold"/>
                  <a:cs typeface="Inter SemiBold"/>
                </a:defRPr>
              </a:lvl5pPr>
              <a:lvl6pPr algn="l">
                <a:defRPr sz="1059" b="0" i="0" kern="0" spc="0">
                  <a:solidFill>
                    <a:srgbClr val="0A2540"/>
                  </a:solidFill>
                  <a:latin typeface="Inter SemiBold"/>
                  <a:ea typeface="Inter SemiBold"/>
                  <a:cs typeface="Inter SemiBold"/>
                </a:defRPr>
              </a:lvl6pPr>
              <a:lvl7pPr algn="l">
                <a:defRPr sz="1059" b="0" i="0" kern="0" spc="0">
                  <a:solidFill>
                    <a:srgbClr val="0A2540"/>
                  </a:solidFill>
                  <a:latin typeface="Inter SemiBold"/>
                  <a:ea typeface="Inter SemiBold"/>
                  <a:cs typeface="Inter SemiBold"/>
                </a:defRPr>
              </a:lvl7pPr>
              <a:lvl8pPr algn="l">
                <a:defRPr sz="1059" b="0" i="0" kern="0" spc="0">
                  <a:solidFill>
                    <a:srgbClr val="0A2540"/>
                  </a:solidFill>
                  <a:latin typeface="Inter SemiBold"/>
                  <a:ea typeface="Inter SemiBold"/>
                  <a:cs typeface="Inter SemiBold"/>
                </a:defRPr>
              </a:lvl8pPr>
              <a:lvl9pPr algn="l">
                <a:defRPr sz="1059" b="0" i="0" kern="0" spc="0">
                  <a:solidFill>
                    <a:srgbClr val="0A2540"/>
                  </a:solidFill>
                  <a:latin typeface="Inter SemiBold"/>
                  <a:ea typeface="Inter SemiBold"/>
                  <a:cs typeface="Inter SemiBold"/>
                </a:defRPr>
              </a:lvl9pPr>
            </a:lstStyle>
            <a:p>
              <a:pPr algn="l">
                <a:lnSpc>
                  <a:spcPct val="100000"/>
                </a:lnSpc>
                <a:buNone/>
                <a:defRPr sz="1059" b="0" i="0" kern="0" spc="0">
                  <a:solidFill>
                    <a:srgbClr val="0A2540"/>
                  </a:solidFill>
                  <a:latin typeface="Inter SemiBold"/>
                  <a:ea typeface="Inter SemiBold"/>
                  <a:cs typeface="Inter SemiBold"/>
                </a:defRPr>
              </a:pPr>
              <a:r>
                <a:rPr sz="1059" b="0" i="0" kern="0" spc="0">
                  <a:solidFill>
                    <a:srgbClr val="0A2540"/>
                  </a:solidFill>
                  <a:latin typeface="Inter SemiBold"/>
                  <a:ea typeface="Inter SemiBold"/>
                  <a:cs typeface="Inter SemiBold"/>
                </a:rPr>
                <a:t>i</a:t>
              </a:r>
            </a:p>
          </p:txBody>
        </p:sp>
        <p:sp>
          <p:nvSpPr>
            <p:cNvPr id="45" name="s4 text 13">
              <a:extLst>
                <a:ext uri="{FF2B5EF4-FFF2-40B4-BE49-F238E27FC236}">
                  <a16:creationId xmlns:a16="http://schemas.microsoft.com/office/drawing/2014/main" id="{EFEFD6BE-25B4-4B0D-B47E-B75901DD44F1}"/>
                </a:ext>
              </a:extLst>
            </p:cNvPr>
            <p:cNvSpPr>
              <a:spLocks noGrp="1"/>
            </p:cNvSpPr>
            <p:nvPr/>
          </p:nvSpPr>
          <p:spPr>
            <a:xfrm rot="-5400000">
              <a:off x="1364038" y="4379327"/>
              <a:ext cx="134517" cy="187174"/>
            </a:xfrm>
            <a:prstGeom prst="rect">
              <a:avLst/>
            </a:prstGeom>
            <a:noFill/>
            <a:ln w="0">
              <a:noFill/>
              <a:prstDash val="solid"/>
            </a:ln>
          </p:spPr>
          <p:txBody>
            <a:bodyPr wrap="none" lIns="0" tIns="0" rIns="0" bIns="0" anchor="t">
              <a:noAutofit/>
            </a:bodyPr>
            <a:lstStyle>
              <a:defPPr algn="l">
                <a:defRPr sz="1059" b="0" i="0" kern="0" spc="0">
                  <a:solidFill>
                    <a:srgbClr val="0A2540"/>
                  </a:solidFill>
                  <a:latin typeface="Inter SemiBold"/>
                  <a:ea typeface="Inter SemiBold"/>
                  <a:cs typeface="Inter SemiBold"/>
                </a:defRPr>
              </a:defPPr>
              <a:lvl1pPr algn="l">
                <a:defRPr sz="1059" b="0" i="0" kern="0" spc="0">
                  <a:solidFill>
                    <a:srgbClr val="0A2540"/>
                  </a:solidFill>
                  <a:latin typeface="Inter SemiBold"/>
                  <a:ea typeface="Inter SemiBold"/>
                  <a:cs typeface="Inter SemiBold"/>
                </a:defRPr>
              </a:lvl1pPr>
              <a:lvl2pPr algn="l">
                <a:defRPr sz="1059" b="0" i="0" kern="0" spc="0">
                  <a:solidFill>
                    <a:srgbClr val="0A2540"/>
                  </a:solidFill>
                  <a:latin typeface="Inter SemiBold"/>
                  <a:ea typeface="Inter SemiBold"/>
                  <a:cs typeface="Inter SemiBold"/>
                </a:defRPr>
              </a:lvl2pPr>
              <a:lvl3pPr algn="l">
                <a:defRPr sz="1059" b="0" i="0" kern="0" spc="0">
                  <a:solidFill>
                    <a:srgbClr val="0A2540"/>
                  </a:solidFill>
                  <a:latin typeface="Inter SemiBold"/>
                  <a:ea typeface="Inter SemiBold"/>
                  <a:cs typeface="Inter SemiBold"/>
                </a:defRPr>
              </a:lvl3pPr>
              <a:lvl4pPr algn="l">
                <a:defRPr sz="1059" b="0" i="0" kern="0" spc="0">
                  <a:solidFill>
                    <a:srgbClr val="0A2540"/>
                  </a:solidFill>
                  <a:latin typeface="Inter SemiBold"/>
                  <a:ea typeface="Inter SemiBold"/>
                  <a:cs typeface="Inter SemiBold"/>
                </a:defRPr>
              </a:lvl4pPr>
              <a:lvl5pPr algn="l">
                <a:defRPr sz="1059" b="0" i="0" kern="0" spc="0">
                  <a:solidFill>
                    <a:srgbClr val="0A2540"/>
                  </a:solidFill>
                  <a:latin typeface="Inter SemiBold"/>
                  <a:ea typeface="Inter SemiBold"/>
                  <a:cs typeface="Inter SemiBold"/>
                </a:defRPr>
              </a:lvl5pPr>
              <a:lvl6pPr algn="l">
                <a:defRPr sz="1059" b="0" i="0" kern="0" spc="0">
                  <a:solidFill>
                    <a:srgbClr val="0A2540"/>
                  </a:solidFill>
                  <a:latin typeface="Inter SemiBold"/>
                  <a:ea typeface="Inter SemiBold"/>
                  <a:cs typeface="Inter SemiBold"/>
                </a:defRPr>
              </a:lvl6pPr>
              <a:lvl7pPr algn="l">
                <a:defRPr sz="1059" b="0" i="0" kern="0" spc="0">
                  <a:solidFill>
                    <a:srgbClr val="0A2540"/>
                  </a:solidFill>
                  <a:latin typeface="Inter SemiBold"/>
                  <a:ea typeface="Inter SemiBold"/>
                  <a:cs typeface="Inter SemiBold"/>
                </a:defRPr>
              </a:lvl7pPr>
              <a:lvl8pPr algn="l">
                <a:defRPr sz="1059" b="0" i="0" kern="0" spc="0">
                  <a:solidFill>
                    <a:srgbClr val="0A2540"/>
                  </a:solidFill>
                  <a:latin typeface="Inter SemiBold"/>
                  <a:ea typeface="Inter SemiBold"/>
                  <a:cs typeface="Inter SemiBold"/>
                </a:defRPr>
              </a:lvl8pPr>
              <a:lvl9pPr algn="l">
                <a:defRPr sz="1059" b="0" i="0" kern="0" spc="0">
                  <a:solidFill>
                    <a:srgbClr val="0A2540"/>
                  </a:solidFill>
                  <a:latin typeface="Inter SemiBold"/>
                  <a:ea typeface="Inter SemiBold"/>
                  <a:cs typeface="Inter SemiBold"/>
                </a:defRPr>
              </a:lvl9pPr>
            </a:lstStyle>
            <a:p>
              <a:pPr algn="l">
                <a:lnSpc>
                  <a:spcPct val="100000"/>
                </a:lnSpc>
                <a:buNone/>
                <a:defRPr sz="1059" b="0" i="0" kern="0" spc="0">
                  <a:solidFill>
                    <a:srgbClr val="0A2540"/>
                  </a:solidFill>
                  <a:latin typeface="Inter SemiBold"/>
                  <a:ea typeface="Inter SemiBold"/>
                  <a:cs typeface="Inter SemiBold"/>
                </a:defRPr>
              </a:pPr>
              <a:r>
                <a:rPr sz="1059" b="0" i="0" kern="0" spc="0">
                  <a:solidFill>
                    <a:srgbClr val="0A2540"/>
                  </a:solidFill>
                  <a:latin typeface="Inter SemiBold"/>
                  <a:ea typeface="Inter SemiBold"/>
                  <a:cs typeface="Inter SemiBold"/>
                </a:rPr>
                <a:t>c</a:t>
              </a:r>
            </a:p>
          </p:txBody>
        </p:sp>
        <p:sp>
          <p:nvSpPr>
            <p:cNvPr id="46" name="s4 text 14">
              <a:extLst>
                <a:ext uri="{FF2B5EF4-FFF2-40B4-BE49-F238E27FC236}">
                  <a16:creationId xmlns:a16="http://schemas.microsoft.com/office/drawing/2014/main" id="{13DE19BD-4151-4672-BDF7-E5FE27340BC7}"/>
                </a:ext>
              </a:extLst>
            </p:cNvPr>
            <p:cNvSpPr>
              <a:spLocks noGrp="1"/>
            </p:cNvSpPr>
            <p:nvPr/>
          </p:nvSpPr>
          <p:spPr>
            <a:xfrm rot="-5400000">
              <a:off x="1364038" y="4301518"/>
              <a:ext cx="134517" cy="187174"/>
            </a:xfrm>
            <a:prstGeom prst="rect">
              <a:avLst/>
            </a:prstGeom>
            <a:noFill/>
            <a:ln w="0">
              <a:noFill/>
              <a:prstDash val="solid"/>
            </a:ln>
          </p:spPr>
          <p:txBody>
            <a:bodyPr wrap="none" lIns="0" tIns="0" rIns="0" bIns="0" anchor="t">
              <a:noAutofit/>
            </a:bodyPr>
            <a:lstStyle>
              <a:defPPr algn="l">
                <a:defRPr sz="1059" b="0" i="0" kern="0" spc="0">
                  <a:solidFill>
                    <a:srgbClr val="0A2540"/>
                  </a:solidFill>
                  <a:latin typeface="Inter SemiBold"/>
                  <a:ea typeface="Inter SemiBold"/>
                  <a:cs typeface="Inter SemiBold"/>
                </a:defRPr>
              </a:defPPr>
              <a:lvl1pPr algn="l">
                <a:defRPr sz="1059" b="0" i="0" kern="0" spc="0">
                  <a:solidFill>
                    <a:srgbClr val="0A2540"/>
                  </a:solidFill>
                  <a:latin typeface="Inter SemiBold"/>
                  <a:ea typeface="Inter SemiBold"/>
                  <a:cs typeface="Inter SemiBold"/>
                </a:defRPr>
              </a:lvl1pPr>
              <a:lvl2pPr algn="l">
                <a:defRPr sz="1059" b="0" i="0" kern="0" spc="0">
                  <a:solidFill>
                    <a:srgbClr val="0A2540"/>
                  </a:solidFill>
                  <a:latin typeface="Inter SemiBold"/>
                  <a:ea typeface="Inter SemiBold"/>
                  <a:cs typeface="Inter SemiBold"/>
                </a:defRPr>
              </a:lvl2pPr>
              <a:lvl3pPr algn="l">
                <a:defRPr sz="1059" b="0" i="0" kern="0" spc="0">
                  <a:solidFill>
                    <a:srgbClr val="0A2540"/>
                  </a:solidFill>
                  <a:latin typeface="Inter SemiBold"/>
                  <a:ea typeface="Inter SemiBold"/>
                  <a:cs typeface="Inter SemiBold"/>
                </a:defRPr>
              </a:lvl3pPr>
              <a:lvl4pPr algn="l">
                <a:defRPr sz="1059" b="0" i="0" kern="0" spc="0">
                  <a:solidFill>
                    <a:srgbClr val="0A2540"/>
                  </a:solidFill>
                  <a:latin typeface="Inter SemiBold"/>
                  <a:ea typeface="Inter SemiBold"/>
                  <a:cs typeface="Inter SemiBold"/>
                </a:defRPr>
              </a:lvl4pPr>
              <a:lvl5pPr algn="l">
                <a:defRPr sz="1059" b="0" i="0" kern="0" spc="0">
                  <a:solidFill>
                    <a:srgbClr val="0A2540"/>
                  </a:solidFill>
                  <a:latin typeface="Inter SemiBold"/>
                  <a:ea typeface="Inter SemiBold"/>
                  <a:cs typeface="Inter SemiBold"/>
                </a:defRPr>
              </a:lvl5pPr>
              <a:lvl6pPr algn="l">
                <a:defRPr sz="1059" b="0" i="0" kern="0" spc="0">
                  <a:solidFill>
                    <a:srgbClr val="0A2540"/>
                  </a:solidFill>
                  <a:latin typeface="Inter SemiBold"/>
                  <a:ea typeface="Inter SemiBold"/>
                  <a:cs typeface="Inter SemiBold"/>
                </a:defRPr>
              </a:lvl6pPr>
              <a:lvl7pPr algn="l">
                <a:defRPr sz="1059" b="0" i="0" kern="0" spc="0">
                  <a:solidFill>
                    <a:srgbClr val="0A2540"/>
                  </a:solidFill>
                  <a:latin typeface="Inter SemiBold"/>
                  <a:ea typeface="Inter SemiBold"/>
                  <a:cs typeface="Inter SemiBold"/>
                </a:defRPr>
              </a:lvl7pPr>
              <a:lvl8pPr algn="l">
                <a:defRPr sz="1059" b="0" i="0" kern="0" spc="0">
                  <a:solidFill>
                    <a:srgbClr val="0A2540"/>
                  </a:solidFill>
                  <a:latin typeface="Inter SemiBold"/>
                  <a:ea typeface="Inter SemiBold"/>
                  <a:cs typeface="Inter SemiBold"/>
                </a:defRPr>
              </a:lvl8pPr>
              <a:lvl9pPr algn="l">
                <a:defRPr sz="1059" b="0" i="0" kern="0" spc="0">
                  <a:solidFill>
                    <a:srgbClr val="0A2540"/>
                  </a:solidFill>
                  <a:latin typeface="Inter SemiBold"/>
                  <a:ea typeface="Inter SemiBold"/>
                  <a:cs typeface="Inter SemiBold"/>
                </a:defRPr>
              </a:lvl9pPr>
            </a:lstStyle>
            <a:p>
              <a:pPr algn="l">
                <a:lnSpc>
                  <a:spcPct val="100000"/>
                </a:lnSpc>
                <a:buNone/>
                <a:defRPr sz="1059" b="0" i="0" kern="0" spc="0">
                  <a:solidFill>
                    <a:srgbClr val="0A2540"/>
                  </a:solidFill>
                  <a:latin typeface="Inter SemiBold"/>
                  <a:ea typeface="Inter SemiBold"/>
                  <a:cs typeface="Inter SemiBold"/>
                </a:defRPr>
              </a:pPr>
              <a:r>
                <a:rPr sz="1059" b="0" i="0" kern="0" spc="0">
                  <a:solidFill>
                    <a:srgbClr val="0A2540"/>
                  </a:solidFill>
                  <a:latin typeface="Inter SemiBold"/>
                  <a:ea typeface="Inter SemiBold"/>
                  <a:cs typeface="Inter SemiBold"/>
                </a:rPr>
                <a:t>e</a:t>
              </a:r>
            </a:p>
          </p:txBody>
        </p:sp>
        <p:sp>
          <p:nvSpPr>
            <p:cNvPr id="47" name="s4 text 16">
              <a:extLst>
                <a:ext uri="{FF2B5EF4-FFF2-40B4-BE49-F238E27FC236}">
                  <a16:creationId xmlns:a16="http://schemas.microsoft.com/office/drawing/2014/main" id="{D837DF6C-AB4C-4A95-95A2-D3FE711F9596}"/>
                </a:ext>
              </a:extLst>
            </p:cNvPr>
            <p:cNvSpPr>
              <a:spLocks noGrp="1"/>
            </p:cNvSpPr>
            <p:nvPr/>
          </p:nvSpPr>
          <p:spPr>
            <a:xfrm rot="-5400000">
              <a:off x="1364038" y="4205042"/>
              <a:ext cx="134517" cy="187174"/>
            </a:xfrm>
            <a:prstGeom prst="rect">
              <a:avLst/>
            </a:prstGeom>
            <a:noFill/>
            <a:ln w="0">
              <a:noFill/>
              <a:prstDash val="solid"/>
            </a:ln>
          </p:spPr>
          <p:txBody>
            <a:bodyPr wrap="none" lIns="0" tIns="0" rIns="0" bIns="0" anchor="t">
              <a:noAutofit/>
            </a:bodyPr>
            <a:lstStyle>
              <a:defPPr algn="l">
                <a:defRPr sz="1059" b="0" i="0" kern="0" spc="0">
                  <a:solidFill>
                    <a:srgbClr val="0A2540"/>
                  </a:solidFill>
                  <a:latin typeface="Inter SemiBold"/>
                  <a:ea typeface="Inter SemiBold"/>
                  <a:cs typeface="Inter SemiBold"/>
                </a:defRPr>
              </a:defPPr>
              <a:lvl1pPr algn="l">
                <a:defRPr sz="1059" b="0" i="0" kern="0" spc="0">
                  <a:solidFill>
                    <a:srgbClr val="0A2540"/>
                  </a:solidFill>
                  <a:latin typeface="Inter SemiBold"/>
                  <a:ea typeface="Inter SemiBold"/>
                  <a:cs typeface="Inter SemiBold"/>
                </a:defRPr>
              </a:lvl1pPr>
              <a:lvl2pPr algn="l">
                <a:defRPr sz="1059" b="0" i="0" kern="0" spc="0">
                  <a:solidFill>
                    <a:srgbClr val="0A2540"/>
                  </a:solidFill>
                  <a:latin typeface="Inter SemiBold"/>
                  <a:ea typeface="Inter SemiBold"/>
                  <a:cs typeface="Inter SemiBold"/>
                </a:defRPr>
              </a:lvl2pPr>
              <a:lvl3pPr algn="l">
                <a:defRPr sz="1059" b="0" i="0" kern="0" spc="0">
                  <a:solidFill>
                    <a:srgbClr val="0A2540"/>
                  </a:solidFill>
                  <a:latin typeface="Inter SemiBold"/>
                  <a:ea typeface="Inter SemiBold"/>
                  <a:cs typeface="Inter SemiBold"/>
                </a:defRPr>
              </a:lvl3pPr>
              <a:lvl4pPr algn="l">
                <a:defRPr sz="1059" b="0" i="0" kern="0" spc="0">
                  <a:solidFill>
                    <a:srgbClr val="0A2540"/>
                  </a:solidFill>
                  <a:latin typeface="Inter SemiBold"/>
                  <a:ea typeface="Inter SemiBold"/>
                  <a:cs typeface="Inter SemiBold"/>
                </a:defRPr>
              </a:lvl4pPr>
              <a:lvl5pPr algn="l">
                <a:defRPr sz="1059" b="0" i="0" kern="0" spc="0">
                  <a:solidFill>
                    <a:srgbClr val="0A2540"/>
                  </a:solidFill>
                  <a:latin typeface="Inter SemiBold"/>
                  <a:ea typeface="Inter SemiBold"/>
                  <a:cs typeface="Inter SemiBold"/>
                </a:defRPr>
              </a:lvl5pPr>
              <a:lvl6pPr algn="l">
                <a:defRPr sz="1059" b="0" i="0" kern="0" spc="0">
                  <a:solidFill>
                    <a:srgbClr val="0A2540"/>
                  </a:solidFill>
                  <a:latin typeface="Inter SemiBold"/>
                  <a:ea typeface="Inter SemiBold"/>
                  <a:cs typeface="Inter SemiBold"/>
                </a:defRPr>
              </a:lvl6pPr>
              <a:lvl7pPr algn="l">
                <a:defRPr sz="1059" b="0" i="0" kern="0" spc="0">
                  <a:solidFill>
                    <a:srgbClr val="0A2540"/>
                  </a:solidFill>
                  <a:latin typeface="Inter SemiBold"/>
                  <a:ea typeface="Inter SemiBold"/>
                  <a:cs typeface="Inter SemiBold"/>
                </a:defRPr>
              </a:lvl7pPr>
              <a:lvl8pPr algn="l">
                <a:defRPr sz="1059" b="0" i="0" kern="0" spc="0">
                  <a:solidFill>
                    <a:srgbClr val="0A2540"/>
                  </a:solidFill>
                  <a:latin typeface="Inter SemiBold"/>
                  <a:ea typeface="Inter SemiBold"/>
                  <a:cs typeface="Inter SemiBold"/>
                </a:defRPr>
              </a:lvl8pPr>
              <a:lvl9pPr algn="l">
                <a:defRPr sz="1059" b="0" i="0" kern="0" spc="0">
                  <a:solidFill>
                    <a:srgbClr val="0A2540"/>
                  </a:solidFill>
                  <a:latin typeface="Inter SemiBold"/>
                  <a:ea typeface="Inter SemiBold"/>
                  <a:cs typeface="Inter SemiBold"/>
                </a:defRPr>
              </a:lvl9pPr>
            </a:lstStyle>
            <a:p>
              <a:pPr algn="l">
                <a:lnSpc>
                  <a:spcPct val="100000"/>
                </a:lnSpc>
                <a:buNone/>
                <a:defRPr sz="1059" b="0" i="0" kern="0" spc="0">
                  <a:solidFill>
                    <a:srgbClr val="0A2540"/>
                  </a:solidFill>
                  <a:latin typeface="Inter SemiBold"/>
                  <a:ea typeface="Inter SemiBold"/>
                  <a:cs typeface="Inter SemiBold"/>
                </a:defRPr>
              </a:pPr>
              <a:r>
                <a:rPr sz="1059" b="0" i="0" kern="0" spc="0">
                  <a:solidFill>
                    <a:srgbClr val="0A2540"/>
                  </a:solidFill>
                  <a:latin typeface="Inter SemiBold"/>
                  <a:ea typeface="Inter SemiBold"/>
                  <a:cs typeface="Inter SemiBold"/>
                </a:rPr>
                <a:t>(</a:t>
              </a:r>
            </a:p>
          </p:txBody>
        </p:sp>
        <p:sp>
          <p:nvSpPr>
            <p:cNvPr id="48" name="s4 text 17">
              <a:extLst>
                <a:ext uri="{FF2B5EF4-FFF2-40B4-BE49-F238E27FC236}">
                  <a16:creationId xmlns:a16="http://schemas.microsoft.com/office/drawing/2014/main" id="{8D4382C3-49D8-49D7-B7F4-95AB06D060B1}"/>
                </a:ext>
              </a:extLst>
            </p:cNvPr>
            <p:cNvSpPr>
              <a:spLocks noGrp="1"/>
            </p:cNvSpPr>
            <p:nvPr/>
          </p:nvSpPr>
          <p:spPr>
            <a:xfrm rot="-5400000">
              <a:off x="1364038" y="4137345"/>
              <a:ext cx="134517" cy="187174"/>
            </a:xfrm>
            <a:prstGeom prst="rect">
              <a:avLst/>
            </a:prstGeom>
            <a:noFill/>
            <a:ln w="0">
              <a:noFill/>
              <a:prstDash val="solid"/>
            </a:ln>
          </p:spPr>
          <p:txBody>
            <a:bodyPr wrap="none" lIns="0" tIns="0" rIns="0" bIns="0" anchor="t">
              <a:noAutofit/>
            </a:bodyPr>
            <a:lstStyle>
              <a:defPPr algn="l">
                <a:defRPr sz="1059" b="0" i="0" kern="0" spc="0">
                  <a:solidFill>
                    <a:srgbClr val="0A2540"/>
                  </a:solidFill>
                  <a:latin typeface="Inter SemiBold"/>
                  <a:ea typeface="Inter SemiBold"/>
                  <a:cs typeface="Inter SemiBold"/>
                </a:defRPr>
              </a:defPPr>
              <a:lvl1pPr algn="l">
                <a:defRPr sz="1059" b="0" i="0" kern="0" spc="0">
                  <a:solidFill>
                    <a:srgbClr val="0A2540"/>
                  </a:solidFill>
                  <a:latin typeface="Inter SemiBold"/>
                  <a:ea typeface="Inter SemiBold"/>
                  <a:cs typeface="Inter SemiBold"/>
                </a:defRPr>
              </a:lvl1pPr>
              <a:lvl2pPr algn="l">
                <a:defRPr sz="1059" b="0" i="0" kern="0" spc="0">
                  <a:solidFill>
                    <a:srgbClr val="0A2540"/>
                  </a:solidFill>
                  <a:latin typeface="Inter SemiBold"/>
                  <a:ea typeface="Inter SemiBold"/>
                  <a:cs typeface="Inter SemiBold"/>
                </a:defRPr>
              </a:lvl2pPr>
              <a:lvl3pPr algn="l">
                <a:defRPr sz="1059" b="0" i="0" kern="0" spc="0">
                  <a:solidFill>
                    <a:srgbClr val="0A2540"/>
                  </a:solidFill>
                  <a:latin typeface="Inter SemiBold"/>
                  <a:ea typeface="Inter SemiBold"/>
                  <a:cs typeface="Inter SemiBold"/>
                </a:defRPr>
              </a:lvl3pPr>
              <a:lvl4pPr algn="l">
                <a:defRPr sz="1059" b="0" i="0" kern="0" spc="0">
                  <a:solidFill>
                    <a:srgbClr val="0A2540"/>
                  </a:solidFill>
                  <a:latin typeface="Inter SemiBold"/>
                  <a:ea typeface="Inter SemiBold"/>
                  <a:cs typeface="Inter SemiBold"/>
                </a:defRPr>
              </a:lvl4pPr>
              <a:lvl5pPr algn="l">
                <a:defRPr sz="1059" b="0" i="0" kern="0" spc="0">
                  <a:solidFill>
                    <a:srgbClr val="0A2540"/>
                  </a:solidFill>
                  <a:latin typeface="Inter SemiBold"/>
                  <a:ea typeface="Inter SemiBold"/>
                  <a:cs typeface="Inter SemiBold"/>
                </a:defRPr>
              </a:lvl5pPr>
              <a:lvl6pPr algn="l">
                <a:defRPr sz="1059" b="0" i="0" kern="0" spc="0">
                  <a:solidFill>
                    <a:srgbClr val="0A2540"/>
                  </a:solidFill>
                  <a:latin typeface="Inter SemiBold"/>
                  <a:ea typeface="Inter SemiBold"/>
                  <a:cs typeface="Inter SemiBold"/>
                </a:defRPr>
              </a:lvl6pPr>
              <a:lvl7pPr algn="l">
                <a:defRPr sz="1059" b="0" i="0" kern="0" spc="0">
                  <a:solidFill>
                    <a:srgbClr val="0A2540"/>
                  </a:solidFill>
                  <a:latin typeface="Inter SemiBold"/>
                  <a:ea typeface="Inter SemiBold"/>
                  <a:cs typeface="Inter SemiBold"/>
                </a:defRPr>
              </a:lvl7pPr>
              <a:lvl8pPr algn="l">
                <a:defRPr sz="1059" b="0" i="0" kern="0" spc="0">
                  <a:solidFill>
                    <a:srgbClr val="0A2540"/>
                  </a:solidFill>
                  <a:latin typeface="Inter SemiBold"/>
                  <a:ea typeface="Inter SemiBold"/>
                  <a:cs typeface="Inter SemiBold"/>
                </a:defRPr>
              </a:lvl8pPr>
              <a:lvl9pPr algn="l">
                <a:defRPr sz="1059" b="0" i="0" kern="0" spc="0">
                  <a:solidFill>
                    <a:srgbClr val="0A2540"/>
                  </a:solidFill>
                  <a:latin typeface="Inter SemiBold"/>
                  <a:ea typeface="Inter SemiBold"/>
                  <a:cs typeface="Inter SemiBold"/>
                </a:defRPr>
              </a:lvl9pPr>
            </a:lstStyle>
            <a:p>
              <a:pPr algn="l">
                <a:lnSpc>
                  <a:spcPct val="100000"/>
                </a:lnSpc>
                <a:buNone/>
                <a:defRPr sz="1059" b="0" i="0" kern="0" spc="0">
                  <a:solidFill>
                    <a:srgbClr val="0A2540"/>
                  </a:solidFill>
                  <a:latin typeface="Inter SemiBold"/>
                  <a:ea typeface="Inter SemiBold"/>
                  <a:cs typeface="Inter SemiBold"/>
                </a:defRPr>
              </a:pPr>
              <a:r>
                <a:rPr sz="1059" b="0" i="0" kern="0" spc="0">
                  <a:solidFill>
                    <a:srgbClr val="0A2540"/>
                  </a:solidFill>
                  <a:latin typeface="Inter SemiBold"/>
                  <a:ea typeface="Inter SemiBold"/>
                  <a:cs typeface="Inter SemiBold"/>
                </a:rPr>
                <a:t>$</a:t>
              </a:r>
            </a:p>
          </p:txBody>
        </p:sp>
        <p:sp>
          <p:nvSpPr>
            <p:cNvPr id="49" name="s4 text 19">
              <a:extLst>
                <a:ext uri="{FF2B5EF4-FFF2-40B4-BE49-F238E27FC236}">
                  <a16:creationId xmlns:a16="http://schemas.microsoft.com/office/drawing/2014/main" id="{B50649BD-8C60-4489-9420-BFD2C8A2A4C8}"/>
                </a:ext>
              </a:extLst>
            </p:cNvPr>
            <p:cNvSpPr>
              <a:spLocks noGrp="1"/>
            </p:cNvSpPr>
            <p:nvPr/>
          </p:nvSpPr>
          <p:spPr>
            <a:xfrm rot="-5400000">
              <a:off x="1364038" y="4020016"/>
              <a:ext cx="134517" cy="187174"/>
            </a:xfrm>
            <a:prstGeom prst="rect">
              <a:avLst/>
            </a:prstGeom>
            <a:noFill/>
            <a:ln w="0">
              <a:noFill/>
              <a:prstDash val="solid"/>
            </a:ln>
          </p:spPr>
          <p:txBody>
            <a:bodyPr wrap="none" lIns="0" tIns="0" rIns="0" bIns="0" anchor="t">
              <a:noAutofit/>
            </a:bodyPr>
            <a:lstStyle>
              <a:defPPr algn="l">
                <a:defRPr sz="1059" b="0" i="0" kern="0" spc="0">
                  <a:solidFill>
                    <a:srgbClr val="0A2540"/>
                  </a:solidFill>
                  <a:latin typeface="Inter SemiBold"/>
                  <a:ea typeface="Inter SemiBold"/>
                  <a:cs typeface="Inter SemiBold"/>
                </a:defRPr>
              </a:defPPr>
              <a:lvl1pPr algn="l">
                <a:defRPr sz="1059" b="0" i="0" kern="0" spc="0">
                  <a:solidFill>
                    <a:srgbClr val="0A2540"/>
                  </a:solidFill>
                  <a:latin typeface="Inter SemiBold"/>
                  <a:ea typeface="Inter SemiBold"/>
                  <a:cs typeface="Inter SemiBold"/>
                </a:defRPr>
              </a:lvl1pPr>
              <a:lvl2pPr algn="l">
                <a:defRPr sz="1059" b="0" i="0" kern="0" spc="0">
                  <a:solidFill>
                    <a:srgbClr val="0A2540"/>
                  </a:solidFill>
                  <a:latin typeface="Inter SemiBold"/>
                  <a:ea typeface="Inter SemiBold"/>
                  <a:cs typeface="Inter SemiBold"/>
                </a:defRPr>
              </a:lvl2pPr>
              <a:lvl3pPr algn="l">
                <a:defRPr sz="1059" b="0" i="0" kern="0" spc="0">
                  <a:solidFill>
                    <a:srgbClr val="0A2540"/>
                  </a:solidFill>
                  <a:latin typeface="Inter SemiBold"/>
                  <a:ea typeface="Inter SemiBold"/>
                  <a:cs typeface="Inter SemiBold"/>
                </a:defRPr>
              </a:lvl3pPr>
              <a:lvl4pPr algn="l">
                <a:defRPr sz="1059" b="0" i="0" kern="0" spc="0">
                  <a:solidFill>
                    <a:srgbClr val="0A2540"/>
                  </a:solidFill>
                  <a:latin typeface="Inter SemiBold"/>
                  <a:ea typeface="Inter SemiBold"/>
                  <a:cs typeface="Inter SemiBold"/>
                </a:defRPr>
              </a:lvl4pPr>
              <a:lvl5pPr algn="l">
                <a:defRPr sz="1059" b="0" i="0" kern="0" spc="0">
                  <a:solidFill>
                    <a:srgbClr val="0A2540"/>
                  </a:solidFill>
                  <a:latin typeface="Inter SemiBold"/>
                  <a:ea typeface="Inter SemiBold"/>
                  <a:cs typeface="Inter SemiBold"/>
                </a:defRPr>
              </a:lvl5pPr>
              <a:lvl6pPr algn="l">
                <a:defRPr sz="1059" b="0" i="0" kern="0" spc="0">
                  <a:solidFill>
                    <a:srgbClr val="0A2540"/>
                  </a:solidFill>
                  <a:latin typeface="Inter SemiBold"/>
                  <a:ea typeface="Inter SemiBold"/>
                  <a:cs typeface="Inter SemiBold"/>
                </a:defRPr>
              </a:lvl6pPr>
              <a:lvl7pPr algn="l">
                <a:defRPr sz="1059" b="0" i="0" kern="0" spc="0">
                  <a:solidFill>
                    <a:srgbClr val="0A2540"/>
                  </a:solidFill>
                  <a:latin typeface="Inter SemiBold"/>
                  <a:ea typeface="Inter SemiBold"/>
                  <a:cs typeface="Inter SemiBold"/>
                </a:defRPr>
              </a:lvl7pPr>
              <a:lvl8pPr algn="l">
                <a:defRPr sz="1059" b="0" i="0" kern="0" spc="0">
                  <a:solidFill>
                    <a:srgbClr val="0A2540"/>
                  </a:solidFill>
                  <a:latin typeface="Inter SemiBold"/>
                  <a:ea typeface="Inter SemiBold"/>
                  <a:cs typeface="Inter SemiBold"/>
                </a:defRPr>
              </a:lvl8pPr>
              <a:lvl9pPr algn="l">
                <a:defRPr sz="1059" b="0" i="0" kern="0" spc="0">
                  <a:solidFill>
                    <a:srgbClr val="0A2540"/>
                  </a:solidFill>
                  <a:latin typeface="Inter SemiBold"/>
                  <a:ea typeface="Inter SemiBold"/>
                  <a:cs typeface="Inter SemiBold"/>
                </a:defRPr>
              </a:lvl9pPr>
            </a:lstStyle>
            <a:p>
              <a:pPr algn="l">
                <a:lnSpc>
                  <a:spcPct val="100000"/>
                </a:lnSpc>
                <a:buNone/>
                <a:defRPr sz="1059" b="0" i="0" kern="0" spc="0">
                  <a:solidFill>
                    <a:srgbClr val="0A2540"/>
                  </a:solidFill>
                  <a:latin typeface="Inter SemiBold"/>
                  <a:ea typeface="Inter SemiBold"/>
                  <a:cs typeface="Inter SemiBold"/>
                </a:defRPr>
              </a:pPr>
              <a:r>
                <a:rPr sz="1059" b="0" i="0" kern="0" spc="0">
                  <a:solidFill>
                    <a:srgbClr val="0A2540"/>
                  </a:solidFill>
                  <a:latin typeface="Inter SemiBold"/>
                  <a:ea typeface="Inter SemiBold"/>
                  <a:cs typeface="Inter SemiBold"/>
                </a:rPr>
                <a:t>p</a:t>
              </a:r>
            </a:p>
          </p:txBody>
        </p:sp>
        <p:sp>
          <p:nvSpPr>
            <p:cNvPr id="50" name="s4 text 20">
              <a:extLst>
                <a:ext uri="{FF2B5EF4-FFF2-40B4-BE49-F238E27FC236}">
                  <a16:creationId xmlns:a16="http://schemas.microsoft.com/office/drawing/2014/main" id="{5E8EBB28-3704-405A-B386-C54726C50977}"/>
                </a:ext>
              </a:extLst>
            </p:cNvPr>
            <p:cNvSpPr>
              <a:spLocks noGrp="1"/>
            </p:cNvSpPr>
            <p:nvPr/>
          </p:nvSpPr>
          <p:spPr>
            <a:xfrm rot="-5400000">
              <a:off x="1364038" y="3939416"/>
              <a:ext cx="134517" cy="187174"/>
            </a:xfrm>
            <a:prstGeom prst="rect">
              <a:avLst/>
            </a:prstGeom>
            <a:noFill/>
            <a:ln w="0">
              <a:noFill/>
              <a:prstDash val="solid"/>
            </a:ln>
          </p:spPr>
          <p:txBody>
            <a:bodyPr wrap="none" lIns="0" tIns="0" rIns="0" bIns="0" anchor="t">
              <a:noAutofit/>
            </a:bodyPr>
            <a:lstStyle>
              <a:defPPr algn="l">
                <a:defRPr sz="1059" b="0" i="0" kern="0" spc="0">
                  <a:solidFill>
                    <a:srgbClr val="0A2540"/>
                  </a:solidFill>
                  <a:latin typeface="Inter SemiBold"/>
                  <a:ea typeface="Inter SemiBold"/>
                  <a:cs typeface="Inter SemiBold"/>
                </a:defRPr>
              </a:defPPr>
              <a:lvl1pPr algn="l">
                <a:defRPr sz="1059" b="0" i="0" kern="0" spc="0">
                  <a:solidFill>
                    <a:srgbClr val="0A2540"/>
                  </a:solidFill>
                  <a:latin typeface="Inter SemiBold"/>
                  <a:ea typeface="Inter SemiBold"/>
                  <a:cs typeface="Inter SemiBold"/>
                </a:defRPr>
              </a:lvl1pPr>
              <a:lvl2pPr algn="l">
                <a:defRPr sz="1059" b="0" i="0" kern="0" spc="0">
                  <a:solidFill>
                    <a:srgbClr val="0A2540"/>
                  </a:solidFill>
                  <a:latin typeface="Inter SemiBold"/>
                  <a:ea typeface="Inter SemiBold"/>
                  <a:cs typeface="Inter SemiBold"/>
                </a:defRPr>
              </a:lvl2pPr>
              <a:lvl3pPr algn="l">
                <a:defRPr sz="1059" b="0" i="0" kern="0" spc="0">
                  <a:solidFill>
                    <a:srgbClr val="0A2540"/>
                  </a:solidFill>
                  <a:latin typeface="Inter SemiBold"/>
                  <a:ea typeface="Inter SemiBold"/>
                  <a:cs typeface="Inter SemiBold"/>
                </a:defRPr>
              </a:lvl3pPr>
              <a:lvl4pPr algn="l">
                <a:defRPr sz="1059" b="0" i="0" kern="0" spc="0">
                  <a:solidFill>
                    <a:srgbClr val="0A2540"/>
                  </a:solidFill>
                  <a:latin typeface="Inter SemiBold"/>
                  <a:ea typeface="Inter SemiBold"/>
                  <a:cs typeface="Inter SemiBold"/>
                </a:defRPr>
              </a:lvl4pPr>
              <a:lvl5pPr algn="l">
                <a:defRPr sz="1059" b="0" i="0" kern="0" spc="0">
                  <a:solidFill>
                    <a:srgbClr val="0A2540"/>
                  </a:solidFill>
                  <a:latin typeface="Inter SemiBold"/>
                  <a:ea typeface="Inter SemiBold"/>
                  <a:cs typeface="Inter SemiBold"/>
                </a:defRPr>
              </a:lvl5pPr>
              <a:lvl6pPr algn="l">
                <a:defRPr sz="1059" b="0" i="0" kern="0" spc="0">
                  <a:solidFill>
                    <a:srgbClr val="0A2540"/>
                  </a:solidFill>
                  <a:latin typeface="Inter SemiBold"/>
                  <a:ea typeface="Inter SemiBold"/>
                  <a:cs typeface="Inter SemiBold"/>
                </a:defRPr>
              </a:lvl6pPr>
              <a:lvl7pPr algn="l">
                <a:defRPr sz="1059" b="0" i="0" kern="0" spc="0">
                  <a:solidFill>
                    <a:srgbClr val="0A2540"/>
                  </a:solidFill>
                  <a:latin typeface="Inter SemiBold"/>
                  <a:ea typeface="Inter SemiBold"/>
                  <a:cs typeface="Inter SemiBold"/>
                </a:defRPr>
              </a:lvl7pPr>
              <a:lvl8pPr algn="l">
                <a:defRPr sz="1059" b="0" i="0" kern="0" spc="0">
                  <a:solidFill>
                    <a:srgbClr val="0A2540"/>
                  </a:solidFill>
                  <a:latin typeface="Inter SemiBold"/>
                  <a:ea typeface="Inter SemiBold"/>
                  <a:cs typeface="Inter SemiBold"/>
                </a:defRPr>
              </a:lvl8pPr>
              <a:lvl9pPr algn="l">
                <a:defRPr sz="1059" b="0" i="0" kern="0" spc="0">
                  <a:solidFill>
                    <a:srgbClr val="0A2540"/>
                  </a:solidFill>
                  <a:latin typeface="Inter SemiBold"/>
                  <a:ea typeface="Inter SemiBold"/>
                  <a:cs typeface="Inter SemiBold"/>
                </a:defRPr>
              </a:lvl9pPr>
            </a:lstStyle>
            <a:p>
              <a:pPr algn="l">
                <a:lnSpc>
                  <a:spcPct val="100000"/>
                </a:lnSpc>
                <a:buNone/>
                <a:defRPr sz="1059" b="0" i="0" kern="0" spc="0">
                  <a:solidFill>
                    <a:srgbClr val="0A2540"/>
                  </a:solidFill>
                  <a:latin typeface="Inter SemiBold"/>
                  <a:ea typeface="Inter SemiBold"/>
                  <a:cs typeface="Inter SemiBold"/>
                </a:defRPr>
              </a:pPr>
              <a:r>
                <a:rPr sz="1059" b="0" i="0" kern="0" spc="0">
                  <a:solidFill>
                    <a:srgbClr val="0A2540"/>
                  </a:solidFill>
                  <a:latin typeface="Inter SemiBold"/>
                  <a:ea typeface="Inter SemiBold"/>
                  <a:cs typeface="Inter SemiBold"/>
                </a:rPr>
                <a:t>e</a:t>
              </a:r>
            </a:p>
          </p:txBody>
        </p:sp>
        <p:sp>
          <p:nvSpPr>
            <p:cNvPr id="51" name="s4 text 21">
              <a:extLst>
                <a:ext uri="{FF2B5EF4-FFF2-40B4-BE49-F238E27FC236}">
                  <a16:creationId xmlns:a16="http://schemas.microsoft.com/office/drawing/2014/main" id="{922F32C6-A50D-4F7D-8E13-2BA659161DA3}"/>
                </a:ext>
              </a:extLst>
            </p:cNvPr>
            <p:cNvSpPr>
              <a:spLocks noGrp="1"/>
            </p:cNvSpPr>
            <p:nvPr/>
          </p:nvSpPr>
          <p:spPr>
            <a:xfrm rot="-5400000">
              <a:off x="1364038" y="3874086"/>
              <a:ext cx="134517" cy="187174"/>
            </a:xfrm>
            <a:prstGeom prst="rect">
              <a:avLst/>
            </a:prstGeom>
            <a:noFill/>
            <a:ln w="0">
              <a:noFill/>
              <a:prstDash val="solid"/>
            </a:ln>
          </p:spPr>
          <p:txBody>
            <a:bodyPr wrap="none" lIns="0" tIns="0" rIns="0" bIns="0" anchor="t">
              <a:noAutofit/>
            </a:bodyPr>
            <a:lstStyle>
              <a:defPPr algn="l">
                <a:defRPr sz="1059" b="0" i="0" kern="0" spc="0">
                  <a:solidFill>
                    <a:srgbClr val="0A2540"/>
                  </a:solidFill>
                  <a:latin typeface="Inter SemiBold"/>
                  <a:ea typeface="Inter SemiBold"/>
                  <a:cs typeface="Inter SemiBold"/>
                </a:defRPr>
              </a:defPPr>
              <a:lvl1pPr algn="l">
                <a:defRPr sz="1059" b="0" i="0" kern="0" spc="0">
                  <a:solidFill>
                    <a:srgbClr val="0A2540"/>
                  </a:solidFill>
                  <a:latin typeface="Inter SemiBold"/>
                  <a:ea typeface="Inter SemiBold"/>
                  <a:cs typeface="Inter SemiBold"/>
                </a:defRPr>
              </a:lvl1pPr>
              <a:lvl2pPr algn="l">
                <a:defRPr sz="1059" b="0" i="0" kern="0" spc="0">
                  <a:solidFill>
                    <a:srgbClr val="0A2540"/>
                  </a:solidFill>
                  <a:latin typeface="Inter SemiBold"/>
                  <a:ea typeface="Inter SemiBold"/>
                  <a:cs typeface="Inter SemiBold"/>
                </a:defRPr>
              </a:lvl2pPr>
              <a:lvl3pPr algn="l">
                <a:defRPr sz="1059" b="0" i="0" kern="0" spc="0">
                  <a:solidFill>
                    <a:srgbClr val="0A2540"/>
                  </a:solidFill>
                  <a:latin typeface="Inter SemiBold"/>
                  <a:ea typeface="Inter SemiBold"/>
                  <a:cs typeface="Inter SemiBold"/>
                </a:defRPr>
              </a:lvl3pPr>
              <a:lvl4pPr algn="l">
                <a:defRPr sz="1059" b="0" i="0" kern="0" spc="0">
                  <a:solidFill>
                    <a:srgbClr val="0A2540"/>
                  </a:solidFill>
                  <a:latin typeface="Inter SemiBold"/>
                  <a:ea typeface="Inter SemiBold"/>
                  <a:cs typeface="Inter SemiBold"/>
                </a:defRPr>
              </a:lvl4pPr>
              <a:lvl5pPr algn="l">
                <a:defRPr sz="1059" b="0" i="0" kern="0" spc="0">
                  <a:solidFill>
                    <a:srgbClr val="0A2540"/>
                  </a:solidFill>
                  <a:latin typeface="Inter SemiBold"/>
                  <a:ea typeface="Inter SemiBold"/>
                  <a:cs typeface="Inter SemiBold"/>
                </a:defRPr>
              </a:lvl5pPr>
              <a:lvl6pPr algn="l">
                <a:defRPr sz="1059" b="0" i="0" kern="0" spc="0">
                  <a:solidFill>
                    <a:srgbClr val="0A2540"/>
                  </a:solidFill>
                  <a:latin typeface="Inter SemiBold"/>
                  <a:ea typeface="Inter SemiBold"/>
                  <a:cs typeface="Inter SemiBold"/>
                </a:defRPr>
              </a:lvl6pPr>
              <a:lvl7pPr algn="l">
                <a:defRPr sz="1059" b="0" i="0" kern="0" spc="0">
                  <a:solidFill>
                    <a:srgbClr val="0A2540"/>
                  </a:solidFill>
                  <a:latin typeface="Inter SemiBold"/>
                  <a:ea typeface="Inter SemiBold"/>
                  <a:cs typeface="Inter SemiBold"/>
                </a:defRPr>
              </a:lvl7pPr>
              <a:lvl8pPr algn="l">
                <a:defRPr sz="1059" b="0" i="0" kern="0" spc="0">
                  <a:solidFill>
                    <a:srgbClr val="0A2540"/>
                  </a:solidFill>
                  <a:latin typeface="Inter SemiBold"/>
                  <a:ea typeface="Inter SemiBold"/>
                  <a:cs typeface="Inter SemiBold"/>
                </a:defRPr>
              </a:lvl8pPr>
              <a:lvl9pPr algn="l">
                <a:defRPr sz="1059" b="0" i="0" kern="0" spc="0">
                  <a:solidFill>
                    <a:srgbClr val="0A2540"/>
                  </a:solidFill>
                  <a:latin typeface="Inter SemiBold"/>
                  <a:ea typeface="Inter SemiBold"/>
                  <a:cs typeface="Inter SemiBold"/>
                </a:defRPr>
              </a:lvl9pPr>
            </a:lstStyle>
            <a:p>
              <a:pPr algn="l">
                <a:lnSpc>
                  <a:spcPct val="100000"/>
                </a:lnSpc>
                <a:buNone/>
                <a:defRPr sz="1059" b="0" i="0" kern="0" spc="0">
                  <a:solidFill>
                    <a:srgbClr val="0A2540"/>
                  </a:solidFill>
                  <a:latin typeface="Inter SemiBold"/>
                  <a:ea typeface="Inter SemiBold"/>
                  <a:cs typeface="Inter SemiBold"/>
                </a:defRPr>
              </a:pPr>
              <a:r>
                <a:rPr sz="1059" b="0" i="0" kern="0" spc="0">
                  <a:solidFill>
                    <a:srgbClr val="0A2540"/>
                  </a:solidFill>
                  <a:latin typeface="Inter SemiBold"/>
                  <a:ea typeface="Inter SemiBold"/>
                  <a:cs typeface="Inter SemiBold"/>
                </a:rPr>
                <a:t>r</a:t>
              </a:r>
            </a:p>
          </p:txBody>
        </p:sp>
        <p:sp>
          <p:nvSpPr>
            <p:cNvPr id="52" name="s4 text 23">
              <a:extLst>
                <a:ext uri="{FF2B5EF4-FFF2-40B4-BE49-F238E27FC236}">
                  <a16:creationId xmlns:a16="http://schemas.microsoft.com/office/drawing/2014/main" id="{4F3555BD-D301-45A7-8B58-9C7D30FD87D1}"/>
                </a:ext>
              </a:extLst>
            </p:cNvPr>
            <p:cNvSpPr>
              <a:spLocks noGrp="1"/>
            </p:cNvSpPr>
            <p:nvPr/>
          </p:nvSpPr>
          <p:spPr>
            <a:xfrm rot="-5400000">
              <a:off x="1364038" y="3774586"/>
              <a:ext cx="134517" cy="187174"/>
            </a:xfrm>
            <a:prstGeom prst="rect">
              <a:avLst/>
            </a:prstGeom>
            <a:noFill/>
            <a:ln w="0">
              <a:noFill/>
              <a:prstDash val="solid"/>
            </a:ln>
          </p:spPr>
          <p:txBody>
            <a:bodyPr wrap="none" lIns="0" tIns="0" rIns="0" bIns="0" anchor="t">
              <a:noAutofit/>
            </a:bodyPr>
            <a:lstStyle>
              <a:defPPr algn="l">
                <a:defRPr sz="1059" b="0" i="0" kern="0" spc="0">
                  <a:solidFill>
                    <a:srgbClr val="0A2540"/>
                  </a:solidFill>
                  <a:latin typeface="Inter SemiBold"/>
                  <a:ea typeface="Inter SemiBold"/>
                  <a:cs typeface="Inter SemiBold"/>
                </a:defRPr>
              </a:defPPr>
              <a:lvl1pPr algn="l">
                <a:defRPr sz="1059" b="0" i="0" kern="0" spc="0">
                  <a:solidFill>
                    <a:srgbClr val="0A2540"/>
                  </a:solidFill>
                  <a:latin typeface="Inter SemiBold"/>
                  <a:ea typeface="Inter SemiBold"/>
                  <a:cs typeface="Inter SemiBold"/>
                </a:defRPr>
              </a:lvl1pPr>
              <a:lvl2pPr algn="l">
                <a:defRPr sz="1059" b="0" i="0" kern="0" spc="0">
                  <a:solidFill>
                    <a:srgbClr val="0A2540"/>
                  </a:solidFill>
                  <a:latin typeface="Inter SemiBold"/>
                  <a:ea typeface="Inter SemiBold"/>
                  <a:cs typeface="Inter SemiBold"/>
                </a:defRPr>
              </a:lvl2pPr>
              <a:lvl3pPr algn="l">
                <a:defRPr sz="1059" b="0" i="0" kern="0" spc="0">
                  <a:solidFill>
                    <a:srgbClr val="0A2540"/>
                  </a:solidFill>
                  <a:latin typeface="Inter SemiBold"/>
                  <a:ea typeface="Inter SemiBold"/>
                  <a:cs typeface="Inter SemiBold"/>
                </a:defRPr>
              </a:lvl3pPr>
              <a:lvl4pPr algn="l">
                <a:defRPr sz="1059" b="0" i="0" kern="0" spc="0">
                  <a:solidFill>
                    <a:srgbClr val="0A2540"/>
                  </a:solidFill>
                  <a:latin typeface="Inter SemiBold"/>
                  <a:ea typeface="Inter SemiBold"/>
                  <a:cs typeface="Inter SemiBold"/>
                </a:defRPr>
              </a:lvl4pPr>
              <a:lvl5pPr algn="l">
                <a:defRPr sz="1059" b="0" i="0" kern="0" spc="0">
                  <a:solidFill>
                    <a:srgbClr val="0A2540"/>
                  </a:solidFill>
                  <a:latin typeface="Inter SemiBold"/>
                  <a:ea typeface="Inter SemiBold"/>
                  <a:cs typeface="Inter SemiBold"/>
                </a:defRPr>
              </a:lvl5pPr>
              <a:lvl6pPr algn="l">
                <a:defRPr sz="1059" b="0" i="0" kern="0" spc="0">
                  <a:solidFill>
                    <a:srgbClr val="0A2540"/>
                  </a:solidFill>
                  <a:latin typeface="Inter SemiBold"/>
                  <a:ea typeface="Inter SemiBold"/>
                  <a:cs typeface="Inter SemiBold"/>
                </a:defRPr>
              </a:lvl6pPr>
              <a:lvl7pPr algn="l">
                <a:defRPr sz="1059" b="0" i="0" kern="0" spc="0">
                  <a:solidFill>
                    <a:srgbClr val="0A2540"/>
                  </a:solidFill>
                  <a:latin typeface="Inter SemiBold"/>
                  <a:ea typeface="Inter SemiBold"/>
                  <a:cs typeface="Inter SemiBold"/>
                </a:defRPr>
              </a:lvl7pPr>
              <a:lvl8pPr algn="l">
                <a:defRPr sz="1059" b="0" i="0" kern="0" spc="0">
                  <a:solidFill>
                    <a:srgbClr val="0A2540"/>
                  </a:solidFill>
                  <a:latin typeface="Inter SemiBold"/>
                  <a:ea typeface="Inter SemiBold"/>
                  <a:cs typeface="Inter SemiBold"/>
                </a:defRPr>
              </a:lvl8pPr>
              <a:lvl9pPr algn="l">
                <a:defRPr sz="1059" b="0" i="0" kern="0" spc="0">
                  <a:solidFill>
                    <a:srgbClr val="0A2540"/>
                  </a:solidFill>
                  <a:latin typeface="Inter SemiBold"/>
                  <a:ea typeface="Inter SemiBold"/>
                  <a:cs typeface="Inter SemiBold"/>
                </a:defRPr>
              </a:lvl9pPr>
            </a:lstStyle>
            <a:p>
              <a:pPr algn="l">
                <a:lnSpc>
                  <a:spcPct val="100000"/>
                </a:lnSpc>
                <a:buNone/>
                <a:defRPr sz="1059" b="0" i="0" kern="0" spc="0">
                  <a:solidFill>
                    <a:srgbClr val="0A2540"/>
                  </a:solidFill>
                  <a:latin typeface="Inter SemiBold"/>
                  <a:ea typeface="Inter SemiBold"/>
                  <a:cs typeface="Inter SemiBold"/>
                </a:defRPr>
              </a:pPr>
              <a:r>
                <a:rPr sz="1059" b="0" i="0" kern="0" spc="0">
                  <a:solidFill>
                    <a:srgbClr val="0A2540"/>
                  </a:solidFill>
                  <a:latin typeface="Inter SemiBold"/>
                  <a:ea typeface="Inter SemiBold"/>
                  <a:cs typeface="Inter SemiBold"/>
                </a:rPr>
                <a:t>u</a:t>
              </a:r>
            </a:p>
          </p:txBody>
        </p:sp>
        <p:sp>
          <p:nvSpPr>
            <p:cNvPr id="53" name="s4 text 24">
              <a:extLst>
                <a:ext uri="{FF2B5EF4-FFF2-40B4-BE49-F238E27FC236}">
                  <a16:creationId xmlns:a16="http://schemas.microsoft.com/office/drawing/2014/main" id="{0B6EA118-E472-4D19-8EB6-C515C53AE42A}"/>
                </a:ext>
              </a:extLst>
            </p:cNvPr>
            <p:cNvSpPr>
              <a:spLocks noGrp="1"/>
            </p:cNvSpPr>
            <p:nvPr/>
          </p:nvSpPr>
          <p:spPr>
            <a:xfrm rot="-5400000">
              <a:off x="1364038" y="3693395"/>
              <a:ext cx="134517" cy="187174"/>
            </a:xfrm>
            <a:prstGeom prst="rect">
              <a:avLst/>
            </a:prstGeom>
            <a:noFill/>
            <a:ln w="0">
              <a:noFill/>
              <a:prstDash val="solid"/>
            </a:ln>
          </p:spPr>
          <p:txBody>
            <a:bodyPr wrap="none" lIns="0" tIns="0" rIns="0" bIns="0" anchor="t">
              <a:noAutofit/>
            </a:bodyPr>
            <a:lstStyle>
              <a:defPPr algn="l">
                <a:defRPr sz="1059" b="0" i="0" kern="0" spc="0">
                  <a:solidFill>
                    <a:srgbClr val="0A2540"/>
                  </a:solidFill>
                  <a:latin typeface="Inter SemiBold"/>
                  <a:ea typeface="Inter SemiBold"/>
                  <a:cs typeface="Inter SemiBold"/>
                </a:defRPr>
              </a:defPPr>
              <a:lvl1pPr algn="l">
                <a:defRPr sz="1059" b="0" i="0" kern="0" spc="0">
                  <a:solidFill>
                    <a:srgbClr val="0A2540"/>
                  </a:solidFill>
                  <a:latin typeface="Inter SemiBold"/>
                  <a:ea typeface="Inter SemiBold"/>
                  <a:cs typeface="Inter SemiBold"/>
                </a:defRPr>
              </a:lvl1pPr>
              <a:lvl2pPr algn="l">
                <a:defRPr sz="1059" b="0" i="0" kern="0" spc="0">
                  <a:solidFill>
                    <a:srgbClr val="0A2540"/>
                  </a:solidFill>
                  <a:latin typeface="Inter SemiBold"/>
                  <a:ea typeface="Inter SemiBold"/>
                  <a:cs typeface="Inter SemiBold"/>
                </a:defRPr>
              </a:lvl2pPr>
              <a:lvl3pPr algn="l">
                <a:defRPr sz="1059" b="0" i="0" kern="0" spc="0">
                  <a:solidFill>
                    <a:srgbClr val="0A2540"/>
                  </a:solidFill>
                  <a:latin typeface="Inter SemiBold"/>
                  <a:ea typeface="Inter SemiBold"/>
                  <a:cs typeface="Inter SemiBold"/>
                </a:defRPr>
              </a:lvl3pPr>
              <a:lvl4pPr algn="l">
                <a:defRPr sz="1059" b="0" i="0" kern="0" spc="0">
                  <a:solidFill>
                    <a:srgbClr val="0A2540"/>
                  </a:solidFill>
                  <a:latin typeface="Inter SemiBold"/>
                  <a:ea typeface="Inter SemiBold"/>
                  <a:cs typeface="Inter SemiBold"/>
                </a:defRPr>
              </a:lvl4pPr>
              <a:lvl5pPr algn="l">
                <a:defRPr sz="1059" b="0" i="0" kern="0" spc="0">
                  <a:solidFill>
                    <a:srgbClr val="0A2540"/>
                  </a:solidFill>
                  <a:latin typeface="Inter SemiBold"/>
                  <a:ea typeface="Inter SemiBold"/>
                  <a:cs typeface="Inter SemiBold"/>
                </a:defRPr>
              </a:lvl5pPr>
              <a:lvl6pPr algn="l">
                <a:defRPr sz="1059" b="0" i="0" kern="0" spc="0">
                  <a:solidFill>
                    <a:srgbClr val="0A2540"/>
                  </a:solidFill>
                  <a:latin typeface="Inter SemiBold"/>
                  <a:ea typeface="Inter SemiBold"/>
                  <a:cs typeface="Inter SemiBold"/>
                </a:defRPr>
              </a:lvl6pPr>
              <a:lvl7pPr algn="l">
                <a:defRPr sz="1059" b="0" i="0" kern="0" spc="0">
                  <a:solidFill>
                    <a:srgbClr val="0A2540"/>
                  </a:solidFill>
                  <a:latin typeface="Inter SemiBold"/>
                  <a:ea typeface="Inter SemiBold"/>
                  <a:cs typeface="Inter SemiBold"/>
                </a:defRPr>
              </a:lvl7pPr>
              <a:lvl8pPr algn="l">
                <a:defRPr sz="1059" b="0" i="0" kern="0" spc="0">
                  <a:solidFill>
                    <a:srgbClr val="0A2540"/>
                  </a:solidFill>
                  <a:latin typeface="Inter SemiBold"/>
                  <a:ea typeface="Inter SemiBold"/>
                  <a:cs typeface="Inter SemiBold"/>
                </a:defRPr>
              </a:lvl8pPr>
              <a:lvl9pPr algn="l">
                <a:defRPr sz="1059" b="0" i="0" kern="0" spc="0">
                  <a:solidFill>
                    <a:srgbClr val="0A2540"/>
                  </a:solidFill>
                  <a:latin typeface="Inter SemiBold"/>
                  <a:ea typeface="Inter SemiBold"/>
                  <a:cs typeface="Inter SemiBold"/>
                </a:defRPr>
              </a:lvl9pPr>
            </a:lstStyle>
            <a:p>
              <a:pPr algn="l">
                <a:lnSpc>
                  <a:spcPct val="100000"/>
                </a:lnSpc>
                <a:buNone/>
                <a:defRPr sz="1059" b="0" i="0" kern="0" spc="0">
                  <a:solidFill>
                    <a:srgbClr val="0A2540"/>
                  </a:solidFill>
                  <a:latin typeface="Inter SemiBold"/>
                  <a:ea typeface="Inter SemiBold"/>
                  <a:cs typeface="Inter SemiBold"/>
                </a:defRPr>
              </a:pPr>
              <a:r>
                <a:rPr sz="1059" b="0" i="0" kern="0" spc="0">
                  <a:solidFill>
                    <a:srgbClr val="0A2540"/>
                  </a:solidFill>
                  <a:latin typeface="Inter SemiBold"/>
                  <a:ea typeface="Inter SemiBold"/>
                  <a:cs typeface="Inter SemiBold"/>
                </a:rPr>
                <a:t>n</a:t>
              </a:r>
            </a:p>
          </p:txBody>
        </p:sp>
        <p:sp>
          <p:nvSpPr>
            <p:cNvPr id="54" name="s4 text 25">
              <a:extLst>
                <a:ext uri="{FF2B5EF4-FFF2-40B4-BE49-F238E27FC236}">
                  <a16:creationId xmlns:a16="http://schemas.microsoft.com/office/drawing/2014/main" id="{649EFAEA-4DDB-4B3B-B7EC-E6F513E20343}"/>
                </a:ext>
              </a:extLst>
            </p:cNvPr>
            <p:cNvSpPr>
              <a:spLocks noGrp="1"/>
            </p:cNvSpPr>
            <p:nvPr/>
          </p:nvSpPr>
          <p:spPr>
            <a:xfrm rot="-5400000">
              <a:off x="1364038" y="3635783"/>
              <a:ext cx="134517" cy="187174"/>
            </a:xfrm>
            <a:prstGeom prst="rect">
              <a:avLst/>
            </a:prstGeom>
            <a:noFill/>
            <a:ln w="0">
              <a:noFill/>
              <a:prstDash val="solid"/>
            </a:ln>
          </p:spPr>
          <p:txBody>
            <a:bodyPr wrap="none" lIns="0" tIns="0" rIns="0" bIns="0" anchor="t">
              <a:noAutofit/>
            </a:bodyPr>
            <a:lstStyle>
              <a:defPPr algn="l">
                <a:defRPr sz="1059" b="0" i="0" kern="0" spc="0">
                  <a:solidFill>
                    <a:srgbClr val="0A2540"/>
                  </a:solidFill>
                  <a:latin typeface="Inter SemiBold"/>
                  <a:ea typeface="Inter SemiBold"/>
                  <a:cs typeface="Inter SemiBold"/>
                </a:defRPr>
              </a:defPPr>
              <a:lvl1pPr algn="l">
                <a:defRPr sz="1059" b="0" i="0" kern="0" spc="0">
                  <a:solidFill>
                    <a:srgbClr val="0A2540"/>
                  </a:solidFill>
                  <a:latin typeface="Inter SemiBold"/>
                  <a:ea typeface="Inter SemiBold"/>
                  <a:cs typeface="Inter SemiBold"/>
                </a:defRPr>
              </a:lvl1pPr>
              <a:lvl2pPr algn="l">
                <a:defRPr sz="1059" b="0" i="0" kern="0" spc="0">
                  <a:solidFill>
                    <a:srgbClr val="0A2540"/>
                  </a:solidFill>
                  <a:latin typeface="Inter SemiBold"/>
                  <a:ea typeface="Inter SemiBold"/>
                  <a:cs typeface="Inter SemiBold"/>
                </a:defRPr>
              </a:lvl2pPr>
              <a:lvl3pPr algn="l">
                <a:defRPr sz="1059" b="0" i="0" kern="0" spc="0">
                  <a:solidFill>
                    <a:srgbClr val="0A2540"/>
                  </a:solidFill>
                  <a:latin typeface="Inter SemiBold"/>
                  <a:ea typeface="Inter SemiBold"/>
                  <a:cs typeface="Inter SemiBold"/>
                </a:defRPr>
              </a:lvl3pPr>
              <a:lvl4pPr algn="l">
                <a:defRPr sz="1059" b="0" i="0" kern="0" spc="0">
                  <a:solidFill>
                    <a:srgbClr val="0A2540"/>
                  </a:solidFill>
                  <a:latin typeface="Inter SemiBold"/>
                  <a:ea typeface="Inter SemiBold"/>
                  <a:cs typeface="Inter SemiBold"/>
                </a:defRPr>
              </a:lvl4pPr>
              <a:lvl5pPr algn="l">
                <a:defRPr sz="1059" b="0" i="0" kern="0" spc="0">
                  <a:solidFill>
                    <a:srgbClr val="0A2540"/>
                  </a:solidFill>
                  <a:latin typeface="Inter SemiBold"/>
                  <a:ea typeface="Inter SemiBold"/>
                  <a:cs typeface="Inter SemiBold"/>
                </a:defRPr>
              </a:lvl5pPr>
              <a:lvl6pPr algn="l">
                <a:defRPr sz="1059" b="0" i="0" kern="0" spc="0">
                  <a:solidFill>
                    <a:srgbClr val="0A2540"/>
                  </a:solidFill>
                  <a:latin typeface="Inter SemiBold"/>
                  <a:ea typeface="Inter SemiBold"/>
                  <a:cs typeface="Inter SemiBold"/>
                </a:defRPr>
              </a:lvl6pPr>
              <a:lvl7pPr algn="l">
                <a:defRPr sz="1059" b="0" i="0" kern="0" spc="0">
                  <a:solidFill>
                    <a:srgbClr val="0A2540"/>
                  </a:solidFill>
                  <a:latin typeface="Inter SemiBold"/>
                  <a:ea typeface="Inter SemiBold"/>
                  <a:cs typeface="Inter SemiBold"/>
                </a:defRPr>
              </a:lvl7pPr>
              <a:lvl8pPr algn="l">
                <a:defRPr sz="1059" b="0" i="0" kern="0" spc="0">
                  <a:solidFill>
                    <a:srgbClr val="0A2540"/>
                  </a:solidFill>
                  <a:latin typeface="Inter SemiBold"/>
                  <a:ea typeface="Inter SemiBold"/>
                  <a:cs typeface="Inter SemiBold"/>
                </a:defRPr>
              </a:lvl8pPr>
              <a:lvl9pPr algn="l">
                <a:defRPr sz="1059" b="0" i="0" kern="0" spc="0">
                  <a:solidFill>
                    <a:srgbClr val="0A2540"/>
                  </a:solidFill>
                  <a:latin typeface="Inter SemiBold"/>
                  <a:ea typeface="Inter SemiBold"/>
                  <a:cs typeface="Inter SemiBold"/>
                </a:defRPr>
              </a:lvl9pPr>
            </a:lstStyle>
            <a:p>
              <a:pPr algn="l">
                <a:lnSpc>
                  <a:spcPct val="100000"/>
                </a:lnSpc>
                <a:buNone/>
                <a:defRPr sz="1059" b="0" i="0" kern="0" spc="0">
                  <a:solidFill>
                    <a:srgbClr val="0A2540"/>
                  </a:solidFill>
                  <a:latin typeface="Inter SemiBold"/>
                  <a:ea typeface="Inter SemiBold"/>
                  <a:cs typeface="Inter SemiBold"/>
                </a:defRPr>
              </a:pPr>
              <a:r>
                <a:rPr sz="1059" b="0" i="0" kern="0" spc="0">
                  <a:solidFill>
                    <a:srgbClr val="0A2540"/>
                  </a:solidFill>
                  <a:latin typeface="Inter SemiBold"/>
                  <a:ea typeface="Inter SemiBold"/>
                  <a:cs typeface="Inter SemiBold"/>
                </a:rPr>
                <a:t>i</a:t>
              </a:r>
            </a:p>
          </p:txBody>
        </p:sp>
        <p:sp>
          <p:nvSpPr>
            <p:cNvPr id="55" name="s4 text 26">
              <a:extLst>
                <a:ext uri="{FF2B5EF4-FFF2-40B4-BE49-F238E27FC236}">
                  <a16:creationId xmlns:a16="http://schemas.microsoft.com/office/drawing/2014/main" id="{447118DE-073C-4C11-B46C-FCAB391725E8}"/>
                </a:ext>
              </a:extLst>
            </p:cNvPr>
            <p:cNvSpPr>
              <a:spLocks noGrp="1"/>
            </p:cNvSpPr>
            <p:nvPr/>
          </p:nvSpPr>
          <p:spPr>
            <a:xfrm rot="-5400000">
              <a:off x="1364038" y="3595573"/>
              <a:ext cx="134517" cy="187174"/>
            </a:xfrm>
            <a:prstGeom prst="rect">
              <a:avLst/>
            </a:prstGeom>
            <a:noFill/>
            <a:ln w="0">
              <a:noFill/>
              <a:prstDash val="solid"/>
            </a:ln>
          </p:spPr>
          <p:txBody>
            <a:bodyPr wrap="none" lIns="0" tIns="0" rIns="0" bIns="0" anchor="t">
              <a:noAutofit/>
            </a:bodyPr>
            <a:lstStyle>
              <a:defPPr algn="l">
                <a:defRPr sz="1059" b="0" i="0" kern="0" spc="0">
                  <a:solidFill>
                    <a:srgbClr val="0A2540"/>
                  </a:solidFill>
                  <a:latin typeface="Inter SemiBold"/>
                  <a:ea typeface="Inter SemiBold"/>
                  <a:cs typeface="Inter SemiBold"/>
                </a:defRPr>
              </a:defPPr>
              <a:lvl1pPr algn="l">
                <a:defRPr sz="1059" b="0" i="0" kern="0" spc="0">
                  <a:solidFill>
                    <a:srgbClr val="0A2540"/>
                  </a:solidFill>
                  <a:latin typeface="Inter SemiBold"/>
                  <a:ea typeface="Inter SemiBold"/>
                  <a:cs typeface="Inter SemiBold"/>
                </a:defRPr>
              </a:lvl1pPr>
              <a:lvl2pPr algn="l">
                <a:defRPr sz="1059" b="0" i="0" kern="0" spc="0">
                  <a:solidFill>
                    <a:srgbClr val="0A2540"/>
                  </a:solidFill>
                  <a:latin typeface="Inter SemiBold"/>
                  <a:ea typeface="Inter SemiBold"/>
                  <a:cs typeface="Inter SemiBold"/>
                </a:defRPr>
              </a:lvl2pPr>
              <a:lvl3pPr algn="l">
                <a:defRPr sz="1059" b="0" i="0" kern="0" spc="0">
                  <a:solidFill>
                    <a:srgbClr val="0A2540"/>
                  </a:solidFill>
                  <a:latin typeface="Inter SemiBold"/>
                  <a:ea typeface="Inter SemiBold"/>
                  <a:cs typeface="Inter SemiBold"/>
                </a:defRPr>
              </a:lvl3pPr>
              <a:lvl4pPr algn="l">
                <a:defRPr sz="1059" b="0" i="0" kern="0" spc="0">
                  <a:solidFill>
                    <a:srgbClr val="0A2540"/>
                  </a:solidFill>
                  <a:latin typeface="Inter SemiBold"/>
                  <a:ea typeface="Inter SemiBold"/>
                  <a:cs typeface="Inter SemiBold"/>
                </a:defRPr>
              </a:lvl4pPr>
              <a:lvl5pPr algn="l">
                <a:defRPr sz="1059" b="0" i="0" kern="0" spc="0">
                  <a:solidFill>
                    <a:srgbClr val="0A2540"/>
                  </a:solidFill>
                  <a:latin typeface="Inter SemiBold"/>
                  <a:ea typeface="Inter SemiBold"/>
                  <a:cs typeface="Inter SemiBold"/>
                </a:defRPr>
              </a:lvl5pPr>
              <a:lvl6pPr algn="l">
                <a:defRPr sz="1059" b="0" i="0" kern="0" spc="0">
                  <a:solidFill>
                    <a:srgbClr val="0A2540"/>
                  </a:solidFill>
                  <a:latin typeface="Inter SemiBold"/>
                  <a:ea typeface="Inter SemiBold"/>
                  <a:cs typeface="Inter SemiBold"/>
                </a:defRPr>
              </a:lvl6pPr>
              <a:lvl7pPr algn="l">
                <a:defRPr sz="1059" b="0" i="0" kern="0" spc="0">
                  <a:solidFill>
                    <a:srgbClr val="0A2540"/>
                  </a:solidFill>
                  <a:latin typeface="Inter SemiBold"/>
                  <a:ea typeface="Inter SemiBold"/>
                  <a:cs typeface="Inter SemiBold"/>
                </a:defRPr>
              </a:lvl7pPr>
              <a:lvl8pPr algn="l">
                <a:defRPr sz="1059" b="0" i="0" kern="0" spc="0">
                  <a:solidFill>
                    <a:srgbClr val="0A2540"/>
                  </a:solidFill>
                  <a:latin typeface="Inter SemiBold"/>
                  <a:ea typeface="Inter SemiBold"/>
                  <a:cs typeface="Inter SemiBold"/>
                </a:defRPr>
              </a:lvl8pPr>
              <a:lvl9pPr algn="l">
                <a:defRPr sz="1059" b="0" i="0" kern="0" spc="0">
                  <a:solidFill>
                    <a:srgbClr val="0A2540"/>
                  </a:solidFill>
                  <a:latin typeface="Inter SemiBold"/>
                  <a:ea typeface="Inter SemiBold"/>
                  <a:cs typeface="Inter SemiBold"/>
                </a:defRPr>
              </a:lvl9pPr>
            </a:lstStyle>
            <a:p>
              <a:pPr algn="l">
                <a:lnSpc>
                  <a:spcPct val="100000"/>
                </a:lnSpc>
                <a:buNone/>
                <a:defRPr sz="1059" b="0" i="0" kern="0" spc="0">
                  <a:solidFill>
                    <a:srgbClr val="0A2540"/>
                  </a:solidFill>
                  <a:latin typeface="Inter SemiBold"/>
                  <a:ea typeface="Inter SemiBold"/>
                  <a:cs typeface="Inter SemiBold"/>
                </a:defRPr>
              </a:pPr>
              <a:r>
                <a:rPr sz="1059" b="0" i="0" kern="0" spc="0">
                  <a:solidFill>
                    <a:srgbClr val="0A2540"/>
                  </a:solidFill>
                  <a:latin typeface="Inter SemiBold"/>
                  <a:ea typeface="Inter SemiBold"/>
                  <a:cs typeface="Inter SemiBold"/>
                </a:rPr>
                <a:t>t</a:t>
              </a:r>
            </a:p>
          </p:txBody>
        </p:sp>
        <p:sp>
          <p:nvSpPr>
            <p:cNvPr id="56" name="s4 text 27">
              <a:extLst>
                <a:ext uri="{FF2B5EF4-FFF2-40B4-BE49-F238E27FC236}">
                  <a16:creationId xmlns:a16="http://schemas.microsoft.com/office/drawing/2014/main" id="{B66AD450-A60F-4134-8A49-4F785B6C3169}"/>
                </a:ext>
              </a:extLst>
            </p:cNvPr>
            <p:cNvSpPr>
              <a:spLocks noGrp="1"/>
            </p:cNvSpPr>
            <p:nvPr/>
          </p:nvSpPr>
          <p:spPr>
            <a:xfrm rot="-5400000">
              <a:off x="1364038" y="3547876"/>
              <a:ext cx="134517" cy="187174"/>
            </a:xfrm>
            <a:prstGeom prst="rect">
              <a:avLst/>
            </a:prstGeom>
            <a:noFill/>
            <a:ln w="0">
              <a:noFill/>
              <a:prstDash val="solid"/>
            </a:ln>
          </p:spPr>
          <p:txBody>
            <a:bodyPr wrap="none" lIns="0" tIns="0" rIns="0" bIns="0" anchor="t">
              <a:noAutofit/>
            </a:bodyPr>
            <a:lstStyle>
              <a:defPPr algn="l">
                <a:defRPr sz="1059" b="0" i="0" kern="0" spc="0">
                  <a:solidFill>
                    <a:srgbClr val="0A2540"/>
                  </a:solidFill>
                  <a:latin typeface="Inter SemiBold"/>
                  <a:ea typeface="Inter SemiBold"/>
                  <a:cs typeface="Inter SemiBold"/>
                </a:defRPr>
              </a:defPPr>
              <a:lvl1pPr algn="l">
                <a:defRPr sz="1059" b="0" i="0" kern="0" spc="0">
                  <a:solidFill>
                    <a:srgbClr val="0A2540"/>
                  </a:solidFill>
                  <a:latin typeface="Inter SemiBold"/>
                  <a:ea typeface="Inter SemiBold"/>
                  <a:cs typeface="Inter SemiBold"/>
                </a:defRPr>
              </a:lvl1pPr>
              <a:lvl2pPr algn="l">
                <a:defRPr sz="1059" b="0" i="0" kern="0" spc="0">
                  <a:solidFill>
                    <a:srgbClr val="0A2540"/>
                  </a:solidFill>
                  <a:latin typeface="Inter SemiBold"/>
                  <a:ea typeface="Inter SemiBold"/>
                  <a:cs typeface="Inter SemiBold"/>
                </a:defRPr>
              </a:lvl2pPr>
              <a:lvl3pPr algn="l">
                <a:defRPr sz="1059" b="0" i="0" kern="0" spc="0">
                  <a:solidFill>
                    <a:srgbClr val="0A2540"/>
                  </a:solidFill>
                  <a:latin typeface="Inter SemiBold"/>
                  <a:ea typeface="Inter SemiBold"/>
                  <a:cs typeface="Inter SemiBold"/>
                </a:defRPr>
              </a:lvl3pPr>
              <a:lvl4pPr algn="l">
                <a:defRPr sz="1059" b="0" i="0" kern="0" spc="0">
                  <a:solidFill>
                    <a:srgbClr val="0A2540"/>
                  </a:solidFill>
                  <a:latin typeface="Inter SemiBold"/>
                  <a:ea typeface="Inter SemiBold"/>
                  <a:cs typeface="Inter SemiBold"/>
                </a:defRPr>
              </a:lvl4pPr>
              <a:lvl5pPr algn="l">
                <a:defRPr sz="1059" b="0" i="0" kern="0" spc="0">
                  <a:solidFill>
                    <a:srgbClr val="0A2540"/>
                  </a:solidFill>
                  <a:latin typeface="Inter SemiBold"/>
                  <a:ea typeface="Inter SemiBold"/>
                  <a:cs typeface="Inter SemiBold"/>
                </a:defRPr>
              </a:lvl5pPr>
              <a:lvl6pPr algn="l">
                <a:defRPr sz="1059" b="0" i="0" kern="0" spc="0">
                  <a:solidFill>
                    <a:srgbClr val="0A2540"/>
                  </a:solidFill>
                  <a:latin typeface="Inter SemiBold"/>
                  <a:ea typeface="Inter SemiBold"/>
                  <a:cs typeface="Inter SemiBold"/>
                </a:defRPr>
              </a:lvl6pPr>
              <a:lvl7pPr algn="l">
                <a:defRPr sz="1059" b="0" i="0" kern="0" spc="0">
                  <a:solidFill>
                    <a:srgbClr val="0A2540"/>
                  </a:solidFill>
                  <a:latin typeface="Inter SemiBold"/>
                  <a:ea typeface="Inter SemiBold"/>
                  <a:cs typeface="Inter SemiBold"/>
                </a:defRPr>
              </a:lvl7pPr>
              <a:lvl8pPr algn="l">
                <a:defRPr sz="1059" b="0" i="0" kern="0" spc="0">
                  <a:solidFill>
                    <a:srgbClr val="0A2540"/>
                  </a:solidFill>
                  <a:latin typeface="Inter SemiBold"/>
                  <a:ea typeface="Inter SemiBold"/>
                  <a:cs typeface="Inter SemiBold"/>
                </a:defRPr>
              </a:lvl8pPr>
              <a:lvl9pPr algn="l">
                <a:defRPr sz="1059" b="0" i="0" kern="0" spc="0">
                  <a:solidFill>
                    <a:srgbClr val="0A2540"/>
                  </a:solidFill>
                  <a:latin typeface="Inter SemiBold"/>
                  <a:ea typeface="Inter SemiBold"/>
                  <a:cs typeface="Inter SemiBold"/>
                </a:defRPr>
              </a:lvl9pPr>
            </a:lstStyle>
            <a:p>
              <a:pPr algn="l">
                <a:lnSpc>
                  <a:spcPct val="100000"/>
                </a:lnSpc>
                <a:buNone/>
                <a:defRPr sz="1059" b="0" i="0" kern="0" spc="0">
                  <a:solidFill>
                    <a:srgbClr val="0A2540"/>
                  </a:solidFill>
                  <a:latin typeface="Inter SemiBold"/>
                  <a:ea typeface="Inter SemiBold"/>
                  <a:cs typeface="Inter SemiBold"/>
                </a:defRPr>
              </a:pPr>
              <a:r>
                <a:rPr sz="1059" b="0" i="0" kern="0" spc="0">
                  <a:solidFill>
                    <a:srgbClr val="0A2540"/>
                  </a:solidFill>
                  <a:latin typeface="Inter SemiBold"/>
                  <a:ea typeface="Inter SemiBold"/>
                  <a:cs typeface="Inter SemiBold"/>
                </a:rPr>
                <a:t>)</a:t>
              </a:r>
            </a:p>
          </p:txBody>
        </p:sp>
        <p:sp>
          <p:nvSpPr>
            <p:cNvPr id="57" name="s4 text 28 halo">
              <a:extLst>
                <a:ext uri="{FF2B5EF4-FFF2-40B4-BE49-F238E27FC236}">
                  <a16:creationId xmlns:a16="http://schemas.microsoft.com/office/drawing/2014/main" id="{E12CB670-5E63-4682-8D2F-B53D0A258F26}"/>
                </a:ext>
              </a:extLst>
            </p:cNvPr>
            <p:cNvSpPr>
              <a:spLocks noGrp="1"/>
            </p:cNvSpPr>
            <p:nvPr/>
          </p:nvSpPr>
          <p:spPr>
            <a:xfrm>
              <a:off x="2373749" y="2709629"/>
              <a:ext cx="1015879" cy="258247"/>
            </a:xfrm>
            <a:prstGeom prst="rect">
              <a:avLst/>
            </a:prstGeom>
            <a:noFill/>
            <a:ln w="0">
              <a:noFill/>
              <a:prstDash val="solid"/>
            </a:ln>
          </p:spPr>
          <p:txBody>
            <a:bodyPr wrap="none" lIns="0" tIns="0" rIns="0" bIns="0" anchor="t">
              <a:noAutofit/>
            </a:bodyPr>
            <a:lstStyle>
              <a:defPPr algn="l">
                <a:defRPr sz="1461" b="1" i="0" kern="0" spc="-9">
                  <a:ln w="42485">
                    <a:solidFill>
                      <a:srgbClr val="FFFFFF"/>
                    </a:solidFill>
                    <a:prstDash val="solid"/>
                  </a:ln>
                  <a:solidFill>
                    <a:srgbClr val="FFFFFF"/>
                  </a:solidFill>
                  <a:latin typeface="Inter"/>
                  <a:ea typeface="Inter"/>
                  <a:cs typeface="Inter"/>
                </a:defRPr>
              </a:defPPr>
              <a:lvl1pPr algn="l">
                <a:defRPr sz="1461" b="1" i="0" kern="0" spc="-9">
                  <a:ln w="42485">
                    <a:solidFill>
                      <a:srgbClr val="FFFFFF"/>
                    </a:solidFill>
                    <a:prstDash val="solid"/>
                  </a:ln>
                  <a:solidFill>
                    <a:srgbClr val="FFFFFF"/>
                  </a:solidFill>
                  <a:latin typeface="Inter"/>
                  <a:ea typeface="Inter"/>
                  <a:cs typeface="Inter"/>
                </a:defRPr>
              </a:lvl1pPr>
              <a:lvl2pPr algn="l">
                <a:defRPr sz="1461" b="1" i="0" kern="0" spc="-9">
                  <a:ln w="42485">
                    <a:solidFill>
                      <a:srgbClr val="FFFFFF"/>
                    </a:solidFill>
                    <a:prstDash val="solid"/>
                  </a:ln>
                  <a:solidFill>
                    <a:srgbClr val="FFFFFF"/>
                  </a:solidFill>
                  <a:latin typeface="Inter"/>
                  <a:ea typeface="Inter"/>
                  <a:cs typeface="Inter"/>
                </a:defRPr>
              </a:lvl2pPr>
              <a:lvl3pPr algn="l">
                <a:defRPr sz="1461" b="1" i="0" kern="0" spc="-9">
                  <a:ln w="42485">
                    <a:solidFill>
                      <a:srgbClr val="FFFFFF"/>
                    </a:solidFill>
                    <a:prstDash val="solid"/>
                  </a:ln>
                  <a:solidFill>
                    <a:srgbClr val="FFFFFF"/>
                  </a:solidFill>
                  <a:latin typeface="Inter"/>
                  <a:ea typeface="Inter"/>
                  <a:cs typeface="Inter"/>
                </a:defRPr>
              </a:lvl3pPr>
              <a:lvl4pPr algn="l">
                <a:defRPr sz="1461" b="1" i="0" kern="0" spc="-9">
                  <a:ln w="42485">
                    <a:solidFill>
                      <a:srgbClr val="FFFFFF"/>
                    </a:solidFill>
                    <a:prstDash val="solid"/>
                  </a:ln>
                  <a:solidFill>
                    <a:srgbClr val="FFFFFF"/>
                  </a:solidFill>
                  <a:latin typeface="Inter"/>
                  <a:ea typeface="Inter"/>
                  <a:cs typeface="Inter"/>
                </a:defRPr>
              </a:lvl4pPr>
              <a:lvl5pPr algn="l">
                <a:defRPr sz="1461" b="1" i="0" kern="0" spc="-9">
                  <a:ln w="42485">
                    <a:solidFill>
                      <a:srgbClr val="FFFFFF"/>
                    </a:solidFill>
                    <a:prstDash val="solid"/>
                  </a:ln>
                  <a:solidFill>
                    <a:srgbClr val="FFFFFF"/>
                  </a:solidFill>
                  <a:latin typeface="Inter"/>
                  <a:ea typeface="Inter"/>
                  <a:cs typeface="Inter"/>
                </a:defRPr>
              </a:lvl5pPr>
              <a:lvl6pPr algn="l">
                <a:defRPr sz="1461" b="1" i="0" kern="0" spc="-9">
                  <a:ln w="42485">
                    <a:solidFill>
                      <a:srgbClr val="FFFFFF"/>
                    </a:solidFill>
                    <a:prstDash val="solid"/>
                  </a:ln>
                  <a:solidFill>
                    <a:srgbClr val="FFFFFF"/>
                  </a:solidFill>
                  <a:latin typeface="Inter"/>
                  <a:ea typeface="Inter"/>
                  <a:cs typeface="Inter"/>
                </a:defRPr>
              </a:lvl6pPr>
              <a:lvl7pPr algn="l">
                <a:defRPr sz="1461" b="1" i="0" kern="0" spc="-9">
                  <a:ln w="42485">
                    <a:solidFill>
                      <a:srgbClr val="FFFFFF"/>
                    </a:solidFill>
                    <a:prstDash val="solid"/>
                  </a:ln>
                  <a:solidFill>
                    <a:srgbClr val="FFFFFF"/>
                  </a:solidFill>
                  <a:latin typeface="Inter"/>
                  <a:ea typeface="Inter"/>
                  <a:cs typeface="Inter"/>
                </a:defRPr>
              </a:lvl7pPr>
              <a:lvl8pPr algn="l">
                <a:defRPr sz="1461" b="1" i="0" kern="0" spc="-9">
                  <a:ln w="42485">
                    <a:solidFill>
                      <a:srgbClr val="FFFFFF"/>
                    </a:solidFill>
                    <a:prstDash val="solid"/>
                  </a:ln>
                  <a:solidFill>
                    <a:srgbClr val="FFFFFF"/>
                  </a:solidFill>
                  <a:latin typeface="Inter"/>
                  <a:ea typeface="Inter"/>
                  <a:cs typeface="Inter"/>
                </a:defRPr>
              </a:lvl8pPr>
              <a:lvl9pPr algn="l">
                <a:defRPr sz="1461" b="1" i="0" kern="0" spc="-9">
                  <a:ln w="42485">
                    <a:solidFill>
                      <a:srgbClr val="FFFFFF"/>
                    </a:solidFill>
                    <a:prstDash val="solid"/>
                  </a:ln>
                  <a:solidFill>
                    <a:srgbClr val="FFFFFF"/>
                  </a:solidFill>
                  <a:latin typeface="Inter"/>
                  <a:ea typeface="Inter"/>
                  <a:cs typeface="Inter"/>
                </a:defRPr>
              </a:lvl9pPr>
            </a:lstStyle>
            <a:p>
              <a:pPr algn="l">
                <a:lnSpc>
                  <a:spcPct val="100000"/>
                </a:lnSpc>
                <a:buNone/>
                <a:defRPr sz="1461" b="1" i="0" kern="0" spc="-9">
                  <a:solidFill>
                    <a:srgbClr val="FFFFFF"/>
                  </a:solidFill>
                  <a:latin typeface="Inter"/>
                  <a:ea typeface="Inter"/>
                  <a:cs typeface="Inter"/>
                </a:defRPr>
              </a:pPr>
              <a:r>
                <a:rPr sz="1461" b="1" i="0" kern="0" spc="-9">
                  <a:ln w="42485">
                    <a:solidFill>
                      <a:srgbClr val="FFFFFF"/>
                    </a:solidFill>
                    <a:prstDash val="solid"/>
                  </a:ln>
                  <a:solidFill>
                    <a:srgbClr val="FFFFFF"/>
                  </a:solidFill>
                  <a:latin typeface="Inter"/>
                  <a:ea typeface="Inter"/>
                  <a:cs typeface="Inter"/>
                </a:rPr>
                <a:t>Consumer</a:t>
              </a:r>
            </a:p>
          </p:txBody>
        </p:sp>
        <p:sp>
          <p:nvSpPr>
            <p:cNvPr id="58" name="s4 text 28">
              <a:extLst>
                <a:ext uri="{FF2B5EF4-FFF2-40B4-BE49-F238E27FC236}">
                  <a16:creationId xmlns:a16="http://schemas.microsoft.com/office/drawing/2014/main" id="{97D2EA87-8F36-4DC0-A66A-6494D4F23A6B}"/>
                </a:ext>
              </a:extLst>
            </p:cNvPr>
            <p:cNvSpPr>
              <a:spLocks noGrp="1"/>
            </p:cNvSpPr>
            <p:nvPr/>
          </p:nvSpPr>
          <p:spPr>
            <a:xfrm>
              <a:off x="2373749" y="2709629"/>
              <a:ext cx="1015879" cy="258247"/>
            </a:xfrm>
            <a:prstGeom prst="rect">
              <a:avLst/>
            </a:prstGeom>
            <a:noFill/>
            <a:ln w="0">
              <a:noFill/>
              <a:prstDash val="solid"/>
            </a:ln>
          </p:spPr>
          <p:txBody>
            <a:bodyPr wrap="none" lIns="0" tIns="0" rIns="0" bIns="0" anchor="t">
              <a:noAutofit/>
            </a:bodyPr>
            <a:lstStyle>
              <a:defPPr algn="l">
                <a:defRPr sz="1461" b="1" i="0" kern="0" spc="-9">
                  <a:solidFill>
                    <a:srgbClr val="1D4ED8"/>
                  </a:solidFill>
                  <a:latin typeface="Inter"/>
                  <a:ea typeface="Inter"/>
                  <a:cs typeface="Inter"/>
                </a:defRPr>
              </a:defPPr>
              <a:lvl1pPr algn="l">
                <a:defRPr sz="1461" b="1" i="0" kern="0" spc="-9">
                  <a:solidFill>
                    <a:srgbClr val="1D4ED8"/>
                  </a:solidFill>
                  <a:latin typeface="Inter"/>
                  <a:ea typeface="Inter"/>
                  <a:cs typeface="Inter"/>
                </a:defRPr>
              </a:lvl1pPr>
              <a:lvl2pPr algn="l">
                <a:defRPr sz="1461" b="1" i="0" kern="0" spc="-9">
                  <a:solidFill>
                    <a:srgbClr val="1D4ED8"/>
                  </a:solidFill>
                  <a:latin typeface="Inter"/>
                  <a:ea typeface="Inter"/>
                  <a:cs typeface="Inter"/>
                </a:defRPr>
              </a:lvl2pPr>
              <a:lvl3pPr algn="l">
                <a:defRPr sz="1461" b="1" i="0" kern="0" spc="-9">
                  <a:solidFill>
                    <a:srgbClr val="1D4ED8"/>
                  </a:solidFill>
                  <a:latin typeface="Inter"/>
                  <a:ea typeface="Inter"/>
                  <a:cs typeface="Inter"/>
                </a:defRPr>
              </a:lvl3pPr>
              <a:lvl4pPr algn="l">
                <a:defRPr sz="1461" b="1" i="0" kern="0" spc="-9">
                  <a:solidFill>
                    <a:srgbClr val="1D4ED8"/>
                  </a:solidFill>
                  <a:latin typeface="Inter"/>
                  <a:ea typeface="Inter"/>
                  <a:cs typeface="Inter"/>
                </a:defRPr>
              </a:lvl4pPr>
              <a:lvl5pPr algn="l">
                <a:defRPr sz="1461" b="1" i="0" kern="0" spc="-9">
                  <a:solidFill>
                    <a:srgbClr val="1D4ED8"/>
                  </a:solidFill>
                  <a:latin typeface="Inter"/>
                  <a:ea typeface="Inter"/>
                  <a:cs typeface="Inter"/>
                </a:defRPr>
              </a:lvl5pPr>
              <a:lvl6pPr algn="l">
                <a:defRPr sz="1461" b="1" i="0" kern="0" spc="-9">
                  <a:solidFill>
                    <a:srgbClr val="1D4ED8"/>
                  </a:solidFill>
                  <a:latin typeface="Inter"/>
                  <a:ea typeface="Inter"/>
                  <a:cs typeface="Inter"/>
                </a:defRPr>
              </a:lvl6pPr>
              <a:lvl7pPr algn="l">
                <a:defRPr sz="1461" b="1" i="0" kern="0" spc="-9">
                  <a:solidFill>
                    <a:srgbClr val="1D4ED8"/>
                  </a:solidFill>
                  <a:latin typeface="Inter"/>
                  <a:ea typeface="Inter"/>
                  <a:cs typeface="Inter"/>
                </a:defRPr>
              </a:lvl7pPr>
              <a:lvl8pPr algn="l">
                <a:defRPr sz="1461" b="1" i="0" kern="0" spc="-9">
                  <a:solidFill>
                    <a:srgbClr val="1D4ED8"/>
                  </a:solidFill>
                  <a:latin typeface="Inter"/>
                  <a:ea typeface="Inter"/>
                  <a:cs typeface="Inter"/>
                </a:defRPr>
              </a:lvl8pPr>
              <a:lvl9pPr algn="l">
                <a:defRPr sz="1461" b="1" i="0" kern="0" spc="-9">
                  <a:solidFill>
                    <a:srgbClr val="1D4ED8"/>
                  </a:solidFill>
                  <a:latin typeface="Inter"/>
                  <a:ea typeface="Inter"/>
                  <a:cs typeface="Inter"/>
                </a:defRPr>
              </a:lvl9pPr>
            </a:lstStyle>
            <a:p>
              <a:pPr algn="l">
                <a:lnSpc>
                  <a:spcPct val="100000"/>
                </a:lnSpc>
                <a:buNone/>
                <a:defRPr sz="1461" b="1" i="0" kern="0" spc="-9">
                  <a:solidFill>
                    <a:srgbClr val="1D4ED8"/>
                  </a:solidFill>
                  <a:latin typeface="Inter"/>
                  <a:ea typeface="Inter"/>
                  <a:cs typeface="Inter"/>
                </a:defRPr>
              </a:pPr>
              <a:r>
                <a:rPr sz="1461" b="1" i="0" kern="0" spc="-9">
                  <a:solidFill>
                    <a:srgbClr val="1D4ED8"/>
                  </a:solidFill>
                  <a:latin typeface="Inter"/>
                  <a:ea typeface="Inter"/>
                  <a:cs typeface="Inter"/>
                </a:rPr>
                <a:t>Consumer</a:t>
              </a:r>
            </a:p>
          </p:txBody>
        </p:sp>
        <p:sp>
          <p:nvSpPr>
            <p:cNvPr id="59" name="s4 text 29 halo">
              <a:extLst>
                <a:ext uri="{FF2B5EF4-FFF2-40B4-BE49-F238E27FC236}">
                  <a16:creationId xmlns:a16="http://schemas.microsoft.com/office/drawing/2014/main" id="{622D13C2-7A17-4DC5-9198-93A09B1DF8B6}"/>
                </a:ext>
              </a:extLst>
            </p:cNvPr>
            <p:cNvSpPr>
              <a:spLocks noGrp="1"/>
            </p:cNvSpPr>
            <p:nvPr/>
          </p:nvSpPr>
          <p:spPr>
            <a:xfrm>
              <a:off x="2373749" y="3036678"/>
              <a:ext cx="757466" cy="258247"/>
            </a:xfrm>
            <a:prstGeom prst="rect">
              <a:avLst/>
            </a:prstGeom>
            <a:noFill/>
            <a:ln w="0">
              <a:noFill/>
              <a:prstDash val="solid"/>
            </a:ln>
          </p:spPr>
          <p:txBody>
            <a:bodyPr wrap="none" lIns="0" tIns="0" rIns="0" bIns="0" anchor="t">
              <a:noAutofit/>
            </a:bodyPr>
            <a:lstStyle>
              <a:defPPr algn="l">
                <a:defRPr sz="1461" b="1" i="0" kern="0" spc="-9">
                  <a:ln w="42485">
                    <a:solidFill>
                      <a:srgbClr val="FFFFFF"/>
                    </a:solidFill>
                    <a:prstDash val="solid"/>
                  </a:ln>
                  <a:solidFill>
                    <a:srgbClr val="FFFFFF"/>
                  </a:solidFill>
                  <a:latin typeface="Inter"/>
                  <a:ea typeface="Inter"/>
                  <a:cs typeface="Inter"/>
                </a:defRPr>
              </a:defPPr>
              <a:lvl1pPr algn="l">
                <a:defRPr sz="1461" b="1" i="0" kern="0" spc="-9">
                  <a:ln w="42485">
                    <a:solidFill>
                      <a:srgbClr val="FFFFFF"/>
                    </a:solidFill>
                    <a:prstDash val="solid"/>
                  </a:ln>
                  <a:solidFill>
                    <a:srgbClr val="FFFFFF"/>
                  </a:solidFill>
                  <a:latin typeface="Inter"/>
                  <a:ea typeface="Inter"/>
                  <a:cs typeface="Inter"/>
                </a:defRPr>
              </a:lvl1pPr>
              <a:lvl2pPr algn="l">
                <a:defRPr sz="1461" b="1" i="0" kern="0" spc="-9">
                  <a:ln w="42485">
                    <a:solidFill>
                      <a:srgbClr val="FFFFFF"/>
                    </a:solidFill>
                    <a:prstDash val="solid"/>
                  </a:ln>
                  <a:solidFill>
                    <a:srgbClr val="FFFFFF"/>
                  </a:solidFill>
                  <a:latin typeface="Inter"/>
                  <a:ea typeface="Inter"/>
                  <a:cs typeface="Inter"/>
                </a:defRPr>
              </a:lvl2pPr>
              <a:lvl3pPr algn="l">
                <a:defRPr sz="1461" b="1" i="0" kern="0" spc="-9">
                  <a:ln w="42485">
                    <a:solidFill>
                      <a:srgbClr val="FFFFFF"/>
                    </a:solidFill>
                    <a:prstDash val="solid"/>
                  </a:ln>
                  <a:solidFill>
                    <a:srgbClr val="FFFFFF"/>
                  </a:solidFill>
                  <a:latin typeface="Inter"/>
                  <a:ea typeface="Inter"/>
                  <a:cs typeface="Inter"/>
                </a:defRPr>
              </a:lvl3pPr>
              <a:lvl4pPr algn="l">
                <a:defRPr sz="1461" b="1" i="0" kern="0" spc="-9">
                  <a:ln w="42485">
                    <a:solidFill>
                      <a:srgbClr val="FFFFFF"/>
                    </a:solidFill>
                    <a:prstDash val="solid"/>
                  </a:ln>
                  <a:solidFill>
                    <a:srgbClr val="FFFFFF"/>
                  </a:solidFill>
                  <a:latin typeface="Inter"/>
                  <a:ea typeface="Inter"/>
                  <a:cs typeface="Inter"/>
                </a:defRPr>
              </a:lvl4pPr>
              <a:lvl5pPr algn="l">
                <a:defRPr sz="1461" b="1" i="0" kern="0" spc="-9">
                  <a:ln w="42485">
                    <a:solidFill>
                      <a:srgbClr val="FFFFFF"/>
                    </a:solidFill>
                    <a:prstDash val="solid"/>
                  </a:ln>
                  <a:solidFill>
                    <a:srgbClr val="FFFFFF"/>
                  </a:solidFill>
                  <a:latin typeface="Inter"/>
                  <a:ea typeface="Inter"/>
                  <a:cs typeface="Inter"/>
                </a:defRPr>
              </a:lvl5pPr>
              <a:lvl6pPr algn="l">
                <a:defRPr sz="1461" b="1" i="0" kern="0" spc="-9">
                  <a:ln w="42485">
                    <a:solidFill>
                      <a:srgbClr val="FFFFFF"/>
                    </a:solidFill>
                    <a:prstDash val="solid"/>
                  </a:ln>
                  <a:solidFill>
                    <a:srgbClr val="FFFFFF"/>
                  </a:solidFill>
                  <a:latin typeface="Inter"/>
                  <a:ea typeface="Inter"/>
                  <a:cs typeface="Inter"/>
                </a:defRPr>
              </a:lvl6pPr>
              <a:lvl7pPr algn="l">
                <a:defRPr sz="1461" b="1" i="0" kern="0" spc="-9">
                  <a:ln w="42485">
                    <a:solidFill>
                      <a:srgbClr val="FFFFFF"/>
                    </a:solidFill>
                    <a:prstDash val="solid"/>
                  </a:ln>
                  <a:solidFill>
                    <a:srgbClr val="FFFFFF"/>
                  </a:solidFill>
                  <a:latin typeface="Inter"/>
                  <a:ea typeface="Inter"/>
                  <a:cs typeface="Inter"/>
                </a:defRPr>
              </a:lvl7pPr>
              <a:lvl8pPr algn="l">
                <a:defRPr sz="1461" b="1" i="0" kern="0" spc="-9">
                  <a:ln w="42485">
                    <a:solidFill>
                      <a:srgbClr val="FFFFFF"/>
                    </a:solidFill>
                    <a:prstDash val="solid"/>
                  </a:ln>
                  <a:solidFill>
                    <a:srgbClr val="FFFFFF"/>
                  </a:solidFill>
                  <a:latin typeface="Inter"/>
                  <a:ea typeface="Inter"/>
                  <a:cs typeface="Inter"/>
                </a:defRPr>
              </a:lvl8pPr>
              <a:lvl9pPr algn="l">
                <a:defRPr sz="1461" b="1" i="0" kern="0" spc="-9">
                  <a:ln w="42485">
                    <a:solidFill>
                      <a:srgbClr val="FFFFFF"/>
                    </a:solidFill>
                    <a:prstDash val="solid"/>
                  </a:ln>
                  <a:solidFill>
                    <a:srgbClr val="FFFFFF"/>
                  </a:solidFill>
                  <a:latin typeface="Inter"/>
                  <a:ea typeface="Inter"/>
                  <a:cs typeface="Inter"/>
                </a:defRPr>
              </a:lvl9pPr>
            </a:lstStyle>
            <a:p>
              <a:pPr algn="l">
                <a:lnSpc>
                  <a:spcPct val="100000"/>
                </a:lnSpc>
                <a:buNone/>
                <a:defRPr sz="1461" b="1" i="0" kern="0" spc="-9">
                  <a:solidFill>
                    <a:srgbClr val="FFFFFF"/>
                  </a:solidFill>
                  <a:latin typeface="Inter"/>
                  <a:ea typeface="Inter"/>
                  <a:cs typeface="Inter"/>
                </a:defRPr>
              </a:pPr>
              <a:r>
                <a:rPr sz="1461" b="1" i="0" kern="0" spc="-9">
                  <a:ln w="42485">
                    <a:solidFill>
                      <a:srgbClr val="FFFFFF"/>
                    </a:solidFill>
                    <a:prstDash val="solid"/>
                  </a:ln>
                  <a:solidFill>
                    <a:srgbClr val="FFFFFF"/>
                  </a:solidFill>
                  <a:latin typeface="Inter"/>
                  <a:ea typeface="Inter"/>
                  <a:cs typeface="Inter"/>
                </a:rPr>
                <a:t>surplus</a:t>
              </a:r>
            </a:p>
          </p:txBody>
        </p:sp>
        <p:sp>
          <p:nvSpPr>
            <p:cNvPr id="60" name="s4 text 29">
              <a:extLst>
                <a:ext uri="{FF2B5EF4-FFF2-40B4-BE49-F238E27FC236}">
                  <a16:creationId xmlns:a16="http://schemas.microsoft.com/office/drawing/2014/main" id="{2807C1C4-F1AB-4938-A82E-41E2565EEF83}"/>
                </a:ext>
              </a:extLst>
            </p:cNvPr>
            <p:cNvSpPr>
              <a:spLocks noGrp="1"/>
            </p:cNvSpPr>
            <p:nvPr/>
          </p:nvSpPr>
          <p:spPr>
            <a:xfrm>
              <a:off x="2373749" y="3036678"/>
              <a:ext cx="757466" cy="258247"/>
            </a:xfrm>
            <a:prstGeom prst="rect">
              <a:avLst/>
            </a:prstGeom>
            <a:noFill/>
            <a:ln w="0">
              <a:noFill/>
              <a:prstDash val="solid"/>
            </a:ln>
          </p:spPr>
          <p:txBody>
            <a:bodyPr wrap="none" lIns="0" tIns="0" rIns="0" bIns="0" anchor="t">
              <a:noAutofit/>
            </a:bodyPr>
            <a:lstStyle>
              <a:defPPr algn="l">
                <a:defRPr sz="1461" b="1" i="0" kern="0" spc="-9">
                  <a:solidFill>
                    <a:srgbClr val="1D4ED8"/>
                  </a:solidFill>
                  <a:latin typeface="Inter"/>
                  <a:ea typeface="Inter"/>
                  <a:cs typeface="Inter"/>
                </a:defRPr>
              </a:defPPr>
              <a:lvl1pPr algn="l">
                <a:defRPr sz="1461" b="1" i="0" kern="0" spc="-9">
                  <a:solidFill>
                    <a:srgbClr val="1D4ED8"/>
                  </a:solidFill>
                  <a:latin typeface="Inter"/>
                  <a:ea typeface="Inter"/>
                  <a:cs typeface="Inter"/>
                </a:defRPr>
              </a:lvl1pPr>
              <a:lvl2pPr algn="l">
                <a:defRPr sz="1461" b="1" i="0" kern="0" spc="-9">
                  <a:solidFill>
                    <a:srgbClr val="1D4ED8"/>
                  </a:solidFill>
                  <a:latin typeface="Inter"/>
                  <a:ea typeface="Inter"/>
                  <a:cs typeface="Inter"/>
                </a:defRPr>
              </a:lvl2pPr>
              <a:lvl3pPr algn="l">
                <a:defRPr sz="1461" b="1" i="0" kern="0" spc="-9">
                  <a:solidFill>
                    <a:srgbClr val="1D4ED8"/>
                  </a:solidFill>
                  <a:latin typeface="Inter"/>
                  <a:ea typeface="Inter"/>
                  <a:cs typeface="Inter"/>
                </a:defRPr>
              </a:lvl3pPr>
              <a:lvl4pPr algn="l">
                <a:defRPr sz="1461" b="1" i="0" kern="0" spc="-9">
                  <a:solidFill>
                    <a:srgbClr val="1D4ED8"/>
                  </a:solidFill>
                  <a:latin typeface="Inter"/>
                  <a:ea typeface="Inter"/>
                  <a:cs typeface="Inter"/>
                </a:defRPr>
              </a:lvl4pPr>
              <a:lvl5pPr algn="l">
                <a:defRPr sz="1461" b="1" i="0" kern="0" spc="-9">
                  <a:solidFill>
                    <a:srgbClr val="1D4ED8"/>
                  </a:solidFill>
                  <a:latin typeface="Inter"/>
                  <a:ea typeface="Inter"/>
                  <a:cs typeface="Inter"/>
                </a:defRPr>
              </a:lvl5pPr>
              <a:lvl6pPr algn="l">
                <a:defRPr sz="1461" b="1" i="0" kern="0" spc="-9">
                  <a:solidFill>
                    <a:srgbClr val="1D4ED8"/>
                  </a:solidFill>
                  <a:latin typeface="Inter"/>
                  <a:ea typeface="Inter"/>
                  <a:cs typeface="Inter"/>
                </a:defRPr>
              </a:lvl6pPr>
              <a:lvl7pPr algn="l">
                <a:defRPr sz="1461" b="1" i="0" kern="0" spc="-9">
                  <a:solidFill>
                    <a:srgbClr val="1D4ED8"/>
                  </a:solidFill>
                  <a:latin typeface="Inter"/>
                  <a:ea typeface="Inter"/>
                  <a:cs typeface="Inter"/>
                </a:defRPr>
              </a:lvl7pPr>
              <a:lvl8pPr algn="l">
                <a:defRPr sz="1461" b="1" i="0" kern="0" spc="-9">
                  <a:solidFill>
                    <a:srgbClr val="1D4ED8"/>
                  </a:solidFill>
                  <a:latin typeface="Inter"/>
                  <a:ea typeface="Inter"/>
                  <a:cs typeface="Inter"/>
                </a:defRPr>
              </a:lvl8pPr>
              <a:lvl9pPr algn="l">
                <a:defRPr sz="1461" b="1" i="0" kern="0" spc="-9">
                  <a:solidFill>
                    <a:srgbClr val="1D4ED8"/>
                  </a:solidFill>
                  <a:latin typeface="Inter"/>
                  <a:ea typeface="Inter"/>
                  <a:cs typeface="Inter"/>
                </a:defRPr>
              </a:lvl9pPr>
            </a:lstStyle>
            <a:p>
              <a:pPr algn="l">
                <a:lnSpc>
                  <a:spcPct val="100000"/>
                </a:lnSpc>
                <a:buNone/>
                <a:defRPr sz="1461" b="1" i="0" kern="0" spc="-9">
                  <a:solidFill>
                    <a:srgbClr val="1D4ED8"/>
                  </a:solidFill>
                  <a:latin typeface="Inter"/>
                  <a:ea typeface="Inter"/>
                  <a:cs typeface="Inter"/>
                </a:defRPr>
              </a:pPr>
              <a:r>
                <a:rPr sz="1461" b="1" i="0" kern="0" spc="-9">
                  <a:solidFill>
                    <a:srgbClr val="1D4ED8"/>
                  </a:solidFill>
                  <a:latin typeface="Inter"/>
                  <a:ea typeface="Inter"/>
                  <a:cs typeface="Inter"/>
                </a:rPr>
                <a:t>surplus</a:t>
              </a:r>
            </a:p>
          </p:txBody>
        </p:sp>
        <p:sp>
          <p:nvSpPr>
            <p:cNvPr id="61" name="s4 text 30 halo">
              <a:extLst>
                <a:ext uri="{FF2B5EF4-FFF2-40B4-BE49-F238E27FC236}">
                  <a16:creationId xmlns:a16="http://schemas.microsoft.com/office/drawing/2014/main" id="{EE20147B-B708-4CA2-9151-9E00C9BCDAEB}"/>
                </a:ext>
              </a:extLst>
            </p:cNvPr>
            <p:cNvSpPr>
              <a:spLocks noGrp="1"/>
            </p:cNvSpPr>
            <p:nvPr/>
          </p:nvSpPr>
          <p:spPr>
            <a:xfrm>
              <a:off x="2461595" y="4391982"/>
              <a:ext cx="907199" cy="258247"/>
            </a:xfrm>
            <a:prstGeom prst="rect">
              <a:avLst/>
            </a:prstGeom>
            <a:noFill/>
            <a:ln w="0">
              <a:noFill/>
              <a:prstDash val="solid"/>
            </a:ln>
          </p:spPr>
          <p:txBody>
            <a:bodyPr wrap="none" lIns="0" tIns="0" rIns="0" bIns="0" anchor="t">
              <a:noAutofit/>
            </a:bodyPr>
            <a:lstStyle>
              <a:defPPr algn="l">
                <a:defRPr sz="1461" b="1" i="0" kern="0" spc="-9">
                  <a:ln w="42485">
                    <a:solidFill>
                      <a:srgbClr val="FFFFFF"/>
                    </a:solidFill>
                    <a:prstDash val="solid"/>
                  </a:ln>
                  <a:solidFill>
                    <a:srgbClr val="FFFFFF"/>
                  </a:solidFill>
                  <a:latin typeface="Inter"/>
                  <a:ea typeface="Inter"/>
                  <a:cs typeface="Inter"/>
                </a:defRPr>
              </a:defPPr>
              <a:lvl1pPr algn="l">
                <a:defRPr sz="1461" b="1" i="0" kern="0" spc="-9">
                  <a:ln w="42485">
                    <a:solidFill>
                      <a:srgbClr val="FFFFFF"/>
                    </a:solidFill>
                    <a:prstDash val="solid"/>
                  </a:ln>
                  <a:solidFill>
                    <a:srgbClr val="FFFFFF"/>
                  </a:solidFill>
                  <a:latin typeface="Inter"/>
                  <a:ea typeface="Inter"/>
                  <a:cs typeface="Inter"/>
                </a:defRPr>
              </a:lvl1pPr>
              <a:lvl2pPr algn="l">
                <a:defRPr sz="1461" b="1" i="0" kern="0" spc="-9">
                  <a:ln w="42485">
                    <a:solidFill>
                      <a:srgbClr val="FFFFFF"/>
                    </a:solidFill>
                    <a:prstDash val="solid"/>
                  </a:ln>
                  <a:solidFill>
                    <a:srgbClr val="FFFFFF"/>
                  </a:solidFill>
                  <a:latin typeface="Inter"/>
                  <a:ea typeface="Inter"/>
                  <a:cs typeface="Inter"/>
                </a:defRPr>
              </a:lvl2pPr>
              <a:lvl3pPr algn="l">
                <a:defRPr sz="1461" b="1" i="0" kern="0" spc="-9">
                  <a:ln w="42485">
                    <a:solidFill>
                      <a:srgbClr val="FFFFFF"/>
                    </a:solidFill>
                    <a:prstDash val="solid"/>
                  </a:ln>
                  <a:solidFill>
                    <a:srgbClr val="FFFFFF"/>
                  </a:solidFill>
                  <a:latin typeface="Inter"/>
                  <a:ea typeface="Inter"/>
                  <a:cs typeface="Inter"/>
                </a:defRPr>
              </a:lvl3pPr>
              <a:lvl4pPr algn="l">
                <a:defRPr sz="1461" b="1" i="0" kern="0" spc="-9">
                  <a:ln w="42485">
                    <a:solidFill>
                      <a:srgbClr val="FFFFFF"/>
                    </a:solidFill>
                    <a:prstDash val="solid"/>
                  </a:ln>
                  <a:solidFill>
                    <a:srgbClr val="FFFFFF"/>
                  </a:solidFill>
                  <a:latin typeface="Inter"/>
                  <a:ea typeface="Inter"/>
                  <a:cs typeface="Inter"/>
                </a:defRPr>
              </a:lvl4pPr>
              <a:lvl5pPr algn="l">
                <a:defRPr sz="1461" b="1" i="0" kern="0" spc="-9">
                  <a:ln w="42485">
                    <a:solidFill>
                      <a:srgbClr val="FFFFFF"/>
                    </a:solidFill>
                    <a:prstDash val="solid"/>
                  </a:ln>
                  <a:solidFill>
                    <a:srgbClr val="FFFFFF"/>
                  </a:solidFill>
                  <a:latin typeface="Inter"/>
                  <a:ea typeface="Inter"/>
                  <a:cs typeface="Inter"/>
                </a:defRPr>
              </a:lvl5pPr>
              <a:lvl6pPr algn="l">
                <a:defRPr sz="1461" b="1" i="0" kern="0" spc="-9">
                  <a:ln w="42485">
                    <a:solidFill>
                      <a:srgbClr val="FFFFFF"/>
                    </a:solidFill>
                    <a:prstDash val="solid"/>
                  </a:ln>
                  <a:solidFill>
                    <a:srgbClr val="FFFFFF"/>
                  </a:solidFill>
                  <a:latin typeface="Inter"/>
                  <a:ea typeface="Inter"/>
                  <a:cs typeface="Inter"/>
                </a:defRPr>
              </a:lvl6pPr>
              <a:lvl7pPr algn="l">
                <a:defRPr sz="1461" b="1" i="0" kern="0" spc="-9">
                  <a:ln w="42485">
                    <a:solidFill>
                      <a:srgbClr val="FFFFFF"/>
                    </a:solidFill>
                    <a:prstDash val="solid"/>
                  </a:ln>
                  <a:solidFill>
                    <a:srgbClr val="FFFFFF"/>
                  </a:solidFill>
                  <a:latin typeface="Inter"/>
                  <a:ea typeface="Inter"/>
                  <a:cs typeface="Inter"/>
                </a:defRPr>
              </a:lvl7pPr>
              <a:lvl8pPr algn="l">
                <a:defRPr sz="1461" b="1" i="0" kern="0" spc="-9">
                  <a:ln w="42485">
                    <a:solidFill>
                      <a:srgbClr val="FFFFFF"/>
                    </a:solidFill>
                    <a:prstDash val="solid"/>
                  </a:ln>
                  <a:solidFill>
                    <a:srgbClr val="FFFFFF"/>
                  </a:solidFill>
                  <a:latin typeface="Inter"/>
                  <a:ea typeface="Inter"/>
                  <a:cs typeface="Inter"/>
                </a:defRPr>
              </a:lvl8pPr>
              <a:lvl9pPr algn="l">
                <a:defRPr sz="1461" b="1" i="0" kern="0" spc="-9">
                  <a:ln w="42485">
                    <a:solidFill>
                      <a:srgbClr val="FFFFFF"/>
                    </a:solidFill>
                    <a:prstDash val="solid"/>
                  </a:ln>
                  <a:solidFill>
                    <a:srgbClr val="FFFFFF"/>
                  </a:solidFill>
                  <a:latin typeface="Inter"/>
                  <a:ea typeface="Inter"/>
                  <a:cs typeface="Inter"/>
                </a:defRPr>
              </a:lvl9pPr>
            </a:lstStyle>
            <a:p>
              <a:pPr algn="l">
                <a:lnSpc>
                  <a:spcPct val="100000"/>
                </a:lnSpc>
                <a:buNone/>
                <a:defRPr sz="1461" b="1" i="0" kern="0" spc="-9">
                  <a:solidFill>
                    <a:srgbClr val="FFFFFF"/>
                  </a:solidFill>
                  <a:latin typeface="Inter"/>
                  <a:ea typeface="Inter"/>
                  <a:cs typeface="Inter"/>
                </a:defRPr>
              </a:pPr>
              <a:r>
                <a:rPr sz="1461" b="1" i="0" kern="0" spc="-9">
                  <a:ln w="42485">
                    <a:solidFill>
                      <a:srgbClr val="FFFFFF"/>
                    </a:solidFill>
                    <a:prstDash val="solid"/>
                  </a:ln>
                  <a:solidFill>
                    <a:srgbClr val="FFFFFF"/>
                  </a:solidFill>
                  <a:latin typeface="Inter"/>
                  <a:ea typeface="Inter"/>
                  <a:cs typeface="Inter"/>
                </a:rPr>
                <a:t>Producer</a:t>
              </a:r>
            </a:p>
          </p:txBody>
        </p:sp>
        <p:sp>
          <p:nvSpPr>
            <p:cNvPr id="62" name="s4 text 30">
              <a:extLst>
                <a:ext uri="{FF2B5EF4-FFF2-40B4-BE49-F238E27FC236}">
                  <a16:creationId xmlns:a16="http://schemas.microsoft.com/office/drawing/2014/main" id="{CF2620F8-F95A-4081-BE0C-710CB48E2DB8}"/>
                </a:ext>
              </a:extLst>
            </p:cNvPr>
            <p:cNvSpPr>
              <a:spLocks noGrp="1"/>
            </p:cNvSpPr>
            <p:nvPr/>
          </p:nvSpPr>
          <p:spPr>
            <a:xfrm>
              <a:off x="2461595" y="4391982"/>
              <a:ext cx="907199" cy="258247"/>
            </a:xfrm>
            <a:prstGeom prst="rect">
              <a:avLst/>
            </a:prstGeom>
            <a:noFill/>
            <a:ln w="0">
              <a:noFill/>
              <a:prstDash val="solid"/>
            </a:ln>
          </p:spPr>
          <p:txBody>
            <a:bodyPr wrap="none" lIns="0" tIns="0" rIns="0" bIns="0" anchor="t">
              <a:noAutofit/>
            </a:bodyPr>
            <a:lstStyle>
              <a:defPPr algn="l">
                <a:defRPr sz="1461" b="1" i="0" kern="0" spc="-9">
                  <a:solidFill>
                    <a:srgbClr val="0E9F6E"/>
                  </a:solidFill>
                  <a:latin typeface="Inter"/>
                  <a:ea typeface="Inter"/>
                  <a:cs typeface="Inter"/>
                </a:defRPr>
              </a:defPPr>
              <a:lvl1pPr algn="l">
                <a:defRPr sz="1461" b="1" i="0" kern="0" spc="-9">
                  <a:solidFill>
                    <a:srgbClr val="0E9F6E"/>
                  </a:solidFill>
                  <a:latin typeface="Inter"/>
                  <a:ea typeface="Inter"/>
                  <a:cs typeface="Inter"/>
                </a:defRPr>
              </a:lvl1pPr>
              <a:lvl2pPr algn="l">
                <a:defRPr sz="1461" b="1" i="0" kern="0" spc="-9">
                  <a:solidFill>
                    <a:srgbClr val="0E9F6E"/>
                  </a:solidFill>
                  <a:latin typeface="Inter"/>
                  <a:ea typeface="Inter"/>
                  <a:cs typeface="Inter"/>
                </a:defRPr>
              </a:lvl2pPr>
              <a:lvl3pPr algn="l">
                <a:defRPr sz="1461" b="1" i="0" kern="0" spc="-9">
                  <a:solidFill>
                    <a:srgbClr val="0E9F6E"/>
                  </a:solidFill>
                  <a:latin typeface="Inter"/>
                  <a:ea typeface="Inter"/>
                  <a:cs typeface="Inter"/>
                </a:defRPr>
              </a:lvl3pPr>
              <a:lvl4pPr algn="l">
                <a:defRPr sz="1461" b="1" i="0" kern="0" spc="-9">
                  <a:solidFill>
                    <a:srgbClr val="0E9F6E"/>
                  </a:solidFill>
                  <a:latin typeface="Inter"/>
                  <a:ea typeface="Inter"/>
                  <a:cs typeface="Inter"/>
                </a:defRPr>
              </a:lvl4pPr>
              <a:lvl5pPr algn="l">
                <a:defRPr sz="1461" b="1" i="0" kern="0" spc="-9">
                  <a:solidFill>
                    <a:srgbClr val="0E9F6E"/>
                  </a:solidFill>
                  <a:latin typeface="Inter"/>
                  <a:ea typeface="Inter"/>
                  <a:cs typeface="Inter"/>
                </a:defRPr>
              </a:lvl5pPr>
              <a:lvl6pPr algn="l">
                <a:defRPr sz="1461" b="1" i="0" kern="0" spc="-9">
                  <a:solidFill>
                    <a:srgbClr val="0E9F6E"/>
                  </a:solidFill>
                  <a:latin typeface="Inter"/>
                  <a:ea typeface="Inter"/>
                  <a:cs typeface="Inter"/>
                </a:defRPr>
              </a:lvl6pPr>
              <a:lvl7pPr algn="l">
                <a:defRPr sz="1461" b="1" i="0" kern="0" spc="-9">
                  <a:solidFill>
                    <a:srgbClr val="0E9F6E"/>
                  </a:solidFill>
                  <a:latin typeface="Inter"/>
                  <a:ea typeface="Inter"/>
                  <a:cs typeface="Inter"/>
                </a:defRPr>
              </a:lvl7pPr>
              <a:lvl8pPr algn="l">
                <a:defRPr sz="1461" b="1" i="0" kern="0" spc="-9">
                  <a:solidFill>
                    <a:srgbClr val="0E9F6E"/>
                  </a:solidFill>
                  <a:latin typeface="Inter"/>
                  <a:ea typeface="Inter"/>
                  <a:cs typeface="Inter"/>
                </a:defRPr>
              </a:lvl8pPr>
              <a:lvl9pPr algn="l">
                <a:defRPr sz="1461" b="1" i="0" kern="0" spc="-9">
                  <a:solidFill>
                    <a:srgbClr val="0E9F6E"/>
                  </a:solidFill>
                  <a:latin typeface="Inter"/>
                  <a:ea typeface="Inter"/>
                  <a:cs typeface="Inter"/>
                </a:defRPr>
              </a:lvl9pPr>
            </a:lstStyle>
            <a:p>
              <a:pPr algn="l">
                <a:lnSpc>
                  <a:spcPct val="100000"/>
                </a:lnSpc>
                <a:buNone/>
                <a:defRPr sz="1461" b="1" i="0" kern="0" spc="-9">
                  <a:solidFill>
                    <a:srgbClr val="0E9F6E"/>
                  </a:solidFill>
                  <a:latin typeface="Inter"/>
                  <a:ea typeface="Inter"/>
                  <a:cs typeface="Inter"/>
                </a:defRPr>
              </a:pPr>
              <a:r>
                <a:rPr sz="1461" b="1" i="0" kern="0" spc="-9">
                  <a:solidFill>
                    <a:srgbClr val="0E9F6E"/>
                  </a:solidFill>
                  <a:latin typeface="Inter"/>
                  <a:ea typeface="Inter"/>
                  <a:cs typeface="Inter"/>
                </a:rPr>
                <a:t>Producer</a:t>
              </a:r>
            </a:p>
          </p:txBody>
        </p:sp>
        <p:sp>
          <p:nvSpPr>
            <p:cNvPr id="63" name="s4 text 31 halo">
              <a:extLst>
                <a:ext uri="{FF2B5EF4-FFF2-40B4-BE49-F238E27FC236}">
                  <a16:creationId xmlns:a16="http://schemas.microsoft.com/office/drawing/2014/main" id="{AF11E7AD-7900-45DD-8898-1F3B63F83583}"/>
                </a:ext>
              </a:extLst>
            </p:cNvPr>
            <p:cNvSpPr>
              <a:spLocks noGrp="1"/>
            </p:cNvSpPr>
            <p:nvPr/>
          </p:nvSpPr>
          <p:spPr>
            <a:xfrm>
              <a:off x="2461595" y="4719143"/>
              <a:ext cx="757466" cy="258247"/>
            </a:xfrm>
            <a:prstGeom prst="rect">
              <a:avLst/>
            </a:prstGeom>
            <a:noFill/>
            <a:ln w="0">
              <a:noFill/>
              <a:prstDash val="solid"/>
            </a:ln>
          </p:spPr>
          <p:txBody>
            <a:bodyPr wrap="none" lIns="0" tIns="0" rIns="0" bIns="0" anchor="t">
              <a:noAutofit/>
            </a:bodyPr>
            <a:lstStyle>
              <a:defPPr algn="l">
                <a:defRPr sz="1461" b="1" i="0" kern="0" spc="-9">
                  <a:ln w="42485">
                    <a:solidFill>
                      <a:srgbClr val="FFFFFF"/>
                    </a:solidFill>
                    <a:prstDash val="solid"/>
                  </a:ln>
                  <a:solidFill>
                    <a:srgbClr val="FFFFFF"/>
                  </a:solidFill>
                  <a:latin typeface="Inter"/>
                  <a:ea typeface="Inter"/>
                  <a:cs typeface="Inter"/>
                </a:defRPr>
              </a:defPPr>
              <a:lvl1pPr algn="l">
                <a:defRPr sz="1461" b="1" i="0" kern="0" spc="-9">
                  <a:ln w="42485">
                    <a:solidFill>
                      <a:srgbClr val="FFFFFF"/>
                    </a:solidFill>
                    <a:prstDash val="solid"/>
                  </a:ln>
                  <a:solidFill>
                    <a:srgbClr val="FFFFFF"/>
                  </a:solidFill>
                  <a:latin typeface="Inter"/>
                  <a:ea typeface="Inter"/>
                  <a:cs typeface="Inter"/>
                </a:defRPr>
              </a:lvl1pPr>
              <a:lvl2pPr algn="l">
                <a:defRPr sz="1461" b="1" i="0" kern="0" spc="-9">
                  <a:ln w="42485">
                    <a:solidFill>
                      <a:srgbClr val="FFFFFF"/>
                    </a:solidFill>
                    <a:prstDash val="solid"/>
                  </a:ln>
                  <a:solidFill>
                    <a:srgbClr val="FFFFFF"/>
                  </a:solidFill>
                  <a:latin typeface="Inter"/>
                  <a:ea typeface="Inter"/>
                  <a:cs typeface="Inter"/>
                </a:defRPr>
              </a:lvl2pPr>
              <a:lvl3pPr algn="l">
                <a:defRPr sz="1461" b="1" i="0" kern="0" spc="-9">
                  <a:ln w="42485">
                    <a:solidFill>
                      <a:srgbClr val="FFFFFF"/>
                    </a:solidFill>
                    <a:prstDash val="solid"/>
                  </a:ln>
                  <a:solidFill>
                    <a:srgbClr val="FFFFFF"/>
                  </a:solidFill>
                  <a:latin typeface="Inter"/>
                  <a:ea typeface="Inter"/>
                  <a:cs typeface="Inter"/>
                </a:defRPr>
              </a:lvl3pPr>
              <a:lvl4pPr algn="l">
                <a:defRPr sz="1461" b="1" i="0" kern="0" spc="-9">
                  <a:ln w="42485">
                    <a:solidFill>
                      <a:srgbClr val="FFFFFF"/>
                    </a:solidFill>
                    <a:prstDash val="solid"/>
                  </a:ln>
                  <a:solidFill>
                    <a:srgbClr val="FFFFFF"/>
                  </a:solidFill>
                  <a:latin typeface="Inter"/>
                  <a:ea typeface="Inter"/>
                  <a:cs typeface="Inter"/>
                </a:defRPr>
              </a:lvl4pPr>
              <a:lvl5pPr algn="l">
                <a:defRPr sz="1461" b="1" i="0" kern="0" spc="-9">
                  <a:ln w="42485">
                    <a:solidFill>
                      <a:srgbClr val="FFFFFF"/>
                    </a:solidFill>
                    <a:prstDash val="solid"/>
                  </a:ln>
                  <a:solidFill>
                    <a:srgbClr val="FFFFFF"/>
                  </a:solidFill>
                  <a:latin typeface="Inter"/>
                  <a:ea typeface="Inter"/>
                  <a:cs typeface="Inter"/>
                </a:defRPr>
              </a:lvl5pPr>
              <a:lvl6pPr algn="l">
                <a:defRPr sz="1461" b="1" i="0" kern="0" spc="-9">
                  <a:ln w="42485">
                    <a:solidFill>
                      <a:srgbClr val="FFFFFF"/>
                    </a:solidFill>
                    <a:prstDash val="solid"/>
                  </a:ln>
                  <a:solidFill>
                    <a:srgbClr val="FFFFFF"/>
                  </a:solidFill>
                  <a:latin typeface="Inter"/>
                  <a:ea typeface="Inter"/>
                  <a:cs typeface="Inter"/>
                </a:defRPr>
              </a:lvl6pPr>
              <a:lvl7pPr algn="l">
                <a:defRPr sz="1461" b="1" i="0" kern="0" spc="-9">
                  <a:ln w="42485">
                    <a:solidFill>
                      <a:srgbClr val="FFFFFF"/>
                    </a:solidFill>
                    <a:prstDash val="solid"/>
                  </a:ln>
                  <a:solidFill>
                    <a:srgbClr val="FFFFFF"/>
                  </a:solidFill>
                  <a:latin typeface="Inter"/>
                  <a:ea typeface="Inter"/>
                  <a:cs typeface="Inter"/>
                </a:defRPr>
              </a:lvl7pPr>
              <a:lvl8pPr algn="l">
                <a:defRPr sz="1461" b="1" i="0" kern="0" spc="-9">
                  <a:ln w="42485">
                    <a:solidFill>
                      <a:srgbClr val="FFFFFF"/>
                    </a:solidFill>
                    <a:prstDash val="solid"/>
                  </a:ln>
                  <a:solidFill>
                    <a:srgbClr val="FFFFFF"/>
                  </a:solidFill>
                  <a:latin typeface="Inter"/>
                  <a:ea typeface="Inter"/>
                  <a:cs typeface="Inter"/>
                </a:defRPr>
              </a:lvl8pPr>
              <a:lvl9pPr algn="l">
                <a:defRPr sz="1461" b="1" i="0" kern="0" spc="-9">
                  <a:ln w="42485">
                    <a:solidFill>
                      <a:srgbClr val="FFFFFF"/>
                    </a:solidFill>
                    <a:prstDash val="solid"/>
                  </a:ln>
                  <a:solidFill>
                    <a:srgbClr val="FFFFFF"/>
                  </a:solidFill>
                  <a:latin typeface="Inter"/>
                  <a:ea typeface="Inter"/>
                  <a:cs typeface="Inter"/>
                </a:defRPr>
              </a:lvl9pPr>
            </a:lstStyle>
            <a:p>
              <a:pPr algn="l">
                <a:lnSpc>
                  <a:spcPct val="100000"/>
                </a:lnSpc>
                <a:buNone/>
                <a:defRPr sz="1461" b="1" i="0" kern="0" spc="-9">
                  <a:solidFill>
                    <a:srgbClr val="FFFFFF"/>
                  </a:solidFill>
                  <a:latin typeface="Inter"/>
                  <a:ea typeface="Inter"/>
                  <a:cs typeface="Inter"/>
                </a:defRPr>
              </a:pPr>
              <a:r>
                <a:rPr sz="1461" b="1" i="0" kern="0" spc="-9">
                  <a:ln w="42485">
                    <a:solidFill>
                      <a:srgbClr val="FFFFFF"/>
                    </a:solidFill>
                    <a:prstDash val="solid"/>
                  </a:ln>
                  <a:solidFill>
                    <a:srgbClr val="FFFFFF"/>
                  </a:solidFill>
                  <a:latin typeface="Inter"/>
                  <a:ea typeface="Inter"/>
                  <a:cs typeface="Inter"/>
                </a:rPr>
                <a:t>surplus</a:t>
              </a:r>
            </a:p>
          </p:txBody>
        </p:sp>
        <p:sp>
          <p:nvSpPr>
            <p:cNvPr id="64" name="s4 text 31">
              <a:extLst>
                <a:ext uri="{FF2B5EF4-FFF2-40B4-BE49-F238E27FC236}">
                  <a16:creationId xmlns:a16="http://schemas.microsoft.com/office/drawing/2014/main" id="{02CC4476-8692-4E45-837C-66FA44A7AEF3}"/>
                </a:ext>
              </a:extLst>
            </p:cNvPr>
            <p:cNvSpPr>
              <a:spLocks noGrp="1"/>
            </p:cNvSpPr>
            <p:nvPr/>
          </p:nvSpPr>
          <p:spPr>
            <a:xfrm>
              <a:off x="2461595" y="4719143"/>
              <a:ext cx="757466" cy="258247"/>
            </a:xfrm>
            <a:prstGeom prst="rect">
              <a:avLst/>
            </a:prstGeom>
            <a:noFill/>
            <a:ln w="0">
              <a:noFill/>
              <a:prstDash val="solid"/>
            </a:ln>
          </p:spPr>
          <p:txBody>
            <a:bodyPr wrap="none" lIns="0" tIns="0" rIns="0" bIns="0" anchor="t">
              <a:noAutofit/>
            </a:bodyPr>
            <a:lstStyle>
              <a:defPPr algn="l">
                <a:defRPr sz="1461" b="1" i="0" kern="0" spc="-9">
                  <a:solidFill>
                    <a:srgbClr val="0E9F6E"/>
                  </a:solidFill>
                  <a:latin typeface="Inter"/>
                  <a:ea typeface="Inter"/>
                  <a:cs typeface="Inter"/>
                </a:defRPr>
              </a:defPPr>
              <a:lvl1pPr algn="l">
                <a:defRPr sz="1461" b="1" i="0" kern="0" spc="-9">
                  <a:solidFill>
                    <a:srgbClr val="0E9F6E"/>
                  </a:solidFill>
                  <a:latin typeface="Inter"/>
                  <a:ea typeface="Inter"/>
                  <a:cs typeface="Inter"/>
                </a:defRPr>
              </a:lvl1pPr>
              <a:lvl2pPr algn="l">
                <a:defRPr sz="1461" b="1" i="0" kern="0" spc="-9">
                  <a:solidFill>
                    <a:srgbClr val="0E9F6E"/>
                  </a:solidFill>
                  <a:latin typeface="Inter"/>
                  <a:ea typeface="Inter"/>
                  <a:cs typeface="Inter"/>
                </a:defRPr>
              </a:lvl2pPr>
              <a:lvl3pPr algn="l">
                <a:defRPr sz="1461" b="1" i="0" kern="0" spc="-9">
                  <a:solidFill>
                    <a:srgbClr val="0E9F6E"/>
                  </a:solidFill>
                  <a:latin typeface="Inter"/>
                  <a:ea typeface="Inter"/>
                  <a:cs typeface="Inter"/>
                </a:defRPr>
              </a:lvl3pPr>
              <a:lvl4pPr algn="l">
                <a:defRPr sz="1461" b="1" i="0" kern="0" spc="-9">
                  <a:solidFill>
                    <a:srgbClr val="0E9F6E"/>
                  </a:solidFill>
                  <a:latin typeface="Inter"/>
                  <a:ea typeface="Inter"/>
                  <a:cs typeface="Inter"/>
                </a:defRPr>
              </a:lvl4pPr>
              <a:lvl5pPr algn="l">
                <a:defRPr sz="1461" b="1" i="0" kern="0" spc="-9">
                  <a:solidFill>
                    <a:srgbClr val="0E9F6E"/>
                  </a:solidFill>
                  <a:latin typeface="Inter"/>
                  <a:ea typeface="Inter"/>
                  <a:cs typeface="Inter"/>
                </a:defRPr>
              </a:lvl5pPr>
              <a:lvl6pPr algn="l">
                <a:defRPr sz="1461" b="1" i="0" kern="0" spc="-9">
                  <a:solidFill>
                    <a:srgbClr val="0E9F6E"/>
                  </a:solidFill>
                  <a:latin typeface="Inter"/>
                  <a:ea typeface="Inter"/>
                  <a:cs typeface="Inter"/>
                </a:defRPr>
              </a:lvl6pPr>
              <a:lvl7pPr algn="l">
                <a:defRPr sz="1461" b="1" i="0" kern="0" spc="-9">
                  <a:solidFill>
                    <a:srgbClr val="0E9F6E"/>
                  </a:solidFill>
                  <a:latin typeface="Inter"/>
                  <a:ea typeface="Inter"/>
                  <a:cs typeface="Inter"/>
                </a:defRPr>
              </a:lvl7pPr>
              <a:lvl8pPr algn="l">
                <a:defRPr sz="1461" b="1" i="0" kern="0" spc="-9">
                  <a:solidFill>
                    <a:srgbClr val="0E9F6E"/>
                  </a:solidFill>
                  <a:latin typeface="Inter"/>
                  <a:ea typeface="Inter"/>
                  <a:cs typeface="Inter"/>
                </a:defRPr>
              </a:lvl8pPr>
              <a:lvl9pPr algn="l">
                <a:defRPr sz="1461" b="1" i="0" kern="0" spc="-9">
                  <a:solidFill>
                    <a:srgbClr val="0E9F6E"/>
                  </a:solidFill>
                  <a:latin typeface="Inter"/>
                  <a:ea typeface="Inter"/>
                  <a:cs typeface="Inter"/>
                </a:defRPr>
              </a:lvl9pPr>
            </a:lstStyle>
            <a:p>
              <a:pPr algn="l">
                <a:lnSpc>
                  <a:spcPct val="100000"/>
                </a:lnSpc>
                <a:buNone/>
                <a:defRPr sz="1461" b="1" i="0" kern="0" spc="-9">
                  <a:solidFill>
                    <a:srgbClr val="0E9F6E"/>
                  </a:solidFill>
                  <a:latin typeface="Inter"/>
                  <a:ea typeface="Inter"/>
                  <a:cs typeface="Inter"/>
                </a:defRPr>
              </a:pPr>
              <a:r>
                <a:rPr sz="1461" b="1" i="0" kern="0" spc="-9">
                  <a:solidFill>
                    <a:srgbClr val="0E9F6E"/>
                  </a:solidFill>
                  <a:latin typeface="Inter"/>
                  <a:ea typeface="Inter"/>
                  <a:cs typeface="Inter"/>
                </a:rPr>
                <a:t>surplus</a:t>
              </a:r>
            </a:p>
          </p:txBody>
        </p:sp>
        <p:sp>
          <p:nvSpPr>
            <p:cNvPr id="65" name="s4 text 32 halo">
              <a:extLst>
                <a:ext uri="{FF2B5EF4-FFF2-40B4-BE49-F238E27FC236}">
                  <a16:creationId xmlns:a16="http://schemas.microsoft.com/office/drawing/2014/main" id="{04C4664D-70B5-4B0F-9887-57DC0EF956D6}"/>
                </a:ext>
              </a:extLst>
            </p:cNvPr>
            <p:cNvSpPr>
              <a:spLocks noGrp="1"/>
            </p:cNvSpPr>
            <p:nvPr/>
          </p:nvSpPr>
          <p:spPr>
            <a:xfrm>
              <a:off x="6939498" y="4830896"/>
              <a:ext cx="241240" cy="299101"/>
            </a:xfrm>
            <a:prstGeom prst="rect">
              <a:avLst/>
            </a:prstGeom>
            <a:noFill/>
            <a:ln w="0">
              <a:noFill/>
              <a:prstDash val="solid"/>
            </a:ln>
          </p:spPr>
          <p:txBody>
            <a:bodyPr wrap="none" lIns="0" tIns="0" rIns="0" bIns="0" anchor="t">
              <a:noAutofit/>
            </a:bodyPr>
            <a:lstStyle>
              <a:defPPr algn="l">
                <a:defRPr sz="1693" b="1" i="0" kern="0" spc="0">
                  <a:ln w="42485">
                    <a:solidFill>
                      <a:srgbClr val="FFFFFF"/>
                    </a:solidFill>
                    <a:prstDash val="solid"/>
                  </a:ln>
                  <a:solidFill>
                    <a:srgbClr val="FFFFFF"/>
                  </a:solidFill>
                  <a:latin typeface="Inter"/>
                  <a:ea typeface="Inter"/>
                  <a:cs typeface="Inter"/>
                </a:defRPr>
              </a:defPPr>
              <a:lvl1pPr algn="l">
                <a:defRPr sz="1693" b="1" i="0" kern="0" spc="0">
                  <a:ln w="42485">
                    <a:solidFill>
                      <a:srgbClr val="FFFFFF"/>
                    </a:solidFill>
                    <a:prstDash val="solid"/>
                  </a:ln>
                  <a:solidFill>
                    <a:srgbClr val="FFFFFF"/>
                  </a:solidFill>
                  <a:latin typeface="Inter"/>
                  <a:ea typeface="Inter"/>
                  <a:cs typeface="Inter"/>
                </a:defRPr>
              </a:lvl1pPr>
              <a:lvl2pPr algn="l">
                <a:defRPr sz="1693" b="1" i="0" kern="0" spc="0">
                  <a:ln w="42485">
                    <a:solidFill>
                      <a:srgbClr val="FFFFFF"/>
                    </a:solidFill>
                    <a:prstDash val="solid"/>
                  </a:ln>
                  <a:solidFill>
                    <a:srgbClr val="FFFFFF"/>
                  </a:solidFill>
                  <a:latin typeface="Inter"/>
                  <a:ea typeface="Inter"/>
                  <a:cs typeface="Inter"/>
                </a:defRPr>
              </a:lvl2pPr>
              <a:lvl3pPr algn="l">
                <a:defRPr sz="1693" b="1" i="0" kern="0" spc="0">
                  <a:ln w="42485">
                    <a:solidFill>
                      <a:srgbClr val="FFFFFF"/>
                    </a:solidFill>
                    <a:prstDash val="solid"/>
                  </a:ln>
                  <a:solidFill>
                    <a:srgbClr val="FFFFFF"/>
                  </a:solidFill>
                  <a:latin typeface="Inter"/>
                  <a:ea typeface="Inter"/>
                  <a:cs typeface="Inter"/>
                </a:defRPr>
              </a:lvl3pPr>
              <a:lvl4pPr algn="l">
                <a:defRPr sz="1693" b="1" i="0" kern="0" spc="0">
                  <a:ln w="42485">
                    <a:solidFill>
                      <a:srgbClr val="FFFFFF"/>
                    </a:solidFill>
                    <a:prstDash val="solid"/>
                  </a:ln>
                  <a:solidFill>
                    <a:srgbClr val="FFFFFF"/>
                  </a:solidFill>
                  <a:latin typeface="Inter"/>
                  <a:ea typeface="Inter"/>
                  <a:cs typeface="Inter"/>
                </a:defRPr>
              </a:lvl4pPr>
              <a:lvl5pPr algn="l">
                <a:defRPr sz="1693" b="1" i="0" kern="0" spc="0">
                  <a:ln w="42485">
                    <a:solidFill>
                      <a:srgbClr val="FFFFFF"/>
                    </a:solidFill>
                    <a:prstDash val="solid"/>
                  </a:ln>
                  <a:solidFill>
                    <a:srgbClr val="FFFFFF"/>
                  </a:solidFill>
                  <a:latin typeface="Inter"/>
                  <a:ea typeface="Inter"/>
                  <a:cs typeface="Inter"/>
                </a:defRPr>
              </a:lvl5pPr>
              <a:lvl6pPr algn="l">
                <a:defRPr sz="1693" b="1" i="0" kern="0" spc="0">
                  <a:ln w="42485">
                    <a:solidFill>
                      <a:srgbClr val="FFFFFF"/>
                    </a:solidFill>
                    <a:prstDash val="solid"/>
                  </a:ln>
                  <a:solidFill>
                    <a:srgbClr val="FFFFFF"/>
                  </a:solidFill>
                  <a:latin typeface="Inter"/>
                  <a:ea typeface="Inter"/>
                  <a:cs typeface="Inter"/>
                </a:defRPr>
              </a:lvl6pPr>
              <a:lvl7pPr algn="l">
                <a:defRPr sz="1693" b="1" i="0" kern="0" spc="0">
                  <a:ln w="42485">
                    <a:solidFill>
                      <a:srgbClr val="FFFFFF"/>
                    </a:solidFill>
                    <a:prstDash val="solid"/>
                  </a:ln>
                  <a:solidFill>
                    <a:srgbClr val="FFFFFF"/>
                  </a:solidFill>
                  <a:latin typeface="Inter"/>
                  <a:ea typeface="Inter"/>
                  <a:cs typeface="Inter"/>
                </a:defRPr>
              </a:lvl7pPr>
              <a:lvl8pPr algn="l">
                <a:defRPr sz="1693" b="1" i="0" kern="0" spc="0">
                  <a:ln w="42485">
                    <a:solidFill>
                      <a:srgbClr val="FFFFFF"/>
                    </a:solidFill>
                    <a:prstDash val="solid"/>
                  </a:ln>
                  <a:solidFill>
                    <a:srgbClr val="FFFFFF"/>
                  </a:solidFill>
                  <a:latin typeface="Inter"/>
                  <a:ea typeface="Inter"/>
                  <a:cs typeface="Inter"/>
                </a:defRPr>
              </a:lvl8pPr>
              <a:lvl9pPr algn="l">
                <a:defRPr sz="1693" b="1" i="0" kern="0" spc="0">
                  <a:ln w="42485">
                    <a:solidFill>
                      <a:srgbClr val="FFFFFF"/>
                    </a:solidFill>
                    <a:prstDash val="solid"/>
                  </a:ln>
                  <a:solidFill>
                    <a:srgbClr val="FFFFFF"/>
                  </a:solidFill>
                  <a:latin typeface="Inter"/>
                  <a:ea typeface="Inter"/>
                  <a:cs typeface="Inter"/>
                </a:defRPr>
              </a:lvl9pPr>
            </a:lstStyle>
            <a:p>
              <a:pPr algn="l">
                <a:lnSpc>
                  <a:spcPct val="100000"/>
                </a:lnSpc>
                <a:buNone/>
                <a:defRPr sz="1693" b="1" i="0" kern="0" spc="0">
                  <a:solidFill>
                    <a:srgbClr val="FFFFFF"/>
                  </a:solidFill>
                  <a:latin typeface="Inter"/>
                  <a:ea typeface="Inter"/>
                  <a:cs typeface="Inter"/>
                </a:defRPr>
              </a:pPr>
              <a:r>
                <a:rPr sz="1693" b="1" i="0" kern="0" spc="0">
                  <a:ln w="42485">
                    <a:solidFill>
                      <a:srgbClr val="FFFFFF"/>
                    </a:solidFill>
                    <a:prstDash val="solid"/>
                  </a:ln>
                  <a:solidFill>
                    <a:srgbClr val="FFFFFF"/>
                  </a:solidFill>
                  <a:latin typeface="Inter"/>
                  <a:ea typeface="Inter"/>
                  <a:cs typeface="Inter"/>
                </a:rPr>
                <a:t>D</a:t>
              </a:r>
            </a:p>
          </p:txBody>
        </p:sp>
        <p:sp>
          <p:nvSpPr>
            <p:cNvPr id="66" name="s4 text 32">
              <a:extLst>
                <a:ext uri="{FF2B5EF4-FFF2-40B4-BE49-F238E27FC236}">
                  <a16:creationId xmlns:a16="http://schemas.microsoft.com/office/drawing/2014/main" id="{52D4AA42-0A2C-44E6-9AF5-35D134349EE2}"/>
                </a:ext>
              </a:extLst>
            </p:cNvPr>
            <p:cNvSpPr>
              <a:spLocks noGrp="1"/>
            </p:cNvSpPr>
            <p:nvPr/>
          </p:nvSpPr>
          <p:spPr>
            <a:xfrm>
              <a:off x="6939498" y="4830896"/>
              <a:ext cx="241240" cy="299101"/>
            </a:xfrm>
            <a:prstGeom prst="rect">
              <a:avLst/>
            </a:prstGeom>
            <a:noFill/>
            <a:ln w="0">
              <a:noFill/>
              <a:prstDash val="solid"/>
            </a:ln>
          </p:spPr>
          <p:txBody>
            <a:bodyPr wrap="none" lIns="0" tIns="0" rIns="0" bIns="0" anchor="t">
              <a:noAutofit/>
            </a:bodyPr>
            <a:lstStyle>
              <a:defPPr algn="l">
                <a:defRPr sz="1693" b="1" i="0" kern="0" spc="0">
                  <a:solidFill>
                    <a:srgbClr val="0A2540"/>
                  </a:solidFill>
                  <a:latin typeface="Inter"/>
                  <a:ea typeface="Inter"/>
                  <a:cs typeface="Inter"/>
                </a:defRPr>
              </a:defPPr>
              <a:lvl1pPr algn="l">
                <a:defRPr sz="1693" b="1" i="0" kern="0" spc="0">
                  <a:solidFill>
                    <a:srgbClr val="0A2540"/>
                  </a:solidFill>
                  <a:latin typeface="Inter"/>
                  <a:ea typeface="Inter"/>
                  <a:cs typeface="Inter"/>
                </a:defRPr>
              </a:lvl1pPr>
              <a:lvl2pPr algn="l">
                <a:defRPr sz="1693" b="1" i="0" kern="0" spc="0">
                  <a:solidFill>
                    <a:srgbClr val="0A2540"/>
                  </a:solidFill>
                  <a:latin typeface="Inter"/>
                  <a:ea typeface="Inter"/>
                  <a:cs typeface="Inter"/>
                </a:defRPr>
              </a:lvl2pPr>
              <a:lvl3pPr algn="l">
                <a:defRPr sz="1693" b="1" i="0" kern="0" spc="0">
                  <a:solidFill>
                    <a:srgbClr val="0A2540"/>
                  </a:solidFill>
                  <a:latin typeface="Inter"/>
                  <a:ea typeface="Inter"/>
                  <a:cs typeface="Inter"/>
                </a:defRPr>
              </a:lvl3pPr>
              <a:lvl4pPr algn="l">
                <a:defRPr sz="1693" b="1" i="0" kern="0" spc="0">
                  <a:solidFill>
                    <a:srgbClr val="0A2540"/>
                  </a:solidFill>
                  <a:latin typeface="Inter"/>
                  <a:ea typeface="Inter"/>
                  <a:cs typeface="Inter"/>
                </a:defRPr>
              </a:lvl4pPr>
              <a:lvl5pPr algn="l">
                <a:defRPr sz="1693" b="1" i="0" kern="0" spc="0">
                  <a:solidFill>
                    <a:srgbClr val="0A2540"/>
                  </a:solidFill>
                  <a:latin typeface="Inter"/>
                  <a:ea typeface="Inter"/>
                  <a:cs typeface="Inter"/>
                </a:defRPr>
              </a:lvl5pPr>
              <a:lvl6pPr algn="l">
                <a:defRPr sz="1693" b="1" i="0" kern="0" spc="0">
                  <a:solidFill>
                    <a:srgbClr val="0A2540"/>
                  </a:solidFill>
                  <a:latin typeface="Inter"/>
                  <a:ea typeface="Inter"/>
                  <a:cs typeface="Inter"/>
                </a:defRPr>
              </a:lvl6pPr>
              <a:lvl7pPr algn="l">
                <a:defRPr sz="1693" b="1" i="0" kern="0" spc="0">
                  <a:solidFill>
                    <a:srgbClr val="0A2540"/>
                  </a:solidFill>
                  <a:latin typeface="Inter"/>
                  <a:ea typeface="Inter"/>
                  <a:cs typeface="Inter"/>
                </a:defRPr>
              </a:lvl7pPr>
              <a:lvl8pPr algn="l">
                <a:defRPr sz="1693" b="1" i="0" kern="0" spc="0">
                  <a:solidFill>
                    <a:srgbClr val="0A2540"/>
                  </a:solidFill>
                  <a:latin typeface="Inter"/>
                  <a:ea typeface="Inter"/>
                  <a:cs typeface="Inter"/>
                </a:defRPr>
              </a:lvl8pPr>
              <a:lvl9pPr algn="l">
                <a:defRPr sz="1693" b="1" i="0" kern="0" spc="0">
                  <a:solidFill>
                    <a:srgbClr val="0A2540"/>
                  </a:solidFill>
                  <a:latin typeface="Inter"/>
                  <a:ea typeface="Inter"/>
                  <a:cs typeface="Inter"/>
                </a:defRPr>
              </a:lvl9pPr>
            </a:lstStyle>
            <a:p>
              <a:pPr algn="l">
                <a:lnSpc>
                  <a:spcPct val="100000"/>
                </a:lnSpc>
                <a:buNone/>
                <a:defRPr sz="1693" b="1" i="0" kern="0" spc="0">
                  <a:solidFill>
                    <a:srgbClr val="0A2540"/>
                  </a:solidFill>
                  <a:latin typeface="Inter"/>
                  <a:ea typeface="Inter"/>
                  <a:cs typeface="Inter"/>
                </a:defRPr>
              </a:pPr>
              <a:r>
                <a:rPr sz="1693" b="1" i="0" kern="0" spc="0">
                  <a:solidFill>
                    <a:srgbClr val="0A2540"/>
                  </a:solidFill>
                  <a:latin typeface="Inter"/>
                  <a:ea typeface="Inter"/>
                  <a:cs typeface="Inter"/>
                </a:rPr>
                <a:t>D</a:t>
              </a:r>
            </a:p>
          </p:txBody>
        </p:sp>
        <p:sp>
          <p:nvSpPr>
            <p:cNvPr id="67" name="s4 text 33 halo">
              <a:extLst>
                <a:ext uri="{FF2B5EF4-FFF2-40B4-BE49-F238E27FC236}">
                  <a16:creationId xmlns:a16="http://schemas.microsoft.com/office/drawing/2014/main" id="{5EFB7713-8D72-4CE7-A44A-21D4E7B8ED2E}"/>
                </a:ext>
              </a:extLst>
            </p:cNvPr>
            <p:cNvSpPr>
              <a:spLocks noGrp="1"/>
            </p:cNvSpPr>
            <p:nvPr/>
          </p:nvSpPr>
          <p:spPr>
            <a:xfrm>
              <a:off x="6939498" y="2447451"/>
              <a:ext cx="226762" cy="299101"/>
            </a:xfrm>
            <a:prstGeom prst="rect">
              <a:avLst/>
            </a:prstGeom>
            <a:noFill/>
            <a:ln w="0">
              <a:noFill/>
              <a:prstDash val="solid"/>
            </a:ln>
          </p:spPr>
          <p:txBody>
            <a:bodyPr wrap="none" lIns="0" tIns="0" rIns="0" bIns="0" anchor="t">
              <a:noAutofit/>
            </a:bodyPr>
            <a:lstStyle>
              <a:defPPr algn="l">
                <a:defRPr sz="1693" b="1" i="0" kern="0" spc="0">
                  <a:ln w="42485">
                    <a:solidFill>
                      <a:srgbClr val="FFFFFF"/>
                    </a:solidFill>
                    <a:prstDash val="solid"/>
                  </a:ln>
                  <a:solidFill>
                    <a:srgbClr val="FFFFFF"/>
                  </a:solidFill>
                  <a:latin typeface="Inter"/>
                  <a:ea typeface="Inter"/>
                  <a:cs typeface="Inter"/>
                </a:defRPr>
              </a:defPPr>
              <a:lvl1pPr algn="l">
                <a:defRPr sz="1693" b="1" i="0" kern="0" spc="0">
                  <a:ln w="42485">
                    <a:solidFill>
                      <a:srgbClr val="FFFFFF"/>
                    </a:solidFill>
                    <a:prstDash val="solid"/>
                  </a:ln>
                  <a:solidFill>
                    <a:srgbClr val="FFFFFF"/>
                  </a:solidFill>
                  <a:latin typeface="Inter"/>
                  <a:ea typeface="Inter"/>
                  <a:cs typeface="Inter"/>
                </a:defRPr>
              </a:lvl1pPr>
              <a:lvl2pPr algn="l">
                <a:defRPr sz="1693" b="1" i="0" kern="0" spc="0">
                  <a:ln w="42485">
                    <a:solidFill>
                      <a:srgbClr val="FFFFFF"/>
                    </a:solidFill>
                    <a:prstDash val="solid"/>
                  </a:ln>
                  <a:solidFill>
                    <a:srgbClr val="FFFFFF"/>
                  </a:solidFill>
                  <a:latin typeface="Inter"/>
                  <a:ea typeface="Inter"/>
                  <a:cs typeface="Inter"/>
                </a:defRPr>
              </a:lvl2pPr>
              <a:lvl3pPr algn="l">
                <a:defRPr sz="1693" b="1" i="0" kern="0" spc="0">
                  <a:ln w="42485">
                    <a:solidFill>
                      <a:srgbClr val="FFFFFF"/>
                    </a:solidFill>
                    <a:prstDash val="solid"/>
                  </a:ln>
                  <a:solidFill>
                    <a:srgbClr val="FFFFFF"/>
                  </a:solidFill>
                  <a:latin typeface="Inter"/>
                  <a:ea typeface="Inter"/>
                  <a:cs typeface="Inter"/>
                </a:defRPr>
              </a:lvl3pPr>
              <a:lvl4pPr algn="l">
                <a:defRPr sz="1693" b="1" i="0" kern="0" spc="0">
                  <a:ln w="42485">
                    <a:solidFill>
                      <a:srgbClr val="FFFFFF"/>
                    </a:solidFill>
                    <a:prstDash val="solid"/>
                  </a:ln>
                  <a:solidFill>
                    <a:srgbClr val="FFFFFF"/>
                  </a:solidFill>
                  <a:latin typeface="Inter"/>
                  <a:ea typeface="Inter"/>
                  <a:cs typeface="Inter"/>
                </a:defRPr>
              </a:lvl4pPr>
              <a:lvl5pPr algn="l">
                <a:defRPr sz="1693" b="1" i="0" kern="0" spc="0">
                  <a:ln w="42485">
                    <a:solidFill>
                      <a:srgbClr val="FFFFFF"/>
                    </a:solidFill>
                    <a:prstDash val="solid"/>
                  </a:ln>
                  <a:solidFill>
                    <a:srgbClr val="FFFFFF"/>
                  </a:solidFill>
                  <a:latin typeface="Inter"/>
                  <a:ea typeface="Inter"/>
                  <a:cs typeface="Inter"/>
                </a:defRPr>
              </a:lvl5pPr>
              <a:lvl6pPr algn="l">
                <a:defRPr sz="1693" b="1" i="0" kern="0" spc="0">
                  <a:ln w="42485">
                    <a:solidFill>
                      <a:srgbClr val="FFFFFF"/>
                    </a:solidFill>
                    <a:prstDash val="solid"/>
                  </a:ln>
                  <a:solidFill>
                    <a:srgbClr val="FFFFFF"/>
                  </a:solidFill>
                  <a:latin typeface="Inter"/>
                  <a:ea typeface="Inter"/>
                  <a:cs typeface="Inter"/>
                </a:defRPr>
              </a:lvl6pPr>
              <a:lvl7pPr algn="l">
                <a:defRPr sz="1693" b="1" i="0" kern="0" spc="0">
                  <a:ln w="42485">
                    <a:solidFill>
                      <a:srgbClr val="FFFFFF"/>
                    </a:solidFill>
                    <a:prstDash val="solid"/>
                  </a:ln>
                  <a:solidFill>
                    <a:srgbClr val="FFFFFF"/>
                  </a:solidFill>
                  <a:latin typeface="Inter"/>
                  <a:ea typeface="Inter"/>
                  <a:cs typeface="Inter"/>
                </a:defRPr>
              </a:lvl7pPr>
              <a:lvl8pPr algn="l">
                <a:defRPr sz="1693" b="1" i="0" kern="0" spc="0">
                  <a:ln w="42485">
                    <a:solidFill>
                      <a:srgbClr val="FFFFFF"/>
                    </a:solidFill>
                    <a:prstDash val="solid"/>
                  </a:ln>
                  <a:solidFill>
                    <a:srgbClr val="FFFFFF"/>
                  </a:solidFill>
                  <a:latin typeface="Inter"/>
                  <a:ea typeface="Inter"/>
                  <a:cs typeface="Inter"/>
                </a:defRPr>
              </a:lvl8pPr>
              <a:lvl9pPr algn="l">
                <a:defRPr sz="1693" b="1" i="0" kern="0" spc="0">
                  <a:ln w="42485">
                    <a:solidFill>
                      <a:srgbClr val="FFFFFF"/>
                    </a:solidFill>
                    <a:prstDash val="solid"/>
                  </a:ln>
                  <a:solidFill>
                    <a:srgbClr val="FFFFFF"/>
                  </a:solidFill>
                  <a:latin typeface="Inter"/>
                  <a:ea typeface="Inter"/>
                  <a:cs typeface="Inter"/>
                </a:defRPr>
              </a:lvl9pPr>
            </a:lstStyle>
            <a:p>
              <a:pPr algn="l">
                <a:lnSpc>
                  <a:spcPct val="100000"/>
                </a:lnSpc>
                <a:buNone/>
                <a:defRPr sz="1693" b="1" i="0" kern="0" spc="0">
                  <a:solidFill>
                    <a:srgbClr val="FFFFFF"/>
                  </a:solidFill>
                  <a:latin typeface="Inter"/>
                  <a:ea typeface="Inter"/>
                  <a:cs typeface="Inter"/>
                </a:defRPr>
              </a:pPr>
              <a:r>
                <a:rPr sz="1693" b="1" i="0" kern="0" spc="0">
                  <a:ln w="42485">
                    <a:solidFill>
                      <a:srgbClr val="FFFFFF"/>
                    </a:solidFill>
                    <a:prstDash val="solid"/>
                  </a:ln>
                  <a:solidFill>
                    <a:srgbClr val="FFFFFF"/>
                  </a:solidFill>
                  <a:latin typeface="Inter"/>
                  <a:ea typeface="Inter"/>
                  <a:cs typeface="Inter"/>
                </a:rPr>
                <a:t>S</a:t>
              </a:r>
            </a:p>
          </p:txBody>
        </p:sp>
        <p:sp>
          <p:nvSpPr>
            <p:cNvPr id="68" name="s4 text 33">
              <a:extLst>
                <a:ext uri="{FF2B5EF4-FFF2-40B4-BE49-F238E27FC236}">
                  <a16:creationId xmlns:a16="http://schemas.microsoft.com/office/drawing/2014/main" id="{46DF1F76-601D-4DB8-82F0-71263834A919}"/>
                </a:ext>
              </a:extLst>
            </p:cNvPr>
            <p:cNvSpPr>
              <a:spLocks noGrp="1"/>
            </p:cNvSpPr>
            <p:nvPr/>
          </p:nvSpPr>
          <p:spPr>
            <a:xfrm>
              <a:off x="6939498" y="2447451"/>
              <a:ext cx="226762" cy="299101"/>
            </a:xfrm>
            <a:prstGeom prst="rect">
              <a:avLst/>
            </a:prstGeom>
            <a:noFill/>
            <a:ln w="0">
              <a:noFill/>
              <a:prstDash val="solid"/>
            </a:ln>
          </p:spPr>
          <p:txBody>
            <a:bodyPr wrap="none" lIns="0" tIns="0" rIns="0" bIns="0" anchor="t">
              <a:noAutofit/>
            </a:bodyPr>
            <a:lstStyle>
              <a:defPPr algn="l">
                <a:defRPr sz="1693" b="1" i="0" kern="0" spc="0">
                  <a:solidFill>
                    <a:srgbClr val="0A2540"/>
                  </a:solidFill>
                  <a:latin typeface="Inter"/>
                  <a:ea typeface="Inter"/>
                  <a:cs typeface="Inter"/>
                </a:defRPr>
              </a:defPPr>
              <a:lvl1pPr algn="l">
                <a:defRPr sz="1693" b="1" i="0" kern="0" spc="0">
                  <a:solidFill>
                    <a:srgbClr val="0A2540"/>
                  </a:solidFill>
                  <a:latin typeface="Inter"/>
                  <a:ea typeface="Inter"/>
                  <a:cs typeface="Inter"/>
                </a:defRPr>
              </a:lvl1pPr>
              <a:lvl2pPr algn="l">
                <a:defRPr sz="1693" b="1" i="0" kern="0" spc="0">
                  <a:solidFill>
                    <a:srgbClr val="0A2540"/>
                  </a:solidFill>
                  <a:latin typeface="Inter"/>
                  <a:ea typeface="Inter"/>
                  <a:cs typeface="Inter"/>
                </a:defRPr>
              </a:lvl2pPr>
              <a:lvl3pPr algn="l">
                <a:defRPr sz="1693" b="1" i="0" kern="0" spc="0">
                  <a:solidFill>
                    <a:srgbClr val="0A2540"/>
                  </a:solidFill>
                  <a:latin typeface="Inter"/>
                  <a:ea typeface="Inter"/>
                  <a:cs typeface="Inter"/>
                </a:defRPr>
              </a:lvl3pPr>
              <a:lvl4pPr algn="l">
                <a:defRPr sz="1693" b="1" i="0" kern="0" spc="0">
                  <a:solidFill>
                    <a:srgbClr val="0A2540"/>
                  </a:solidFill>
                  <a:latin typeface="Inter"/>
                  <a:ea typeface="Inter"/>
                  <a:cs typeface="Inter"/>
                </a:defRPr>
              </a:lvl4pPr>
              <a:lvl5pPr algn="l">
                <a:defRPr sz="1693" b="1" i="0" kern="0" spc="0">
                  <a:solidFill>
                    <a:srgbClr val="0A2540"/>
                  </a:solidFill>
                  <a:latin typeface="Inter"/>
                  <a:ea typeface="Inter"/>
                  <a:cs typeface="Inter"/>
                </a:defRPr>
              </a:lvl5pPr>
              <a:lvl6pPr algn="l">
                <a:defRPr sz="1693" b="1" i="0" kern="0" spc="0">
                  <a:solidFill>
                    <a:srgbClr val="0A2540"/>
                  </a:solidFill>
                  <a:latin typeface="Inter"/>
                  <a:ea typeface="Inter"/>
                  <a:cs typeface="Inter"/>
                </a:defRPr>
              </a:lvl6pPr>
              <a:lvl7pPr algn="l">
                <a:defRPr sz="1693" b="1" i="0" kern="0" spc="0">
                  <a:solidFill>
                    <a:srgbClr val="0A2540"/>
                  </a:solidFill>
                  <a:latin typeface="Inter"/>
                  <a:ea typeface="Inter"/>
                  <a:cs typeface="Inter"/>
                </a:defRPr>
              </a:lvl7pPr>
              <a:lvl8pPr algn="l">
                <a:defRPr sz="1693" b="1" i="0" kern="0" spc="0">
                  <a:solidFill>
                    <a:srgbClr val="0A2540"/>
                  </a:solidFill>
                  <a:latin typeface="Inter"/>
                  <a:ea typeface="Inter"/>
                  <a:cs typeface="Inter"/>
                </a:defRPr>
              </a:lvl8pPr>
              <a:lvl9pPr algn="l">
                <a:defRPr sz="1693" b="1" i="0" kern="0" spc="0">
                  <a:solidFill>
                    <a:srgbClr val="0A2540"/>
                  </a:solidFill>
                  <a:latin typeface="Inter"/>
                  <a:ea typeface="Inter"/>
                  <a:cs typeface="Inter"/>
                </a:defRPr>
              </a:lvl9pPr>
            </a:lstStyle>
            <a:p>
              <a:pPr algn="l">
                <a:lnSpc>
                  <a:spcPct val="100000"/>
                </a:lnSpc>
                <a:buNone/>
                <a:defRPr sz="1693" b="1" i="0" kern="0" spc="0">
                  <a:solidFill>
                    <a:srgbClr val="0A2540"/>
                  </a:solidFill>
                  <a:latin typeface="Inter"/>
                  <a:ea typeface="Inter"/>
                  <a:cs typeface="Inter"/>
                </a:defRPr>
              </a:pPr>
              <a:r>
                <a:rPr sz="1693" b="1" i="0" kern="0" spc="0">
                  <a:solidFill>
                    <a:srgbClr val="0A2540"/>
                  </a:solidFill>
                  <a:latin typeface="Inter"/>
                  <a:ea typeface="Inter"/>
                  <a:cs typeface="Inter"/>
                </a:rPr>
                <a:t>S</a:t>
              </a:r>
            </a:p>
          </p:txBody>
        </p:sp>
        <p:sp>
          <p:nvSpPr>
            <p:cNvPr id="69" name="s4 text 34 halo">
              <a:extLst>
                <a:ext uri="{FF2B5EF4-FFF2-40B4-BE49-F238E27FC236}">
                  <a16:creationId xmlns:a16="http://schemas.microsoft.com/office/drawing/2014/main" id="{668173AA-36D6-4478-833C-4E473BB09E93}"/>
                </a:ext>
              </a:extLst>
            </p:cNvPr>
            <p:cNvSpPr>
              <a:spLocks noGrp="1"/>
            </p:cNvSpPr>
            <p:nvPr/>
          </p:nvSpPr>
          <p:spPr>
            <a:xfrm>
              <a:off x="3566421" y="2279106"/>
              <a:ext cx="2282609" cy="258247"/>
            </a:xfrm>
            <a:prstGeom prst="rect">
              <a:avLst/>
            </a:prstGeom>
            <a:noFill/>
            <a:ln w="0">
              <a:noFill/>
              <a:prstDash val="solid"/>
            </a:ln>
          </p:spPr>
          <p:txBody>
            <a:bodyPr wrap="none" lIns="0" tIns="0" rIns="0" bIns="0" anchor="t">
              <a:noAutofit/>
            </a:bodyPr>
            <a:lstStyle>
              <a:defPPr algn="l">
                <a:defRPr sz="1461" b="1" i="0" kern="0" spc="-9">
                  <a:ln w="42485">
                    <a:solidFill>
                      <a:srgbClr val="FFFFFF"/>
                    </a:solidFill>
                    <a:prstDash val="solid"/>
                  </a:ln>
                  <a:solidFill>
                    <a:srgbClr val="FFFFFF"/>
                  </a:solidFill>
                  <a:latin typeface="Inter"/>
                  <a:ea typeface="Inter"/>
                  <a:cs typeface="Inter"/>
                </a:defRPr>
              </a:defPPr>
              <a:lvl1pPr algn="l">
                <a:defRPr sz="1461" b="1" i="0" kern="0" spc="-9">
                  <a:ln w="42485">
                    <a:solidFill>
                      <a:srgbClr val="FFFFFF"/>
                    </a:solidFill>
                    <a:prstDash val="solid"/>
                  </a:ln>
                  <a:solidFill>
                    <a:srgbClr val="FFFFFF"/>
                  </a:solidFill>
                  <a:latin typeface="Inter"/>
                  <a:ea typeface="Inter"/>
                  <a:cs typeface="Inter"/>
                </a:defRPr>
              </a:lvl1pPr>
              <a:lvl2pPr algn="l">
                <a:defRPr sz="1461" b="1" i="0" kern="0" spc="-9">
                  <a:ln w="42485">
                    <a:solidFill>
                      <a:srgbClr val="FFFFFF"/>
                    </a:solidFill>
                    <a:prstDash val="solid"/>
                  </a:ln>
                  <a:solidFill>
                    <a:srgbClr val="FFFFFF"/>
                  </a:solidFill>
                  <a:latin typeface="Inter"/>
                  <a:ea typeface="Inter"/>
                  <a:cs typeface="Inter"/>
                </a:defRPr>
              </a:lvl2pPr>
              <a:lvl3pPr algn="l">
                <a:defRPr sz="1461" b="1" i="0" kern="0" spc="-9">
                  <a:ln w="42485">
                    <a:solidFill>
                      <a:srgbClr val="FFFFFF"/>
                    </a:solidFill>
                    <a:prstDash val="solid"/>
                  </a:ln>
                  <a:solidFill>
                    <a:srgbClr val="FFFFFF"/>
                  </a:solidFill>
                  <a:latin typeface="Inter"/>
                  <a:ea typeface="Inter"/>
                  <a:cs typeface="Inter"/>
                </a:defRPr>
              </a:lvl3pPr>
              <a:lvl4pPr algn="l">
                <a:defRPr sz="1461" b="1" i="0" kern="0" spc="-9">
                  <a:ln w="42485">
                    <a:solidFill>
                      <a:srgbClr val="FFFFFF"/>
                    </a:solidFill>
                    <a:prstDash val="solid"/>
                  </a:ln>
                  <a:solidFill>
                    <a:srgbClr val="FFFFFF"/>
                  </a:solidFill>
                  <a:latin typeface="Inter"/>
                  <a:ea typeface="Inter"/>
                  <a:cs typeface="Inter"/>
                </a:defRPr>
              </a:lvl4pPr>
              <a:lvl5pPr algn="l">
                <a:defRPr sz="1461" b="1" i="0" kern="0" spc="-9">
                  <a:ln w="42485">
                    <a:solidFill>
                      <a:srgbClr val="FFFFFF"/>
                    </a:solidFill>
                    <a:prstDash val="solid"/>
                  </a:ln>
                  <a:solidFill>
                    <a:srgbClr val="FFFFFF"/>
                  </a:solidFill>
                  <a:latin typeface="Inter"/>
                  <a:ea typeface="Inter"/>
                  <a:cs typeface="Inter"/>
                </a:defRPr>
              </a:lvl5pPr>
              <a:lvl6pPr algn="l">
                <a:defRPr sz="1461" b="1" i="0" kern="0" spc="-9">
                  <a:ln w="42485">
                    <a:solidFill>
                      <a:srgbClr val="FFFFFF"/>
                    </a:solidFill>
                    <a:prstDash val="solid"/>
                  </a:ln>
                  <a:solidFill>
                    <a:srgbClr val="FFFFFF"/>
                  </a:solidFill>
                  <a:latin typeface="Inter"/>
                  <a:ea typeface="Inter"/>
                  <a:cs typeface="Inter"/>
                </a:defRPr>
              </a:lvl6pPr>
              <a:lvl7pPr algn="l">
                <a:defRPr sz="1461" b="1" i="0" kern="0" spc="-9">
                  <a:ln w="42485">
                    <a:solidFill>
                      <a:srgbClr val="FFFFFF"/>
                    </a:solidFill>
                    <a:prstDash val="solid"/>
                  </a:ln>
                  <a:solidFill>
                    <a:srgbClr val="FFFFFF"/>
                  </a:solidFill>
                  <a:latin typeface="Inter"/>
                  <a:ea typeface="Inter"/>
                  <a:cs typeface="Inter"/>
                </a:defRPr>
              </a:lvl7pPr>
              <a:lvl8pPr algn="l">
                <a:defRPr sz="1461" b="1" i="0" kern="0" spc="-9">
                  <a:ln w="42485">
                    <a:solidFill>
                      <a:srgbClr val="FFFFFF"/>
                    </a:solidFill>
                    <a:prstDash val="solid"/>
                  </a:ln>
                  <a:solidFill>
                    <a:srgbClr val="FFFFFF"/>
                  </a:solidFill>
                  <a:latin typeface="Inter"/>
                  <a:ea typeface="Inter"/>
                  <a:cs typeface="Inter"/>
                </a:defRPr>
              </a:lvl8pPr>
              <a:lvl9pPr algn="l">
                <a:defRPr sz="1461" b="1" i="0" kern="0" spc="-9">
                  <a:ln w="42485">
                    <a:solidFill>
                      <a:srgbClr val="FFFFFF"/>
                    </a:solidFill>
                    <a:prstDash val="solid"/>
                  </a:ln>
                  <a:solidFill>
                    <a:srgbClr val="FFFFFF"/>
                  </a:solidFill>
                  <a:latin typeface="Inter"/>
                  <a:ea typeface="Inter"/>
                  <a:cs typeface="Inter"/>
                </a:defRPr>
              </a:lvl9pPr>
            </a:lstStyle>
            <a:p>
              <a:pPr algn="l">
                <a:lnSpc>
                  <a:spcPct val="100000"/>
                </a:lnSpc>
                <a:buNone/>
                <a:defRPr sz="1461" b="1" i="0" kern="0" spc="-9">
                  <a:solidFill>
                    <a:srgbClr val="FFFFFF"/>
                  </a:solidFill>
                  <a:latin typeface="Inter"/>
                  <a:ea typeface="Inter"/>
                  <a:cs typeface="Inter"/>
                </a:defRPr>
              </a:pPr>
              <a:r>
                <a:rPr sz="1461" b="1" i="0" kern="0" spc="-9">
                  <a:ln w="42485">
                    <a:solidFill>
                      <a:srgbClr val="FFFFFF"/>
                    </a:solidFill>
                    <a:prstDash val="solid"/>
                  </a:ln>
                  <a:solidFill>
                    <a:srgbClr val="FFFFFF"/>
                  </a:solidFill>
                  <a:latin typeface="Inter"/>
                  <a:ea typeface="Inter"/>
                  <a:cs typeface="Inter"/>
                </a:rPr>
                <a:t>Social surplus = CS + PS</a:t>
              </a:r>
            </a:p>
          </p:txBody>
        </p:sp>
        <p:sp>
          <p:nvSpPr>
            <p:cNvPr id="70" name="s4 text 34">
              <a:extLst>
                <a:ext uri="{FF2B5EF4-FFF2-40B4-BE49-F238E27FC236}">
                  <a16:creationId xmlns:a16="http://schemas.microsoft.com/office/drawing/2014/main" id="{A3EA3435-31EC-4A7C-AF79-8582E75A8BF7}"/>
                </a:ext>
              </a:extLst>
            </p:cNvPr>
            <p:cNvSpPr>
              <a:spLocks noGrp="1"/>
            </p:cNvSpPr>
            <p:nvPr/>
          </p:nvSpPr>
          <p:spPr>
            <a:xfrm>
              <a:off x="3566421" y="2279106"/>
              <a:ext cx="2282609" cy="258247"/>
            </a:xfrm>
            <a:prstGeom prst="rect">
              <a:avLst/>
            </a:prstGeom>
            <a:noFill/>
            <a:ln w="0">
              <a:noFill/>
              <a:prstDash val="solid"/>
            </a:ln>
          </p:spPr>
          <p:txBody>
            <a:bodyPr wrap="none" lIns="0" tIns="0" rIns="0" bIns="0" anchor="t">
              <a:noAutofit/>
            </a:bodyPr>
            <a:lstStyle>
              <a:defPPr algn="l">
                <a:defRPr sz="1461" b="1" i="0" kern="0" spc="-9">
                  <a:solidFill>
                    <a:srgbClr val="0A2540"/>
                  </a:solidFill>
                  <a:latin typeface="Inter"/>
                  <a:ea typeface="Inter"/>
                  <a:cs typeface="Inter"/>
                </a:defRPr>
              </a:defPPr>
              <a:lvl1pPr algn="l">
                <a:defRPr sz="1461" b="1" i="0" kern="0" spc="-9">
                  <a:solidFill>
                    <a:srgbClr val="0A2540"/>
                  </a:solidFill>
                  <a:latin typeface="Inter"/>
                  <a:ea typeface="Inter"/>
                  <a:cs typeface="Inter"/>
                </a:defRPr>
              </a:lvl1pPr>
              <a:lvl2pPr algn="l">
                <a:defRPr sz="1461" b="1" i="0" kern="0" spc="-9">
                  <a:solidFill>
                    <a:srgbClr val="0A2540"/>
                  </a:solidFill>
                  <a:latin typeface="Inter"/>
                  <a:ea typeface="Inter"/>
                  <a:cs typeface="Inter"/>
                </a:defRPr>
              </a:lvl2pPr>
              <a:lvl3pPr algn="l">
                <a:defRPr sz="1461" b="1" i="0" kern="0" spc="-9">
                  <a:solidFill>
                    <a:srgbClr val="0A2540"/>
                  </a:solidFill>
                  <a:latin typeface="Inter"/>
                  <a:ea typeface="Inter"/>
                  <a:cs typeface="Inter"/>
                </a:defRPr>
              </a:lvl3pPr>
              <a:lvl4pPr algn="l">
                <a:defRPr sz="1461" b="1" i="0" kern="0" spc="-9">
                  <a:solidFill>
                    <a:srgbClr val="0A2540"/>
                  </a:solidFill>
                  <a:latin typeface="Inter"/>
                  <a:ea typeface="Inter"/>
                  <a:cs typeface="Inter"/>
                </a:defRPr>
              </a:lvl4pPr>
              <a:lvl5pPr algn="l">
                <a:defRPr sz="1461" b="1" i="0" kern="0" spc="-9">
                  <a:solidFill>
                    <a:srgbClr val="0A2540"/>
                  </a:solidFill>
                  <a:latin typeface="Inter"/>
                  <a:ea typeface="Inter"/>
                  <a:cs typeface="Inter"/>
                </a:defRPr>
              </a:lvl5pPr>
              <a:lvl6pPr algn="l">
                <a:defRPr sz="1461" b="1" i="0" kern="0" spc="-9">
                  <a:solidFill>
                    <a:srgbClr val="0A2540"/>
                  </a:solidFill>
                  <a:latin typeface="Inter"/>
                  <a:ea typeface="Inter"/>
                  <a:cs typeface="Inter"/>
                </a:defRPr>
              </a:lvl6pPr>
              <a:lvl7pPr algn="l">
                <a:defRPr sz="1461" b="1" i="0" kern="0" spc="-9">
                  <a:solidFill>
                    <a:srgbClr val="0A2540"/>
                  </a:solidFill>
                  <a:latin typeface="Inter"/>
                  <a:ea typeface="Inter"/>
                  <a:cs typeface="Inter"/>
                </a:defRPr>
              </a:lvl7pPr>
              <a:lvl8pPr algn="l">
                <a:defRPr sz="1461" b="1" i="0" kern="0" spc="-9">
                  <a:solidFill>
                    <a:srgbClr val="0A2540"/>
                  </a:solidFill>
                  <a:latin typeface="Inter"/>
                  <a:ea typeface="Inter"/>
                  <a:cs typeface="Inter"/>
                </a:defRPr>
              </a:lvl8pPr>
              <a:lvl9pPr algn="l">
                <a:defRPr sz="1461" b="1" i="0" kern="0" spc="-9">
                  <a:solidFill>
                    <a:srgbClr val="0A2540"/>
                  </a:solidFill>
                  <a:latin typeface="Inter"/>
                  <a:ea typeface="Inter"/>
                  <a:cs typeface="Inter"/>
                </a:defRPr>
              </a:lvl9pPr>
            </a:lstStyle>
            <a:p>
              <a:pPr algn="l">
                <a:lnSpc>
                  <a:spcPct val="100000"/>
                </a:lnSpc>
                <a:buNone/>
                <a:defRPr sz="1461" b="1" i="0" kern="0" spc="-9">
                  <a:solidFill>
                    <a:srgbClr val="0A2540"/>
                  </a:solidFill>
                  <a:latin typeface="Inter"/>
                  <a:ea typeface="Inter"/>
                  <a:cs typeface="Inter"/>
                </a:defRPr>
              </a:pPr>
              <a:r>
                <a:rPr sz="1461" b="1" i="0" kern="0" spc="-9">
                  <a:solidFill>
                    <a:srgbClr val="0A2540"/>
                  </a:solidFill>
                  <a:latin typeface="Inter"/>
                  <a:ea typeface="Inter"/>
                  <a:cs typeface="Inter"/>
                </a:rPr>
                <a:t>Social surplus = CS + PS</a:t>
              </a:r>
            </a:p>
          </p:txBody>
        </p:sp>
      </p:grpSp>
      <p:graphicFrame>
        <p:nvGraphicFramePr>
          <p:cNvPr id="31" name="Table 30">
            <a:extLst>
              <a:ext uri="{FF2B5EF4-FFF2-40B4-BE49-F238E27FC236}">
                <a16:creationId xmlns:a16="http://schemas.microsoft.com/office/drawing/2014/main" id="{8BEC58FB-05DE-4A9A-8510-EE45E12E5233}"/>
              </a:ext>
            </a:extLst>
          </p:cNvPr>
          <p:cNvGraphicFramePr/>
          <p:nvPr/>
        </p:nvGraphicFramePr>
        <p:xfrm>
          <a:off x="8265319" y="2028825"/>
          <a:ext cx="4936331" cy="4730948"/>
        </p:xfrm>
        <a:graphic>
          <a:graphicData uri="http://schemas.openxmlformats.org/drawingml/2006/table">
            <a:tbl>
              <a:tblPr/>
              <a:tblGrid>
                <a:gridCol w="1421606">
                  <a:extLst>
                    <a:ext uri="{9D8B030D-6E8A-4147-A177-3AD203B41FA5}">
                      <a16:colId xmlns:a16="http://schemas.microsoft.com/office/drawing/2014/main" val="20000"/>
                    </a:ext>
                  </a:extLst>
                </a:gridCol>
                <a:gridCol w="1850231">
                  <a:extLst>
                    <a:ext uri="{9D8B030D-6E8A-4147-A177-3AD203B41FA5}">
                      <a16:colId xmlns:a16="http://schemas.microsoft.com/office/drawing/2014/main" val="20001"/>
                    </a:ext>
                  </a:extLst>
                </a:gridCol>
                <a:gridCol w="1664494">
                  <a:extLst>
                    <a:ext uri="{9D8B030D-6E8A-4147-A177-3AD203B41FA5}">
                      <a16:colId xmlns:a16="http://schemas.microsoft.com/office/drawing/2014/main" val="20002"/>
                    </a:ext>
                  </a:extLst>
                </a:gridCol>
              </a:tblGrid>
              <a:tr h="285750">
                <a:tc>
                  <a:txBody>
                    <a:bodyPr/>
                    <a:lstStyle/>
                    <a:p>
                      <a:endParaRPr sz="788"/>
                    </a:p>
                  </a:txBody>
                  <a:tcPr marL="100012" marR="76200" marT="78581" marB="0">
                    <a:lnL w="0">
                      <a:noFill/>
                      <a:prstDash val="solid"/>
                    </a:lnL>
                    <a:lnR w="0">
                      <a:noFill/>
                      <a:prstDash val="solid"/>
                    </a:lnR>
                    <a:lnT w="0">
                      <a:noFill/>
                      <a:prstDash val="solid"/>
                    </a:lnT>
                    <a:lnB w="14288">
                      <a:solidFill>
                        <a:srgbClr val="0A2540"/>
                      </a:solidFill>
                      <a:prstDash val="solid"/>
                    </a:lnB>
                    <a:noFill/>
                  </a:tcPr>
                </a:tc>
                <a:tc>
                  <a:txBody>
                    <a:bodyPr/>
                    <a:lstStyle/>
                    <a:p>
                      <a:pPr marL="0" indent="0" algn="l" fontAlgn="base">
                        <a:lnSpc>
                          <a:spcPts val="1063"/>
                        </a:lnSpc>
                        <a:spcBef>
                          <a:spcPts val="0"/>
                        </a:spcBef>
                        <a:spcAft>
                          <a:spcPts val="0"/>
                        </a:spcAft>
                      </a:pPr>
                      <a:r>
                        <a:rPr sz="787" b="0" i="0" kern="0" spc="110" dirty="0">
                          <a:solidFill>
                            <a:srgbClr val="8B98AD"/>
                          </a:solidFill>
                          <a:latin typeface="JetBrains Mono"/>
                          <a:ea typeface="JetBrains Mono"/>
                          <a:cs typeface="JetBrains Mono"/>
                        </a:rPr>
                        <a:t>TARIFF</a:t>
                      </a:r>
                      <a:endParaRPr sz="787"/>
                    </a:p>
                  </a:txBody>
                  <a:tcPr marL="117202" marR="76200" marT="55150" marB="0">
                    <a:lnL w="0">
                      <a:noFill/>
                      <a:prstDash val="solid"/>
                    </a:lnL>
                    <a:lnR w="0">
                      <a:noFill/>
                      <a:prstDash val="solid"/>
                    </a:lnR>
                    <a:lnT w="0">
                      <a:noFill/>
                      <a:prstDash val="solid"/>
                    </a:lnT>
                    <a:lnB w="14288">
                      <a:solidFill>
                        <a:srgbClr val="0A2540"/>
                      </a:solidFill>
                      <a:prstDash val="solid"/>
                    </a:lnB>
                    <a:noFill/>
                  </a:tcPr>
                </a:tc>
                <a:tc>
                  <a:txBody>
                    <a:bodyPr/>
                    <a:lstStyle/>
                    <a:p>
                      <a:pPr marL="0" indent="0" algn="l" fontAlgn="base">
                        <a:lnSpc>
                          <a:spcPts val="1063"/>
                        </a:lnSpc>
                        <a:spcBef>
                          <a:spcPts val="0"/>
                        </a:spcBef>
                        <a:spcAft>
                          <a:spcPts val="0"/>
                        </a:spcAft>
                      </a:pPr>
                      <a:r>
                        <a:rPr sz="787" b="0" i="0" kern="0" spc="110" dirty="0">
                          <a:solidFill>
                            <a:srgbClr val="8B98AD"/>
                          </a:solidFill>
                          <a:latin typeface="JetBrains Mono"/>
                          <a:ea typeface="JetBrains Mono"/>
                          <a:cs typeface="JetBrains Mono"/>
                        </a:rPr>
                        <a:t>IMPORT QUOTA</a:t>
                      </a:r>
                      <a:endParaRPr sz="787"/>
                    </a:p>
                  </a:txBody>
                  <a:tcPr marL="115081" marR="76200" marT="55150" marB="0">
                    <a:lnL w="0">
                      <a:noFill/>
                      <a:prstDash val="solid"/>
                    </a:lnL>
                    <a:lnR w="0">
                      <a:noFill/>
                      <a:prstDash val="solid"/>
                    </a:lnR>
                    <a:lnT w="0">
                      <a:noFill/>
                      <a:prstDash val="solid"/>
                    </a:lnT>
                    <a:lnB w="14288">
                      <a:solidFill>
                        <a:srgbClr val="0A2540"/>
                      </a:solidFill>
                      <a:prstDash val="solid"/>
                    </a:lnB>
                    <a:noFill/>
                  </a:tcPr>
                </a:tc>
                <a:extLst>
                  <a:ext uri="{0D108BD9-81ED-4DB2-BD59-A6C34878D82A}">
                    <a16:rowId xmlns:a16="http://schemas.microsoft.com/office/drawing/2014/main" val="10000"/>
                  </a:ext>
                </a:extLst>
              </a:tr>
              <a:tr h="1003697">
                <a:tc>
                  <a:txBody>
                    <a:bodyPr/>
                    <a:lstStyle/>
                    <a:p>
                      <a:pPr marL="0" indent="0" algn="l" fontAlgn="base">
                        <a:lnSpc>
                          <a:spcPts val="2202"/>
                        </a:lnSpc>
                        <a:spcBef>
                          <a:spcPts val="0"/>
                        </a:spcBef>
                        <a:spcAft>
                          <a:spcPts val="0"/>
                        </a:spcAft>
                      </a:pPr>
                      <a:r>
                        <a:rPr sz="1631" b="1" i="0" kern="0" spc="-9" dirty="0">
                          <a:solidFill>
                            <a:srgbClr val="0A2540"/>
                          </a:solidFill>
                          <a:latin typeface="Inter"/>
                          <a:ea typeface="Inter"/>
                          <a:cs typeface="Inter"/>
                        </a:rPr>
                        <a:t>Instrument</a:t>
                      </a:r>
                      <a:endParaRPr sz="1631"/>
                    </a:p>
                  </a:txBody>
                  <a:tcPr marL="112849" marR="76200" marT="99343" marB="0">
                    <a:lnL w="0">
                      <a:noFill/>
                      <a:prstDash val="solid"/>
                    </a:lnL>
                    <a:lnR w="0">
                      <a:noFill/>
                      <a:prstDash val="solid"/>
                    </a:lnR>
                    <a:lnT w="14288" cap="flat" cmpd="sng" algn="ctr">
                      <a:solidFill>
                        <a:srgbClr val="0A2540"/>
                      </a:solidFill>
                      <a:prstDash val="solid"/>
                      <a:round/>
                      <a:headEnd type="none" w="med" len="med"/>
                      <a:tailEnd type="none" w="med" len="med"/>
                    </a:lnT>
                    <a:lnB w="7144">
                      <a:solidFill>
                        <a:srgbClr val="0A2540">
                          <a:alpha val="16000"/>
                        </a:srgbClr>
                      </a:solidFill>
                      <a:prstDash val="solid"/>
                    </a:lnB>
                    <a:noFill/>
                  </a:tcPr>
                </a:tc>
                <a:tc>
                  <a:txBody>
                    <a:bodyPr/>
                    <a:lstStyle/>
                    <a:p>
                      <a:pPr marL="0" indent="0" algn="l" fontAlgn="base">
                        <a:lnSpc>
                          <a:spcPts val="2194"/>
                        </a:lnSpc>
                        <a:spcBef>
                          <a:spcPts val="0"/>
                        </a:spcBef>
                        <a:spcAft>
                          <a:spcPts val="0"/>
                        </a:spcAft>
                      </a:pPr>
                      <a:r>
                        <a:rPr sz="1631" b="0" i="0" kern="0" spc="-9" dirty="0">
                          <a:solidFill>
                            <a:srgbClr val="0A2540"/>
                          </a:solidFill>
                          <a:latin typeface="Inter"/>
                          <a:ea typeface="Inter"/>
                          <a:cs typeface="Inter"/>
                        </a:rPr>
                        <a:t>tax on each</a:t>
                      </a:r>
                      <a:endParaRPr sz="1631"/>
                    </a:p>
                    <a:p>
                      <a:pPr marL="0" indent="0" algn="l" fontAlgn="base">
                        <a:lnSpc>
                          <a:spcPts val="2202"/>
                        </a:lnSpc>
                        <a:spcBef>
                          <a:spcPts val="0"/>
                        </a:spcBef>
                        <a:spcAft>
                          <a:spcPts val="0"/>
                        </a:spcAft>
                      </a:pPr>
                      <a:r>
                        <a:rPr sz="1631" b="0" i="0" kern="0" spc="-9" dirty="0">
                          <a:solidFill>
                            <a:srgbClr val="0A2540"/>
                          </a:solidFill>
                          <a:latin typeface="Inter"/>
                          <a:ea typeface="Inter"/>
                          <a:cs typeface="Inter"/>
                        </a:rPr>
                        <a:t>imported unit</a:t>
                      </a:r>
                      <a:endParaRPr sz="1631"/>
                    </a:p>
                  </a:txBody>
                  <a:tcPr marL="117202" marR="76200" marT="99343" marB="0">
                    <a:lnL w="0">
                      <a:noFill/>
                      <a:prstDash val="solid"/>
                    </a:lnL>
                    <a:lnR w="0">
                      <a:noFill/>
                      <a:prstDash val="solid"/>
                    </a:lnR>
                    <a:lnT w="14288" cap="flat" cmpd="sng" algn="ctr">
                      <a:solidFill>
                        <a:srgbClr val="0A2540"/>
                      </a:solidFill>
                      <a:prstDash val="solid"/>
                      <a:round/>
                      <a:headEnd type="none" w="med" len="med"/>
                      <a:tailEnd type="none" w="med" len="med"/>
                    </a:lnT>
                    <a:lnB w="7144">
                      <a:solidFill>
                        <a:srgbClr val="0A2540">
                          <a:alpha val="16000"/>
                        </a:srgbClr>
                      </a:solidFill>
                      <a:prstDash val="solid"/>
                    </a:lnB>
                    <a:noFill/>
                  </a:tcPr>
                </a:tc>
                <a:tc>
                  <a:txBody>
                    <a:bodyPr/>
                    <a:lstStyle/>
                    <a:p>
                      <a:pPr marL="0" indent="0" algn="l" fontAlgn="base">
                        <a:lnSpc>
                          <a:spcPts val="2194"/>
                        </a:lnSpc>
                        <a:spcBef>
                          <a:spcPts val="0"/>
                        </a:spcBef>
                        <a:spcAft>
                          <a:spcPts val="0"/>
                        </a:spcAft>
                      </a:pPr>
                      <a:r>
                        <a:rPr sz="1631" b="0" i="0" kern="0" spc="-9" dirty="0">
                          <a:solidFill>
                            <a:srgbClr val="0A2540"/>
                          </a:solidFill>
                          <a:latin typeface="Inter"/>
                          <a:ea typeface="Inter"/>
                          <a:cs typeface="Inter"/>
                        </a:rPr>
                        <a:t>ceiling on the</a:t>
                      </a:r>
                      <a:endParaRPr sz="1631"/>
                    </a:p>
                    <a:p>
                      <a:pPr marL="0" indent="0" algn="l" fontAlgn="base">
                        <a:lnSpc>
                          <a:spcPts val="2194"/>
                        </a:lnSpc>
                        <a:spcBef>
                          <a:spcPts val="0"/>
                        </a:spcBef>
                        <a:spcAft>
                          <a:spcPts val="0"/>
                        </a:spcAft>
                      </a:pPr>
                      <a:r>
                        <a:rPr sz="1631" b="0" i="0" kern="0" spc="-9" dirty="0">
                          <a:solidFill>
                            <a:srgbClr val="0A2540"/>
                          </a:solidFill>
                          <a:latin typeface="Inter"/>
                          <a:ea typeface="Inter"/>
                          <a:cs typeface="Inter"/>
                        </a:rPr>
                        <a:t>import</a:t>
                      </a:r>
                      <a:endParaRPr sz="1631"/>
                    </a:p>
                    <a:p>
                      <a:pPr marL="0" indent="0" algn="l" fontAlgn="base">
                        <a:lnSpc>
                          <a:spcPts val="2202"/>
                        </a:lnSpc>
                        <a:spcBef>
                          <a:spcPts val="0"/>
                        </a:spcBef>
                        <a:spcAft>
                          <a:spcPts val="0"/>
                        </a:spcAft>
                      </a:pPr>
                      <a:r>
                        <a:rPr sz="1631" b="0" i="1" kern="0" spc="-9" dirty="0">
                          <a:solidFill>
                            <a:srgbClr val="0A2540"/>
                          </a:solidFill>
                          <a:latin typeface="Inter"/>
                          <a:ea typeface="Inter"/>
                          <a:cs typeface="Inter"/>
                        </a:rPr>
                        <a:t>quantity</a:t>
                      </a:r>
                      <a:endParaRPr sz="1631"/>
                    </a:p>
                  </a:txBody>
                  <a:tcPr marL="115081" marR="76200" marT="99343" marB="0">
                    <a:lnL w="0">
                      <a:noFill/>
                      <a:prstDash val="solid"/>
                    </a:lnL>
                    <a:lnR w="0">
                      <a:noFill/>
                      <a:prstDash val="solid"/>
                    </a:lnR>
                    <a:lnT w="14288" cap="flat" cmpd="sng" algn="ctr">
                      <a:solidFill>
                        <a:srgbClr val="0A2540"/>
                      </a:solidFill>
                      <a:prstDash val="solid"/>
                      <a:round/>
                      <a:headEnd type="none" w="med" len="med"/>
                      <a:tailEnd type="none" w="med" len="med"/>
                    </a:lnT>
                    <a:lnB w="7144">
                      <a:solidFill>
                        <a:srgbClr val="0A2540">
                          <a:alpha val="16000"/>
                        </a:srgbClr>
                      </a:solidFill>
                      <a:prstDash val="solid"/>
                    </a:lnB>
                    <a:noFill/>
                  </a:tcPr>
                </a:tc>
                <a:extLst>
                  <a:ext uri="{0D108BD9-81ED-4DB2-BD59-A6C34878D82A}">
                    <a16:rowId xmlns:a16="http://schemas.microsoft.com/office/drawing/2014/main" val="10001"/>
                  </a:ext>
                </a:extLst>
              </a:tr>
              <a:tr h="1000125">
                <a:tc>
                  <a:txBody>
                    <a:bodyPr/>
                    <a:lstStyle/>
                    <a:p>
                      <a:pPr marL="0" indent="0" algn="l" fontAlgn="base">
                        <a:lnSpc>
                          <a:spcPts val="2194"/>
                        </a:lnSpc>
                        <a:spcBef>
                          <a:spcPts val="0"/>
                        </a:spcBef>
                        <a:spcAft>
                          <a:spcPts val="0"/>
                        </a:spcAft>
                      </a:pPr>
                      <a:r>
                        <a:rPr sz="1631" b="1" i="0" kern="0" spc="-9" dirty="0">
                          <a:solidFill>
                            <a:srgbClr val="0A2540"/>
                          </a:solidFill>
                          <a:latin typeface="Inter"/>
                          <a:ea typeface="Inter"/>
                          <a:cs typeface="Inter"/>
                        </a:rPr>
                        <a:t>Domestic</a:t>
                      </a:r>
                      <a:endParaRPr sz="1631"/>
                    </a:p>
                    <a:p>
                      <a:pPr marL="0" indent="0" algn="l" fontAlgn="base">
                        <a:lnSpc>
                          <a:spcPts val="2202"/>
                        </a:lnSpc>
                        <a:spcBef>
                          <a:spcPts val="0"/>
                        </a:spcBef>
                        <a:spcAft>
                          <a:spcPts val="0"/>
                        </a:spcAft>
                      </a:pPr>
                      <a:r>
                        <a:rPr sz="1631" b="1" i="0" kern="0" spc="-9" dirty="0">
                          <a:solidFill>
                            <a:srgbClr val="0A2540"/>
                          </a:solidFill>
                          <a:latin typeface="Inter"/>
                          <a:ea typeface="Inter"/>
                          <a:cs typeface="Inter"/>
                        </a:rPr>
                        <a:t>price</a:t>
                      </a:r>
                      <a:endParaRPr sz="1631"/>
                    </a:p>
                  </a:txBody>
                  <a:tcPr marL="112849"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tc>
                  <a:txBody>
                    <a:bodyPr/>
                    <a:lstStyle/>
                    <a:p>
                      <a:pPr marL="0" indent="0" algn="l" fontAlgn="base">
                        <a:lnSpc>
                          <a:spcPts val="2202"/>
                        </a:lnSpc>
                        <a:spcBef>
                          <a:spcPts val="0"/>
                        </a:spcBef>
                        <a:spcAft>
                          <a:spcPts val="0"/>
                        </a:spcAft>
                      </a:pPr>
                      <a:r>
                        <a:rPr sz="1631" b="0" i="0" kern="0" spc="0" dirty="0">
                          <a:solidFill>
                            <a:srgbClr val="0A2540"/>
                          </a:solidFill>
                          <a:latin typeface="JetBrains Mono"/>
                          <a:ea typeface="JetBrains Mono"/>
                          <a:cs typeface="JetBrains Mono"/>
                        </a:rPr>
                        <a:t>P</a:t>
                      </a:r>
                      <a:r>
                        <a:rPr sz="1359" b="0" i="0" kern="0" spc="0" baseline="-28133" dirty="0">
                          <a:solidFill>
                            <a:srgbClr val="0A2540"/>
                          </a:solidFill>
                          <a:latin typeface="JetBrains Mono"/>
                          <a:ea typeface="JetBrains Mono"/>
                          <a:cs typeface="JetBrains Mono"/>
                        </a:rPr>
                        <a:t>w</a:t>
                      </a:r>
                      <a:r>
                        <a:rPr sz="1631" b="0" i="0" kern="0" spc="-9" dirty="0">
                          <a:solidFill>
                            <a:srgbClr val="0A2540"/>
                          </a:solidFill>
                          <a:latin typeface="JetBrains Mono"/>
                          <a:ea typeface="JetBrains Mono"/>
                          <a:cs typeface="JetBrains Mono"/>
                        </a:rPr>
                        <a:t> + t</a:t>
                      </a:r>
                      <a:endParaRPr sz="1631"/>
                    </a:p>
                  </a:txBody>
                  <a:tcPr marL="117202" marR="76200" marT="85153"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tc>
                  <a:txBody>
                    <a:bodyPr/>
                    <a:lstStyle/>
                    <a:p>
                      <a:pPr marL="0" indent="0" algn="l" fontAlgn="base">
                        <a:lnSpc>
                          <a:spcPts val="2194"/>
                        </a:lnSpc>
                        <a:spcBef>
                          <a:spcPts val="0"/>
                        </a:spcBef>
                        <a:spcAft>
                          <a:spcPts val="0"/>
                        </a:spcAft>
                      </a:pPr>
                      <a:r>
                        <a:rPr sz="1631" b="0" i="0" kern="0" spc="-9" dirty="0">
                          <a:solidFill>
                            <a:srgbClr val="0A2540"/>
                          </a:solidFill>
                          <a:latin typeface="Inter"/>
                          <a:ea typeface="Inter"/>
                          <a:cs typeface="Inter"/>
                        </a:rPr>
                        <a:t>rises until</a:t>
                      </a:r>
                      <a:endParaRPr sz="1631"/>
                    </a:p>
                    <a:p>
                      <a:pPr marL="0" indent="0" algn="l" fontAlgn="base">
                        <a:lnSpc>
                          <a:spcPts val="2194"/>
                        </a:lnSpc>
                        <a:spcBef>
                          <a:spcPts val="0"/>
                        </a:spcBef>
                        <a:spcAft>
                          <a:spcPts val="0"/>
                        </a:spcAft>
                      </a:pPr>
                      <a:r>
                        <a:rPr sz="1631" b="0" i="0" kern="0" spc="-9" dirty="0">
                          <a:solidFill>
                            <a:srgbClr val="0A2540"/>
                          </a:solidFill>
                          <a:latin typeface="Inter"/>
                          <a:ea typeface="Inter"/>
                          <a:cs typeface="Inter"/>
                        </a:rPr>
                        <a:t>imports = the</a:t>
                      </a:r>
                      <a:endParaRPr sz="1631"/>
                    </a:p>
                    <a:p>
                      <a:pPr marL="0" indent="0" algn="l" fontAlgn="base">
                        <a:lnSpc>
                          <a:spcPts val="2202"/>
                        </a:lnSpc>
                        <a:spcBef>
                          <a:spcPts val="0"/>
                        </a:spcBef>
                        <a:spcAft>
                          <a:spcPts val="0"/>
                        </a:spcAft>
                      </a:pPr>
                      <a:r>
                        <a:rPr sz="1631" b="0" i="0" kern="0" spc="-9" dirty="0">
                          <a:solidFill>
                            <a:srgbClr val="0A2540"/>
                          </a:solidFill>
                          <a:latin typeface="Inter"/>
                          <a:ea typeface="Inter"/>
                          <a:cs typeface="Inter"/>
                        </a:rPr>
                        <a:t>quota</a:t>
                      </a:r>
                      <a:endParaRPr sz="1631"/>
                    </a:p>
                  </a:txBody>
                  <a:tcPr marL="115081"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extLst>
                  <a:ext uri="{0D108BD9-81ED-4DB2-BD59-A6C34878D82A}">
                    <a16:rowId xmlns:a16="http://schemas.microsoft.com/office/drawing/2014/main" val="10002"/>
                  </a:ext>
                </a:extLst>
              </a:tr>
              <a:tr h="728662">
                <a:tc>
                  <a:txBody>
                    <a:bodyPr/>
                    <a:lstStyle/>
                    <a:p>
                      <a:pPr marL="0" indent="0" algn="l" fontAlgn="base">
                        <a:lnSpc>
                          <a:spcPts val="2250"/>
                        </a:lnSpc>
                        <a:spcBef>
                          <a:spcPts val="0"/>
                        </a:spcBef>
                        <a:spcAft>
                          <a:spcPts val="0"/>
                        </a:spcAft>
                      </a:pPr>
                      <a:r>
                        <a:rPr sz="1631" b="1" i="0" kern="0" spc="-9" dirty="0">
                          <a:solidFill>
                            <a:srgbClr val="0A2540"/>
                          </a:solidFill>
                          <a:latin typeface="Inter"/>
                          <a:ea typeface="Inter"/>
                          <a:cs typeface="Inter"/>
                        </a:rPr>
                        <a:t>Supply</a:t>
                      </a:r>
                      <a:endParaRPr sz="1631"/>
                    </a:p>
                    <a:p>
                      <a:pPr marL="0" indent="0" algn="l" fontAlgn="base">
                        <a:lnSpc>
                          <a:spcPts val="2202"/>
                        </a:lnSpc>
                        <a:spcBef>
                          <a:spcPts val="0"/>
                        </a:spcBef>
                        <a:spcAft>
                          <a:spcPts val="0"/>
                        </a:spcAft>
                      </a:pPr>
                      <a:r>
                        <a:rPr sz="1631" b="1" i="0" kern="0" spc="-9" dirty="0">
                          <a:solidFill>
                            <a:srgbClr val="0A2540"/>
                          </a:solidFill>
                          <a:latin typeface="Inter"/>
                          <a:ea typeface="Inter"/>
                          <a:cs typeface="Inter"/>
                        </a:rPr>
                        <a:t>curve</a:t>
                      </a:r>
                      <a:endParaRPr sz="1631"/>
                    </a:p>
                  </a:txBody>
                  <a:tcPr marL="112849"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tc>
                  <a:txBody>
                    <a:bodyPr/>
                    <a:lstStyle/>
                    <a:p>
                      <a:pPr marL="0" indent="0" algn="l" fontAlgn="base">
                        <a:lnSpc>
                          <a:spcPts val="2250"/>
                        </a:lnSpc>
                        <a:spcBef>
                          <a:spcPts val="0"/>
                        </a:spcBef>
                        <a:spcAft>
                          <a:spcPts val="0"/>
                        </a:spcAft>
                      </a:pPr>
                      <a:r>
                        <a:rPr sz="1631" b="0" i="0" kern="0" spc="-9" dirty="0">
                          <a:solidFill>
                            <a:srgbClr val="0A2540"/>
                          </a:solidFill>
                          <a:latin typeface="Inter"/>
                          <a:ea typeface="Inter"/>
                          <a:cs typeface="Inter"/>
                        </a:rPr>
                        <a:t>unchanged</a:t>
                      </a:r>
                      <a:endParaRPr sz="1631"/>
                    </a:p>
                    <a:p>
                      <a:pPr marL="0" indent="0" algn="l" fontAlgn="base">
                        <a:lnSpc>
                          <a:spcPts val="2202"/>
                        </a:lnSpc>
                        <a:spcBef>
                          <a:spcPts val="0"/>
                        </a:spcBef>
                        <a:spcAft>
                          <a:spcPts val="0"/>
                        </a:spcAft>
                      </a:pPr>
                      <a:r>
                        <a:rPr sz="1631" b="0" i="0" kern="0" spc="-9" dirty="0">
                          <a:solidFill>
                            <a:srgbClr val="0A2540"/>
                          </a:solidFill>
                          <a:latin typeface="Inter"/>
                          <a:ea typeface="Inter"/>
                          <a:cs typeface="Inter"/>
                        </a:rPr>
                        <a:t>domestic </a:t>
                      </a:r>
                      <a:r>
                        <a:rPr sz="1631" b="0" i="1" kern="0" spc="0" dirty="0">
                          <a:solidFill>
                            <a:srgbClr val="0A2540"/>
                          </a:solidFill>
                          <a:latin typeface="Inter"/>
                          <a:ea typeface="Inter"/>
                          <a:cs typeface="Inter"/>
                        </a:rPr>
                        <a:t>S</a:t>
                      </a:r>
                      <a:endParaRPr sz="1631"/>
                    </a:p>
                  </a:txBody>
                  <a:tcPr marL="117202"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tc>
                  <a:txBody>
                    <a:bodyPr/>
                    <a:lstStyle/>
                    <a:p>
                      <a:pPr marL="0" indent="0" algn="l" fontAlgn="base">
                        <a:lnSpc>
                          <a:spcPts val="2202"/>
                        </a:lnSpc>
                        <a:spcBef>
                          <a:spcPts val="0"/>
                        </a:spcBef>
                        <a:spcAft>
                          <a:spcPts val="0"/>
                        </a:spcAft>
                      </a:pPr>
                      <a:r>
                        <a:rPr sz="1631" b="0" i="0" kern="0" spc="-9" dirty="0">
                          <a:solidFill>
                            <a:srgbClr val="0A2540"/>
                          </a:solidFill>
                          <a:latin typeface="JetBrains Mono"/>
                          <a:ea typeface="JetBrains Mono"/>
                          <a:cs typeface="JetBrains Mono"/>
                        </a:rPr>
                        <a:t>S + quota</a:t>
                      </a:r>
                      <a:endParaRPr sz="1631"/>
                    </a:p>
                  </a:txBody>
                  <a:tcPr marL="115081" marR="76200" marT="85153"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extLst>
                  <a:ext uri="{0D108BD9-81ED-4DB2-BD59-A6C34878D82A}">
                    <a16:rowId xmlns:a16="http://schemas.microsoft.com/office/drawing/2014/main" val="10003"/>
                  </a:ext>
                </a:extLst>
              </a:tr>
              <a:tr h="721519">
                <a:tc>
                  <a:txBody>
                    <a:bodyPr/>
                    <a:lstStyle/>
                    <a:p>
                      <a:pPr marL="0" indent="0" algn="l" fontAlgn="base">
                        <a:lnSpc>
                          <a:spcPts val="2194"/>
                        </a:lnSpc>
                        <a:spcBef>
                          <a:spcPts val="0"/>
                        </a:spcBef>
                        <a:spcAft>
                          <a:spcPts val="0"/>
                        </a:spcAft>
                      </a:pPr>
                      <a:r>
                        <a:rPr sz="1631" b="1" i="0" kern="0" spc="-9" dirty="0">
                          <a:solidFill>
                            <a:srgbClr val="0A2540"/>
                          </a:solidFill>
                          <a:latin typeface="Inter"/>
                          <a:ea typeface="Inter"/>
                          <a:cs typeface="Inter"/>
                        </a:rPr>
                        <a:t>Transfer</a:t>
                      </a:r>
                      <a:endParaRPr sz="1631"/>
                    </a:p>
                    <a:p>
                      <a:pPr marL="0" indent="0" algn="l" fontAlgn="base">
                        <a:lnSpc>
                          <a:spcPts val="2202"/>
                        </a:lnSpc>
                        <a:spcBef>
                          <a:spcPts val="0"/>
                        </a:spcBef>
                        <a:spcAft>
                          <a:spcPts val="0"/>
                        </a:spcAft>
                      </a:pPr>
                      <a:r>
                        <a:rPr sz="1631" b="1" i="0" kern="0" spc="-9" dirty="0">
                          <a:solidFill>
                            <a:srgbClr val="0A2540"/>
                          </a:solidFill>
                          <a:latin typeface="Inter"/>
                          <a:ea typeface="Inter"/>
                          <a:cs typeface="Inter"/>
                        </a:rPr>
                        <a:t>goes to</a:t>
                      </a:r>
                      <a:endParaRPr sz="1631"/>
                    </a:p>
                  </a:txBody>
                  <a:tcPr marL="112849"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tc>
                  <a:txBody>
                    <a:bodyPr/>
                    <a:lstStyle/>
                    <a:p>
                      <a:pPr marL="0" indent="0" algn="l" fontAlgn="base">
                        <a:lnSpc>
                          <a:spcPts val="2194"/>
                        </a:lnSpc>
                        <a:spcBef>
                          <a:spcPts val="0"/>
                        </a:spcBef>
                        <a:spcAft>
                          <a:spcPts val="0"/>
                        </a:spcAft>
                      </a:pPr>
                      <a:r>
                        <a:rPr sz="1631" b="1" i="0" kern="0" spc="-9" dirty="0">
                          <a:solidFill>
                            <a:srgbClr val="D97706"/>
                          </a:solidFill>
                          <a:latin typeface="Inter"/>
                          <a:ea typeface="Inter"/>
                          <a:cs typeface="Inter"/>
                        </a:rPr>
                        <a:t>the government</a:t>
                      </a:r>
                      <a:endParaRPr sz="1631"/>
                    </a:p>
                    <a:p>
                      <a:pPr marL="0" indent="0" algn="l" fontAlgn="base">
                        <a:lnSpc>
                          <a:spcPts val="2202"/>
                        </a:lnSpc>
                        <a:spcBef>
                          <a:spcPts val="0"/>
                        </a:spcBef>
                        <a:spcAft>
                          <a:spcPts val="0"/>
                        </a:spcAft>
                      </a:pPr>
                      <a:r>
                        <a:rPr sz="1631" b="1" i="0" kern="0" spc="-9" dirty="0">
                          <a:solidFill>
                            <a:srgbClr val="D97706"/>
                          </a:solidFill>
                          <a:latin typeface="Inter"/>
                          <a:ea typeface="Inter"/>
                          <a:cs typeface="Inter"/>
                        </a:rPr>
                        <a:t>(tariff revenue)</a:t>
                      </a:r>
                      <a:endParaRPr sz="1631"/>
                    </a:p>
                  </a:txBody>
                  <a:tcPr marL="117202"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tc>
                  <a:txBody>
                    <a:bodyPr/>
                    <a:lstStyle/>
                    <a:p>
                      <a:pPr marL="0" indent="0" algn="l" fontAlgn="base">
                        <a:lnSpc>
                          <a:spcPts val="2194"/>
                        </a:lnSpc>
                        <a:spcBef>
                          <a:spcPts val="0"/>
                        </a:spcBef>
                        <a:spcAft>
                          <a:spcPts val="0"/>
                        </a:spcAft>
                      </a:pPr>
                      <a:r>
                        <a:rPr sz="1631" b="1" i="0" kern="0" spc="-9" dirty="0">
                          <a:solidFill>
                            <a:srgbClr val="D97706"/>
                          </a:solidFill>
                          <a:latin typeface="Inter"/>
                          <a:ea typeface="Inter"/>
                          <a:cs typeface="Inter"/>
                        </a:rPr>
                        <a:t>importers</a:t>
                      </a:r>
                      <a:endParaRPr sz="1631"/>
                    </a:p>
                    <a:p>
                      <a:pPr marL="0" indent="0" algn="l" fontAlgn="base">
                        <a:lnSpc>
                          <a:spcPts val="2202"/>
                        </a:lnSpc>
                        <a:spcBef>
                          <a:spcPts val="0"/>
                        </a:spcBef>
                        <a:spcAft>
                          <a:spcPts val="0"/>
                        </a:spcAft>
                      </a:pPr>
                      <a:r>
                        <a:rPr sz="1631" b="1" i="0" kern="0" spc="-9" dirty="0">
                          <a:solidFill>
                            <a:srgbClr val="D97706"/>
                          </a:solidFill>
                          <a:latin typeface="Inter"/>
                          <a:ea typeface="Inter"/>
                          <a:cs typeface="Inter"/>
                        </a:rPr>
                        <a:t>(quota rent)</a:t>
                      </a:r>
                      <a:endParaRPr sz="1631"/>
                    </a:p>
                  </a:txBody>
                  <a:tcPr marL="115081"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extLst>
                  <a:ext uri="{0D108BD9-81ED-4DB2-BD59-A6C34878D82A}">
                    <a16:rowId xmlns:a16="http://schemas.microsoft.com/office/drawing/2014/main" val="10004"/>
                  </a:ext>
                </a:extLst>
              </a:tr>
              <a:tr h="991195">
                <a:tc>
                  <a:txBody>
                    <a:bodyPr/>
                    <a:lstStyle/>
                    <a:p>
                      <a:pPr marL="0" indent="0" algn="l" fontAlgn="base">
                        <a:lnSpc>
                          <a:spcPts val="2194"/>
                        </a:lnSpc>
                        <a:spcBef>
                          <a:spcPts val="0"/>
                        </a:spcBef>
                        <a:spcAft>
                          <a:spcPts val="0"/>
                        </a:spcAft>
                      </a:pPr>
                      <a:r>
                        <a:rPr sz="1631" b="1" i="0" kern="0" spc="-9" dirty="0">
                          <a:solidFill>
                            <a:srgbClr val="0A2540"/>
                          </a:solidFill>
                          <a:latin typeface="Inter"/>
                          <a:ea typeface="Inter"/>
                          <a:cs typeface="Inter"/>
                        </a:rPr>
                        <a:t>Cost to</a:t>
                      </a:r>
                      <a:endParaRPr sz="1631"/>
                    </a:p>
                    <a:p>
                      <a:pPr marL="0" indent="0" algn="l" fontAlgn="base">
                        <a:lnSpc>
                          <a:spcPts val="2202"/>
                        </a:lnSpc>
                        <a:spcBef>
                          <a:spcPts val="0"/>
                        </a:spcBef>
                        <a:spcAft>
                          <a:spcPts val="0"/>
                        </a:spcAft>
                      </a:pPr>
                      <a:r>
                        <a:rPr sz="1631" b="1" i="0" kern="0" spc="-9" dirty="0">
                          <a:solidFill>
                            <a:srgbClr val="0A2540"/>
                          </a:solidFill>
                          <a:latin typeface="Inter"/>
                          <a:ea typeface="Inter"/>
                          <a:cs typeface="Inter"/>
                        </a:rPr>
                        <a:t>society</a:t>
                      </a:r>
                      <a:endParaRPr sz="1631"/>
                    </a:p>
                  </a:txBody>
                  <a:tcPr marL="112849"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0">
                      <a:noFill/>
                      <a:prstDash val="solid"/>
                    </a:lnB>
                    <a:noFill/>
                  </a:tcPr>
                </a:tc>
                <a:tc>
                  <a:txBody>
                    <a:bodyPr/>
                    <a:lstStyle/>
                    <a:p>
                      <a:pPr marL="0" indent="0" algn="l" fontAlgn="base">
                        <a:lnSpc>
                          <a:spcPts val="2194"/>
                        </a:lnSpc>
                        <a:spcBef>
                          <a:spcPts val="0"/>
                        </a:spcBef>
                        <a:spcAft>
                          <a:spcPts val="0"/>
                        </a:spcAft>
                      </a:pPr>
                      <a:r>
                        <a:rPr sz="1631" b="1" i="0" kern="0" spc="-9" dirty="0">
                          <a:solidFill>
                            <a:srgbClr val="DC2626"/>
                          </a:solidFill>
                          <a:latin typeface="Inter"/>
                          <a:ea typeface="Inter"/>
                          <a:cs typeface="Inter"/>
                        </a:rPr>
                        <a:t>two</a:t>
                      </a:r>
                      <a:endParaRPr sz="1631"/>
                    </a:p>
                    <a:p>
                      <a:pPr marL="0" indent="0" algn="l" fontAlgn="base">
                        <a:lnSpc>
                          <a:spcPts val="2194"/>
                        </a:lnSpc>
                        <a:spcBef>
                          <a:spcPts val="0"/>
                        </a:spcBef>
                        <a:spcAft>
                          <a:spcPts val="0"/>
                        </a:spcAft>
                      </a:pPr>
                      <a:r>
                        <a:rPr sz="1631" b="1" i="0" kern="0" spc="-9" dirty="0">
                          <a:solidFill>
                            <a:srgbClr val="DC2626"/>
                          </a:solidFill>
                          <a:latin typeface="Inter"/>
                          <a:ea typeface="Inter"/>
                          <a:cs typeface="Inter"/>
                        </a:rPr>
                        <a:t>deadweight-</a:t>
                      </a:r>
                      <a:endParaRPr sz="1631"/>
                    </a:p>
                    <a:p>
                      <a:pPr marL="0" indent="0" algn="l" fontAlgn="base">
                        <a:lnSpc>
                          <a:spcPts val="2202"/>
                        </a:lnSpc>
                        <a:spcBef>
                          <a:spcPts val="0"/>
                        </a:spcBef>
                        <a:spcAft>
                          <a:spcPts val="0"/>
                        </a:spcAft>
                      </a:pPr>
                      <a:r>
                        <a:rPr sz="1631" b="1" i="0" kern="0" spc="-9" dirty="0">
                          <a:solidFill>
                            <a:srgbClr val="DC2626"/>
                          </a:solidFill>
                          <a:latin typeface="Inter"/>
                          <a:ea typeface="Inter"/>
                          <a:cs typeface="Inter"/>
                        </a:rPr>
                        <a:t>loss triangles</a:t>
                      </a:r>
                      <a:endParaRPr sz="1631"/>
                    </a:p>
                  </a:txBody>
                  <a:tcPr marL="117202"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0">
                      <a:noFill/>
                      <a:prstDash val="solid"/>
                    </a:lnB>
                    <a:noFill/>
                  </a:tcPr>
                </a:tc>
                <a:tc>
                  <a:txBody>
                    <a:bodyPr/>
                    <a:lstStyle/>
                    <a:p>
                      <a:pPr marL="0" indent="0" algn="l" fontAlgn="base">
                        <a:lnSpc>
                          <a:spcPts val="2194"/>
                        </a:lnSpc>
                        <a:spcBef>
                          <a:spcPts val="0"/>
                        </a:spcBef>
                        <a:spcAft>
                          <a:spcPts val="0"/>
                        </a:spcAft>
                      </a:pPr>
                      <a:r>
                        <a:rPr sz="1631" b="1" i="0" kern="0" spc="-9" dirty="0">
                          <a:solidFill>
                            <a:srgbClr val="DC2626"/>
                          </a:solidFill>
                          <a:latin typeface="Inter"/>
                          <a:ea typeface="Inter"/>
                          <a:cs typeface="Inter"/>
                        </a:rPr>
                        <a:t>the same two</a:t>
                      </a:r>
                      <a:endParaRPr sz="1631"/>
                    </a:p>
                    <a:p>
                      <a:pPr marL="0" indent="0" algn="l" fontAlgn="base">
                        <a:lnSpc>
                          <a:spcPts val="2202"/>
                        </a:lnSpc>
                        <a:spcBef>
                          <a:spcPts val="0"/>
                        </a:spcBef>
                        <a:spcAft>
                          <a:spcPts val="0"/>
                        </a:spcAft>
                      </a:pPr>
                      <a:r>
                        <a:rPr sz="1631" b="1" i="0" kern="0" spc="-9" dirty="0">
                          <a:solidFill>
                            <a:srgbClr val="DC2626"/>
                          </a:solidFill>
                          <a:latin typeface="Inter"/>
                          <a:ea typeface="Inter"/>
                          <a:cs typeface="Inter"/>
                        </a:rPr>
                        <a:t>triangles</a:t>
                      </a:r>
                      <a:endParaRPr sz="1631"/>
                    </a:p>
                  </a:txBody>
                  <a:tcPr marL="115081"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0">
                      <a:noFill/>
                      <a:prstDash val="solid"/>
                    </a:lnB>
                    <a:noFill/>
                  </a:tcPr>
                </a:tc>
                <a:extLst>
                  <a:ext uri="{0D108BD9-81ED-4DB2-BD59-A6C34878D82A}">
                    <a16:rowId xmlns:a16="http://schemas.microsoft.com/office/drawing/2014/main" val="10005"/>
                  </a:ext>
                </a:extLst>
              </a:tr>
            </a:tbl>
          </a:graphicData>
        </a:graphic>
      </p:graphicFrame>
      <p:sp>
        <p:nvSpPr>
          <p:cNvPr id="32" name="s4 text 1">
            <a:extLst>
              <a:ext uri="{FF2B5EF4-FFF2-40B4-BE49-F238E27FC236}">
                <a16:creationId xmlns:a16="http://schemas.microsoft.com/office/drawing/2014/main" id="{65F23886-FA70-4FA6-9638-4E580088CD80}"/>
              </a:ext>
            </a:extLst>
          </p:cNvPr>
          <p:cNvSpPr>
            <a:spLocks noGrp="1"/>
          </p:cNvSpPr>
          <p:nvPr/>
        </p:nvSpPr>
        <p:spPr>
          <a:xfrm>
            <a:off x="678656" y="554926"/>
            <a:ext cx="2125983" cy="173507"/>
          </a:xfrm>
          <a:prstGeom prst="rect">
            <a:avLst/>
          </a:prstGeom>
          <a:noFill/>
          <a:ln w="0">
            <a:noFill/>
            <a:prstDash val="solid"/>
          </a:ln>
        </p:spPr>
        <p:txBody>
          <a:bodyPr wrap="none" lIns="0" tIns="0" rIns="0" bIns="0" anchor="t">
            <a:noAutofit/>
          </a:bodyPr>
          <a:lstStyle>
            <a:defPPr algn="l">
              <a:defRPr sz="900" b="0" i="0" kern="0" spc="180">
                <a:solidFill>
                  <a:srgbClr val="1D4ED8"/>
                </a:solidFill>
                <a:latin typeface="JetBrains Mono"/>
                <a:ea typeface="JetBrains Mono"/>
                <a:cs typeface="JetBrains Mono"/>
              </a:defRPr>
            </a:defPPr>
            <a:lvl1pPr algn="l">
              <a:defRPr sz="900" b="0" i="0" kern="0" spc="180">
                <a:solidFill>
                  <a:srgbClr val="1D4ED8"/>
                </a:solidFill>
                <a:latin typeface="JetBrains Mono"/>
                <a:ea typeface="JetBrains Mono"/>
                <a:cs typeface="JetBrains Mono"/>
              </a:defRPr>
            </a:lvl1pPr>
            <a:lvl2pPr algn="l">
              <a:defRPr sz="900" b="0" i="0" kern="0" spc="180">
                <a:solidFill>
                  <a:srgbClr val="1D4ED8"/>
                </a:solidFill>
                <a:latin typeface="JetBrains Mono"/>
                <a:ea typeface="JetBrains Mono"/>
                <a:cs typeface="JetBrains Mono"/>
              </a:defRPr>
            </a:lvl2pPr>
            <a:lvl3pPr algn="l">
              <a:defRPr sz="900" b="0" i="0" kern="0" spc="180">
                <a:solidFill>
                  <a:srgbClr val="1D4ED8"/>
                </a:solidFill>
                <a:latin typeface="JetBrains Mono"/>
                <a:ea typeface="JetBrains Mono"/>
                <a:cs typeface="JetBrains Mono"/>
              </a:defRPr>
            </a:lvl3pPr>
            <a:lvl4pPr algn="l">
              <a:defRPr sz="900" b="0" i="0" kern="0" spc="180">
                <a:solidFill>
                  <a:srgbClr val="1D4ED8"/>
                </a:solidFill>
                <a:latin typeface="JetBrains Mono"/>
                <a:ea typeface="JetBrains Mono"/>
                <a:cs typeface="JetBrains Mono"/>
              </a:defRPr>
            </a:lvl4pPr>
            <a:lvl5pPr algn="l">
              <a:defRPr sz="900" b="0" i="0" kern="0" spc="180">
                <a:solidFill>
                  <a:srgbClr val="1D4ED8"/>
                </a:solidFill>
                <a:latin typeface="JetBrains Mono"/>
                <a:ea typeface="JetBrains Mono"/>
                <a:cs typeface="JetBrains Mono"/>
              </a:defRPr>
            </a:lvl5pPr>
            <a:lvl6pPr algn="l">
              <a:defRPr sz="900" b="0" i="0" kern="0" spc="180">
                <a:solidFill>
                  <a:srgbClr val="1D4ED8"/>
                </a:solidFill>
                <a:latin typeface="JetBrains Mono"/>
                <a:ea typeface="JetBrains Mono"/>
                <a:cs typeface="JetBrains Mono"/>
              </a:defRPr>
            </a:lvl6pPr>
            <a:lvl7pPr algn="l">
              <a:defRPr sz="900" b="0" i="0" kern="0" spc="180">
                <a:solidFill>
                  <a:srgbClr val="1D4ED8"/>
                </a:solidFill>
                <a:latin typeface="JetBrains Mono"/>
                <a:ea typeface="JetBrains Mono"/>
                <a:cs typeface="JetBrains Mono"/>
              </a:defRPr>
            </a:lvl7pPr>
            <a:lvl8pPr algn="l">
              <a:defRPr sz="900" b="0" i="0" kern="0" spc="180">
                <a:solidFill>
                  <a:srgbClr val="1D4ED8"/>
                </a:solidFill>
                <a:latin typeface="JetBrains Mono"/>
                <a:ea typeface="JetBrains Mono"/>
                <a:cs typeface="JetBrains Mono"/>
              </a:defRPr>
            </a:lvl8pPr>
            <a:lvl9pPr algn="l">
              <a:defRPr sz="900" b="0" i="0" kern="0" spc="180">
                <a:solidFill>
                  <a:srgbClr val="1D4ED8"/>
                </a:solidFill>
                <a:latin typeface="JetBrains Mono"/>
                <a:ea typeface="JetBrains Mono"/>
                <a:cs typeface="JetBrains Mono"/>
              </a:defRPr>
            </a:lvl9pPr>
          </a:lstStyle>
          <a:p>
            <a:pPr algn="l">
              <a:lnSpc>
                <a:spcPct val="100000"/>
              </a:lnSpc>
              <a:buNone/>
              <a:defRPr sz="900" b="0" i="0" kern="0" spc="180">
                <a:solidFill>
                  <a:srgbClr val="1D4ED8"/>
                </a:solidFill>
                <a:latin typeface="JetBrains Mono"/>
                <a:ea typeface="JetBrains Mono"/>
                <a:cs typeface="JetBrains Mono"/>
              </a:defRPr>
            </a:pPr>
            <a:r>
              <a:rPr sz="900" b="0" i="0" kern="0" spc="180">
                <a:solidFill>
                  <a:srgbClr val="1D4ED8"/>
                </a:solidFill>
                <a:latin typeface="JetBrains Mono"/>
                <a:ea typeface="JetBrains Mono"/>
                <a:cs typeface="JetBrains Mono"/>
              </a:rPr>
              <a:t>CONCEPT PRIMER · 2 OF 2</a:t>
            </a:r>
          </a:p>
        </p:txBody>
      </p:sp>
      <p:sp>
        <p:nvSpPr>
          <p:cNvPr id="33" name="s4 text 2">
            <a:extLst>
              <a:ext uri="{FF2B5EF4-FFF2-40B4-BE49-F238E27FC236}">
                <a16:creationId xmlns:a16="http://schemas.microsoft.com/office/drawing/2014/main" id="{B1203D79-7052-4911-8444-25C2E54DDE58}"/>
              </a:ext>
            </a:extLst>
          </p:cNvPr>
          <p:cNvSpPr>
            <a:spLocks noGrp="1"/>
          </p:cNvSpPr>
          <p:nvPr/>
        </p:nvSpPr>
        <p:spPr>
          <a:xfrm>
            <a:off x="514350" y="755898"/>
            <a:ext cx="8824151" cy="576532"/>
          </a:xfrm>
          <a:prstGeom prst="rect">
            <a:avLst/>
          </a:prstGeom>
          <a:noFill/>
          <a:ln w="0">
            <a:noFill/>
            <a:prstDash val="solid"/>
          </a:ln>
        </p:spPr>
        <p:txBody>
          <a:bodyPr wrap="none" lIns="0" tIns="0" rIns="0" bIns="0" anchor="t">
            <a:noAutofit/>
          </a:bodyPr>
          <a:lstStyle>
            <a:defPPr algn="l">
              <a:defRPr sz="3262" b="0" i="0" kern="0" spc="-104">
                <a:solidFill>
                  <a:srgbClr val="0A2540"/>
                </a:solidFill>
                <a:latin typeface="Inter ExtraBold"/>
                <a:ea typeface="Inter ExtraBold"/>
                <a:cs typeface="Inter ExtraBold"/>
              </a:defRPr>
            </a:defPPr>
            <a:lvl1pPr algn="l">
              <a:defRPr sz="3262" b="0" i="0" kern="0" spc="-104">
                <a:solidFill>
                  <a:srgbClr val="0A2540"/>
                </a:solidFill>
                <a:latin typeface="Inter ExtraBold"/>
                <a:ea typeface="Inter ExtraBold"/>
                <a:cs typeface="Inter ExtraBold"/>
              </a:defRPr>
            </a:lvl1pPr>
            <a:lvl2pPr algn="l">
              <a:defRPr sz="3262" b="0" i="0" kern="0" spc="-104">
                <a:solidFill>
                  <a:srgbClr val="0A2540"/>
                </a:solidFill>
                <a:latin typeface="Inter ExtraBold"/>
                <a:ea typeface="Inter ExtraBold"/>
                <a:cs typeface="Inter ExtraBold"/>
              </a:defRPr>
            </a:lvl2pPr>
            <a:lvl3pPr algn="l">
              <a:defRPr sz="3262" b="0" i="0" kern="0" spc="-104">
                <a:solidFill>
                  <a:srgbClr val="0A2540"/>
                </a:solidFill>
                <a:latin typeface="Inter ExtraBold"/>
                <a:ea typeface="Inter ExtraBold"/>
                <a:cs typeface="Inter ExtraBold"/>
              </a:defRPr>
            </a:lvl3pPr>
            <a:lvl4pPr algn="l">
              <a:defRPr sz="3262" b="0" i="0" kern="0" spc="-104">
                <a:solidFill>
                  <a:srgbClr val="0A2540"/>
                </a:solidFill>
                <a:latin typeface="Inter ExtraBold"/>
                <a:ea typeface="Inter ExtraBold"/>
                <a:cs typeface="Inter ExtraBold"/>
              </a:defRPr>
            </a:lvl4pPr>
            <a:lvl5pPr algn="l">
              <a:defRPr sz="3262" b="0" i="0" kern="0" spc="-104">
                <a:solidFill>
                  <a:srgbClr val="0A2540"/>
                </a:solidFill>
                <a:latin typeface="Inter ExtraBold"/>
                <a:ea typeface="Inter ExtraBold"/>
                <a:cs typeface="Inter ExtraBold"/>
              </a:defRPr>
            </a:lvl5pPr>
            <a:lvl6pPr algn="l">
              <a:defRPr sz="3262" b="0" i="0" kern="0" spc="-104">
                <a:solidFill>
                  <a:srgbClr val="0A2540"/>
                </a:solidFill>
                <a:latin typeface="Inter ExtraBold"/>
                <a:ea typeface="Inter ExtraBold"/>
                <a:cs typeface="Inter ExtraBold"/>
              </a:defRPr>
            </a:lvl6pPr>
            <a:lvl7pPr algn="l">
              <a:defRPr sz="3262" b="0" i="0" kern="0" spc="-104">
                <a:solidFill>
                  <a:srgbClr val="0A2540"/>
                </a:solidFill>
                <a:latin typeface="Inter ExtraBold"/>
                <a:ea typeface="Inter ExtraBold"/>
                <a:cs typeface="Inter ExtraBold"/>
              </a:defRPr>
            </a:lvl7pPr>
            <a:lvl8pPr algn="l">
              <a:defRPr sz="3262" b="0" i="0" kern="0" spc="-104">
                <a:solidFill>
                  <a:srgbClr val="0A2540"/>
                </a:solidFill>
                <a:latin typeface="Inter ExtraBold"/>
                <a:ea typeface="Inter ExtraBold"/>
                <a:cs typeface="Inter ExtraBold"/>
              </a:defRPr>
            </a:lvl8pPr>
            <a:lvl9pPr algn="l">
              <a:defRPr sz="3262" b="0" i="0" kern="0" spc="-104">
                <a:solidFill>
                  <a:srgbClr val="0A2540"/>
                </a:solidFill>
                <a:latin typeface="Inter ExtraBold"/>
                <a:ea typeface="Inter ExtraBold"/>
                <a:cs typeface="Inter ExtraBold"/>
              </a:defRPr>
            </a:lvl9pPr>
          </a:lstStyle>
          <a:p>
            <a:pPr algn="l">
              <a:lnSpc>
                <a:spcPct val="100000"/>
              </a:lnSpc>
              <a:buNone/>
              <a:defRPr sz="3262" b="0" i="0" kern="0" spc="-104">
                <a:solidFill>
                  <a:srgbClr val="0A2540"/>
                </a:solidFill>
                <a:latin typeface="Inter ExtraBold"/>
                <a:ea typeface="Inter ExtraBold"/>
                <a:cs typeface="Inter ExtraBold"/>
              </a:defRPr>
            </a:pPr>
            <a:r>
              <a:rPr sz="3262" b="0" i="0" kern="0" spc="-104">
                <a:solidFill>
                  <a:srgbClr val="0A2540"/>
                </a:solidFill>
                <a:latin typeface="Inter ExtraBold"/>
                <a:ea typeface="Inter ExtraBold"/>
                <a:cs typeface="Inter ExtraBold"/>
              </a:rPr>
              <a:t>Surplus, and the two ways to restrict trade</a:t>
            </a:r>
          </a:p>
        </p:txBody>
      </p:sp>
      <p:sp>
        <p:nvSpPr>
          <p:cNvPr id="34" name="s4 text 3">
            <a:extLst>
              <a:ext uri="{FF2B5EF4-FFF2-40B4-BE49-F238E27FC236}">
                <a16:creationId xmlns:a16="http://schemas.microsoft.com/office/drawing/2014/main" id="{2F7B8884-A10A-4CAF-B492-C18958C06104}"/>
              </a:ext>
            </a:extLst>
          </p:cNvPr>
          <p:cNvSpPr>
            <a:spLocks noGrp="1"/>
          </p:cNvSpPr>
          <p:nvPr/>
        </p:nvSpPr>
        <p:spPr>
          <a:xfrm>
            <a:off x="8471036" y="1683246"/>
            <a:ext cx="1269111" cy="198804"/>
          </a:xfrm>
          <a:prstGeom prst="rect">
            <a:avLst/>
          </a:prstGeom>
          <a:noFill/>
          <a:ln w="0">
            <a:noFill/>
            <a:prstDash val="solid"/>
          </a:ln>
        </p:spPr>
        <p:txBody>
          <a:bodyPr wrap="none" lIns="0" tIns="0" rIns="0" bIns="0" anchor="t">
            <a:noAutofit/>
          </a:bodyPr>
          <a:lstStyle>
            <a:defPPr algn="l">
              <a:defRPr sz="1125" b="0" i="0" kern="0" spc="-9">
                <a:solidFill>
                  <a:srgbClr val="3D4D68"/>
                </a:solidFill>
                <a:latin typeface="Inter"/>
                <a:ea typeface="Inter"/>
                <a:cs typeface="Inter"/>
              </a:defRPr>
            </a:defPPr>
            <a:lvl1pPr algn="l">
              <a:defRPr sz="1125" b="0" i="0" kern="0" spc="-9">
                <a:solidFill>
                  <a:srgbClr val="3D4D68"/>
                </a:solidFill>
                <a:latin typeface="Inter"/>
                <a:ea typeface="Inter"/>
                <a:cs typeface="Inter"/>
              </a:defRPr>
            </a:lvl1pPr>
            <a:lvl2pPr algn="l">
              <a:defRPr sz="1125" b="0" i="0" kern="0" spc="-9">
                <a:solidFill>
                  <a:srgbClr val="3D4D68"/>
                </a:solidFill>
                <a:latin typeface="Inter"/>
                <a:ea typeface="Inter"/>
                <a:cs typeface="Inter"/>
              </a:defRPr>
            </a:lvl2pPr>
            <a:lvl3pPr algn="l">
              <a:defRPr sz="1125" b="0" i="0" kern="0" spc="-9">
                <a:solidFill>
                  <a:srgbClr val="3D4D68"/>
                </a:solidFill>
                <a:latin typeface="Inter"/>
                <a:ea typeface="Inter"/>
                <a:cs typeface="Inter"/>
              </a:defRPr>
            </a:lvl3pPr>
            <a:lvl4pPr algn="l">
              <a:defRPr sz="1125" b="0" i="0" kern="0" spc="-9">
                <a:solidFill>
                  <a:srgbClr val="3D4D68"/>
                </a:solidFill>
                <a:latin typeface="Inter"/>
                <a:ea typeface="Inter"/>
                <a:cs typeface="Inter"/>
              </a:defRPr>
            </a:lvl4pPr>
            <a:lvl5pPr algn="l">
              <a:defRPr sz="1125" b="0" i="0" kern="0" spc="-9">
                <a:solidFill>
                  <a:srgbClr val="3D4D68"/>
                </a:solidFill>
                <a:latin typeface="Inter"/>
                <a:ea typeface="Inter"/>
                <a:cs typeface="Inter"/>
              </a:defRPr>
            </a:lvl5pPr>
            <a:lvl6pPr algn="l">
              <a:defRPr sz="1125" b="0" i="0" kern="0" spc="-9">
                <a:solidFill>
                  <a:srgbClr val="3D4D68"/>
                </a:solidFill>
                <a:latin typeface="Inter"/>
                <a:ea typeface="Inter"/>
                <a:cs typeface="Inter"/>
              </a:defRPr>
            </a:lvl6pPr>
            <a:lvl7pPr algn="l">
              <a:defRPr sz="1125" b="0" i="0" kern="0" spc="-9">
                <a:solidFill>
                  <a:srgbClr val="3D4D68"/>
                </a:solidFill>
                <a:latin typeface="Inter"/>
                <a:ea typeface="Inter"/>
                <a:cs typeface="Inter"/>
              </a:defRPr>
            </a:lvl7pPr>
            <a:lvl8pPr algn="l">
              <a:defRPr sz="1125" b="0" i="0" kern="0" spc="-9">
                <a:solidFill>
                  <a:srgbClr val="3D4D68"/>
                </a:solidFill>
                <a:latin typeface="Inter"/>
                <a:ea typeface="Inter"/>
                <a:cs typeface="Inter"/>
              </a:defRPr>
            </a:lvl8pPr>
            <a:lvl9pPr algn="l">
              <a:defRPr sz="1125" b="0" i="0" kern="0" spc="-9">
                <a:solidFill>
                  <a:srgbClr val="3D4D68"/>
                </a:solidFill>
                <a:latin typeface="Inter"/>
                <a:ea typeface="Inter"/>
                <a:cs typeface="Inter"/>
              </a:defRPr>
            </a:lvl9pPr>
          </a:lstStyle>
          <a:p>
            <a:pPr algn="l">
              <a:lnSpc>
                <a:spcPct val="100000"/>
              </a:lnSpc>
              <a:buNone/>
              <a:defRPr sz="1125" b="0" i="0" kern="0" spc="-9">
                <a:solidFill>
                  <a:srgbClr val="3D4D68"/>
                </a:solidFill>
                <a:latin typeface="Inter"/>
                <a:ea typeface="Inter"/>
                <a:cs typeface="Inter"/>
              </a:defRPr>
            </a:pPr>
            <a:r>
              <a:rPr sz="1125" b="0" i="0" kern="0" spc="-9">
                <a:solidFill>
                  <a:srgbClr val="3D4D68"/>
                </a:solidFill>
                <a:latin typeface="Inter"/>
                <a:ea typeface="Inter"/>
                <a:cs typeface="Inter"/>
              </a:rPr>
              <a:t>consumer surplus</a:t>
            </a:r>
          </a:p>
        </p:txBody>
      </p:sp>
      <p:sp>
        <p:nvSpPr>
          <p:cNvPr id="35" name="s4 text 4">
            <a:extLst>
              <a:ext uri="{FF2B5EF4-FFF2-40B4-BE49-F238E27FC236}">
                <a16:creationId xmlns:a16="http://schemas.microsoft.com/office/drawing/2014/main" id="{2E17D18D-DCBB-44FB-BE98-B5CA483F5400}"/>
              </a:ext>
            </a:extLst>
          </p:cNvPr>
          <p:cNvSpPr>
            <a:spLocks noGrp="1"/>
          </p:cNvSpPr>
          <p:nvPr/>
        </p:nvSpPr>
        <p:spPr>
          <a:xfrm>
            <a:off x="10043331" y="1683246"/>
            <a:ext cx="1210437" cy="198804"/>
          </a:xfrm>
          <a:prstGeom prst="rect">
            <a:avLst/>
          </a:prstGeom>
          <a:noFill/>
          <a:ln w="0">
            <a:noFill/>
            <a:prstDash val="solid"/>
          </a:ln>
        </p:spPr>
        <p:txBody>
          <a:bodyPr wrap="none" lIns="0" tIns="0" rIns="0" bIns="0" anchor="t">
            <a:noAutofit/>
          </a:bodyPr>
          <a:lstStyle>
            <a:defPPr algn="l">
              <a:defRPr sz="1125" b="0" i="0" kern="0" spc="-9">
                <a:solidFill>
                  <a:srgbClr val="3D4D68"/>
                </a:solidFill>
                <a:latin typeface="Inter"/>
                <a:ea typeface="Inter"/>
                <a:cs typeface="Inter"/>
              </a:defRPr>
            </a:defPPr>
            <a:lvl1pPr algn="l">
              <a:defRPr sz="1125" b="0" i="0" kern="0" spc="-9">
                <a:solidFill>
                  <a:srgbClr val="3D4D68"/>
                </a:solidFill>
                <a:latin typeface="Inter"/>
                <a:ea typeface="Inter"/>
                <a:cs typeface="Inter"/>
              </a:defRPr>
            </a:lvl1pPr>
            <a:lvl2pPr algn="l">
              <a:defRPr sz="1125" b="0" i="0" kern="0" spc="-9">
                <a:solidFill>
                  <a:srgbClr val="3D4D68"/>
                </a:solidFill>
                <a:latin typeface="Inter"/>
                <a:ea typeface="Inter"/>
                <a:cs typeface="Inter"/>
              </a:defRPr>
            </a:lvl2pPr>
            <a:lvl3pPr algn="l">
              <a:defRPr sz="1125" b="0" i="0" kern="0" spc="-9">
                <a:solidFill>
                  <a:srgbClr val="3D4D68"/>
                </a:solidFill>
                <a:latin typeface="Inter"/>
                <a:ea typeface="Inter"/>
                <a:cs typeface="Inter"/>
              </a:defRPr>
            </a:lvl3pPr>
            <a:lvl4pPr algn="l">
              <a:defRPr sz="1125" b="0" i="0" kern="0" spc="-9">
                <a:solidFill>
                  <a:srgbClr val="3D4D68"/>
                </a:solidFill>
                <a:latin typeface="Inter"/>
                <a:ea typeface="Inter"/>
                <a:cs typeface="Inter"/>
              </a:defRPr>
            </a:lvl4pPr>
            <a:lvl5pPr algn="l">
              <a:defRPr sz="1125" b="0" i="0" kern="0" spc="-9">
                <a:solidFill>
                  <a:srgbClr val="3D4D68"/>
                </a:solidFill>
                <a:latin typeface="Inter"/>
                <a:ea typeface="Inter"/>
                <a:cs typeface="Inter"/>
              </a:defRPr>
            </a:lvl5pPr>
            <a:lvl6pPr algn="l">
              <a:defRPr sz="1125" b="0" i="0" kern="0" spc="-9">
                <a:solidFill>
                  <a:srgbClr val="3D4D68"/>
                </a:solidFill>
                <a:latin typeface="Inter"/>
                <a:ea typeface="Inter"/>
                <a:cs typeface="Inter"/>
              </a:defRPr>
            </a:lvl6pPr>
            <a:lvl7pPr algn="l">
              <a:defRPr sz="1125" b="0" i="0" kern="0" spc="-9">
                <a:solidFill>
                  <a:srgbClr val="3D4D68"/>
                </a:solidFill>
                <a:latin typeface="Inter"/>
                <a:ea typeface="Inter"/>
                <a:cs typeface="Inter"/>
              </a:defRPr>
            </a:lvl7pPr>
            <a:lvl8pPr algn="l">
              <a:defRPr sz="1125" b="0" i="0" kern="0" spc="-9">
                <a:solidFill>
                  <a:srgbClr val="3D4D68"/>
                </a:solidFill>
                <a:latin typeface="Inter"/>
                <a:ea typeface="Inter"/>
                <a:cs typeface="Inter"/>
              </a:defRPr>
            </a:lvl8pPr>
            <a:lvl9pPr algn="l">
              <a:defRPr sz="1125" b="0" i="0" kern="0" spc="-9">
                <a:solidFill>
                  <a:srgbClr val="3D4D68"/>
                </a:solidFill>
                <a:latin typeface="Inter"/>
                <a:ea typeface="Inter"/>
                <a:cs typeface="Inter"/>
              </a:defRPr>
            </a:lvl9pPr>
          </a:lstStyle>
          <a:p>
            <a:pPr algn="l">
              <a:lnSpc>
                <a:spcPct val="100000"/>
              </a:lnSpc>
              <a:buNone/>
              <a:defRPr sz="1125" b="0" i="0" kern="0" spc="-9">
                <a:solidFill>
                  <a:srgbClr val="3D4D68"/>
                </a:solidFill>
                <a:latin typeface="Inter"/>
                <a:ea typeface="Inter"/>
                <a:cs typeface="Inter"/>
              </a:defRPr>
            </a:pPr>
            <a:r>
              <a:rPr sz="1125" b="0" i="0" kern="0" spc="-9">
                <a:solidFill>
                  <a:srgbClr val="3D4D68"/>
                </a:solidFill>
                <a:latin typeface="Inter"/>
                <a:ea typeface="Inter"/>
                <a:cs typeface="Inter"/>
              </a:rPr>
              <a:t>producer surplus</a:t>
            </a:r>
          </a:p>
        </p:txBody>
      </p:sp>
      <p:sp>
        <p:nvSpPr>
          <p:cNvPr id="71" name="s4 text 35">
            <a:extLst>
              <a:ext uri="{FF2B5EF4-FFF2-40B4-BE49-F238E27FC236}">
                <a16:creationId xmlns:a16="http://schemas.microsoft.com/office/drawing/2014/main" id="{7792F565-772E-4EFD-B20B-B66DF67BB57C}"/>
              </a:ext>
            </a:extLst>
          </p:cNvPr>
          <p:cNvSpPr>
            <a:spLocks noGrp="1"/>
          </p:cNvSpPr>
          <p:nvPr/>
        </p:nvSpPr>
        <p:spPr>
          <a:xfrm>
            <a:off x="664369" y="6576938"/>
            <a:ext cx="5660612" cy="208744"/>
          </a:xfrm>
          <a:prstGeom prst="rect">
            <a:avLst/>
          </a:prstGeom>
          <a:noFill/>
          <a:ln w="0">
            <a:noFill/>
            <a:prstDash val="solid"/>
          </a:ln>
        </p:spPr>
        <p:txBody>
          <a:bodyPr wrap="none" lIns="0" tIns="0" rIns="0" bIns="0" anchor="t">
            <a:noAutofit/>
          </a:bodyPr>
          <a:lstStyle>
            <a:defPPr algn="l">
              <a:defRPr sz="1181" b="0" i="0" kern="0" spc="-9">
                <a:solidFill>
                  <a:srgbClr val="3D4D68"/>
                </a:solidFill>
                <a:latin typeface="Inter"/>
                <a:ea typeface="Inter"/>
                <a:cs typeface="Inter"/>
              </a:defRPr>
            </a:defPPr>
            <a:lvl1pPr algn="l">
              <a:defRPr sz="1181" b="0" i="0" kern="0" spc="-9">
                <a:solidFill>
                  <a:srgbClr val="3D4D68"/>
                </a:solidFill>
                <a:latin typeface="Inter"/>
                <a:ea typeface="Inter"/>
                <a:cs typeface="Inter"/>
              </a:defRPr>
            </a:lvl1pPr>
            <a:lvl2pPr algn="l">
              <a:defRPr sz="1181" b="0" i="0" kern="0" spc="-9">
                <a:solidFill>
                  <a:srgbClr val="3D4D68"/>
                </a:solidFill>
                <a:latin typeface="Inter"/>
                <a:ea typeface="Inter"/>
                <a:cs typeface="Inter"/>
              </a:defRPr>
            </a:lvl2pPr>
            <a:lvl3pPr algn="l">
              <a:defRPr sz="1181" b="0" i="0" kern="0" spc="-9">
                <a:solidFill>
                  <a:srgbClr val="3D4D68"/>
                </a:solidFill>
                <a:latin typeface="Inter"/>
                <a:ea typeface="Inter"/>
                <a:cs typeface="Inter"/>
              </a:defRPr>
            </a:lvl3pPr>
            <a:lvl4pPr algn="l">
              <a:defRPr sz="1181" b="0" i="0" kern="0" spc="-9">
                <a:solidFill>
                  <a:srgbClr val="3D4D68"/>
                </a:solidFill>
                <a:latin typeface="Inter"/>
                <a:ea typeface="Inter"/>
                <a:cs typeface="Inter"/>
              </a:defRPr>
            </a:lvl4pPr>
            <a:lvl5pPr algn="l">
              <a:defRPr sz="1181" b="0" i="0" kern="0" spc="-9">
                <a:solidFill>
                  <a:srgbClr val="3D4D68"/>
                </a:solidFill>
                <a:latin typeface="Inter"/>
                <a:ea typeface="Inter"/>
                <a:cs typeface="Inter"/>
              </a:defRPr>
            </a:lvl5pPr>
            <a:lvl6pPr algn="l">
              <a:defRPr sz="1181" b="0" i="0" kern="0" spc="-9">
                <a:solidFill>
                  <a:srgbClr val="3D4D68"/>
                </a:solidFill>
                <a:latin typeface="Inter"/>
                <a:ea typeface="Inter"/>
                <a:cs typeface="Inter"/>
              </a:defRPr>
            </a:lvl6pPr>
            <a:lvl7pPr algn="l">
              <a:defRPr sz="1181" b="0" i="0" kern="0" spc="-9">
                <a:solidFill>
                  <a:srgbClr val="3D4D68"/>
                </a:solidFill>
                <a:latin typeface="Inter"/>
                <a:ea typeface="Inter"/>
                <a:cs typeface="Inter"/>
              </a:defRPr>
            </a:lvl7pPr>
            <a:lvl8pPr algn="l">
              <a:defRPr sz="1181" b="0" i="0" kern="0" spc="-9">
                <a:solidFill>
                  <a:srgbClr val="3D4D68"/>
                </a:solidFill>
                <a:latin typeface="Inter"/>
                <a:ea typeface="Inter"/>
                <a:cs typeface="Inter"/>
              </a:defRPr>
            </a:lvl8pPr>
            <a:lvl9pPr algn="l">
              <a:defRPr sz="1181" b="0" i="0" kern="0" spc="-9">
                <a:solidFill>
                  <a:srgbClr val="3D4D68"/>
                </a:solidFill>
                <a:latin typeface="Inter"/>
                <a:ea typeface="Inter"/>
                <a:cs typeface="Inter"/>
              </a:defRPr>
            </a:lvl9pPr>
          </a:lstStyle>
          <a:p>
            <a:pPr algn="l">
              <a:lnSpc>
                <a:spcPct val="100000"/>
              </a:lnSpc>
              <a:buNone/>
              <a:defRPr sz="1181" b="0" i="0" kern="0" spc="-9">
                <a:solidFill>
                  <a:srgbClr val="3D4D68"/>
                </a:solidFill>
                <a:latin typeface="Inter"/>
                <a:ea typeface="Inter"/>
                <a:cs typeface="Inter"/>
              </a:defRPr>
            </a:pPr>
            <a:r>
              <a:rPr sz="1181" b="0" i="0" kern="0" spc="-9">
                <a:solidFill>
                  <a:srgbClr val="3D4D68"/>
                </a:solidFill>
                <a:latin typeface="Inter"/>
                <a:ea typeface="Inter"/>
                <a:cs typeface="Inter"/>
              </a:rPr>
              <a:t>Social surplus — the whole shaded area — is largest at the autarky equilibrium.</a:t>
            </a:r>
          </a:p>
        </p:txBody>
      </p:sp>
      <p:sp>
        <p:nvSpPr>
          <p:cNvPr id="72" name="s4 text 36">
            <a:extLst>
              <a:ext uri="{FF2B5EF4-FFF2-40B4-BE49-F238E27FC236}">
                <a16:creationId xmlns:a16="http://schemas.microsoft.com/office/drawing/2014/main" id="{6533E716-A993-48F6-B49A-B8FE18290206}"/>
              </a:ext>
            </a:extLst>
          </p:cNvPr>
          <p:cNvSpPr>
            <a:spLocks noGrp="1"/>
          </p:cNvSpPr>
          <p:nvPr/>
        </p:nvSpPr>
        <p:spPr>
          <a:xfrm>
            <a:off x="628650" y="1483900"/>
            <a:ext cx="3475419" cy="151819"/>
          </a:xfrm>
          <a:prstGeom prst="rect">
            <a:avLst/>
          </a:prstGeom>
          <a:noFill/>
          <a:ln w="0">
            <a:noFill/>
            <a:prstDash val="solid"/>
          </a:ln>
        </p:spPr>
        <p:txBody>
          <a:bodyPr wrap="none" lIns="0" tIns="0" rIns="0" bIns="0" anchor="t">
            <a:noAutofit/>
          </a:bodyPr>
          <a:lstStyle>
            <a:defPPr algn="l">
              <a:defRPr sz="787" b="0" i="0" kern="0" spc="118">
                <a:solidFill>
                  <a:srgbClr val="FFFFFF"/>
                </a:solidFill>
                <a:latin typeface="JetBrains Mono"/>
                <a:ea typeface="JetBrains Mono"/>
                <a:cs typeface="JetBrains Mono"/>
              </a:defRPr>
            </a:defPPr>
            <a:lvl1pPr algn="l">
              <a:defRPr sz="787" b="0" i="0" kern="0" spc="118">
                <a:solidFill>
                  <a:srgbClr val="FFFFFF"/>
                </a:solidFill>
                <a:latin typeface="JetBrains Mono"/>
                <a:ea typeface="JetBrains Mono"/>
                <a:cs typeface="JetBrains Mono"/>
              </a:defRPr>
            </a:lvl1pPr>
            <a:lvl2pPr algn="l">
              <a:defRPr sz="787" b="0" i="0" kern="0" spc="118">
                <a:solidFill>
                  <a:srgbClr val="FFFFFF"/>
                </a:solidFill>
                <a:latin typeface="JetBrains Mono"/>
                <a:ea typeface="JetBrains Mono"/>
                <a:cs typeface="JetBrains Mono"/>
              </a:defRPr>
            </a:lvl2pPr>
            <a:lvl3pPr algn="l">
              <a:defRPr sz="787" b="0" i="0" kern="0" spc="118">
                <a:solidFill>
                  <a:srgbClr val="FFFFFF"/>
                </a:solidFill>
                <a:latin typeface="JetBrains Mono"/>
                <a:ea typeface="JetBrains Mono"/>
                <a:cs typeface="JetBrains Mono"/>
              </a:defRPr>
            </a:lvl3pPr>
            <a:lvl4pPr algn="l">
              <a:defRPr sz="787" b="0" i="0" kern="0" spc="118">
                <a:solidFill>
                  <a:srgbClr val="FFFFFF"/>
                </a:solidFill>
                <a:latin typeface="JetBrains Mono"/>
                <a:ea typeface="JetBrains Mono"/>
                <a:cs typeface="JetBrains Mono"/>
              </a:defRPr>
            </a:lvl4pPr>
            <a:lvl5pPr algn="l">
              <a:defRPr sz="787" b="0" i="0" kern="0" spc="118">
                <a:solidFill>
                  <a:srgbClr val="FFFFFF"/>
                </a:solidFill>
                <a:latin typeface="JetBrains Mono"/>
                <a:ea typeface="JetBrains Mono"/>
                <a:cs typeface="JetBrains Mono"/>
              </a:defRPr>
            </a:lvl5pPr>
            <a:lvl6pPr algn="l">
              <a:defRPr sz="787" b="0" i="0" kern="0" spc="118">
                <a:solidFill>
                  <a:srgbClr val="FFFFFF"/>
                </a:solidFill>
                <a:latin typeface="JetBrains Mono"/>
                <a:ea typeface="JetBrains Mono"/>
                <a:cs typeface="JetBrains Mono"/>
              </a:defRPr>
            </a:lvl6pPr>
            <a:lvl7pPr algn="l">
              <a:defRPr sz="787" b="0" i="0" kern="0" spc="118">
                <a:solidFill>
                  <a:srgbClr val="FFFFFF"/>
                </a:solidFill>
                <a:latin typeface="JetBrains Mono"/>
                <a:ea typeface="JetBrains Mono"/>
                <a:cs typeface="JetBrains Mono"/>
              </a:defRPr>
            </a:lvl7pPr>
            <a:lvl8pPr algn="l">
              <a:defRPr sz="787" b="0" i="0" kern="0" spc="118">
                <a:solidFill>
                  <a:srgbClr val="FFFFFF"/>
                </a:solidFill>
                <a:latin typeface="JetBrains Mono"/>
                <a:ea typeface="JetBrains Mono"/>
                <a:cs typeface="JetBrains Mono"/>
              </a:defRPr>
            </a:lvl8pPr>
            <a:lvl9pPr algn="l">
              <a:defRPr sz="787" b="0" i="0" kern="0" spc="118">
                <a:solidFill>
                  <a:srgbClr val="FFFFFF"/>
                </a:solidFill>
                <a:latin typeface="JetBrains Mono"/>
                <a:ea typeface="JetBrains Mono"/>
                <a:cs typeface="JetBrains Mono"/>
              </a:defRPr>
            </a:lvl9pPr>
          </a:lstStyle>
          <a:p>
            <a:pPr algn="l">
              <a:lnSpc>
                <a:spcPct val="100000"/>
              </a:lnSpc>
              <a:buNone/>
              <a:defRPr sz="787" b="0" i="0" kern="0" spc="118">
                <a:solidFill>
                  <a:srgbClr val="FFFFFF"/>
                </a:solidFill>
                <a:latin typeface="JetBrains Mono"/>
                <a:ea typeface="JetBrains Mono"/>
                <a:cs typeface="JetBrains Mono"/>
              </a:defRPr>
            </a:pPr>
            <a:r>
              <a:rPr sz="787" b="0" i="0" kern="0" spc="118">
                <a:solidFill>
                  <a:srgbClr val="FFFFFF"/>
                </a:solidFill>
                <a:latin typeface="JetBrains Mono"/>
                <a:ea typeface="JetBrains Mono"/>
                <a:cs typeface="JetBrains Mono"/>
              </a:rPr>
              <a:t>FIG. 2 · CONSUMER, PRODUCER AND SOCIAL SURPLUS</a:t>
            </a:r>
          </a:p>
        </p:txBody>
      </p:sp>
      <p:sp>
        <p:nvSpPr>
          <p:cNvPr id="73" name="s4 text 37">
            <a:extLst>
              <a:ext uri="{FF2B5EF4-FFF2-40B4-BE49-F238E27FC236}">
                <a16:creationId xmlns:a16="http://schemas.microsoft.com/office/drawing/2014/main" id="{BEAC0483-DA83-4FCC-97E4-FA7920825F36}"/>
              </a:ext>
            </a:extLst>
          </p:cNvPr>
          <p:cNvSpPr>
            <a:spLocks noGrp="1"/>
          </p:cNvSpPr>
          <p:nvPr/>
        </p:nvSpPr>
        <p:spPr>
          <a:xfrm>
            <a:off x="514350" y="7370207"/>
            <a:ext cx="1124074"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CONCEPT PRIMER</a:t>
            </a:r>
          </a:p>
        </p:txBody>
      </p:sp>
      <p:sp>
        <p:nvSpPr>
          <p:cNvPr id="74" name="s4 text 38">
            <a:extLst>
              <a:ext uri="{FF2B5EF4-FFF2-40B4-BE49-F238E27FC236}">
                <a16:creationId xmlns:a16="http://schemas.microsoft.com/office/drawing/2014/main" id="{03D91FC2-6194-4FE1-801F-BE9398F04AC6}"/>
              </a:ext>
            </a:extLst>
          </p:cNvPr>
          <p:cNvSpPr>
            <a:spLocks noGrp="1"/>
          </p:cNvSpPr>
          <p:nvPr/>
        </p:nvSpPr>
        <p:spPr>
          <a:xfrm>
            <a:off x="12732283" y="7370207"/>
            <a:ext cx="498279"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4 / 26</a:t>
            </a:r>
          </a:p>
        </p:txBody>
      </p:sp>
    </p:spTree>
    <p:extLst>
      <p:ext uri="{BB962C8B-B14F-4D97-AF65-F5344CB8AC3E}">
        <p14:creationId xmlns:p14="http://schemas.microsoft.com/office/powerpoint/2010/main" val="1188887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 name="Blueprint grid">
            <a:extLst>
              <a:ext uri="{FF2B5EF4-FFF2-40B4-BE49-F238E27FC236}">
                <a16:creationId xmlns:a16="http://schemas.microsoft.com/office/drawing/2014/main" id="{8257C6F3-A7A0-41C0-A534-1CF8CA68AC7C}"/>
              </a:ext>
            </a:extLst>
          </p:cNvPr>
          <p:cNvSpPr>
            <a:spLocks noGrp="1"/>
          </p:cNvSpPr>
          <p:nvPr/>
        </p:nvSpPr>
        <p:spPr>
          <a:xfrm>
            <a:off x="7144" y="0"/>
            <a:ext cx="7144" cy="7715250"/>
          </a:xfrm>
          <a:prstGeom prst="rect">
            <a:avLst/>
          </a:prstGeom>
          <a:solidFill>
            <a:srgbClr val="0A2540">
              <a:alpha val="5000"/>
            </a:srgbClr>
          </a:solidFill>
          <a:ln w="0">
            <a:noFill/>
            <a:prstDash val="solid"/>
          </a:ln>
        </p:spPr>
      </p:sp>
      <p:sp>
        <p:nvSpPr>
          <p:cNvPr id="2" name="Blueprint grid">
            <a:extLst>
              <a:ext uri="{FF2B5EF4-FFF2-40B4-BE49-F238E27FC236}">
                <a16:creationId xmlns:a16="http://schemas.microsoft.com/office/drawing/2014/main" id="{0F38CF7E-9ED2-4046-A046-E19FB69A5ECE}"/>
              </a:ext>
            </a:extLst>
          </p:cNvPr>
          <p:cNvSpPr>
            <a:spLocks noGrp="1"/>
          </p:cNvSpPr>
          <p:nvPr/>
        </p:nvSpPr>
        <p:spPr>
          <a:xfrm>
            <a:off x="578644" y="0"/>
            <a:ext cx="7144" cy="7715250"/>
          </a:xfrm>
          <a:prstGeom prst="rect">
            <a:avLst/>
          </a:prstGeom>
          <a:solidFill>
            <a:srgbClr val="0A2540">
              <a:alpha val="5000"/>
            </a:srgbClr>
          </a:solidFill>
          <a:ln w="0">
            <a:noFill/>
            <a:prstDash val="solid"/>
          </a:ln>
        </p:spPr>
      </p:sp>
      <p:sp>
        <p:nvSpPr>
          <p:cNvPr id="3" name="Blueprint grid">
            <a:extLst>
              <a:ext uri="{FF2B5EF4-FFF2-40B4-BE49-F238E27FC236}">
                <a16:creationId xmlns:a16="http://schemas.microsoft.com/office/drawing/2014/main" id="{9D36A08E-BBE9-43EA-8CB4-BBCBC0EF4D59}"/>
              </a:ext>
            </a:extLst>
          </p:cNvPr>
          <p:cNvSpPr>
            <a:spLocks noGrp="1"/>
          </p:cNvSpPr>
          <p:nvPr/>
        </p:nvSpPr>
        <p:spPr>
          <a:xfrm>
            <a:off x="9151144" y="0"/>
            <a:ext cx="7144" cy="7715250"/>
          </a:xfrm>
          <a:prstGeom prst="rect">
            <a:avLst/>
          </a:prstGeom>
          <a:solidFill>
            <a:srgbClr val="0A2540">
              <a:alpha val="5000"/>
            </a:srgbClr>
          </a:solidFill>
          <a:ln w="0">
            <a:noFill/>
            <a:prstDash val="solid"/>
          </a:ln>
        </p:spPr>
      </p:sp>
      <p:sp>
        <p:nvSpPr>
          <p:cNvPr id="4" name="Blueprint grid">
            <a:extLst>
              <a:ext uri="{FF2B5EF4-FFF2-40B4-BE49-F238E27FC236}">
                <a16:creationId xmlns:a16="http://schemas.microsoft.com/office/drawing/2014/main" id="{F0F273A3-87CA-47C7-8CBA-07DA1DE0FB8B}"/>
              </a:ext>
            </a:extLst>
          </p:cNvPr>
          <p:cNvSpPr>
            <a:spLocks noGrp="1"/>
          </p:cNvSpPr>
          <p:nvPr/>
        </p:nvSpPr>
        <p:spPr>
          <a:xfrm>
            <a:off x="9436894" y="0"/>
            <a:ext cx="7144" cy="7715250"/>
          </a:xfrm>
          <a:prstGeom prst="rect">
            <a:avLst/>
          </a:prstGeom>
          <a:solidFill>
            <a:srgbClr val="0A2540">
              <a:alpha val="5000"/>
            </a:srgbClr>
          </a:solidFill>
          <a:ln w="0">
            <a:noFill/>
            <a:prstDash val="solid"/>
          </a:ln>
        </p:spPr>
      </p:sp>
      <p:sp>
        <p:nvSpPr>
          <p:cNvPr id="5" name="Blueprint grid">
            <a:extLst>
              <a:ext uri="{FF2B5EF4-FFF2-40B4-BE49-F238E27FC236}">
                <a16:creationId xmlns:a16="http://schemas.microsoft.com/office/drawing/2014/main" id="{50FCC76D-E760-43C9-AC1E-F3C7D4F590BB}"/>
              </a:ext>
            </a:extLst>
          </p:cNvPr>
          <p:cNvSpPr>
            <a:spLocks noGrp="1"/>
          </p:cNvSpPr>
          <p:nvPr/>
        </p:nvSpPr>
        <p:spPr>
          <a:xfrm>
            <a:off x="9722644" y="0"/>
            <a:ext cx="7144" cy="7715250"/>
          </a:xfrm>
          <a:prstGeom prst="rect">
            <a:avLst/>
          </a:prstGeom>
          <a:solidFill>
            <a:srgbClr val="0A2540">
              <a:alpha val="5000"/>
            </a:srgbClr>
          </a:solidFill>
          <a:ln w="0">
            <a:noFill/>
            <a:prstDash val="solid"/>
          </a:ln>
        </p:spPr>
      </p:sp>
      <p:sp>
        <p:nvSpPr>
          <p:cNvPr id="6" name="Blueprint grid">
            <a:extLst>
              <a:ext uri="{FF2B5EF4-FFF2-40B4-BE49-F238E27FC236}">
                <a16:creationId xmlns:a16="http://schemas.microsoft.com/office/drawing/2014/main" id="{CABBBCD8-7614-4A8D-9AB2-C11D6273B472}"/>
              </a:ext>
            </a:extLst>
          </p:cNvPr>
          <p:cNvSpPr>
            <a:spLocks noGrp="1"/>
          </p:cNvSpPr>
          <p:nvPr/>
        </p:nvSpPr>
        <p:spPr>
          <a:xfrm>
            <a:off x="10008394" y="0"/>
            <a:ext cx="7144" cy="7715250"/>
          </a:xfrm>
          <a:prstGeom prst="rect">
            <a:avLst/>
          </a:prstGeom>
          <a:solidFill>
            <a:srgbClr val="0A2540">
              <a:alpha val="5000"/>
            </a:srgbClr>
          </a:solidFill>
          <a:ln w="0">
            <a:noFill/>
            <a:prstDash val="solid"/>
          </a:ln>
        </p:spPr>
      </p:sp>
      <p:sp>
        <p:nvSpPr>
          <p:cNvPr id="7" name="Blueprint grid">
            <a:extLst>
              <a:ext uri="{FF2B5EF4-FFF2-40B4-BE49-F238E27FC236}">
                <a16:creationId xmlns:a16="http://schemas.microsoft.com/office/drawing/2014/main" id="{757C6563-DEB6-403E-9C7B-4F77CAB19F28}"/>
              </a:ext>
            </a:extLst>
          </p:cNvPr>
          <p:cNvSpPr>
            <a:spLocks noGrp="1"/>
          </p:cNvSpPr>
          <p:nvPr/>
        </p:nvSpPr>
        <p:spPr>
          <a:xfrm>
            <a:off x="10294144" y="0"/>
            <a:ext cx="7144" cy="7715250"/>
          </a:xfrm>
          <a:prstGeom prst="rect">
            <a:avLst/>
          </a:prstGeom>
          <a:solidFill>
            <a:srgbClr val="0A2540">
              <a:alpha val="5000"/>
            </a:srgbClr>
          </a:solidFill>
          <a:ln w="0">
            <a:noFill/>
            <a:prstDash val="solid"/>
          </a:ln>
        </p:spPr>
      </p:sp>
      <p:sp>
        <p:nvSpPr>
          <p:cNvPr id="8" name="Blueprint grid">
            <a:extLst>
              <a:ext uri="{FF2B5EF4-FFF2-40B4-BE49-F238E27FC236}">
                <a16:creationId xmlns:a16="http://schemas.microsoft.com/office/drawing/2014/main" id="{8E68560A-2E8B-4A17-8743-DE17ED339C14}"/>
              </a:ext>
            </a:extLst>
          </p:cNvPr>
          <p:cNvSpPr>
            <a:spLocks noGrp="1"/>
          </p:cNvSpPr>
          <p:nvPr/>
        </p:nvSpPr>
        <p:spPr>
          <a:xfrm>
            <a:off x="10579894" y="0"/>
            <a:ext cx="7144" cy="7715250"/>
          </a:xfrm>
          <a:prstGeom prst="rect">
            <a:avLst/>
          </a:prstGeom>
          <a:solidFill>
            <a:srgbClr val="0A2540">
              <a:alpha val="5000"/>
            </a:srgbClr>
          </a:solidFill>
          <a:ln w="0">
            <a:noFill/>
            <a:prstDash val="solid"/>
          </a:ln>
        </p:spPr>
      </p:sp>
      <p:sp>
        <p:nvSpPr>
          <p:cNvPr id="9" name="Blueprint grid">
            <a:extLst>
              <a:ext uri="{FF2B5EF4-FFF2-40B4-BE49-F238E27FC236}">
                <a16:creationId xmlns:a16="http://schemas.microsoft.com/office/drawing/2014/main" id="{562E2D03-3E80-4EC9-9143-10B7F0115F39}"/>
              </a:ext>
            </a:extLst>
          </p:cNvPr>
          <p:cNvSpPr>
            <a:spLocks noGrp="1"/>
          </p:cNvSpPr>
          <p:nvPr/>
        </p:nvSpPr>
        <p:spPr>
          <a:xfrm>
            <a:off x="10865644" y="0"/>
            <a:ext cx="7144" cy="7715250"/>
          </a:xfrm>
          <a:prstGeom prst="rect">
            <a:avLst/>
          </a:prstGeom>
          <a:solidFill>
            <a:srgbClr val="0A2540">
              <a:alpha val="5000"/>
            </a:srgbClr>
          </a:solidFill>
          <a:ln w="0">
            <a:noFill/>
            <a:prstDash val="solid"/>
          </a:ln>
        </p:spPr>
      </p:sp>
      <p:sp>
        <p:nvSpPr>
          <p:cNvPr id="10" name="Layout surface">
            <a:extLst>
              <a:ext uri="{FF2B5EF4-FFF2-40B4-BE49-F238E27FC236}">
                <a16:creationId xmlns:a16="http://schemas.microsoft.com/office/drawing/2014/main" id="{30B8AB8D-9F4A-41C8-A5D4-D7BBD2B04DD8}"/>
              </a:ext>
            </a:extLst>
          </p:cNvPr>
          <p:cNvSpPr>
            <a:spLocks noGrp="1"/>
          </p:cNvSpPr>
          <p:nvPr/>
        </p:nvSpPr>
        <p:spPr>
          <a:xfrm>
            <a:off x="0" y="0"/>
            <a:ext cx="1428750" cy="35719"/>
          </a:xfrm>
          <a:prstGeom prst="rect">
            <a:avLst/>
          </a:prstGeom>
          <a:solidFill>
            <a:srgbClr val="0A2540"/>
          </a:solidFill>
          <a:ln w="0">
            <a:noFill/>
            <a:prstDash val="solid"/>
          </a:ln>
        </p:spPr>
      </p:sp>
      <p:sp>
        <p:nvSpPr>
          <p:cNvPr id="11" name="Layout surface">
            <a:extLst>
              <a:ext uri="{FF2B5EF4-FFF2-40B4-BE49-F238E27FC236}">
                <a16:creationId xmlns:a16="http://schemas.microsoft.com/office/drawing/2014/main" id="{3830B6F5-1294-41A4-8CEC-1AB2B1FCA5E2}"/>
              </a:ext>
            </a:extLst>
          </p:cNvPr>
          <p:cNvSpPr>
            <a:spLocks noGrp="1"/>
          </p:cNvSpPr>
          <p:nvPr/>
        </p:nvSpPr>
        <p:spPr>
          <a:xfrm>
            <a:off x="1428750" y="0"/>
            <a:ext cx="1000125" cy="35719"/>
          </a:xfrm>
          <a:prstGeom prst="rect">
            <a:avLst/>
          </a:prstGeom>
          <a:solidFill>
            <a:srgbClr val="1D4ED8"/>
          </a:solidFill>
          <a:ln w="0">
            <a:noFill/>
            <a:prstDash val="solid"/>
          </a:ln>
        </p:spPr>
      </p:sp>
      <p:sp>
        <p:nvSpPr>
          <p:cNvPr id="12" name="Layout surface">
            <a:extLst>
              <a:ext uri="{FF2B5EF4-FFF2-40B4-BE49-F238E27FC236}">
                <a16:creationId xmlns:a16="http://schemas.microsoft.com/office/drawing/2014/main" id="{D96259B9-C358-4CCE-B0C1-2DF79E2C20B8}"/>
              </a:ext>
            </a:extLst>
          </p:cNvPr>
          <p:cNvSpPr>
            <a:spLocks noGrp="1"/>
          </p:cNvSpPr>
          <p:nvPr/>
        </p:nvSpPr>
        <p:spPr>
          <a:xfrm>
            <a:off x="2428875" y="0"/>
            <a:ext cx="11287125" cy="35719"/>
          </a:xfrm>
          <a:prstGeom prst="rect">
            <a:avLst/>
          </a:prstGeom>
          <a:solidFill>
            <a:srgbClr val="0A2540">
              <a:alpha val="16000"/>
            </a:srgbClr>
          </a:solidFill>
          <a:ln w="0">
            <a:noFill/>
            <a:prstDash val="solid"/>
          </a:ln>
        </p:spPr>
      </p:sp>
      <p:sp>
        <p:nvSpPr>
          <p:cNvPr id="13" name="s5 text 3">
            <a:extLst>
              <a:ext uri="{FF2B5EF4-FFF2-40B4-BE49-F238E27FC236}">
                <a16:creationId xmlns:a16="http://schemas.microsoft.com/office/drawing/2014/main" id="{8CB0A438-C3FF-4874-8CDA-E462A05C8DD7}"/>
              </a:ext>
            </a:extLst>
          </p:cNvPr>
          <p:cNvSpPr>
            <a:spLocks noGrp="1"/>
          </p:cNvSpPr>
          <p:nvPr/>
        </p:nvSpPr>
        <p:spPr>
          <a:xfrm>
            <a:off x="10447734" y="-78581"/>
            <a:ext cx="3929062" cy="2711053"/>
          </a:xfrm>
          <a:prstGeom prst="rect">
            <a:avLst/>
          </a:prstGeom>
          <a:noFill/>
          <a:ln w="0">
            <a:noFill/>
            <a:prstDash val="solid"/>
          </a:ln>
        </p:spPr>
        <p:txBody>
          <a:bodyPr wrap="none" lIns="0" tIns="0" rIns="0" bIns="0" anchor="t">
            <a:noAutofit/>
          </a:bodyPr>
          <a:lstStyle>
            <a:defPPr algn="l">
              <a:defRPr sz="14062" b="1" i="0" kern="0" spc="-984">
                <a:solidFill>
                  <a:srgbClr val="0A2540">
                    <a:alpha val="7500"/>
                  </a:srgbClr>
                </a:solidFill>
                <a:latin typeface="JetBrains Mono"/>
                <a:ea typeface="JetBrains Mono"/>
                <a:cs typeface="JetBrains Mono"/>
              </a:defRPr>
            </a:defPPr>
            <a:lvl1pPr algn="l">
              <a:defRPr sz="14062" b="1" i="0" kern="0" spc="-984">
                <a:solidFill>
                  <a:srgbClr val="0A2540">
                    <a:alpha val="7500"/>
                  </a:srgbClr>
                </a:solidFill>
                <a:latin typeface="JetBrains Mono"/>
                <a:ea typeface="JetBrains Mono"/>
                <a:cs typeface="JetBrains Mono"/>
              </a:defRPr>
            </a:lvl1pPr>
            <a:lvl2pPr algn="l">
              <a:defRPr sz="14062" b="1" i="0" kern="0" spc="-984">
                <a:solidFill>
                  <a:srgbClr val="0A2540">
                    <a:alpha val="7500"/>
                  </a:srgbClr>
                </a:solidFill>
                <a:latin typeface="JetBrains Mono"/>
                <a:ea typeface="JetBrains Mono"/>
                <a:cs typeface="JetBrains Mono"/>
              </a:defRPr>
            </a:lvl2pPr>
            <a:lvl3pPr algn="l">
              <a:defRPr sz="14062" b="1" i="0" kern="0" spc="-984">
                <a:solidFill>
                  <a:srgbClr val="0A2540">
                    <a:alpha val="7500"/>
                  </a:srgbClr>
                </a:solidFill>
                <a:latin typeface="JetBrains Mono"/>
                <a:ea typeface="JetBrains Mono"/>
                <a:cs typeface="JetBrains Mono"/>
              </a:defRPr>
            </a:lvl3pPr>
            <a:lvl4pPr algn="l">
              <a:defRPr sz="14062" b="1" i="0" kern="0" spc="-984">
                <a:solidFill>
                  <a:srgbClr val="0A2540">
                    <a:alpha val="7500"/>
                  </a:srgbClr>
                </a:solidFill>
                <a:latin typeface="JetBrains Mono"/>
                <a:ea typeface="JetBrains Mono"/>
                <a:cs typeface="JetBrains Mono"/>
              </a:defRPr>
            </a:lvl4pPr>
            <a:lvl5pPr algn="l">
              <a:defRPr sz="14062" b="1" i="0" kern="0" spc="-984">
                <a:solidFill>
                  <a:srgbClr val="0A2540">
                    <a:alpha val="7500"/>
                  </a:srgbClr>
                </a:solidFill>
                <a:latin typeface="JetBrains Mono"/>
                <a:ea typeface="JetBrains Mono"/>
                <a:cs typeface="JetBrains Mono"/>
              </a:defRPr>
            </a:lvl5pPr>
            <a:lvl6pPr algn="l">
              <a:defRPr sz="14062" b="1" i="0" kern="0" spc="-984">
                <a:solidFill>
                  <a:srgbClr val="0A2540">
                    <a:alpha val="7500"/>
                  </a:srgbClr>
                </a:solidFill>
                <a:latin typeface="JetBrains Mono"/>
                <a:ea typeface="JetBrains Mono"/>
                <a:cs typeface="JetBrains Mono"/>
              </a:defRPr>
            </a:lvl6pPr>
            <a:lvl7pPr algn="l">
              <a:defRPr sz="14062" b="1" i="0" kern="0" spc="-984">
                <a:solidFill>
                  <a:srgbClr val="0A2540">
                    <a:alpha val="7500"/>
                  </a:srgbClr>
                </a:solidFill>
                <a:latin typeface="JetBrains Mono"/>
                <a:ea typeface="JetBrains Mono"/>
                <a:cs typeface="JetBrains Mono"/>
              </a:defRPr>
            </a:lvl7pPr>
            <a:lvl8pPr algn="l">
              <a:defRPr sz="14062" b="1" i="0" kern="0" spc="-984">
                <a:solidFill>
                  <a:srgbClr val="0A2540">
                    <a:alpha val="7500"/>
                  </a:srgbClr>
                </a:solidFill>
                <a:latin typeface="JetBrains Mono"/>
                <a:ea typeface="JetBrains Mono"/>
                <a:cs typeface="JetBrains Mono"/>
              </a:defRPr>
            </a:lvl8pPr>
            <a:lvl9pPr algn="l">
              <a:defRPr sz="14062" b="1" i="0" kern="0" spc="-984">
                <a:solidFill>
                  <a:srgbClr val="0A2540">
                    <a:alpha val="7500"/>
                  </a:srgbClr>
                </a:solidFill>
                <a:latin typeface="JetBrains Mono"/>
                <a:ea typeface="JetBrains Mono"/>
                <a:cs typeface="JetBrains Mono"/>
              </a:defRPr>
            </a:lvl9pPr>
          </a:lstStyle>
          <a:p>
            <a:pPr algn="l">
              <a:lnSpc>
                <a:spcPct val="100000"/>
              </a:lnSpc>
              <a:buNone/>
              <a:defRPr sz="14062" b="1" i="0" kern="0" spc="-984">
                <a:solidFill>
                  <a:srgbClr val="0A2540">
                    <a:alpha val="7500"/>
                  </a:srgbClr>
                </a:solidFill>
                <a:latin typeface="JetBrains Mono"/>
                <a:ea typeface="JetBrains Mono"/>
                <a:cs typeface="JetBrains Mono"/>
              </a:defRPr>
            </a:pPr>
            <a:r>
              <a:rPr sz="14062" b="1" i="0" kern="0" spc="-984">
                <a:solidFill>
                  <a:srgbClr val="0A2540">
                    <a:alpha val="7500"/>
                  </a:srgbClr>
                </a:solidFill>
                <a:latin typeface="JetBrains Mono"/>
                <a:ea typeface="JetBrains Mono"/>
                <a:cs typeface="JetBrains Mono"/>
              </a:rPr>
              <a:t>5.1</a:t>
            </a:r>
          </a:p>
        </p:txBody>
      </p:sp>
      <p:sp>
        <p:nvSpPr>
          <p:cNvPr id="14" name="Source layout 5">
            <a:extLst>
              <a:ext uri="{FF2B5EF4-FFF2-40B4-BE49-F238E27FC236}">
                <a16:creationId xmlns:a16="http://schemas.microsoft.com/office/drawing/2014/main" id="{1B93E64E-3B48-445D-8ABB-25A9739C5109}"/>
              </a:ext>
            </a:extLst>
          </p:cNvPr>
          <p:cNvSpPr>
            <a:spLocks noGrp="1"/>
          </p:cNvSpPr>
          <p:nvPr/>
        </p:nvSpPr>
        <p:spPr>
          <a:xfrm>
            <a:off x="514350" y="1300162"/>
            <a:ext cx="78581" cy="78581"/>
          </a:xfrm>
          <a:custGeom>
            <a:avLst/>
            <a:gdLst/>
            <a:ahLst/>
            <a:cxnLst/>
            <a:rect l="0" t="0" r="0" b="0"/>
            <a:pathLst>
              <a:path w="78581" h="78581">
                <a:moveTo>
                  <a:pt x="0" y="0"/>
                </a:moveTo>
                <a:lnTo>
                  <a:pt x="78581" y="0"/>
                </a:lnTo>
                <a:lnTo>
                  <a:pt x="78581" y="78581"/>
                </a:lnTo>
                <a:lnTo>
                  <a:pt x="0" y="78581"/>
                </a:lnTo>
                <a:close/>
              </a:path>
            </a:pathLst>
          </a:custGeom>
          <a:solidFill>
            <a:srgbClr val="1D4ED8"/>
          </a:solidFill>
          <a:ln w="7144">
            <a:noFill/>
            <a:prstDash val="solid"/>
          </a:ln>
        </p:spPr>
      </p:sp>
      <p:sp>
        <p:nvSpPr>
          <p:cNvPr id="15" name="Source layout 6">
            <a:extLst>
              <a:ext uri="{FF2B5EF4-FFF2-40B4-BE49-F238E27FC236}">
                <a16:creationId xmlns:a16="http://schemas.microsoft.com/office/drawing/2014/main" id="{865608B0-2DAF-46F5-9223-85EDB5747682}"/>
              </a:ext>
            </a:extLst>
          </p:cNvPr>
          <p:cNvSpPr>
            <a:spLocks noGrp="1"/>
          </p:cNvSpPr>
          <p:nvPr/>
        </p:nvSpPr>
        <p:spPr>
          <a:xfrm>
            <a:off x="514350" y="7250906"/>
            <a:ext cx="12687299" cy="7144"/>
          </a:xfrm>
          <a:custGeom>
            <a:avLst/>
            <a:gdLst/>
            <a:ahLst/>
            <a:cxnLst/>
            <a:rect l="0" t="0" r="0" b="0"/>
            <a:pathLst>
              <a:path w="12687299" h="7144">
                <a:moveTo>
                  <a:pt x="0" y="0"/>
                </a:moveTo>
                <a:lnTo>
                  <a:pt x="12687299" y="0"/>
                </a:lnTo>
                <a:lnTo>
                  <a:pt x="12687299" y="7144"/>
                </a:lnTo>
                <a:lnTo>
                  <a:pt x="0" y="7144"/>
                </a:lnTo>
                <a:close/>
              </a:path>
            </a:pathLst>
          </a:custGeom>
          <a:solidFill>
            <a:srgbClr val="0A2540">
              <a:alpha val="16080"/>
            </a:srgbClr>
          </a:solidFill>
          <a:ln w="7144">
            <a:noFill/>
            <a:prstDash val="solid"/>
          </a:ln>
        </p:spPr>
      </p:sp>
      <p:sp>
        <p:nvSpPr>
          <p:cNvPr id="16" name="Source layout 7">
            <a:extLst>
              <a:ext uri="{FF2B5EF4-FFF2-40B4-BE49-F238E27FC236}">
                <a16:creationId xmlns:a16="http://schemas.microsoft.com/office/drawing/2014/main" id="{9DC211F9-7950-4C60-BF06-E9680A6C1E7A}"/>
              </a:ext>
            </a:extLst>
          </p:cNvPr>
          <p:cNvSpPr>
            <a:spLocks noGrp="1"/>
          </p:cNvSpPr>
          <p:nvPr/>
        </p:nvSpPr>
        <p:spPr>
          <a:xfrm>
            <a:off x="514350" y="2185987"/>
            <a:ext cx="11715750" cy="4014787"/>
          </a:xfrm>
          <a:custGeom>
            <a:avLst/>
            <a:gdLst/>
            <a:ahLst/>
            <a:cxnLst/>
            <a:rect l="0" t="0" r="0" b="0"/>
            <a:pathLst>
              <a:path w="11715750" h="4014787">
                <a:moveTo>
                  <a:pt x="0" y="0"/>
                </a:moveTo>
                <a:lnTo>
                  <a:pt x="11715750" y="0"/>
                </a:lnTo>
                <a:lnTo>
                  <a:pt x="11715750" y="4014787"/>
                </a:lnTo>
                <a:lnTo>
                  <a:pt x="0" y="4014787"/>
                </a:lnTo>
                <a:close/>
              </a:path>
            </a:pathLst>
          </a:custGeom>
          <a:solidFill>
            <a:srgbClr val="FFFFFF"/>
          </a:solidFill>
          <a:ln w="7144">
            <a:noFill/>
            <a:prstDash val="solid"/>
          </a:ln>
        </p:spPr>
      </p:sp>
      <p:sp>
        <p:nvSpPr>
          <p:cNvPr id="17" name="Source layout 8">
            <a:extLst>
              <a:ext uri="{FF2B5EF4-FFF2-40B4-BE49-F238E27FC236}">
                <a16:creationId xmlns:a16="http://schemas.microsoft.com/office/drawing/2014/main" id="{1EC8F220-F8D0-48B2-BA82-13EC00AF3B7A}"/>
              </a:ext>
            </a:extLst>
          </p:cNvPr>
          <p:cNvSpPr>
            <a:spLocks noGrp="1"/>
          </p:cNvSpPr>
          <p:nvPr/>
        </p:nvSpPr>
        <p:spPr>
          <a:xfrm>
            <a:off x="514350" y="2185987"/>
            <a:ext cx="11715750" cy="7144"/>
          </a:xfrm>
          <a:custGeom>
            <a:avLst/>
            <a:gdLst/>
            <a:ahLst/>
            <a:cxnLst/>
            <a:rect l="0" t="0" r="0" b="0"/>
            <a:pathLst>
              <a:path w="11715750" h="7144">
                <a:moveTo>
                  <a:pt x="0" y="0"/>
                </a:moveTo>
                <a:lnTo>
                  <a:pt x="11715750" y="0"/>
                </a:lnTo>
                <a:lnTo>
                  <a:pt x="11715750" y="7144"/>
                </a:lnTo>
                <a:lnTo>
                  <a:pt x="0" y="7144"/>
                </a:lnTo>
                <a:close/>
              </a:path>
            </a:pathLst>
          </a:custGeom>
          <a:solidFill>
            <a:srgbClr val="0A2540">
              <a:alpha val="34120"/>
            </a:srgbClr>
          </a:solidFill>
          <a:ln w="7144">
            <a:noFill/>
            <a:prstDash val="solid"/>
          </a:ln>
        </p:spPr>
      </p:sp>
      <p:sp>
        <p:nvSpPr>
          <p:cNvPr id="18" name="Source layout 9">
            <a:extLst>
              <a:ext uri="{FF2B5EF4-FFF2-40B4-BE49-F238E27FC236}">
                <a16:creationId xmlns:a16="http://schemas.microsoft.com/office/drawing/2014/main" id="{11773714-9AC4-4F11-9E55-D56D50153865}"/>
              </a:ext>
            </a:extLst>
          </p:cNvPr>
          <p:cNvSpPr>
            <a:spLocks noGrp="1"/>
          </p:cNvSpPr>
          <p:nvPr/>
        </p:nvSpPr>
        <p:spPr>
          <a:xfrm>
            <a:off x="514350" y="6193631"/>
            <a:ext cx="11715750" cy="7144"/>
          </a:xfrm>
          <a:custGeom>
            <a:avLst/>
            <a:gdLst/>
            <a:ahLst/>
            <a:cxnLst/>
            <a:rect l="0" t="0" r="0" b="0"/>
            <a:pathLst>
              <a:path w="11715750" h="7144">
                <a:moveTo>
                  <a:pt x="0" y="0"/>
                </a:moveTo>
                <a:lnTo>
                  <a:pt x="11715750" y="0"/>
                </a:lnTo>
                <a:lnTo>
                  <a:pt x="11715750" y="7144"/>
                </a:lnTo>
                <a:lnTo>
                  <a:pt x="0" y="7144"/>
                </a:lnTo>
                <a:close/>
              </a:path>
            </a:pathLst>
          </a:custGeom>
          <a:solidFill>
            <a:srgbClr val="0A2540">
              <a:alpha val="34120"/>
            </a:srgbClr>
          </a:solidFill>
          <a:ln w="7144">
            <a:noFill/>
            <a:prstDash val="solid"/>
          </a:ln>
        </p:spPr>
      </p:sp>
      <p:sp>
        <p:nvSpPr>
          <p:cNvPr id="19" name="Source layout 10">
            <a:extLst>
              <a:ext uri="{FF2B5EF4-FFF2-40B4-BE49-F238E27FC236}">
                <a16:creationId xmlns:a16="http://schemas.microsoft.com/office/drawing/2014/main" id="{F8C9527A-513F-472F-A05C-CF3B4FC3CD09}"/>
              </a:ext>
            </a:extLst>
          </p:cNvPr>
          <p:cNvSpPr>
            <a:spLocks noGrp="1"/>
          </p:cNvSpPr>
          <p:nvPr/>
        </p:nvSpPr>
        <p:spPr>
          <a:xfrm>
            <a:off x="12222956" y="2185987"/>
            <a:ext cx="7144" cy="4014787"/>
          </a:xfrm>
          <a:custGeom>
            <a:avLst/>
            <a:gdLst/>
            <a:ahLst/>
            <a:cxnLst/>
            <a:rect l="0" t="0" r="0" b="0"/>
            <a:pathLst>
              <a:path w="7144" h="4014787">
                <a:moveTo>
                  <a:pt x="0" y="0"/>
                </a:moveTo>
                <a:lnTo>
                  <a:pt x="7144" y="0"/>
                </a:lnTo>
                <a:lnTo>
                  <a:pt x="7144" y="4014787"/>
                </a:lnTo>
                <a:lnTo>
                  <a:pt x="0" y="4014787"/>
                </a:lnTo>
                <a:close/>
              </a:path>
            </a:pathLst>
          </a:custGeom>
          <a:solidFill>
            <a:srgbClr val="0A2540">
              <a:alpha val="34120"/>
            </a:srgbClr>
          </a:solidFill>
          <a:ln w="7144">
            <a:noFill/>
            <a:prstDash val="solid"/>
          </a:ln>
        </p:spPr>
      </p:sp>
      <p:sp>
        <p:nvSpPr>
          <p:cNvPr id="20" name="Source layout 11">
            <a:extLst>
              <a:ext uri="{FF2B5EF4-FFF2-40B4-BE49-F238E27FC236}">
                <a16:creationId xmlns:a16="http://schemas.microsoft.com/office/drawing/2014/main" id="{7E7403D5-835E-4487-A749-431AD4DCB295}"/>
              </a:ext>
            </a:extLst>
          </p:cNvPr>
          <p:cNvSpPr>
            <a:spLocks noGrp="1"/>
          </p:cNvSpPr>
          <p:nvPr/>
        </p:nvSpPr>
        <p:spPr>
          <a:xfrm>
            <a:off x="514350" y="2185987"/>
            <a:ext cx="42862" cy="4014787"/>
          </a:xfrm>
          <a:custGeom>
            <a:avLst/>
            <a:gdLst/>
            <a:ahLst/>
            <a:cxnLst/>
            <a:rect l="0" t="0" r="0" b="0"/>
            <a:pathLst>
              <a:path w="42862" h="4014787">
                <a:moveTo>
                  <a:pt x="0" y="0"/>
                </a:moveTo>
                <a:lnTo>
                  <a:pt x="0" y="4014787"/>
                </a:lnTo>
                <a:lnTo>
                  <a:pt x="42862" y="4007644"/>
                </a:lnTo>
                <a:lnTo>
                  <a:pt x="42862" y="7144"/>
                </a:lnTo>
              </a:path>
            </a:pathLst>
          </a:custGeom>
          <a:solidFill>
            <a:srgbClr val="0A2540"/>
          </a:solidFill>
          <a:ln w="7144">
            <a:noFill/>
            <a:prstDash val="solid"/>
          </a:ln>
        </p:spPr>
      </p:sp>
      <p:sp>
        <p:nvSpPr>
          <p:cNvPr id="21" name="Source layout 12">
            <a:extLst>
              <a:ext uri="{FF2B5EF4-FFF2-40B4-BE49-F238E27FC236}">
                <a16:creationId xmlns:a16="http://schemas.microsoft.com/office/drawing/2014/main" id="{9395F74B-1611-43C2-8FDC-92BD7D5465AB}"/>
              </a:ext>
            </a:extLst>
          </p:cNvPr>
          <p:cNvSpPr>
            <a:spLocks noGrp="1"/>
          </p:cNvSpPr>
          <p:nvPr/>
        </p:nvSpPr>
        <p:spPr>
          <a:xfrm>
            <a:off x="557212" y="2193131"/>
            <a:ext cx="1100137" cy="228600"/>
          </a:xfrm>
          <a:custGeom>
            <a:avLst/>
            <a:gdLst/>
            <a:ahLst/>
            <a:cxnLst/>
            <a:rect l="0" t="0" r="0" b="0"/>
            <a:pathLst>
              <a:path w="1100137" h="228600">
                <a:moveTo>
                  <a:pt x="0" y="0"/>
                </a:moveTo>
                <a:lnTo>
                  <a:pt x="1100137" y="0"/>
                </a:lnTo>
                <a:lnTo>
                  <a:pt x="1100137" y="228600"/>
                </a:lnTo>
                <a:lnTo>
                  <a:pt x="0" y="228600"/>
                </a:lnTo>
                <a:close/>
              </a:path>
            </a:pathLst>
          </a:custGeom>
          <a:solidFill>
            <a:srgbClr val="0A2540"/>
          </a:solidFill>
          <a:ln w="7144">
            <a:noFill/>
            <a:prstDash val="solid"/>
          </a:ln>
        </p:spPr>
      </p:sp>
      <p:sp>
        <p:nvSpPr>
          <p:cNvPr id="22" name="s5 text 1">
            <a:extLst>
              <a:ext uri="{FF2B5EF4-FFF2-40B4-BE49-F238E27FC236}">
                <a16:creationId xmlns:a16="http://schemas.microsoft.com/office/drawing/2014/main" id="{37333C52-2D73-465D-8E32-9F54144D67CB}"/>
              </a:ext>
            </a:extLst>
          </p:cNvPr>
          <p:cNvSpPr>
            <a:spLocks noGrp="1"/>
          </p:cNvSpPr>
          <p:nvPr/>
        </p:nvSpPr>
        <p:spPr>
          <a:xfrm>
            <a:off x="678656" y="1269301"/>
            <a:ext cx="2400303" cy="173507"/>
          </a:xfrm>
          <a:prstGeom prst="rect">
            <a:avLst/>
          </a:prstGeom>
          <a:noFill/>
          <a:ln w="0">
            <a:noFill/>
            <a:prstDash val="solid"/>
          </a:ln>
        </p:spPr>
        <p:txBody>
          <a:bodyPr wrap="none" lIns="0" tIns="0" rIns="0" bIns="0" anchor="t">
            <a:noAutofit/>
          </a:bodyPr>
          <a:lstStyle>
            <a:defPPr algn="l">
              <a:defRPr sz="900" b="0" i="0" kern="0" spc="180">
                <a:solidFill>
                  <a:srgbClr val="1D4ED8"/>
                </a:solidFill>
                <a:latin typeface="JetBrains Mono"/>
                <a:ea typeface="JetBrains Mono"/>
                <a:cs typeface="JetBrains Mono"/>
              </a:defRPr>
            </a:defPPr>
            <a:lvl1pPr algn="l">
              <a:defRPr sz="900" b="0" i="0" kern="0" spc="180">
                <a:solidFill>
                  <a:srgbClr val="1D4ED8"/>
                </a:solidFill>
                <a:latin typeface="JetBrains Mono"/>
                <a:ea typeface="JetBrains Mono"/>
                <a:cs typeface="JetBrains Mono"/>
              </a:defRPr>
            </a:lvl1pPr>
            <a:lvl2pPr algn="l">
              <a:defRPr sz="900" b="0" i="0" kern="0" spc="180">
                <a:solidFill>
                  <a:srgbClr val="1D4ED8"/>
                </a:solidFill>
                <a:latin typeface="JetBrains Mono"/>
                <a:ea typeface="JetBrains Mono"/>
                <a:cs typeface="JetBrains Mono"/>
              </a:defRPr>
            </a:lvl2pPr>
            <a:lvl3pPr algn="l">
              <a:defRPr sz="900" b="0" i="0" kern="0" spc="180">
                <a:solidFill>
                  <a:srgbClr val="1D4ED8"/>
                </a:solidFill>
                <a:latin typeface="JetBrains Mono"/>
                <a:ea typeface="JetBrains Mono"/>
                <a:cs typeface="JetBrains Mono"/>
              </a:defRPr>
            </a:lvl3pPr>
            <a:lvl4pPr algn="l">
              <a:defRPr sz="900" b="0" i="0" kern="0" spc="180">
                <a:solidFill>
                  <a:srgbClr val="1D4ED8"/>
                </a:solidFill>
                <a:latin typeface="JetBrains Mono"/>
                <a:ea typeface="JetBrains Mono"/>
                <a:cs typeface="JetBrains Mono"/>
              </a:defRPr>
            </a:lvl4pPr>
            <a:lvl5pPr algn="l">
              <a:defRPr sz="900" b="0" i="0" kern="0" spc="180">
                <a:solidFill>
                  <a:srgbClr val="1D4ED8"/>
                </a:solidFill>
                <a:latin typeface="JetBrains Mono"/>
                <a:ea typeface="JetBrains Mono"/>
                <a:cs typeface="JetBrains Mono"/>
              </a:defRPr>
            </a:lvl5pPr>
            <a:lvl6pPr algn="l">
              <a:defRPr sz="900" b="0" i="0" kern="0" spc="180">
                <a:solidFill>
                  <a:srgbClr val="1D4ED8"/>
                </a:solidFill>
                <a:latin typeface="JetBrains Mono"/>
                <a:ea typeface="JetBrains Mono"/>
                <a:cs typeface="JetBrains Mono"/>
              </a:defRPr>
            </a:lvl6pPr>
            <a:lvl7pPr algn="l">
              <a:defRPr sz="900" b="0" i="0" kern="0" spc="180">
                <a:solidFill>
                  <a:srgbClr val="1D4ED8"/>
                </a:solidFill>
                <a:latin typeface="JetBrains Mono"/>
                <a:ea typeface="JetBrains Mono"/>
                <a:cs typeface="JetBrains Mono"/>
              </a:defRPr>
            </a:lvl7pPr>
            <a:lvl8pPr algn="l">
              <a:defRPr sz="900" b="0" i="0" kern="0" spc="180">
                <a:solidFill>
                  <a:srgbClr val="1D4ED8"/>
                </a:solidFill>
                <a:latin typeface="JetBrains Mono"/>
                <a:ea typeface="JetBrains Mono"/>
                <a:cs typeface="JetBrains Mono"/>
              </a:defRPr>
            </a:lvl8pPr>
            <a:lvl9pPr algn="l">
              <a:defRPr sz="900" b="0" i="0" kern="0" spc="180">
                <a:solidFill>
                  <a:srgbClr val="1D4ED8"/>
                </a:solidFill>
                <a:latin typeface="JetBrains Mono"/>
                <a:ea typeface="JetBrains Mono"/>
                <a:cs typeface="JetBrains Mono"/>
              </a:defRPr>
            </a:lvl9pPr>
          </a:lstStyle>
          <a:p>
            <a:pPr algn="l">
              <a:lnSpc>
                <a:spcPct val="100000"/>
              </a:lnSpc>
              <a:buNone/>
              <a:defRPr sz="900" b="0" i="0" kern="0" spc="180">
                <a:solidFill>
                  <a:srgbClr val="1D4ED8"/>
                </a:solidFill>
                <a:latin typeface="JetBrains Mono"/>
                <a:ea typeface="JetBrains Mono"/>
                <a:cs typeface="JetBrains Mono"/>
              </a:defRPr>
            </a:pPr>
            <a:r>
              <a:rPr sz="900" b="0" i="0" kern="0" spc="180">
                <a:solidFill>
                  <a:srgbClr val="1D4ED8"/>
                </a:solidFill>
                <a:latin typeface="JetBrains Mono"/>
                <a:ea typeface="JetBrains Mono"/>
                <a:cs typeface="JetBrains Mono"/>
              </a:rPr>
              <a:t>PART 2 OF 5 · QUESTION 5.1</a:t>
            </a:r>
          </a:p>
        </p:txBody>
      </p:sp>
      <p:sp>
        <p:nvSpPr>
          <p:cNvPr id="23" name="s5 text 2">
            <a:extLst>
              <a:ext uri="{FF2B5EF4-FFF2-40B4-BE49-F238E27FC236}">
                <a16:creationId xmlns:a16="http://schemas.microsoft.com/office/drawing/2014/main" id="{A0B5D6EC-503F-45D1-B0A8-BD4BB1729671}"/>
              </a:ext>
            </a:extLst>
          </p:cNvPr>
          <p:cNvSpPr>
            <a:spLocks noGrp="1"/>
          </p:cNvSpPr>
          <p:nvPr/>
        </p:nvSpPr>
        <p:spPr>
          <a:xfrm>
            <a:off x="514350" y="1471612"/>
            <a:ext cx="7898797" cy="636173"/>
          </a:xfrm>
          <a:prstGeom prst="rect">
            <a:avLst/>
          </a:prstGeom>
          <a:noFill/>
          <a:ln w="0">
            <a:noFill/>
            <a:prstDash val="solid"/>
          </a:ln>
        </p:spPr>
        <p:txBody>
          <a:bodyPr wrap="none" lIns="0" tIns="0" rIns="0" bIns="0" anchor="t">
            <a:noAutofit/>
          </a:bodyPr>
          <a:lstStyle>
            <a:defPPr algn="l">
              <a:defRPr sz="3600" b="0" i="0" kern="0" spc="-115">
                <a:solidFill>
                  <a:srgbClr val="0A2540"/>
                </a:solidFill>
                <a:latin typeface="Inter ExtraBold"/>
                <a:ea typeface="Inter ExtraBold"/>
                <a:cs typeface="Inter ExtraBold"/>
              </a:defRPr>
            </a:defPPr>
            <a:lvl1pPr algn="l">
              <a:defRPr sz="3600" b="0" i="0" kern="0" spc="-115">
                <a:solidFill>
                  <a:srgbClr val="0A2540"/>
                </a:solidFill>
                <a:latin typeface="Inter ExtraBold"/>
                <a:ea typeface="Inter ExtraBold"/>
                <a:cs typeface="Inter ExtraBold"/>
              </a:defRPr>
            </a:lvl1pPr>
            <a:lvl2pPr algn="l">
              <a:defRPr sz="3600" b="0" i="0" kern="0" spc="-115">
                <a:solidFill>
                  <a:srgbClr val="0A2540"/>
                </a:solidFill>
                <a:latin typeface="Inter ExtraBold"/>
                <a:ea typeface="Inter ExtraBold"/>
                <a:cs typeface="Inter ExtraBold"/>
              </a:defRPr>
            </a:lvl2pPr>
            <a:lvl3pPr algn="l">
              <a:defRPr sz="3600" b="0" i="0" kern="0" spc="-115">
                <a:solidFill>
                  <a:srgbClr val="0A2540"/>
                </a:solidFill>
                <a:latin typeface="Inter ExtraBold"/>
                <a:ea typeface="Inter ExtraBold"/>
                <a:cs typeface="Inter ExtraBold"/>
              </a:defRPr>
            </a:lvl3pPr>
            <a:lvl4pPr algn="l">
              <a:defRPr sz="3600" b="0" i="0" kern="0" spc="-115">
                <a:solidFill>
                  <a:srgbClr val="0A2540"/>
                </a:solidFill>
                <a:latin typeface="Inter ExtraBold"/>
                <a:ea typeface="Inter ExtraBold"/>
                <a:cs typeface="Inter ExtraBold"/>
              </a:defRPr>
            </a:lvl4pPr>
            <a:lvl5pPr algn="l">
              <a:defRPr sz="3600" b="0" i="0" kern="0" spc="-115">
                <a:solidFill>
                  <a:srgbClr val="0A2540"/>
                </a:solidFill>
                <a:latin typeface="Inter ExtraBold"/>
                <a:ea typeface="Inter ExtraBold"/>
                <a:cs typeface="Inter ExtraBold"/>
              </a:defRPr>
            </a:lvl5pPr>
            <a:lvl6pPr algn="l">
              <a:defRPr sz="3600" b="0" i="0" kern="0" spc="-115">
                <a:solidFill>
                  <a:srgbClr val="0A2540"/>
                </a:solidFill>
                <a:latin typeface="Inter ExtraBold"/>
                <a:ea typeface="Inter ExtraBold"/>
                <a:cs typeface="Inter ExtraBold"/>
              </a:defRPr>
            </a:lvl6pPr>
            <a:lvl7pPr algn="l">
              <a:defRPr sz="3600" b="0" i="0" kern="0" spc="-115">
                <a:solidFill>
                  <a:srgbClr val="0A2540"/>
                </a:solidFill>
                <a:latin typeface="Inter ExtraBold"/>
                <a:ea typeface="Inter ExtraBold"/>
                <a:cs typeface="Inter ExtraBold"/>
              </a:defRPr>
            </a:lvl7pPr>
            <a:lvl8pPr algn="l">
              <a:defRPr sz="3600" b="0" i="0" kern="0" spc="-115">
                <a:solidFill>
                  <a:srgbClr val="0A2540"/>
                </a:solidFill>
                <a:latin typeface="Inter ExtraBold"/>
                <a:ea typeface="Inter ExtraBold"/>
                <a:cs typeface="Inter ExtraBold"/>
              </a:defRPr>
            </a:lvl8pPr>
            <a:lvl9pPr algn="l">
              <a:defRPr sz="3600" b="0" i="0" kern="0" spc="-115">
                <a:solidFill>
                  <a:srgbClr val="0A2540"/>
                </a:solidFill>
                <a:latin typeface="Inter ExtraBold"/>
                <a:ea typeface="Inter ExtraBold"/>
                <a:cs typeface="Inter ExtraBold"/>
              </a:defRPr>
            </a:lvl9pPr>
          </a:lstStyle>
          <a:p>
            <a:pPr algn="l">
              <a:lnSpc>
                <a:spcPct val="100000"/>
              </a:lnSpc>
              <a:buNone/>
              <a:defRPr sz="3600" b="0" i="0" kern="0" spc="-115">
                <a:solidFill>
                  <a:srgbClr val="0A2540"/>
                </a:solidFill>
                <a:latin typeface="Inter ExtraBold"/>
                <a:ea typeface="Inter ExtraBold"/>
                <a:cs typeface="Inter ExtraBold"/>
              </a:defRPr>
            </a:pPr>
            <a:r>
              <a:rPr sz="3600" b="0" i="0" kern="0" spc="-115">
                <a:solidFill>
                  <a:srgbClr val="0A2540"/>
                </a:solidFill>
                <a:latin typeface="Inter ExtraBold"/>
                <a:ea typeface="Inter ExtraBold"/>
                <a:cs typeface="Inter ExtraBold"/>
              </a:rPr>
              <a:t>The television market in country Z</a:t>
            </a:r>
          </a:p>
        </p:txBody>
      </p:sp>
      <p:sp>
        <p:nvSpPr>
          <p:cNvPr id="24" name="s5 text 4">
            <a:extLst>
              <a:ext uri="{FF2B5EF4-FFF2-40B4-BE49-F238E27FC236}">
                <a16:creationId xmlns:a16="http://schemas.microsoft.com/office/drawing/2014/main" id="{ABE2C0EF-08BE-4BA7-ADA1-AF3714DC7B50}"/>
              </a:ext>
            </a:extLst>
          </p:cNvPr>
          <p:cNvSpPr>
            <a:spLocks noGrp="1"/>
          </p:cNvSpPr>
          <p:nvPr/>
        </p:nvSpPr>
        <p:spPr>
          <a:xfrm>
            <a:off x="514350" y="7370207"/>
            <a:ext cx="1906319"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QUESTION 5.1 · COUNTRY Z</a:t>
            </a:r>
          </a:p>
        </p:txBody>
      </p:sp>
      <p:sp>
        <p:nvSpPr>
          <p:cNvPr id="25" name="s5 text 5">
            <a:extLst>
              <a:ext uri="{FF2B5EF4-FFF2-40B4-BE49-F238E27FC236}">
                <a16:creationId xmlns:a16="http://schemas.microsoft.com/office/drawing/2014/main" id="{139B5A4F-BF38-418C-A132-00F8FF2DAF17}"/>
              </a:ext>
            </a:extLst>
          </p:cNvPr>
          <p:cNvSpPr>
            <a:spLocks noGrp="1"/>
          </p:cNvSpPr>
          <p:nvPr/>
        </p:nvSpPr>
        <p:spPr>
          <a:xfrm>
            <a:off x="12732283" y="7370207"/>
            <a:ext cx="498279"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5 / 26</a:t>
            </a:r>
          </a:p>
        </p:txBody>
      </p:sp>
      <p:sp>
        <p:nvSpPr>
          <p:cNvPr id="26" name="s5 text 6">
            <a:extLst>
              <a:ext uri="{FF2B5EF4-FFF2-40B4-BE49-F238E27FC236}">
                <a16:creationId xmlns:a16="http://schemas.microsoft.com/office/drawing/2014/main" id="{4CDBF094-C3A4-452E-AD58-26CFA0EF8387}"/>
              </a:ext>
            </a:extLst>
          </p:cNvPr>
          <p:cNvSpPr>
            <a:spLocks noGrp="1"/>
          </p:cNvSpPr>
          <p:nvPr/>
        </p:nvSpPr>
        <p:spPr>
          <a:xfrm>
            <a:off x="800100" y="2528441"/>
            <a:ext cx="10785729" cy="298206"/>
          </a:xfrm>
          <a:prstGeom prst="rect">
            <a:avLst/>
          </a:prstGeom>
          <a:noFill/>
          <a:ln w="0">
            <a:noFill/>
            <a:prstDash val="solid"/>
          </a:ln>
        </p:spPr>
        <p:txBody>
          <a:bodyPr wrap="none" lIns="0" tIns="0" rIns="0" bIns="0" anchor="t">
            <a:noAutofit/>
          </a:bodyPr>
          <a:lstStyle>
            <a:defPPr algn="l">
              <a:defRPr sz="1687" b="0" i="0" kern="0" spc="-9">
                <a:solidFill>
                  <a:srgbClr val="0A2540"/>
                </a:solidFill>
                <a:latin typeface="Inter"/>
                <a:ea typeface="Inter"/>
                <a:cs typeface="Inter"/>
              </a:defRPr>
            </a:defPPr>
            <a:lvl1pPr algn="l">
              <a:defRPr sz="1687" b="0" i="0" kern="0" spc="-9">
                <a:solidFill>
                  <a:srgbClr val="0A2540"/>
                </a:solidFill>
                <a:latin typeface="Inter"/>
                <a:ea typeface="Inter"/>
                <a:cs typeface="Inter"/>
              </a:defRPr>
            </a:lvl1pPr>
            <a:lvl2pPr algn="l">
              <a:defRPr sz="1687" b="0" i="0" kern="0" spc="-9">
                <a:solidFill>
                  <a:srgbClr val="0A2540"/>
                </a:solidFill>
                <a:latin typeface="Inter"/>
                <a:ea typeface="Inter"/>
                <a:cs typeface="Inter"/>
              </a:defRPr>
            </a:lvl2pPr>
            <a:lvl3pPr algn="l">
              <a:defRPr sz="1687" b="0" i="0" kern="0" spc="-9">
                <a:solidFill>
                  <a:srgbClr val="0A2540"/>
                </a:solidFill>
                <a:latin typeface="Inter"/>
                <a:ea typeface="Inter"/>
                <a:cs typeface="Inter"/>
              </a:defRPr>
            </a:lvl3pPr>
            <a:lvl4pPr algn="l">
              <a:defRPr sz="1687" b="0" i="0" kern="0" spc="-9">
                <a:solidFill>
                  <a:srgbClr val="0A2540"/>
                </a:solidFill>
                <a:latin typeface="Inter"/>
                <a:ea typeface="Inter"/>
                <a:cs typeface="Inter"/>
              </a:defRPr>
            </a:lvl4pPr>
            <a:lvl5pPr algn="l">
              <a:defRPr sz="1687" b="0" i="0" kern="0" spc="-9">
                <a:solidFill>
                  <a:srgbClr val="0A2540"/>
                </a:solidFill>
                <a:latin typeface="Inter"/>
                <a:ea typeface="Inter"/>
                <a:cs typeface="Inter"/>
              </a:defRPr>
            </a:lvl5pPr>
            <a:lvl6pPr algn="l">
              <a:defRPr sz="1687" b="0" i="0" kern="0" spc="-9">
                <a:solidFill>
                  <a:srgbClr val="0A2540"/>
                </a:solidFill>
                <a:latin typeface="Inter"/>
                <a:ea typeface="Inter"/>
                <a:cs typeface="Inter"/>
              </a:defRPr>
            </a:lvl6pPr>
            <a:lvl7pPr algn="l">
              <a:defRPr sz="1687" b="0" i="0" kern="0" spc="-9">
                <a:solidFill>
                  <a:srgbClr val="0A2540"/>
                </a:solidFill>
                <a:latin typeface="Inter"/>
                <a:ea typeface="Inter"/>
                <a:cs typeface="Inter"/>
              </a:defRPr>
            </a:lvl7pPr>
            <a:lvl8pPr algn="l">
              <a:defRPr sz="1687" b="0" i="0" kern="0" spc="-9">
                <a:solidFill>
                  <a:srgbClr val="0A2540"/>
                </a:solidFill>
                <a:latin typeface="Inter"/>
                <a:ea typeface="Inter"/>
                <a:cs typeface="Inter"/>
              </a:defRPr>
            </a:lvl8pPr>
            <a:lvl9pPr algn="l">
              <a:defRPr sz="1687" b="0" i="0" kern="0" spc="-9">
                <a:solidFill>
                  <a:srgbClr val="0A2540"/>
                </a:solidFill>
                <a:latin typeface="Inter"/>
                <a:ea typeface="Inter"/>
                <a:cs typeface="Inter"/>
              </a:defRPr>
            </a:lvl9pPr>
          </a:lstStyle>
          <a:p>
            <a:pPr algn="l">
              <a:lnSpc>
                <a:spcPct val="100000"/>
              </a:lnSpc>
              <a:buNone/>
              <a:defRPr sz="1687" b="0" i="0" kern="0" spc="-9">
                <a:solidFill>
                  <a:srgbClr val="0A2540"/>
                </a:solidFill>
                <a:latin typeface="Inter"/>
                <a:ea typeface="Inter"/>
                <a:cs typeface="Inter"/>
              </a:defRPr>
            </a:pPr>
            <a:r>
              <a:rPr sz="1687" b="0" i="0" kern="0" spc="-9">
                <a:solidFill>
                  <a:srgbClr val="0A2540"/>
                </a:solidFill>
                <a:latin typeface="Inter"/>
                <a:ea typeface="Inter"/>
                <a:cs typeface="Inter"/>
              </a:rPr>
              <a:t>Suppose country Z is a small country where all buyers and sellers there are price takers. The figure below</a:t>
            </a:r>
          </a:p>
        </p:txBody>
      </p:sp>
      <p:sp>
        <p:nvSpPr>
          <p:cNvPr id="27" name="s5 text 7">
            <a:extLst>
              <a:ext uri="{FF2B5EF4-FFF2-40B4-BE49-F238E27FC236}">
                <a16:creationId xmlns:a16="http://schemas.microsoft.com/office/drawing/2014/main" id="{73C5C867-9176-4483-90BB-33FBA759BB30}"/>
              </a:ext>
            </a:extLst>
          </p:cNvPr>
          <p:cNvSpPr>
            <a:spLocks noGrp="1"/>
          </p:cNvSpPr>
          <p:nvPr/>
        </p:nvSpPr>
        <p:spPr>
          <a:xfrm>
            <a:off x="800100" y="2835622"/>
            <a:ext cx="11304937" cy="298206"/>
          </a:xfrm>
          <a:prstGeom prst="rect">
            <a:avLst/>
          </a:prstGeom>
          <a:noFill/>
          <a:ln w="0">
            <a:noFill/>
            <a:prstDash val="solid"/>
          </a:ln>
        </p:spPr>
        <p:txBody>
          <a:bodyPr wrap="none" lIns="0" tIns="0" rIns="0" bIns="0" anchor="t">
            <a:noAutofit/>
          </a:bodyPr>
          <a:lstStyle>
            <a:defPPr algn="l">
              <a:defRPr sz="1687" b="0" i="0" kern="0" spc="-9">
                <a:solidFill>
                  <a:srgbClr val="0A2540"/>
                </a:solidFill>
                <a:latin typeface="Inter"/>
                <a:ea typeface="Inter"/>
                <a:cs typeface="Inter"/>
              </a:defRPr>
            </a:defPPr>
            <a:lvl1pPr algn="l">
              <a:defRPr sz="1687" b="0" i="0" kern="0" spc="-9">
                <a:solidFill>
                  <a:srgbClr val="0A2540"/>
                </a:solidFill>
                <a:latin typeface="Inter"/>
                <a:ea typeface="Inter"/>
                <a:cs typeface="Inter"/>
              </a:defRPr>
            </a:lvl1pPr>
            <a:lvl2pPr algn="l">
              <a:defRPr sz="1687" b="0" i="0" kern="0" spc="-9">
                <a:solidFill>
                  <a:srgbClr val="0A2540"/>
                </a:solidFill>
                <a:latin typeface="Inter"/>
                <a:ea typeface="Inter"/>
                <a:cs typeface="Inter"/>
              </a:defRPr>
            </a:lvl2pPr>
            <a:lvl3pPr algn="l">
              <a:defRPr sz="1687" b="0" i="0" kern="0" spc="-9">
                <a:solidFill>
                  <a:srgbClr val="0A2540"/>
                </a:solidFill>
                <a:latin typeface="Inter"/>
                <a:ea typeface="Inter"/>
                <a:cs typeface="Inter"/>
              </a:defRPr>
            </a:lvl3pPr>
            <a:lvl4pPr algn="l">
              <a:defRPr sz="1687" b="0" i="0" kern="0" spc="-9">
                <a:solidFill>
                  <a:srgbClr val="0A2540"/>
                </a:solidFill>
                <a:latin typeface="Inter"/>
                <a:ea typeface="Inter"/>
                <a:cs typeface="Inter"/>
              </a:defRPr>
            </a:lvl4pPr>
            <a:lvl5pPr algn="l">
              <a:defRPr sz="1687" b="0" i="0" kern="0" spc="-9">
                <a:solidFill>
                  <a:srgbClr val="0A2540"/>
                </a:solidFill>
                <a:latin typeface="Inter"/>
                <a:ea typeface="Inter"/>
                <a:cs typeface="Inter"/>
              </a:defRPr>
            </a:lvl5pPr>
            <a:lvl6pPr algn="l">
              <a:defRPr sz="1687" b="0" i="0" kern="0" spc="-9">
                <a:solidFill>
                  <a:srgbClr val="0A2540"/>
                </a:solidFill>
                <a:latin typeface="Inter"/>
                <a:ea typeface="Inter"/>
                <a:cs typeface="Inter"/>
              </a:defRPr>
            </a:lvl6pPr>
            <a:lvl7pPr algn="l">
              <a:defRPr sz="1687" b="0" i="0" kern="0" spc="-9">
                <a:solidFill>
                  <a:srgbClr val="0A2540"/>
                </a:solidFill>
                <a:latin typeface="Inter"/>
                <a:ea typeface="Inter"/>
                <a:cs typeface="Inter"/>
              </a:defRPr>
            </a:lvl7pPr>
            <a:lvl8pPr algn="l">
              <a:defRPr sz="1687" b="0" i="0" kern="0" spc="-9">
                <a:solidFill>
                  <a:srgbClr val="0A2540"/>
                </a:solidFill>
                <a:latin typeface="Inter"/>
                <a:ea typeface="Inter"/>
                <a:cs typeface="Inter"/>
              </a:defRPr>
            </a:lvl8pPr>
            <a:lvl9pPr algn="l">
              <a:defRPr sz="1687" b="0" i="0" kern="0" spc="-9">
                <a:solidFill>
                  <a:srgbClr val="0A2540"/>
                </a:solidFill>
                <a:latin typeface="Inter"/>
                <a:ea typeface="Inter"/>
                <a:cs typeface="Inter"/>
              </a:defRPr>
            </a:lvl9pPr>
          </a:lstStyle>
          <a:p>
            <a:pPr algn="l">
              <a:lnSpc>
                <a:spcPct val="100000"/>
              </a:lnSpc>
              <a:buNone/>
              <a:defRPr sz="1687" b="0" i="0" kern="0" spc="-9">
                <a:solidFill>
                  <a:srgbClr val="0A2540"/>
                </a:solidFill>
                <a:latin typeface="Inter"/>
                <a:ea typeface="Inter"/>
                <a:cs typeface="Inter"/>
              </a:defRPr>
            </a:pPr>
            <a:r>
              <a:rPr sz="1687" b="0" i="0" kern="0" spc="-9">
                <a:solidFill>
                  <a:srgbClr val="0A2540"/>
                </a:solidFill>
                <a:latin typeface="Inter"/>
                <a:ea typeface="Inter"/>
                <a:cs typeface="Inter"/>
              </a:rPr>
              <a:t>shows the domestic demand and domestic supply curves of television (TV) market in country Z. The country is</a:t>
            </a:r>
          </a:p>
        </p:txBody>
      </p:sp>
      <p:sp>
        <p:nvSpPr>
          <p:cNvPr id="28" name="s5 text 8">
            <a:extLst>
              <a:ext uri="{FF2B5EF4-FFF2-40B4-BE49-F238E27FC236}">
                <a16:creationId xmlns:a16="http://schemas.microsoft.com/office/drawing/2014/main" id="{187196C4-E46D-4C24-8FAB-1D4A4F838642}"/>
              </a:ext>
            </a:extLst>
          </p:cNvPr>
          <p:cNvSpPr>
            <a:spLocks noGrp="1"/>
          </p:cNvSpPr>
          <p:nvPr/>
        </p:nvSpPr>
        <p:spPr>
          <a:xfrm>
            <a:off x="800100" y="3149947"/>
            <a:ext cx="2901029" cy="298206"/>
          </a:xfrm>
          <a:prstGeom prst="rect">
            <a:avLst/>
          </a:prstGeom>
          <a:noFill/>
          <a:ln w="0">
            <a:noFill/>
            <a:prstDash val="solid"/>
          </a:ln>
        </p:spPr>
        <p:txBody>
          <a:bodyPr wrap="none" lIns="0" tIns="0" rIns="0" bIns="0" anchor="t">
            <a:noAutofit/>
          </a:bodyPr>
          <a:lstStyle>
            <a:defPPr algn="l">
              <a:defRPr sz="1687" b="0" i="0" kern="0" spc="-9">
                <a:solidFill>
                  <a:srgbClr val="0A2540"/>
                </a:solidFill>
                <a:latin typeface="Inter"/>
                <a:ea typeface="Inter"/>
                <a:cs typeface="Inter"/>
              </a:defRPr>
            </a:defPPr>
            <a:lvl1pPr algn="l">
              <a:defRPr sz="1687" b="0" i="0" kern="0" spc="-9">
                <a:solidFill>
                  <a:srgbClr val="0A2540"/>
                </a:solidFill>
                <a:latin typeface="Inter"/>
                <a:ea typeface="Inter"/>
                <a:cs typeface="Inter"/>
              </a:defRPr>
            </a:lvl1pPr>
            <a:lvl2pPr algn="l">
              <a:defRPr sz="1687" b="0" i="0" kern="0" spc="-9">
                <a:solidFill>
                  <a:srgbClr val="0A2540"/>
                </a:solidFill>
                <a:latin typeface="Inter"/>
                <a:ea typeface="Inter"/>
                <a:cs typeface="Inter"/>
              </a:defRPr>
            </a:lvl2pPr>
            <a:lvl3pPr algn="l">
              <a:defRPr sz="1687" b="0" i="0" kern="0" spc="-9">
                <a:solidFill>
                  <a:srgbClr val="0A2540"/>
                </a:solidFill>
                <a:latin typeface="Inter"/>
                <a:ea typeface="Inter"/>
                <a:cs typeface="Inter"/>
              </a:defRPr>
            </a:lvl3pPr>
            <a:lvl4pPr algn="l">
              <a:defRPr sz="1687" b="0" i="0" kern="0" spc="-9">
                <a:solidFill>
                  <a:srgbClr val="0A2540"/>
                </a:solidFill>
                <a:latin typeface="Inter"/>
                <a:ea typeface="Inter"/>
                <a:cs typeface="Inter"/>
              </a:defRPr>
            </a:lvl4pPr>
            <a:lvl5pPr algn="l">
              <a:defRPr sz="1687" b="0" i="0" kern="0" spc="-9">
                <a:solidFill>
                  <a:srgbClr val="0A2540"/>
                </a:solidFill>
                <a:latin typeface="Inter"/>
                <a:ea typeface="Inter"/>
                <a:cs typeface="Inter"/>
              </a:defRPr>
            </a:lvl5pPr>
            <a:lvl6pPr algn="l">
              <a:defRPr sz="1687" b="0" i="0" kern="0" spc="-9">
                <a:solidFill>
                  <a:srgbClr val="0A2540"/>
                </a:solidFill>
                <a:latin typeface="Inter"/>
                <a:ea typeface="Inter"/>
                <a:cs typeface="Inter"/>
              </a:defRPr>
            </a:lvl6pPr>
            <a:lvl7pPr algn="l">
              <a:defRPr sz="1687" b="0" i="0" kern="0" spc="-9">
                <a:solidFill>
                  <a:srgbClr val="0A2540"/>
                </a:solidFill>
                <a:latin typeface="Inter"/>
                <a:ea typeface="Inter"/>
                <a:cs typeface="Inter"/>
              </a:defRPr>
            </a:lvl7pPr>
            <a:lvl8pPr algn="l">
              <a:defRPr sz="1687" b="0" i="0" kern="0" spc="-9">
                <a:solidFill>
                  <a:srgbClr val="0A2540"/>
                </a:solidFill>
                <a:latin typeface="Inter"/>
                <a:ea typeface="Inter"/>
                <a:cs typeface="Inter"/>
              </a:defRPr>
            </a:lvl8pPr>
            <a:lvl9pPr algn="l">
              <a:defRPr sz="1687" b="0" i="0" kern="0" spc="-9">
                <a:solidFill>
                  <a:srgbClr val="0A2540"/>
                </a:solidFill>
                <a:latin typeface="Inter"/>
                <a:ea typeface="Inter"/>
                <a:cs typeface="Inter"/>
              </a:defRPr>
            </a:lvl9pPr>
          </a:lstStyle>
          <a:p>
            <a:pPr algn="l">
              <a:lnSpc>
                <a:spcPct val="100000"/>
              </a:lnSpc>
              <a:buNone/>
              <a:defRPr sz="1687" b="0" i="0" kern="0" spc="-9">
                <a:solidFill>
                  <a:srgbClr val="0A2540"/>
                </a:solidFill>
                <a:latin typeface="Inter"/>
                <a:ea typeface="Inter"/>
                <a:cs typeface="Inter"/>
              </a:defRPr>
            </a:pPr>
            <a:r>
              <a:rPr sz="1687" b="0" i="0" kern="0" spc="-9">
                <a:solidFill>
                  <a:srgbClr val="0A2540"/>
                </a:solidFill>
                <a:latin typeface="Inter"/>
                <a:ea typeface="Inter"/>
                <a:cs typeface="Inter"/>
              </a:rPr>
              <a:t>open for international trade.</a:t>
            </a:r>
          </a:p>
        </p:txBody>
      </p:sp>
      <p:sp>
        <p:nvSpPr>
          <p:cNvPr id="29" name="s5 text 9">
            <a:extLst>
              <a:ext uri="{FF2B5EF4-FFF2-40B4-BE49-F238E27FC236}">
                <a16:creationId xmlns:a16="http://schemas.microsoft.com/office/drawing/2014/main" id="{29390101-3827-4300-94C0-07AD3A2B4161}"/>
              </a:ext>
            </a:extLst>
          </p:cNvPr>
          <p:cNvSpPr>
            <a:spLocks noGrp="1"/>
          </p:cNvSpPr>
          <p:nvPr/>
        </p:nvSpPr>
        <p:spPr>
          <a:xfrm>
            <a:off x="800100" y="3590020"/>
            <a:ext cx="262890" cy="249417"/>
          </a:xfrm>
          <a:prstGeom prst="rect">
            <a:avLst/>
          </a:prstGeom>
          <a:noFill/>
          <a:ln w="0">
            <a:noFill/>
            <a:prstDash val="solid"/>
          </a:ln>
        </p:spPr>
        <p:txBody>
          <a:bodyPr wrap="none" lIns="0" tIns="0" rIns="0" bIns="0" anchor="t">
            <a:noAutofit/>
          </a:bodyPr>
          <a:lstStyle>
            <a:defPPr algn="l">
              <a:defRPr sz="1294" b="1" i="0" kern="0" spc="-9">
                <a:solidFill>
                  <a:srgbClr val="1D4ED8"/>
                </a:solidFill>
                <a:latin typeface="JetBrains Mono"/>
                <a:ea typeface="JetBrains Mono"/>
                <a:cs typeface="JetBrains Mono"/>
              </a:defRPr>
            </a:defPPr>
            <a:lvl1pPr algn="l">
              <a:defRPr sz="1294" b="1" i="0" kern="0" spc="-9">
                <a:solidFill>
                  <a:srgbClr val="1D4ED8"/>
                </a:solidFill>
                <a:latin typeface="JetBrains Mono"/>
                <a:ea typeface="JetBrains Mono"/>
                <a:cs typeface="JetBrains Mono"/>
              </a:defRPr>
            </a:lvl1pPr>
            <a:lvl2pPr algn="l">
              <a:defRPr sz="1294" b="1" i="0" kern="0" spc="-9">
                <a:solidFill>
                  <a:srgbClr val="1D4ED8"/>
                </a:solidFill>
                <a:latin typeface="JetBrains Mono"/>
                <a:ea typeface="JetBrains Mono"/>
                <a:cs typeface="JetBrains Mono"/>
              </a:defRPr>
            </a:lvl2pPr>
            <a:lvl3pPr algn="l">
              <a:defRPr sz="1294" b="1" i="0" kern="0" spc="-9">
                <a:solidFill>
                  <a:srgbClr val="1D4ED8"/>
                </a:solidFill>
                <a:latin typeface="JetBrains Mono"/>
                <a:ea typeface="JetBrains Mono"/>
                <a:cs typeface="JetBrains Mono"/>
              </a:defRPr>
            </a:lvl3pPr>
            <a:lvl4pPr algn="l">
              <a:defRPr sz="1294" b="1" i="0" kern="0" spc="-9">
                <a:solidFill>
                  <a:srgbClr val="1D4ED8"/>
                </a:solidFill>
                <a:latin typeface="JetBrains Mono"/>
                <a:ea typeface="JetBrains Mono"/>
                <a:cs typeface="JetBrains Mono"/>
              </a:defRPr>
            </a:lvl4pPr>
            <a:lvl5pPr algn="l">
              <a:defRPr sz="1294" b="1" i="0" kern="0" spc="-9">
                <a:solidFill>
                  <a:srgbClr val="1D4ED8"/>
                </a:solidFill>
                <a:latin typeface="JetBrains Mono"/>
                <a:ea typeface="JetBrains Mono"/>
                <a:cs typeface="JetBrains Mono"/>
              </a:defRPr>
            </a:lvl5pPr>
            <a:lvl6pPr algn="l">
              <a:defRPr sz="1294" b="1" i="0" kern="0" spc="-9">
                <a:solidFill>
                  <a:srgbClr val="1D4ED8"/>
                </a:solidFill>
                <a:latin typeface="JetBrains Mono"/>
                <a:ea typeface="JetBrains Mono"/>
                <a:cs typeface="JetBrains Mono"/>
              </a:defRPr>
            </a:lvl6pPr>
            <a:lvl7pPr algn="l">
              <a:defRPr sz="1294" b="1" i="0" kern="0" spc="-9">
                <a:solidFill>
                  <a:srgbClr val="1D4ED8"/>
                </a:solidFill>
                <a:latin typeface="JetBrains Mono"/>
                <a:ea typeface="JetBrains Mono"/>
                <a:cs typeface="JetBrains Mono"/>
              </a:defRPr>
            </a:lvl7pPr>
            <a:lvl8pPr algn="l">
              <a:defRPr sz="1294" b="1" i="0" kern="0" spc="-9">
                <a:solidFill>
                  <a:srgbClr val="1D4ED8"/>
                </a:solidFill>
                <a:latin typeface="JetBrains Mono"/>
                <a:ea typeface="JetBrains Mono"/>
                <a:cs typeface="JetBrains Mono"/>
              </a:defRPr>
            </a:lvl8pPr>
            <a:lvl9pPr algn="l">
              <a:defRPr sz="1294" b="1" i="0" kern="0" spc="-9">
                <a:solidFill>
                  <a:srgbClr val="1D4ED8"/>
                </a:solidFill>
                <a:latin typeface="JetBrains Mono"/>
                <a:ea typeface="JetBrains Mono"/>
                <a:cs typeface="JetBrains Mono"/>
              </a:defRPr>
            </a:lvl9pPr>
          </a:lstStyle>
          <a:p>
            <a:pPr algn="l">
              <a:lnSpc>
                <a:spcPct val="100000"/>
              </a:lnSpc>
              <a:buNone/>
              <a:defRPr sz="1294" b="1" i="0" kern="0" spc="-9">
                <a:solidFill>
                  <a:srgbClr val="1D4ED8"/>
                </a:solidFill>
                <a:latin typeface="JetBrains Mono"/>
                <a:ea typeface="JetBrains Mono"/>
                <a:cs typeface="JetBrains Mono"/>
              </a:defRPr>
            </a:pPr>
            <a:r>
              <a:rPr sz="1294" b="1" i="0" kern="0" spc="-9">
                <a:solidFill>
                  <a:srgbClr val="1D4ED8"/>
                </a:solidFill>
                <a:latin typeface="JetBrains Mono"/>
                <a:ea typeface="JetBrains Mono"/>
                <a:cs typeface="JetBrains Mono"/>
              </a:rPr>
              <a:t>i)</a:t>
            </a:r>
          </a:p>
        </p:txBody>
      </p:sp>
      <p:sp>
        <p:nvSpPr>
          <p:cNvPr id="30" name="s5 text 10">
            <a:extLst>
              <a:ext uri="{FF2B5EF4-FFF2-40B4-BE49-F238E27FC236}">
                <a16:creationId xmlns:a16="http://schemas.microsoft.com/office/drawing/2014/main" id="{177E1111-AD22-4FC8-B201-9DC3FDE8F932}"/>
              </a:ext>
            </a:extLst>
          </p:cNvPr>
          <p:cNvSpPr>
            <a:spLocks noGrp="1"/>
          </p:cNvSpPr>
          <p:nvPr/>
        </p:nvSpPr>
        <p:spPr>
          <a:xfrm>
            <a:off x="1328737" y="3606254"/>
            <a:ext cx="6697980" cy="258445"/>
          </a:xfrm>
          <a:prstGeom prst="rect">
            <a:avLst/>
          </a:prstGeom>
          <a:noFill/>
          <a:ln w="0">
            <a:noFill/>
            <a:prstDash val="solid"/>
          </a:ln>
        </p:spPr>
        <p:txBody>
          <a:bodyPr wrap="none" lIns="0" tIns="0" rIns="0" bIns="0" anchor="t">
            <a:noAutofit/>
          </a:bodyPr>
          <a:lstStyle>
            <a:defPPr algn="l">
              <a:defRPr sz="1462" b="0" i="0" kern="0" spc="-9">
                <a:solidFill>
                  <a:srgbClr val="0A2540"/>
                </a:solidFill>
                <a:latin typeface="Inter"/>
                <a:ea typeface="Inter"/>
                <a:cs typeface="Inter"/>
              </a:defRPr>
            </a:defPPr>
            <a:lvl1pPr algn="l">
              <a:defRPr sz="1462" b="0" i="0" kern="0" spc="-9">
                <a:solidFill>
                  <a:srgbClr val="0A2540"/>
                </a:solidFill>
                <a:latin typeface="Inter"/>
                <a:ea typeface="Inter"/>
                <a:cs typeface="Inter"/>
              </a:defRPr>
            </a:lvl1pPr>
            <a:lvl2pPr algn="l">
              <a:defRPr sz="1462" b="0" i="0" kern="0" spc="-9">
                <a:solidFill>
                  <a:srgbClr val="0A2540"/>
                </a:solidFill>
                <a:latin typeface="Inter"/>
                <a:ea typeface="Inter"/>
                <a:cs typeface="Inter"/>
              </a:defRPr>
            </a:lvl2pPr>
            <a:lvl3pPr algn="l">
              <a:defRPr sz="1462" b="0" i="0" kern="0" spc="-9">
                <a:solidFill>
                  <a:srgbClr val="0A2540"/>
                </a:solidFill>
                <a:latin typeface="Inter"/>
                <a:ea typeface="Inter"/>
                <a:cs typeface="Inter"/>
              </a:defRPr>
            </a:lvl3pPr>
            <a:lvl4pPr algn="l">
              <a:defRPr sz="1462" b="0" i="0" kern="0" spc="-9">
                <a:solidFill>
                  <a:srgbClr val="0A2540"/>
                </a:solidFill>
                <a:latin typeface="Inter"/>
                <a:ea typeface="Inter"/>
                <a:cs typeface="Inter"/>
              </a:defRPr>
            </a:lvl4pPr>
            <a:lvl5pPr algn="l">
              <a:defRPr sz="1462" b="0" i="0" kern="0" spc="-9">
                <a:solidFill>
                  <a:srgbClr val="0A2540"/>
                </a:solidFill>
                <a:latin typeface="Inter"/>
                <a:ea typeface="Inter"/>
                <a:cs typeface="Inter"/>
              </a:defRPr>
            </a:lvl5pPr>
            <a:lvl6pPr algn="l">
              <a:defRPr sz="1462" b="0" i="0" kern="0" spc="-9">
                <a:solidFill>
                  <a:srgbClr val="0A2540"/>
                </a:solidFill>
                <a:latin typeface="Inter"/>
                <a:ea typeface="Inter"/>
                <a:cs typeface="Inter"/>
              </a:defRPr>
            </a:lvl6pPr>
            <a:lvl7pPr algn="l">
              <a:defRPr sz="1462" b="0" i="0" kern="0" spc="-9">
                <a:solidFill>
                  <a:srgbClr val="0A2540"/>
                </a:solidFill>
                <a:latin typeface="Inter"/>
                <a:ea typeface="Inter"/>
                <a:cs typeface="Inter"/>
              </a:defRPr>
            </a:lvl7pPr>
            <a:lvl8pPr algn="l">
              <a:defRPr sz="1462" b="0" i="0" kern="0" spc="-9">
                <a:solidFill>
                  <a:srgbClr val="0A2540"/>
                </a:solidFill>
                <a:latin typeface="Inter"/>
                <a:ea typeface="Inter"/>
                <a:cs typeface="Inter"/>
              </a:defRPr>
            </a:lvl8pPr>
            <a:lvl9pPr algn="l">
              <a:defRPr sz="1462" b="0" i="0" kern="0" spc="-9">
                <a:solidFill>
                  <a:srgbClr val="0A2540"/>
                </a:solidFill>
                <a:latin typeface="Inter"/>
                <a:ea typeface="Inter"/>
                <a:cs typeface="Inter"/>
              </a:defRPr>
            </a:lvl9pPr>
          </a:lstStyle>
          <a:p>
            <a:pPr algn="l">
              <a:lnSpc>
                <a:spcPct val="100000"/>
              </a:lnSpc>
              <a:buNone/>
              <a:defRPr sz="1462" b="0" i="0" kern="0" spc="-9">
                <a:solidFill>
                  <a:srgbClr val="0A2540"/>
                </a:solidFill>
                <a:latin typeface="Inter"/>
                <a:ea typeface="Inter"/>
                <a:cs typeface="Inter"/>
              </a:defRPr>
            </a:pPr>
            <a:r>
              <a:rPr sz="1462" b="0" i="0" kern="0" spc="-9">
                <a:solidFill>
                  <a:srgbClr val="0A2540"/>
                </a:solidFill>
                <a:latin typeface="Inter"/>
                <a:ea typeface="Inter"/>
                <a:cs typeface="Inter"/>
              </a:rPr>
              <a:t>Under international free trade, explain why country Z will import televisions.</a:t>
            </a:r>
          </a:p>
        </p:txBody>
      </p:sp>
      <p:sp>
        <p:nvSpPr>
          <p:cNvPr id="31" name="s5 text 11">
            <a:extLst>
              <a:ext uri="{FF2B5EF4-FFF2-40B4-BE49-F238E27FC236}">
                <a16:creationId xmlns:a16="http://schemas.microsoft.com/office/drawing/2014/main" id="{94862FA6-272E-4498-8C09-DFDCCB882FE7}"/>
              </a:ext>
            </a:extLst>
          </p:cNvPr>
          <p:cNvSpPr>
            <a:spLocks noGrp="1"/>
          </p:cNvSpPr>
          <p:nvPr/>
        </p:nvSpPr>
        <p:spPr>
          <a:xfrm>
            <a:off x="800100" y="3925776"/>
            <a:ext cx="361474" cy="249417"/>
          </a:xfrm>
          <a:prstGeom prst="rect">
            <a:avLst/>
          </a:prstGeom>
          <a:noFill/>
          <a:ln w="0">
            <a:noFill/>
            <a:prstDash val="solid"/>
          </a:ln>
        </p:spPr>
        <p:txBody>
          <a:bodyPr wrap="none" lIns="0" tIns="0" rIns="0" bIns="0" anchor="t">
            <a:noAutofit/>
          </a:bodyPr>
          <a:lstStyle>
            <a:defPPr algn="l">
              <a:defRPr sz="1294" b="1" i="0" kern="0" spc="-9">
                <a:solidFill>
                  <a:srgbClr val="1D4ED8"/>
                </a:solidFill>
                <a:latin typeface="JetBrains Mono"/>
                <a:ea typeface="JetBrains Mono"/>
                <a:cs typeface="JetBrains Mono"/>
              </a:defRPr>
            </a:defPPr>
            <a:lvl1pPr algn="l">
              <a:defRPr sz="1294" b="1" i="0" kern="0" spc="-9">
                <a:solidFill>
                  <a:srgbClr val="1D4ED8"/>
                </a:solidFill>
                <a:latin typeface="JetBrains Mono"/>
                <a:ea typeface="JetBrains Mono"/>
                <a:cs typeface="JetBrains Mono"/>
              </a:defRPr>
            </a:lvl1pPr>
            <a:lvl2pPr algn="l">
              <a:defRPr sz="1294" b="1" i="0" kern="0" spc="-9">
                <a:solidFill>
                  <a:srgbClr val="1D4ED8"/>
                </a:solidFill>
                <a:latin typeface="JetBrains Mono"/>
                <a:ea typeface="JetBrains Mono"/>
                <a:cs typeface="JetBrains Mono"/>
              </a:defRPr>
            </a:lvl2pPr>
            <a:lvl3pPr algn="l">
              <a:defRPr sz="1294" b="1" i="0" kern="0" spc="-9">
                <a:solidFill>
                  <a:srgbClr val="1D4ED8"/>
                </a:solidFill>
                <a:latin typeface="JetBrains Mono"/>
                <a:ea typeface="JetBrains Mono"/>
                <a:cs typeface="JetBrains Mono"/>
              </a:defRPr>
            </a:lvl3pPr>
            <a:lvl4pPr algn="l">
              <a:defRPr sz="1294" b="1" i="0" kern="0" spc="-9">
                <a:solidFill>
                  <a:srgbClr val="1D4ED8"/>
                </a:solidFill>
                <a:latin typeface="JetBrains Mono"/>
                <a:ea typeface="JetBrains Mono"/>
                <a:cs typeface="JetBrains Mono"/>
              </a:defRPr>
            </a:lvl4pPr>
            <a:lvl5pPr algn="l">
              <a:defRPr sz="1294" b="1" i="0" kern="0" spc="-9">
                <a:solidFill>
                  <a:srgbClr val="1D4ED8"/>
                </a:solidFill>
                <a:latin typeface="JetBrains Mono"/>
                <a:ea typeface="JetBrains Mono"/>
                <a:cs typeface="JetBrains Mono"/>
              </a:defRPr>
            </a:lvl5pPr>
            <a:lvl6pPr algn="l">
              <a:defRPr sz="1294" b="1" i="0" kern="0" spc="-9">
                <a:solidFill>
                  <a:srgbClr val="1D4ED8"/>
                </a:solidFill>
                <a:latin typeface="JetBrains Mono"/>
                <a:ea typeface="JetBrains Mono"/>
                <a:cs typeface="JetBrains Mono"/>
              </a:defRPr>
            </a:lvl6pPr>
            <a:lvl7pPr algn="l">
              <a:defRPr sz="1294" b="1" i="0" kern="0" spc="-9">
                <a:solidFill>
                  <a:srgbClr val="1D4ED8"/>
                </a:solidFill>
                <a:latin typeface="JetBrains Mono"/>
                <a:ea typeface="JetBrains Mono"/>
                <a:cs typeface="JetBrains Mono"/>
              </a:defRPr>
            </a:lvl7pPr>
            <a:lvl8pPr algn="l">
              <a:defRPr sz="1294" b="1" i="0" kern="0" spc="-9">
                <a:solidFill>
                  <a:srgbClr val="1D4ED8"/>
                </a:solidFill>
                <a:latin typeface="JetBrains Mono"/>
                <a:ea typeface="JetBrains Mono"/>
                <a:cs typeface="JetBrains Mono"/>
              </a:defRPr>
            </a:lvl8pPr>
            <a:lvl9pPr algn="l">
              <a:defRPr sz="1294" b="1" i="0" kern="0" spc="-9">
                <a:solidFill>
                  <a:srgbClr val="1D4ED8"/>
                </a:solidFill>
                <a:latin typeface="JetBrains Mono"/>
                <a:ea typeface="JetBrains Mono"/>
                <a:cs typeface="JetBrains Mono"/>
              </a:defRPr>
            </a:lvl9pPr>
          </a:lstStyle>
          <a:p>
            <a:pPr algn="l">
              <a:lnSpc>
                <a:spcPct val="100000"/>
              </a:lnSpc>
              <a:buNone/>
              <a:defRPr sz="1294" b="1" i="0" kern="0" spc="-9">
                <a:solidFill>
                  <a:srgbClr val="1D4ED8"/>
                </a:solidFill>
                <a:latin typeface="JetBrains Mono"/>
                <a:ea typeface="JetBrains Mono"/>
                <a:cs typeface="JetBrains Mono"/>
              </a:defRPr>
            </a:pPr>
            <a:r>
              <a:rPr sz="1294" b="1" i="0" kern="0" spc="-9">
                <a:solidFill>
                  <a:srgbClr val="1D4ED8"/>
                </a:solidFill>
                <a:latin typeface="JetBrains Mono"/>
                <a:ea typeface="JetBrains Mono"/>
                <a:cs typeface="JetBrains Mono"/>
              </a:rPr>
              <a:t>ii)</a:t>
            </a:r>
          </a:p>
        </p:txBody>
      </p:sp>
      <p:sp>
        <p:nvSpPr>
          <p:cNvPr id="32" name="s5 text 12">
            <a:extLst>
              <a:ext uri="{FF2B5EF4-FFF2-40B4-BE49-F238E27FC236}">
                <a16:creationId xmlns:a16="http://schemas.microsoft.com/office/drawing/2014/main" id="{BA971A45-FDB0-4049-936F-05BADADDB1D8}"/>
              </a:ext>
            </a:extLst>
          </p:cNvPr>
          <p:cNvSpPr>
            <a:spLocks noGrp="1"/>
          </p:cNvSpPr>
          <p:nvPr/>
        </p:nvSpPr>
        <p:spPr>
          <a:xfrm>
            <a:off x="1328737" y="3942010"/>
            <a:ext cx="8072342" cy="258445"/>
          </a:xfrm>
          <a:prstGeom prst="rect">
            <a:avLst/>
          </a:prstGeom>
          <a:noFill/>
          <a:ln w="0">
            <a:noFill/>
            <a:prstDash val="solid"/>
          </a:ln>
        </p:spPr>
        <p:txBody>
          <a:bodyPr wrap="none" lIns="0" tIns="0" rIns="0" bIns="0" anchor="t">
            <a:noAutofit/>
          </a:bodyPr>
          <a:lstStyle>
            <a:defPPr algn="l">
              <a:defRPr sz="1462" b="0" i="0" kern="0" spc="-9">
                <a:solidFill>
                  <a:srgbClr val="0A2540"/>
                </a:solidFill>
                <a:latin typeface="Inter"/>
                <a:ea typeface="Inter"/>
                <a:cs typeface="Inter"/>
              </a:defRPr>
            </a:defPPr>
            <a:lvl1pPr algn="l">
              <a:defRPr sz="1462" b="0" i="0" kern="0" spc="-9">
                <a:solidFill>
                  <a:srgbClr val="0A2540"/>
                </a:solidFill>
                <a:latin typeface="Inter"/>
                <a:ea typeface="Inter"/>
                <a:cs typeface="Inter"/>
              </a:defRPr>
            </a:lvl1pPr>
            <a:lvl2pPr algn="l">
              <a:defRPr sz="1462" b="0" i="0" kern="0" spc="-9">
                <a:solidFill>
                  <a:srgbClr val="0A2540"/>
                </a:solidFill>
                <a:latin typeface="Inter"/>
                <a:ea typeface="Inter"/>
                <a:cs typeface="Inter"/>
              </a:defRPr>
            </a:lvl2pPr>
            <a:lvl3pPr algn="l">
              <a:defRPr sz="1462" b="0" i="0" kern="0" spc="-9">
                <a:solidFill>
                  <a:srgbClr val="0A2540"/>
                </a:solidFill>
                <a:latin typeface="Inter"/>
                <a:ea typeface="Inter"/>
                <a:cs typeface="Inter"/>
              </a:defRPr>
            </a:lvl3pPr>
            <a:lvl4pPr algn="l">
              <a:defRPr sz="1462" b="0" i="0" kern="0" spc="-9">
                <a:solidFill>
                  <a:srgbClr val="0A2540"/>
                </a:solidFill>
                <a:latin typeface="Inter"/>
                <a:ea typeface="Inter"/>
                <a:cs typeface="Inter"/>
              </a:defRPr>
            </a:lvl4pPr>
            <a:lvl5pPr algn="l">
              <a:defRPr sz="1462" b="0" i="0" kern="0" spc="-9">
                <a:solidFill>
                  <a:srgbClr val="0A2540"/>
                </a:solidFill>
                <a:latin typeface="Inter"/>
                <a:ea typeface="Inter"/>
                <a:cs typeface="Inter"/>
              </a:defRPr>
            </a:lvl5pPr>
            <a:lvl6pPr algn="l">
              <a:defRPr sz="1462" b="0" i="0" kern="0" spc="-9">
                <a:solidFill>
                  <a:srgbClr val="0A2540"/>
                </a:solidFill>
                <a:latin typeface="Inter"/>
                <a:ea typeface="Inter"/>
                <a:cs typeface="Inter"/>
              </a:defRPr>
            </a:lvl6pPr>
            <a:lvl7pPr algn="l">
              <a:defRPr sz="1462" b="0" i="0" kern="0" spc="-9">
                <a:solidFill>
                  <a:srgbClr val="0A2540"/>
                </a:solidFill>
                <a:latin typeface="Inter"/>
                <a:ea typeface="Inter"/>
                <a:cs typeface="Inter"/>
              </a:defRPr>
            </a:lvl7pPr>
            <a:lvl8pPr algn="l">
              <a:defRPr sz="1462" b="0" i="0" kern="0" spc="-9">
                <a:solidFill>
                  <a:srgbClr val="0A2540"/>
                </a:solidFill>
                <a:latin typeface="Inter"/>
                <a:ea typeface="Inter"/>
                <a:cs typeface="Inter"/>
              </a:defRPr>
            </a:lvl8pPr>
            <a:lvl9pPr algn="l">
              <a:defRPr sz="1462" b="0" i="0" kern="0" spc="-9">
                <a:solidFill>
                  <a:srgbClr val="0A2540"/>
                </a:solidFill>
                <a:latin typeface="Inter"/>
                <a:ea typeface="Inter"/>
                <a:cs typeface="Inter"/>
              </a:defRPr>
            </a:lvl9pPr>
          </a:lstStyle>
          <a:p>
            <a:pPr algn="l">
              <a:lnSpc>
                <a:spcPct val="100000"/>
              </a:lnSpc>
              <a:buNone/>
              <a:defRPr sz="1462" b="0" i="0" kern="0" spc="-9">
                <a:solidFill>
                  <a:srgbClr val="0A2540"/>
                </a:solidFill>
                <a:latin typeface="Inter"/>
                <a:ea typeface="Inter"/>
                <a:cs typeface="Inter"/>
              </a:defRPr>
            </a:pPr>
            <a:r>
              <a:rPr sz="1462" b="0" i="0" kern="0" spc="-9">
                <a:solidFill>
                  <a:srgbClr val="0A2540"/>
                </a:solidFill>
                <a:latin typeface="Inter"/>
                <a:ea typeface="Inter"/>
                <a:cs typeface="Inter"/>
              </a:rPr>
              <a:t>Calculate the number of televisions that country Z will import under international free trade.</a:t>
            </a:r>
          </a:p>
        </p:txBody>
      </p:sp>
      <p:sp>
        <p:nvSpPr>
          <p:cNvPr id="33" name="s5 text 13">
            <a:extLst>
              <a:ext uri="{FF2B5EF4-FFF2-40B4-BE49-F238E27FC236}">
                <a16:creationId xmlns:a16="http://schemas.microsoft.com/office/drawing/2014/main" id="{1B07D165-A35F-4EDD-AD85-EC2EBCA0D6D2}"/>
              </a:ext>
            </a:extLst>
          </p:cNvPr>
          <p:cNvSpPr>
            <a:spLocks noGrp="1"/>
          </p:cNvSpPr>
          <p:nvPr/>
        </p:nvSpPr>
        <p:spPr>
          <a:xfrm>
            <a:off x="800100" y="4254389"/>
            <a:ext cx="460058" cy="249417"/>
          </a:xfrm>
          <a:prstGeom prst="rect">
            <a:avLst/>
          </a:prstGeom>
          <a:noFill/>
          <a:ln w="0">
            <a:noFill/>
            <a:prstDash val="solid"/>
          </a:ln>
        </p:spPr>
        <p:txBody>
          <a:bodyPr wrap="none" lIns="0" tIns="0" rIns="0" bIns="0" anchor="t">
            <a:noAutofit/>
          </a:bodyPr>
          <a:lstStyle>
            <a:defPPr algn="l">
              <a:defRPr sz="1294" b="1" i="0" kern="0" spc="-9">
                <a:solidFill>
                  <a:srgbClr val="1D4ED8"/>
                </a:solidFill>
                <a:latin typeface="JetBrains Mono"/>
                <a:ea typeface="JetBrains Mono"/>
                <a:cs typeface="JetBrains Mono"/>
              </a:defRPr>
            </a:defPPr>
            <a:lvl1pPr algn="l">
              <a:defRPr sz="1294" b="1" i="0" kern="0" spc="-9">
                <a:solidFill>
                  <a:srgbClr val="1D4ED8"/>
                </a:solidFill>
                <a:latin typeface="JetBrains Mono"/>
                <a:ea typeface="JetBrains Mono"/>
                <a:cs typeface="JetBrains Mono"/>
              </a:defRPr>
            </a:lvl1pPr>
            <a:lvl2pPr algn="l">
              <a:defRPr sz="1294" b="1" i="0" kern="0" spc="-9">
                <a:solidFill>
                  <a:srgbClr val="1D4ED8"/>
                </a:solidFill>
                <a:latin typeface="JetBrains Mono"/>
                <a:ea typeface="JetBrains Mono"/>
                <a:cs typeface="JetBrains Mono"/>
              </a:defRPr>
            </a:lvl2pPr>
            <a:lvl3pPr algn="l">
              <a:defRPr sz="1294" b="1" i="0" kern="0" spc="-9">
                <a:solidFill>
                  <a:srgbClr val="1D4ED8"/>
                </a:solidFill>
                <a:latin typeface="JetBrains Mono"/>
                <a:ea typeface="JetBrains Mono"/>
                <a:cs typeface="JetBrains Mono"/>
              </a:defRPr>
            </a:lvl3pPr>
            <a:lvl4pPr algn="l">
              <a:defRPr sz="1294" b="1" i="0" kern="0" spc="-9">
                <a:solidFill>
                  <a:srgbClr val="1D4ED8"/>
                </a:solidFill>
                <a:latin typeface="JetBrains Mono"/>
                <a:ea typeface="JetBrains Mono"/>
                <a:cs typeface="JetBrains Mono"/>
              </a:defRPr>
            </a:lvl4pPr>
            <a:lvl5pPr algn="l">
              <a:defRPr sz="1294" b="1" i="0" kern="0" spc="-9">
                <a:solidFill>
                  <a:srgbClr val="1D4ED8"/>
                </a:solidFill>
                <a:latin typeface="JetBrains Mono"/>
                <a:ea typeface="JetBrains Mono"/>
                <a:cs typeface="JetBrains Mono"/>
              </a:defRPr>
            </a:lvl5pPr>
            <a:lvl6pPr algn="l">
              <a:defRPr sz="1294" b="1" i="0" kern="0" spc="-9">
                <a:solidFill>
                  <a:srgbClr val="1D4ED8"/>
                </a:solidFill>
                <a:latin typeface="JetBrains Mono"/>
                <a:ea typeface="JetBrains Mono"/>
                <a:cs typeface="JetBrains Mono"/>
              </a:defRPr>
            </a:lvl6pPr>
            <a:lvl7pPr algn="l">
              <a:defRPr sz="1294" b="1" i="0" kern="0" spc="-9">
                <a:solidFill>
                  <a:srgbClr val="1D4ED8"/>
                </a:solidFill>
                <a:latin typeface="JetBrains Mono"/>
                <a:ea typeface="JetBrains Mono"/>
                <a:cs typeface="JetBrains Mono"/>
              </a:defRPr>
            </a:lvl7pPr>
            <a:lvl8pPr algn="l">
              <a:defRPr sz="1294" b="1" i="0" kern="0" spc="-9">
                <a:solidFill>
                  <a:srgbClr val="1D4ED8"/>
                </a:solidFill>
                <a:latin typeface="JetBrains Mono"/>
                <a:ea typeface="JetBrains Mono"/>
                <a:cs typeface="JetBrains Mono"/>
              </a:defRPr>
            </a:lvl8pPr>
            <a:lvl9pPr algn="l">
              <a:defRPr sz="1294" b="1" i="0" kern="0" spc="-9">
                <a:solidFill>
                  <a:srgbClr val="1D4ED8"/>
                </a:solidFill>
                <a:latin typeface="JetBrains Mono"/>
                <a:ea typeface="JetBrains Mono"/>
                <a:cs typeface="JetBrains Mono"/>
              </a:defRPr>
            </a:lvl9pPr>
          </a:lstStyle>
          <a:p>
            <a:pPr algn="l">
              <a:lnSpc>
                <a:spcPct val="100000"/>
              </a:lnSpc>
              <a:buNone/>
              <a:defRPr sz="1294" b="1" i="0" kern="0" spc="-9">
                <a:solidFill>
                  <a:srgbClr val="1D4ED8"/>
                </a:solidFill>
                <a:latin typeface="JetBrains Mono"/>
                <a:ea typeface="JetBrains Mono"/>
                <a:cs typeface="JetBrains Mono"/>
              </a:defRPr>
            </a:pPr>
            <a:r>
              <a:rPr sz="1294" b="1" i="0" kern="0" spc="-9">
                <a:solidFill>
                  <a:srgbClr val="1D4ED8"/>
                </a:solidFill>
                <a:latin typeface="JetBrains Mono"/>
                <a:ea typeface="JetBrains Mono"/>
                <a:cs typeface="JetBrains Mono"/>
              </a:rPr>
              <a:t>iii)</a:t>
            </a:r>
          </a:p>
        </p:txBody>
      </p:sp>
      <p:sp>
        <p:nvSpPr>
          <p:cNvPr id="34" name="s5 text 14">
            <a:extLst>
              <a:ext uri="{FF2B5EF4-FFF2-40B4-BE49-F238E27FC236}">
                <a16:creationId xmlns:a16="http://schemas.microsoft.com/office/drawing/2014/main" id="{9D7346DB-A1B1-4624-B414-2D782CA42DDD}"/>
              </a:ext>
            </a:extLst>
          </p:cNvPr>
          <p:cNvSpPr>
            <a:spLocks noGrp="1"/>
          </p:cNvSpPr>
          <p:nvPr/>
        </p:nvSpPr>
        <p:spPr>
          <a:xfrm>
            <a:off x="1328737" y="4270623"/>
            <a:ext cx="10301764" cy="258445"/>
          </a:xfrm>
          <a:prstGeom prst="rect">
            <a:avLst/>
          </a:prstGeom>
          <a:noFill/>
          <a:ln w="0">
            <a:noFill/>
            <a:prstDash val="solid"/>
          </a:ln>
        </p:spPr>
        <p:txBody>
          <a:bodyPr wrap="none" lIns="0" tIns="0" rIns="0" bIns="0" anchor="t">
            <a:noAutofit/>
          </a:bodyPr>
          <a:lstStyle>
            <a:defPPr algn="l">
              <a:defRPr sz="1462" b="0" i="0" kern="0" spc="-9">
                <a:solidFill>
                  <a:srgbClr val="0A2540"/>
                </a:solidFill>
                <a:latin typeface="Inter"/>
                <a:ea typeface="Inter"/>
                <a:cs typeface="Inter"/>
              </a:defRPr>
            </a:defPPr>
            <a:lvl1pPr algn="l">
              <a:defRPr sz="1462" b="0" i="0" kern="0" spc="-9">
                <a:solidFill>
                  <a:srgbClr val="0A2540"/>
                </a:solidFill>
                <a:latin typeface="Inter"/>
                <a:ea typeface="Inter"/>
                <a:cs typeface="Inter"/>
              </a:defRPr>
            </a:lvl1pPr>
            <a:lvl2pPr algn="l">
              <a:defRPr sz="1462" b="0" i="0" kern="0" spc="-9">
                <a:solidFill>
                  <a:srgbClr val="0A2540"/>
                </a:solidFill>
                <a:latin typeface="Inter"/>
                <a:ea typeface="Inter"/>
                <a:cs typeface="Inter"/>
              </a:defRPr>
            </a:lvl2pPr>
            <a:lvl3pPr algn="l">
              <a:defRPr sz="1462" b="0" i="0" kern="0" spc="-9">
                <a:solidFill>
                  <a:srgbClr val="0A2540"/>
                </a:solidFill>
                <a:latin typeface="Inter"/>
                <a:ea typeface="Inter"/>
                <a:cs typeface="Inter"/>
              </a:defRPr>
            </a:lvl3pPr>
            <a:lvl4pPr algn="l">
              <a:defRPr sz="1462" b="0" i="0" kern="0" spc="-9">
                <a:solidFill>
                  <a:srgbClr val="0A2540"/>
                </a:solidFill>
                <a:latin typeface="Inter"/>
                <a:ea typeface="Inter"/>
                <a:cs typeface="Inter"/>
              </a:defRPr>
            </a:lvl4pPr>
            <a:lvl5pPr algn="l">
              <a:defRPr sz="1462" b="0" i="0" kern="0" spc="-9">
                <a:solidFill>
                  <a:srgbClr val="0A2540"/>
                </a:solidFill>
                <a:latin typeface="Inter"/>
                <a:ea typeface="Inter"/>
                <a:cs typeface="Inter"/>
              </a:defRPr>
            </a:lvl5pPr>
            <a:lvl6pPr algn="l">
              <a:defRPr sz="1462" b="0" i="0" kern="0" spc="-9">
                <a:solidFill>
                  <a:srgbClr val="0A2540"/>
                </a:solidFill>
                <a:latin typeface="Inter"/>
                <a:ea typeface="Inter"/>
                <a:cs typeface="Inter"/>
              </a:defRPr>
            </a:lvl6pPr>
            <a:lvl7pPr algn="l">
              <a:defRPr sz="1462" b="0" i="0" kern="0" spc="-9">
                <a:solidFill>
                  <a:srgbClr val="0A2540"/>
                </a:solidFill>
                <a:latin typeface="Inter"/>
                <a:ea typeface="Inter"/>
                <a:cs typeface="Inter"/>
              </a:defRPr>
            </a:lvl7pPr>
            <a:lvl8pPr algn="l">
              <a:defRPr sz="1462" b="0" i="0" kern="0" spc="-9">
                <a:solidFill>
                  <a:srgbClr val="0A2540"/>
                </a:solidFill>
                <a:latin typeface="Inter"/>
                <a:ea typeface="Inter"/>
                <a:cs typeface="Inter"/>
              </a:defRPr>
            </a:lvl8pPr>
            <a:lvl9pPr algn="l">
              <a:defRPr sz="1462" b="0" i="0" kern="0" spc="-9">
                <a:solidFill>
                  <a:srgbClr val="0A2540"/>
                </a:solidFill>
                <a:latin typeface="Inter"/>
                <a:ea typeface="Inter"/>
                <a:cs typeface="Inter"/>
              </a:defRPr>
            </a:lvl9pPr>
          </a:lstStyle>
          <a:p>
            <a:pPr algn="l">
              <a:lnSpc>
                <a:spcPct val="100000"/>
              </a:lnSpc>
              <a:buNone/>
              <a:defRPr sz="1462" b="0" i="0" kern="0" spc="-9">
                <a:solidFill>
                  <a:srgbClr val="0A2540"/>
                </a:solidFill>
                <a:latin typeface="Inter"/>
                <a:ea typeface="Inter"/>
                <a:cs typeface="Inter"/>
              </a:defRPr>
            </a:pPr>
            <a:r>
              <a:rPr sz="1462" b="0" i="0" kern="0" spc="-9">
                <a:solidFill>
                  <a:srgbClr val="0A2540"/>
                </a:solidFill>
                <a:latin typeface="Inter"/>
                <a:ea typeface="Inter"/>
                <a:cs typeface="Inter"/>
              </a:rPr>
              <a:t>What is the amount of producer surplus in country Z under international free trade? Show all the steps of calculation.</a:t>
            </a:r>
          </a:p>
        </p:txBody>
      </p:sp>
      <p:sp>
        <p:nvSpPr>
          <p:cNvPr id="35" name="s5 text 15">
            <a:extLst>
              <a:ext uri="{FF2B5EF4-FFF2-40B4-BE49-F238E27FC236}">
                <a16:creationId xmlns:a16="http://schemas.microsoft.com/office/drawing/2014/main" id="{FA36083A-F7D4-4E9F-8452-AD32770A228F}"/>
              </a:ext>
            </a:extLst>
          </p:cNvPr>
          <p:cNvSpPr>
            <a:spLocks noGrp="1"/>
          </p:cNvSpPr>
          <p:nvPr/>
        </p:nvSpPr>
        <p:spPr>
          <a:xfrm>
            <a:off x="800100" y="4583001"/>
            <a:ext cx="361474" cy="249417"/>
          </a:xfrm>
          <a:prstGeom prst="rect">
            <a:avLst/>
          </a:prstGeom>
          <a:noFill/>
          <a:ln w="0">
            <a:noFill/>
            <a:prstDash val="solid"/>
          </a:ln>
        </p:spPr>
        <p:txBody>
          <a:bodyPr wrap="none" lIns="0" tIns="0" rIns="0" bIns="0" anchor="t">
            <a:noAutofit/>
          </a:bodyPr>
          <a:lstStyle>
            <a:defPPr algn="l">
              <a:defRPr sz="1294" b="1" i="0" kern="0" spc="-9">
                <a:solidFill>
                  <a:srgbClr val="1D4ED8"/>
                </a:solidFill>
                <a:latin typeface="JetBrains Mono"/>
                <a:ea typeface="JetBrains Mono"/>
                <a:cs typeface="JetBrains Mono"/>
              </a:defRPr>
            </a:defPPr>
            <a:lvl1pPr algn="l">
              <a:defRPr sz="1294" b="1" i="0" kern="0" spc="-9">
                <a:solidFill>
                  <a:srgbClr val="1D4ED8"/>
                </a:solidFill>
                <a:latin typeface="JetBrains Mono"/>
                <a:ea typeface="JetBrains Mono"/>
                <a:cs typeface="JetBrains Mono"/>
              </a:defRPr>
            </a:lvl1pPr>
            <a:lvl2pPr algn="l">
              <a:defRPr sz="1294" b="1" i="0" kern="0" spc="-9">
                <a:solidFill>
                  <a:srgbClr val="1D4ED8"/>
                </a:solidFill>
                <a:latin typeface="JetBrains Mono"/>
                <a:ea typeface="JetBrains Mono"/>
                <a:cs typeface="JetBrains Mono"/>
              </a:defRPr>
            </a:lvl2pPr>
            <a:lvl3pPr algn="l">
              <a:defRPr sz="1294" b="1" i="0" kern="0" spc="-9">
                <a:solidFill>
                  <a:srgbClr val="1D4ED8"/>
                </a:solidFill>
                <a:latin typeface="JetBrains Mono"/>
                <a:ea typeface="JetBrains Mono"/>
                <a:cs typeface="JetBrains Mono"/>
              </a:defRPr>
            </a:lvl3pPr>
            <a:lvl4pPr algn="l">
              <a:defRPr sz="1294" b="1" i="0" kern="0" spc="-9">
                <a:solidFill>
                  <a:srgbClr val="1D4ED8"/>
                </a:solidFill>
                <a:latin typeface="JetBrains Mono"/>
                <a:ea typeface="JetBrains Mono"/>
                <a:cs typeface="JetBrains Mono"/>
              </a:defRPr>
            </a:lvl4pPr>
            <a:lvl5pPr algn="l">
              <a:defRPr sz="1294" b="1" i="0" kern="0" spc="-9">
                <a:solidFill>
                  <a:srgbClr val="1D4ED8"/>
                </a:solidFill>
                <a:latin typeface="JetBrains Mono"/>
                <a:ea typeface="JetBrains Mono"/>
                <a:cs typeface="JetBrains Mono"/>
              </a:defRPr>
            </a:lvl5pPr>
            <a:lvl6pPr algn="l">
              <a:defRPr sz="1294" b="1" i="0" kern="0" spc="-9">
                <a:solidFill>
                  <a:srgbClr val="1D4ED8"/>
                </a:solidFill>
                <a:latin typeface="JetBrains Mono"/>
                <a:ea typeface="JetBrains Mono"/>
                <a:cs typeface="JetBrains Mono"/>
              </a:defRPr>
            </a:lvl6pPr>
            <a:lvl7pPr algn="l">
              <a:defRPr sz="1294" b="1" i="0" kern="0" spc="-9">
                <a:solidFill>
                  <a:srgbClr val="1D4ED8"/>
                </a:solidFill>
                <a:latin typeface="JetBrains Mono"/>
                <a:ea typeface="JetBrains Mono"/>
                <a:cs typeface="JetBrains Mono"/>
              </a:defRPr>
            </a:lvl7pPr>
            <a:lvl8pPr algn="l">
              <a:defRPr sz="1294" b="1" i="0" kern="0" spc="-9">
                <a:solidFill>
                  <a:srgbClr val="1D4ED8"/>
                </a:solidFill>
                <a:latin typeface="JetBrains Mono"/>
                <a:ea typeface="JetBrains Mono"/>
                <a:cs typeface="JetBrains Mono"/>
              </a:defRPr>
            </a:lvl8pPr>
            <a:lvl9pPr algn="l">
              <a:defRPr sz="1294" b="1" i="0" kern="0" spc="-9">
                <a:solidFill>
                  <a:srgbClr val="1D4ED8"/>
                </a:solidFill>
                <a:latin typeface="JetBrains Mono"/>
                <a:ea typeface="JetBrains Mono"/>
                <a:cs typeface="JetBrains Mono"/>
              </a:defRPr>
            </a:lvl9pPr>
          </a:lstStyle>
          <a:p>
            <a:pPr algn="l">
              <a:lnSpc>
                <a:spcPct val="100000"/>
              </a:lnSpc>
              <a:buNone/>
              <a:defRPr sz="1294" b="1" i="0" kern="0" spc="-9">
                <a:solidFill>
                  <a:srgbClr val="1D4ED8"/>
                </a:solidFill>
                <a:latin typeface="JetBrains Mono"/>
                <a:ea typeface="JetBrains Mono"/>
                <a:cs typeface="JetBrains Mono"/>
              </a:defRPr>
            </a:pPr>
            <a:r>
              <a:rPr sz="1294" b="1" i="0" kern="0" spc="-9">
                <a:solidFill>
                  <a:srgbClr val="1D4ED8"/>
                </a:solidFill>
                <a:latin typeface="JetBrains Mono"/>
                <a:ea typeface="JetBrains Mono"/>
                <a:cs typeface="JetBrains Mono"/>
              </a:rPr>
              <a:t>iv)</a:t>
            </a:r>
          </a:p>
        </p:txBody>
      </p:sp>
      <p:sp>
        <p:nvSpPr>
          <p:cNvPr id="36" name="s5 text 16">
            <a:extLst>
              <a:ext uri="{FF2B5EF4-FFF2-40B4-BE49-F238E27FC236}">
                <a16:creationId xmlns:a16="http://schemas.microsoft.com/office/drawing/2014/main" id="{EE650297-29EE-4547-B73C-BE50DA2D7EEC}"/>
              </a:ext>
            </a:extLst>
          </p:cNvPr>
          <p:cNvSpPr>
            <a:spLocks noGrp="1"/>
          </p:cNvSpPr>
          <p:nvPr/>
        </p:nvSpPr>
        <p:spPr>
          <a:xfrm>
            <a:off x="1328737" y="4599235"/>
            <a:ext cx="10217372" cy="258445"/>
          </a:xfrm>
          <a:prstGeom prst="rect">
            <a:avLst/>
          </a:prstGeom>
          <a:noFill/>
          <a:ln w="0">
            <a:noFill/>
            <a:prstDash val="solid"/>
          </a:ln>
        </p:spPr>
        <p:txBody>
          <a:bodyPr wrap="none" lIns="0" tIns="0" rIns="0" bIns="0" anchor="t">
            <a:noAutofit/>
          </a:bodyPr>
          <a:lstStyle>
            <a:defPPr algn="l">
              <a:defRPr sz="1462" b="0" i="0" kern="0" spc="-9">
                <a:solidFill>
                  <a:srgbClr val="0A2540"/>
                </a:solidFill>
                <a:latin typeface="Inter"/>
                <a:ea typeface="Inter"/>
                <a:cs typeface="Inter"/>
              </a:defRPr>
            </a:defPPr>
            <a:lvl1pPr algn="l">
              <a:defRPr sz="1462" b="0" i="0" kern="0" spc="-9">
                <a:solidFill>
                  <a:srgbClr val="0A2540"/>
                </a:solidFill>
                <a:latin typeface="Inter"/>
                <a:ea typeface="Inter"/>
                <a:cs typeface="Inter"/>
              </a:defRPr>
            </a:lvl1pPr>
            <a:lvl2pPr algn="l">
              <a:defRPr sz="1462" b="0" i="0" kern="0" spc="-9">
                <a:solidFill>
                  <a:srgbClr val="0A2540"/>
                </a:solidFill>
                <a:latin typeface="Inter"/>
                <a:ea typeface="Inter"/>
                <a:cs typeface="Inter"/>
              </a:defRPr>
            </a:lvl2pPr>
            <a:lvl3pPr algn="l">
              <a:defRPr sz="1462" b="0" i="0" kern="0" spc="-9">
                <a:solidFill>
                  <a:srgbClr val="0A2540"/>
                </a:solidFill>
                <a:latin typeface="Inter"/>
                <a:ea typeface="Inter"/>
                <a:cs typeface="Inter"/>
              </a:defRPr>
            </a:lvl3pPr>
            <a:lvl4pPr algn="l">
              <a:defRPr sz="1462" b="0" i="0" kern="0" spc="-9">
                <a:solidFill>
                  <a:srgbClr val="0A2540"/>
                </a:solidFill>
                <a:latin typeface="Inter"/>
                <a:ea typeface="Inter"/>
                <a:cs typeface="Inter"/>
              </a:defRPr>
            </a:lvl4pPr>
            <a:lvl5pPr algn="l">
              <a:defRPr sz="1462" b="0" i="0" kern="0" spc="-9">
                <a:solidFill>
                  <a:srgbClr val="0A2540"/>
                </a:solidFill>
                <a:latin typeface="Inter"/>
                <a:ea typeface="Inter"/>
                <a:cs typeface="Inter"/>
              </a:defRPr>
            </a:lvl5pPr>
            <a:lvl6pPr algn="l">
              <a:defRPr sz="1462" b="0" i="0" kern="0" spc="-9">
                <a:solidFill>
                  <a:srgbClr val="0A2540"/>
                </a:solidFill>
                <a:latin typeface="Inter"/>
                <a:ea typeface="Inter"/>
                <a:cs typeface="Inter"/>
              </a:defRPr>
            </a:lvl6pPr>
            <a:lvl7pPr algn="l">
              <a:defRPr sz="1462" b="0" i="0" kern="0" spc="-9">
                <a:solidFill>
                  <a:srgbClr val="0A2540"/>
                </a:solidFill>
                <a:latin typeface="Inter"/>
                <a:ea typeface="Inter"/>
                <a:cs typeface="Inter"/>
              </a:defRPr>
            </a:lvl7pPr>
            <a:lvl8pPr algn="l">
              <a:defRPr sz="1462" b="0" i="0" kern="0" spc="-9">
                <a:solidFill>
                  <a:srgbClr val="0A2540"/>
                </a:solidFill>
                <a:latin typeface="Inter"/>
                <a:ea typeface="Inter"/>
                <a:cs typeface="Inter"/>
              </a:defRPr>
            </a:lvl8pPr>
            <a:lvl9pPr algn="l">
              <a:defRPr sz="1462" b="0" i="0" kern="0" spc="-9">
                <a:solidFill>
                  <a:srgbClr val="0A2540"/>
                </a:solidFill>
                <a:latin typeface="Inter"/>
                <a:ea typeface="Inter"/>
                <a:cs typeface="Inter"/>
              </a:defRPr>
            </a:lvl9pPr>
          </a:lstStyle>
          <a:p>
            <a:pPr algn="l">
              <a:lnSpc>
                <a:spcPct val="100000"/>
              </a:lnSpc>
              <a:buNone/>
              <a:defRPr sz="1462" b="0" i="0" kern="0" spc="-9">
                <a:solidFill>
                  <a:srgbClr val="0A2540"/>
                </a:solidFill>
                <a:latin typeface="Inter"/>
                <a:ea typeface="Inter"/>
                <a:cs typeface="Inter"/>
              </a:defRPr>
            </a:pPr>
            <a:r>
              <a:rPr sz="1462" b="0" i="0" kern="0" spc="-9">
                <a:solidFill>
                  <a:srgbClr val="0A2540"/>
                </a:solidFill>
                <a:latin typeface="Inter"/>
                <a:ea typeface="Inter"/>
                <a:cs typeface="Inter"/>
              </a:rPr>
              <a:t>Country Z government intervenes in international trade by imposing an import quota of 20,000 televisions. State the</a:t>
            </a:r>
          </a:p>
        </p:txBody>
      </p:sp>
      <p:sp>
        <p:nvSpPr>
          <p:cNvPr id="37" name="s5 text 17">
            <a:extLst>
              <a:ext uri="{FF2B5EF4-FFF2-40B4-BE49-F238E27FC236}">
                <a16:creationId xmlns:a16="http://schemas.microsoft.com/office/drawing/2014/main" id="{238EAEE1-1F49-46A5-94AE-8996DC217DFE}"/>
              </a:ext>
            </a:extLst>
          </p:cNvPr>
          <p:cNvSpPr>
            <a:spLocks noGrp="1"/>
          </p:cNvSpPr>
          <p:nvPr/>
        </p:nvSpPr>
        <p:spPr>
          <a:xfrm>
            <a:off x="1328737" y="4856410"/>
            <a:ext cx="4363783" cy="258445"/>
          </a:xfrm>
          <a:prstGeom prst="rect">
            <a:avLst/>
          </a:prstGeom>
          <a:noFill/>
          <a:ln w="0">
            <a:noFill/>
            <a:prstDash val="solid"/>
          </a:ln>
        </p:spPr>
        <p:txBody>
          <a:bodyPr wrap="none" lIns="0" tIns="0" rIns="0" bIns="0" anchor="t">
            <a:noAutofit/>
          </a:bodyPr>
          <a:lstStyle>
            <a:defPPr algn="l">
              <a:defRPr sz="1462" b="0" i="0" kern="0" spc="-9">
                <a:solidFill>
                  <a:srgbClr val="0A2540"/>
                </a:solidFill>
                <a:latin typeface="Inter"/>
                <a:ea typeface="Inter"/>
                <a:cs typeface="Inter"/>
              </a:defRPr>
            </a:defPPr>
            <a:lvl1pPr algn="l">
              <a:defRPr sz="1462" b="0" i="0" kern="0" spc="-9">
                <a:solidFill>
                  <a:srgbClr val="0A2540"/>
                </a:solidFill>
                <a:latin typeface="Inter"/>
                <a:ea typeface="Inter"/>
                <a:cs typeface="Inter"/>
              </a:defRPr>
            </a:lvl1pPr>
            <a:lvl2pPr algn="l">
              <a:defRPr sz="1462" b="0" i="0" kern="0" spc="-9">
                <a:solidFill>
                  <a:srgbClr val="0A2540"/>
                </a:solidFill>
                <a:latin typeface="Inter"/>
                <a:ea typeface="Inter"/>
                <a:cs typeface="Inter"/>
              </a:defRPr>
            </a:lvl2pPr>
            <a:lvl3pPr algn="l">
              <a:defRPr sz="1462" b="0" i="0" kern="0" spc="-9">
                <a:solidFill>
                  <a:srgbClr val="0A2540"/>
                </a:solidFill>
                <a:latin typeface="Inter"/>
                <a:ea typeface="Inter"/>
                <a:cs typeface="Inter"/>
              </a:defRPr>
            </a:lvl3pPr>
            <a:lvl4pPr algn="l">
              <a:defRPr sz="1462" b="0" i="0" kern="0" spc="-9">
                <a:solidFill>
                  <a:srgbClr val="0A2540"/>
                </a:solidFill>
                <a:latin typeface="Inter"/>
                <a:ea typeface="Inter"/>
                <a:cs typeface="Inter"/>
              </a:defRPr>
            </a:lvl4pPr>
            <a:lvl5pPr algn="l">
              <a:defRPr sz="1462" b="0" i="0" kern="0" spc="-9">
                <a:solidFill>
                  <a:srgbClr val="0A2540"/>
                </a:solidFill>
                <a:latin typeface="Inter"/>
                <a:ea typeface="Inter"/>
                <a:cs typeface="Inter"/>
              </a:defRPr>
            </a:lvl5pPr>
            <a:lvl6pPr algn="l">
              <a:defRPr sz="1462" b="0" i="0" kern="0" spc="-9">
                <a:solidFill>
                  <a:srgbClr val="0A2540"/>
                </a:solidFill>
                <a:latin typeface="Inter"/>
                <a:ea typeface="Inter"/>
                <a:cs typeface="Inter"/>
              </a:defRPr>
            </a:lvl6pPr>
            <a:lvl7pPr algn="l">
              <a:defRPr sz="1462" b="0" i="0" kern="0" spc="-9">
                <a:solidFill>
                  <a:srgbClr val="0A2540"/>
                </a:solidFill>
                <a:latin typeface="Inter"/>
                <a:ea typeface="Inter"/>
                <a:cs typeface="Inter"/>
              </a:defRPr>
            </a:lvl7pPr>
            <a:lvl8pPr algn="l">
              <a:defRPr sz="1462" b="0" i="0" kern="0" spc="-9">
                <a:solidFill>
                  <a:srgbClr val="0A2540"/>
                </a:solidFill>
                <a:latin typeface="Inter"/>
                <a:ea typeface="Inter"/>
                <a:cs typeface="Inter"/>
              </a:defRPr>
            </a:lvl8pPr>
            <a:lvl9pPr algn="l">
              <a:defRPr sz="1462" b="0" i="0" kern="0" spc="-9">
                <a:solidFill>
                  <a:srgbClr val="0A2540"/>
                </a:solidFill>
                <a:latin typeface="Inter"/>
                <a:ea typeface="Inter"/>
                <a:cs typeface="Inter"/>
              </a:defRPr>
            </a:lvl9pPr>
          </a:lstStyle>
          <a:p>
            <a:pPr algn="l">
              <a:lnSpc>
                <a:spcPct val="100000"/>
              </a:lnSpc>
              <a:buNone/>
              <a:defRPr sz="1462" b="0" i="0" kern="0" spc="-9">
                <a:solidFill>
                  <a:srgbClr val="0A2540"/>
                </a:solidFill>
                <a:latin typeface="Inter"/>
                <a:ea typeface="Inter"/>
                <a:cs typeface="Inter"/>
              </a:defRPr>
            </a:pPr>
            <a:r>
              <a:rPr sz="1462" b="0" i="0" kern="0" spc="-9">
                <a:solidFill>
                  <a:srgbClr val="0A2540"/>
                </a:solidFill>
                <a:latin typeface="Inter"/>
                <a:ea typeface="Inter"/>
                <a:cs typeface="Inter"/>
              </a:rPr>
              <a:t>intended effect of such government intervention.</a:t>
            </a:r>
          </a:p>
        </p:txBody>
      </p:sp>
      <p:sp>
        <p:nvSpPr>
          <p:cNvPr id="38" name="s5 text 18">
            <a:extLst>
              <a:ext uri="{FF2B5EF4-FFF2-40B4-BE49-F238E27FC236}">
                <a16:creationId xmlns:a16="http://schemas.microsoft.com/office/drawing/2014/main" id="{4ECE4113-394E-4ACF-B352-846015D0EC59}"/>
              </a:ext>
            </a:extLst>
          </p:cNvPr>
          <p:cNvSpPr>
            <a:spLocks noGrp="1"/>
          </p:cNvSpPr>
          <p:nvPr/>
        </p:nvSpPr>
        <p:spPr>
          <a:xfrm>
            <a:off x="800100" y="5168789"/>
            <a:ext cx="262890" cy="249417"/>
          </a:xfrm>
          <a:prstGeom prst="rect">
            <a:avLst/>
          </a:prstGeom>
          <a:noFill/>
          <a:ln w="0">
            <a:noFill/>
            <a:prstDash val="solid"/>
          </a:ln>
        </p:spPr>
        <p:txBody>
          <a:bodyPr wrap="none" lIns="0" tIns="0" rIns="0" bIns="0" anchor="t">
            <a:noAutofit/>
          </a:bodyPr>
          <a:lstStyle>
            <a:defPPr algn="l">
              <a:defRPr sz="1294" b="1" i="0" kern="0" spc="-9">
                <a:solidFill>
                  <a:srgbClr val="1D4ED8"/>
                </a:solidFill>
                <a:latin typeface="JetBrains Mono"/>
                <a:ea typeface="JetBrains Mono"/>
                <a:cs typeface="JetBrains Mono"/>
              </a:defRPr>
            </a:defPPr>
            <a:lvl1pPr algn="l">
              <a:defRPr sz="1294" b="1" i="0" kern="0" spc="-9">
                <a:solidFill>
                  <a:srgbClr val="1D4ED8"/>
                </a:solidFill>
                <a:latin typeface="JetBrains Mono"/>
                <a:ea typeface="JetBrains Mono"/>
                <a:cs typeface="JetBrains Mono"/>
              </a:defRPr>
            </a:lvl1pPr>
            <a:lvl2pPr algn="l">
              <a:defRPr sz="1294" b="1" i="0" kern="0" spc="-9">
                <a:solidFill>
                  <a:srgbClr val="1D4ED8"/>
                </a:solidFill>
                <a:latin typeface="JetBrains Mono"/>
                <a:ea typeface="JetBrains Mono"/>
                <a:cs typeface="JetBrains Mono"/>
              </a:defRPr>
            </a:lvl2pPr>
            <a:lvl3pPr algn="l">
              <a:defRPr sz="1294" b="1" i="0" kern="0" spc="-9">
                <a:solidFill>
                  <a:srgbClr val="1D4ED8"/>
                </a:solidFill>
                <a:latin typeface="JetBrains Mono"/>
                <a:ea typeface="JetBrains Mono"/>
                <a:cs typeface="JetBrains Mono"/>
              </a:defRPr>
            </a:lvl3pPr>
            <a:lvl4pPr algn="l">
              <a:defRPr sz="1294" b="1" i="0" kern="0" spc="-9">
                <a:solidFill>
                  <a:srgbClr val="1D4ED8"/>
                </a:solidFill>
                <a:latin typeface="JetBrains Mono"/>
                <a:ea typeface="JetBrains Mono"/>
                <a:cs typeface="JetBrains Mono"/>
              </a:defRPr>
            </a:lvl4pPr>
            <a:lvl5pPr algn="l">
              <a:defRPr sz="1294" b="1" i="0" kern="0" spc="-9">
                <a:solidFill>
                  <a:srgbClr val="1D4ED8"/>
                </a:solidFill>
                <a:latin typeface="JetBrains Mono"/>
                <a:ea typeface="JetBrains Mono"/>
                <a:cs typeface="JetBrains Mono"/>
              </a:defRPr>
            </a:lvl5pPr>
            <a:lvl6pPr algn="l">
              <a:defRPr sz="1294" b="1" i="0" kern="0" spc="-9">
                <a:solidFill>
                  <a:srgbClr val="1D4ED8"/>
                </a:solidFill>
                <a:latin typeface="JetBrains Mono"/>
                <a:ea typeface="JetBrains Mono"/>
                <a:cs typeface="JetBrains Mono"/>
              </a:defRPr>
            </a:lvl6pPr>
            <a:lvl7pPr algn="l">
              <a:defRPr sz="1294" b="1" i="0" kern="0" spc="-9">
                <a:solidFill>
                  <a:srgbClr val="1D4ED8"/>
                </a:solidFill>
                <a:latin typeface="JetBrains Mono"/>
                <a:ea typeface="JetBrains Mono"/>
                <a:cs typeface="JetBrains Mono"/>
              </a:defRPr>
            </a:lvl7pPr>
            <a:lvl8pPr algn="l">
              <a:defRPr sz="1294" b="1" i="0" kern="0" spc="-9">
                <a:solidFill>
                  <a:srgbClr val="1D4ED8"/>
                </a:solidFill>
                <a:latin typeface="JetBrains Mono"/>
                <a:ea typeface="JetBrains Mono"/>
                <a:cs typeface="JetBrains Mono"/>
              </a:defRPr>
            </a:lvl8pPr>
            <a:lvl9pPr algn="l">
              <a:defRPr sz="1294" b="1" i="0" kern="0" spc="-9">
                <a:solidFill>
                  <a:srgbClr val="1D4ED8"/>
                </a:solidFill>
                <a:latin typeface="JetBrains Mono"/>
                <a:ea typeface="JetBrains Mono"/>
                <a:cs typeface="JetBrains Mono"/>
              </a:defRPr>
            </a:lvl9pPr>
          </a:lstStyle>
          <a:p>
            <a:pPr algn="l">
              <a:lnSpc>
                <a:spcPct val="100000"/>
              </a:lnSpc>
              <a:buNone/>
              <a:defRPr sz="1294" b="1" i="0" kern="0" spc="-9">
                <a:solidFill>
                  <a:srgbClr val="1D4ED8"/>
                </a:solidFill>
                <a:latin typeface="JetBrains Mono"/>
                <a:ea typeface="JetBrains Mono"/>
                <a:cs typeface="JetBrains Mono"/>
              </a:defRPr>
            </a:pPr>
            <a:r>
              <a:rPr sz="1294" b="1" i="0" kern="0" spc="-9">
                <a:solidFill>
                  <a:srgbClr val="1D4ED8"/>
                </a:solidFill>
                <a:latin typeface="JetBrains Mono"/>
                <a:ea typeface="JetBrains Mono"/>
                <a:cs typeface="JetBrains Mono"/>
              </a:rPr>
              <a:t>v)</a:t>
            </a:r>
          </a:p>
        </p:txBody>
      </p:sp>
      <p:sp>
        <p:nvSpPr>
          <p:cNvPr id="39" name="s5 text 19">
            <a:extLst>
              <a:ext uri="{FF2B5EF4-FFF2-40B4-BE49-F238E27FC236}">
                <a16:creationId xmlns:a16="http://schemas.microsoft.com/office/drawing/2014/main" id="{D9F65C33-F0C0-496F-A9F3-A01CDB193AC6}"/>
              </a:ext>
            </a:extLst>
          </p:cNvPr>
          <p:cNvSpPr>
            <a:spLocks noGrp="1"/>
          </p:cNvSpPr>
          <p:nvPr/>
        </p:nvSpPr>
        <p:spPr>
          <a:xfrm>
            <a:off x="1328737" y="5185023"/>
            <a:ext cx="10865072" cy="258445"/>
          </a:xfrm>
          <a:prstGeom prst="rect">
            <a:avLst/>
          </a:prstGeom>
          <a:noFill/>
          <a:ln w="0">
            <a:noFill/>
            <a:prstDash val="solid"/>
          </a:ln>
        </p:spPr>
        <p:txBody>
          <a:bodyPr wrap="none" lIns="0" tIns="0" rIns="0" bIns="0" anchor="t">
            <a:noAutofit/>
          </a:bodyPr>
          <a:lstStyle>
            <a:defPPr algn="l">
              <a:defRPr sz="1462" b="0" i="0" kern="0" spc="-9">
                <a:solidFill>
                  <a:srgbClr val="0A2540"/>
                </a:solidFill>
                <a:latin typeface="Inter"/>
                <a:ea typeface="Inter"/>
                <a:cs typeface="Inter"/>
              </a:defRPr>
            </a:defPPr>
            <a:lvl1pPr algn="l">
              <a:defRPr sz="1462" b="0" i="0" kern="0" spc="-9">
                <a:solidFill>
                  <a:srgbClr val="0A2540"/>
                </a:solidFill>
                <a:latin typeface="Inter"/>
                <a:ea typeface="Inter"/>
                <a:cs typeface="Inter"/>
              </a:defRPr>
            </a:lvl1pPr>
            <a:lvl2pPr algn="l">
              <a:defRPr sz="1462" b="0" i="0" kern="0" spc="-9">
                <a:solidFill>
                  <a:srgbClr val="0A2540"/>
                </a:solidFill>
                <a:latin typeface="Inter"/>
                <a:ea typeface="Inter"/>
                <a:cs typeface="Inter"/>
              </a:defRPr>
            </a:lvl2pPr>
            <a:lvl3pPr algn="l">
              <a:defRPr sz="1462" b="0" i="0" kern="0" spc="-9">
                <a:solidFill>
                  <a:srgbClr val="0A2540"/>
                </a:solidFill>
                <a:latin typeface="Inter"/>
                <a:ea typeface="Inter"/>
                <a:cs typeface="Inter"/>
              </a:defRPr>
            </a:lvl3pPr>
            <a:lvl4pPr algn="l">
              <a:defRPr sz="1462" b="0" i="0" kern="0" spc="-9">
                <a:solidFill>
                  <a:srgbClr val="0A2540"/>
                </a:solidFill>
                <a:latin typeface="Inter"/>
                <a:ea typeface="Inter"/>
                <a:cs typeface="Inter"/>
              </a:defRPr>
            </a:lvl4pPr>
            <a:lvl5pPr algn="l">
              <a:defRPr sz="1462" b="0" i="0" kern="0" spc="-9">
                <a:solidFill>
                  <a:srgbClr val="0A2540"/>
                </a:solidFill>
                <a:latin typeface="Inter"/>
                <a:ea typeface="Inter"/>
                <a:cs typeface="Inter"/>
              </a:defRPr>
            </a:lvl5pPr>
            <a:lvl6pPr algn="l">
              <a:defRPr sz="1462" b="0" i="0" kern="0" spc="-9">
                <a:solidFill>
                  <a:srgbClr val="0A2540"/>
                </a:solidFill>
                <a:latin typeface="Inter"/>
                <a:ea typeface="Inter"/>
                <a:cs typeface="Inter"/>
              </a:defRPr>
            </a:lvl6pPr>
            <a:lvl7pPr algn="l">
              <a:defRPr sz="1462" b="0" i="0" kern="0" spc="-9">
                <a:solidFill>
                  <a:srgbClr val="0A2540"/>
                </a:solidFill>
                <a:latin typeface="Inter"/>
                <a:ea typeface="Inter"/>
                <a:cs typeface="Inter"/>
              </a:defRPr>
            </a:lvl7pPr>
            <a:lvl8pPr algn="l">
              <a:defRPr sz="1462" b="0" i="0" kern="0" spc="-9">
                <a:solidFill>
                  <a:srgbClr val="0A2540"/>
                </a:solidFill>
                <a:latin typeface="Inter"/>
                <a:ea typeface="Inter"/>
                <a:cs typeface="Inter"/>
              </a:defRPr>
            </a:lvl8pPr>
            <a:lvl9pPr algn="l">
              <a:defRPr sz="1462" b="0" i="0" kern="0" spc="-9">
                <a:solidFill>
                  <a:srgbClr val="0A2540"/>
                </a:solidFill>
                <a:latin typeface="Inter"/>
                <a:ea typeface="Inter"/>
                <a:cs typeface="Inter"/>
              </a:defRPr>
            </a:lvl9pPr>
          </a:lstStyle>
          <a:p>
            <a:pPr algn="l">
              <a:lnSpc>
                <a:spcPct val="100000"/>
              </a:lnSpc>
              <a:buNone/>
              <a:defRPr sz="1462" b="0" i="0" kern="0" spc="-9">
                <a:solidFill>
                  <a:srgbClr val="0A2540"/>
                </a:solidFill>
                <a:latin typeface="Inter"/>
                <a:ea typeface="Inter"/>
                <a:cs typeface="Inter"/>
              </a:defRPr>
            </a:pPr>
            <a:r>
              <a:rPr sz="1462" b="0" i="0" kern="0" spc="-9">
                <a:solidFill>
                  <a:srgbClr val="0A2540"/>
                </a:solidFill>
                <a:latin typeface="Inter"/>
                <a:ea typeface="Inter"/>
                <a:cs typeface="Inter"/>
              </a:rPr>
              <a:t>The “Domestic supply plus quota” curve is not plotted correctly in the diagram. Plot the correct domestic supply curve plus</a:t>
            </a:r>
          </a:p>
        </p:txBody>
      </p:sp>
      <p:sp>
        <p:nvSpPr>
          <p:cNvPr id="40" name="s5 text 20">
            <a:extLst>
              <a:ext uri="{FF2B5EF4-FFF2-40B4-BE49-F238E27FC236}">
                <a16:creationId xmlns:a16="http://schemas.microsoft.com/office/drawing/2014/main" id="{7AB57349-4F9F-4F5B-B186-E7C176768902}"/>
              </a:ext>
            </a:extLst>
          </p:cNvPr>
          <p:cNvSpPr>
            <a:spLocks noGrp="1"/>
          </p:cNvSpPr>
          <p:nvPr/>
        </p:nvSpPr>
        <p:spPr>
          <a:xfrm>
            <a:off x="1328737" y="5435054"/>
            <a:ext cx="4436174" cy="258445"/>
          </a:xfrm>
          <a:prstGeom prst="rect">
            <a:avLst/>
          </a:prstGeom>
          <a:noFill/>
          <a:ln w="0">
            <a:noFill/>
            <a:prstDash val="solid"/>
          </a:ln>
        </p:spPr>
        <p:txBody>
          <a:bodyPr wrap="none" lIns="0" tIns="0" rIns="0" bIns="0" anchor="t">
            <a:noAutofit/>
          </a:bodyPr>
          <a:lstStyle>
            <a:defPPr algn="l">
              <a:defRPr sz="1462" b="0" i="0" kern="0" spc="-9">
                <a:solidFill>
                  <a:srgbClr val="0A2540"/>
                </a:solidFill>
                <a:latin typeface="Inter"/>
                <a:ea typeface="Inter"/>
                <a:cs typeface="Inter"/>
              </a:defRPr>
            </a:defPPr>
            <a:lvl1pPr algn="l">
              <a:defRPr sz="1462" b="0" i="0" kern="0" spc="-9">
                <a:solidFill>
                  <a:srgbClr val="0A2540"/>
                </a:solidFill>
                <a:latin typeface="Inter"/>
                <a:ea typeface="Inter"/>
                <a:cs typeface="Inter"/>
              </a:defRPr>
            </a:lvl1pPr>
            <a:lvl2pPr algn="l">
              <a:defRPr sz="1462" b="0" i="0" kern="0" spc="-9">
                <a:solidFill>
                  <a:srgbClr val="0A2540"/>
                </a:solidFill>
                <a:latin typeface="Inter"/>
                <a:ea typeface="Inter"/>
                <a:cs typeface="Inter"/>
              </a:defRPr>
            </a:lvl2pPr>
            <a:lvl3pPr algn="l">
              <a:defRPr sz="1462" b="0" i="0" kern="0" spc="-9">
                <a:solidFill>
                  <a:srgbClr val="0A2540"/>
                </a:solidFill>
                <a:latin typeface="Inter"/>
                <a:ea typeface="Inter"/>
                <a:cs typeface="Inter"/>
              </a:defRPr>
            </a:lvl3pPr>
            <a:lvl4pPr algn="l">
              <a:defRPr sz="1462" b="0" i="0" kern="0" spc="-9">
                <a:solidFill>
                  <a:srgbClr val="0A2540"/>
                </a:solidFill>
                <a:latin typeface="Inter"/>
                <a:ea typeface="Inter"/>
                <a:cs typeface="Inter"/>
              </a:defRPr>
            </a:lvl4pPr>
            <a:lvl5pPr algn="l">
              <a:defRPr sz="1462" b="0" i="0" kern="0" spc="-9">
                <a:solidFill>
                  <a:srgbClr val="0A2540"/>
                </a:solidFill>
                <a:latin typeface="Inter"/>
                <a:ea typeface="Inter"/>
                <a:cs typeface="Inter"/>
              </a:defRPr>
            </a:lvl5pPr>
            <a:lvl6pPr algn="l">
              <a:defRPr sz="1462" b="0" i="0" kern="0" spc="-9">
                <a:solidFill>
                  <a:srgbClr val="0A2540"/>
                </a:solidFill>
                <a:latin typeface="Inter"/>
                <a:ea typeface="Inter"/>
                <a:cs typeface="Inter"/>
              </a:defRPr>
            </a:lvl6pPr>
            <a:lvl7pPr algn="l">
              <a:defRPr sz="1462" b="0" i="0" kern="0" spc="-9">
                <a:solidFill>
                  <a:srgbClr val="0A2540"/>
                </a:solidFill>
                <a:latin typeface="Inter"/>
                <a:ea typeface="Inter"/>
                <a:cs typeface="Inter"/>
              </a:defRPr>
            </a:lvl7pPr>
            <a:lvl8pPr algn="l">
              <a:defRPr sz="1462" b="0" i="0" kern="0" spc="-9">
                <a:solidFill>
                  <a:srgbClr val="0A2540"/>
                </a:solidFill>
                <a:latin typeface="Inter"/>
                <a:ea typeface="Inter"/>
                <a:cs typeface="Inter"/>
              </a:defRPr>
            </a:lvl8pPr>
            <a:lvl9pPr algn="l">
              <a:defRPr sz="1462" b="0" i="0" kern="0" spc="-9">
                <a:solidFill>
                  <a:srgbClr val="0A2540"/>
                </a:solidFill>
                <a:latin typeface="Inter"/>
                <a:ea typeface="Inter"/>
                <a:cs typeface="Inter"/>
              </a:defRPr>
            </a:lvl9pPr>
          </a:lstStyle>
          <a:p>
            <a:pPr algn="l">
              <a:lnSpc>
                <a:spcPct val="100000"/>
              </a:lnSpc>
              <a:buNone/>
              <a:defRPr sz="1462" b="0" i="0" kern="0" spc="-9">
                <a:solidFill>
                  <a:srgbClr val="0A2540"/>
                </a:solidFill>
                <a:latin typeface="Inter"/>
                <a:ea typeface="Inter"/>
                <a:cs typeface="Inter"/>
              </a:defRPr>
            </a:pPr>
            <a:r>
              <a:rPr sz="1462" b="0" i="0" kern="0" spc="-9">
                <a:solidFill>
                  <a:srgbClr val="0A2540"/>
                </a:solidFill>
                <a:latin typeface="Inter"/>
                <a:ea typeface="Inter"/>
                <a:cs typeface="Inter"/>
              </a:rPr>
              <a:t>quota (label it as S + quota) in the diagram above.</a:t>
            </a:r>
          </a:p>
        </p:txBody>
      </p:sp>
      <p:sp>
        <p:nvSpPr>
          <p:cNvPr id="41" name="s5 text 21">
            <a:extLst>
              <a:ext uri="{FF2B5EF4-FFF2-40B4-BE49-F238E27FC236}">
                <a16:creationId xmlns:a16="http://schemas.microsoft.com/office/drawing/2014/main" id="{D14F0FC9-8024-4426-8E30-47237B8F915B}"/>
              </a:ext>
            </a:extLst>
          </p:cNvPr>
          <p:cNvSpPr>
            <a:spLocks noGrp="1"/>
          </p:cNvSpPr>
          <p:nvPr/>
        </p:nvSpPr>
        <p:spPr>
          <a:xfrm>
            <a:off x="800100" y="5754576"/>
            <a:ext cx="361474" cy="249417"/>
          </a:xfrm>
          <a:prstGeom prst="rect">
            <a:avLst/>
          </a:prstGeom>
          <a:noFill/>
          <a:ln w="0">
            <a:noFill/>
            <a:prstDash val="solid"/>
          </a:ln>
        </p:spPr>
        <p:txBody>
          <a:bodyPr wrap="none" lIns="0" tIns="0" rIns="0" bIns="0" anchor="t">
            <a:noAutofit/>
          </a:bodyPr>
          <a:lstStyle>
            <a:defPPr algn="l">
              <a:defRPr sz="1294" b="1" i="0" kern="0" spc="-9">
                <a:solidFill>
                  <a:srgbClr val="1D4ED8"/>
                </a:solidFill>
                <a:latin typeface="JetBrains Mono"/>
                <a:ea typeface="JetBrains Mono"/>
                <a:cs typeface="JetBrains Mono"/>
              </a:defRPr>
            </a:defPPr>
            <a:lvl1pPr algn="l">
              <a:defRPr sz="1294" b="1" i="0" kern="0" spc="-9">
                <a:solidFill>
                  <a:srgbClr val="1D4ED8"/>
                </a:solidFill>
                <a:latin typeface="JetBrains Mono"/>
                <a:ea typeface="JetBrains Mono"/>
                <a:cs typeface="JetBrains Mono"/>
              </a:defRPr>
            </a:lvl1pPr>
            <a:lvl2pPr algn="l">
              <a:defRPr sz="1294" b="1" i="0" kern="0" spc="-9">
                <a:solidFill>
                  <a:srgbClr val="1D4ED8"/>
                </a:solidFill>
                <a:latin typeface="JetBrains Mono"/>
                <a:ea typeface="JetBrains Mono"/>
                <a:cs typeface="JetBrains Mono"/>
              </a:defRPr>
            </a:lvl2pPr>
            <a:lvl3pPr algn="l">
              <a:defRPr sz="1294" b="1" i="0" kern="0" spc="-9">
                <a:solidFill>
                  <a:srgbClr val="1D4ED8"/>
                </a:solidFill>
                <a:latin typeface="JetBrains Mono"/>
                <a:ea typeface="JetBrains Mono"/>
                <a:cs typeface="JetBrains Mono"/>
              </a:defRPr>
            </a:lvl3pPr>
            <a:lvl4pPr algn="l">
              <a:defRPr sz="1294" b="1" i="0" kern="0" spc="-9">
                <a:solidFill>
                  <a:srgbClr val="1D4ED8"/>
                </a:solidFill>
                <a:latin typeface="JetBrains Mono"/>
                <a:ea typeface="JetBrains Mono"/>
                <a:cs typeface="JetBrains Mono"/>
              </a:defRPr>
            </a:lvl4pPr>
            <a:lvl5pPr algn="l">
              <a:defRPr sz="1294" b="1" i="0" kern="0" spc="-9">
                <a:solidFill>
                  <a:srgbClr val="1D4ED8"/>
                </a:solidFill>
                <a:latin typeface="JetBrains Mono"/>
                <a:ea typeface="JetBrains Mono"/>
                <a:cs typeface="JetBrains Mono"/>
              </a:defRPr>
            </a:lvl5pPr>
            <a:lvl6pPr algn="l">
              <a:defRPr sz="1294" b="1" i="0" kern="0" spc="-9">
                <a:solidFill>
                  <a:srgbClr val="1D4ED8"/>
                </a:solidFill>
                <a:latin typeface="JetBrains Mono"/>
                <a:ea typeface="JetBrains Mono"/>
                <a:cs typeface="JetBrains Mono"/>
              </a:defRPr>
            </a:lvl6pPr>
            <a:lvl7pPr algn="l">
              <a:defRPr sz="1294" b="1" i="0" kern="0" spc="-9">
                <a:solidFill>
                  <a:srgbClr val="1D4ED8"/>
                </a:solidFill>
                <a:latin typeface="JetBrains Mono"/>
                <a:ea typeface="JetBrains Mono"/>
                <a:cs typeface="JetBrains Mono"/>
              </a:defRPr>
            </a:lvl7pPr>
            <a:lvl8pPr algn="l">
              <a:defRPr sz="1294" b="1" i="0" kern="0" spc="-9">
                <a:solidFill>
                  <a:srgbClr val="1D4ED8"/>
                </a:solidFill>
                <a:latin typeface="JetBrains Mono"/>
                <a:ea typeface="JetBrains Mono"/>
                <a:cs typeface="JetBrains Mono"/>
              </a:defRPr>
            </a:lvl8pPr>
            <a:lvl9pPr algn="l">
              <a:defRPr sz="1294" b="1" i="0" kern="0" spc="-9">
                <a:solidFill>
                  <a:srgbClr val="1D4ED8"/>
                </a:solidFill>
                <a:latin typeface="JetBrains Mono"/>
                <a:ea typeface="JetBrains Mono"/>
                <a:cs typeface="JetBrains Mono"/>
              </a:defRPr>
            </a:lvl9pPr>
          </a:lstStyle>
          <a:p>
            <a:pPr algn="l">
              <a:lnSpc>
                <a:spcPct val="100000"/>
              </a:lnSpc>
              <a:buNone/>
              <a:defRPr sz="1294" b="1" i="0" kern="0" spc="-9">
                <a:solidFill>
                  <a:srgbClr val="1D4ED8"/>
                </a:solidFill>
                <a:latin typeface="JetBrains Mono"/>
                <a:ea typeface="JetBrains Mono"/>
                <a:cs typeface="JetBrains Mono"/>
              </a:defRPr>
            </a:pPr>
            <a:r>
              <a:rPr sz="1294" b="1" i="0" kern="0" spc="-9">
                <a:solidFill>
                  <a:srgbClr val="1D4ED8"/>
                </a:solidFill>
                <a:latin typeface="JetBrains Mono"/>
                <a:ea typeface="JetBrains Mono"/>
                <a:cs typeface="JetBrains Mono"/>
              </a:rPr>
              <a:t>vi)</a:t>
            </a:r>
          </a:p>
        </p:txBody>
      </p:sp>
      <p:sp>
        <p:nvSpPr>
          <p:cNvPr id="42" name="s5 text 22">
            <a:extLst>
              <a:ext uri="{FF2B5EF4-FFF2-40B4-BE49-F238E27FC236}">
                <a16:creationId xmlns:a16="http://schemas.microsoft.com/office/drawing/2014/main" id="{514FF4CF-0948-4086-B86C-58246F218E22}"/>
              </a:ext>
            </a:extLst>
          </p:cNvPr>
          <p:cNvSpPr>
            <a:spLocks noGrp="1"/>
          </p:cNvSpPr>
          <p:nvPr/>
        </p:nvSpPr>
        <p:spPr>
          <a:xfrm>
            <a:off x="1328737" y="5770810"/>
            <a:ext cx="5983319" cy="258445"/>
          </a:xfrm>
          <a:prstGeom prst="rect">
            <a:avLst/>
          </a:prstGeom>
          <a:noFill/>
          <a:ln w="0">
            <a:noFill/>
            <a:prstDash val="solid"/>
          </a:ln>
        </p:spPr>
        <p:txBody>
          <a:bodyPr wrap="none" lIns="0" tIns="0" rIns="0" bIns="0" anchor="t">
            <a:noAutofit/>
          </a:bodyPr>
          <a:lstStyle>
            <a:defPPr algn="l">
              <a:defRPr sz="1462" b="0" i="0" kern="0" spc="-9">
                <a:solidFill>
                  <a:srgbClr val="0A2540"/>
                </a:solidFill>
                <a:latin typeface="Inter"/>
                <a:ea typeface="Inter"/>
                <a:cs typeface="Inter"/>
              </a:defRPr>
            </a:defPPr>
            <a:lvl1pPr algn="l">
              <a:defRPr sz="1462" b="0" i="0" kern="0" spc="-9">
                <a:solidFill>
                  <a:srgbClr val="0A2540"/>
                </a:solidFill>
                <a:latin typeface="Inter"/>
                <a:ea typeface="Inter"/>
                <a:cs typeface="Inter"/>
              </a:defRPr>
            </a:lvl1pPr>
            <a:lvl2pPr algn="l">
              <a:defRPr sz="1462" b="0" i="0" kern="0" spc="-9">
                <a:solidFill>
                  <a:srgbClr val="0A2540"/>
                </a:solidFill>
                <a:latin typeface="Inter"/>
                <a:ea typeface="Inter"/>
                <a:cs typeface="Inter"/>
              </a:defRPr>
            </a:lvl2pPr>
            <a:lvl3pPr algn="l">
              <a:defRPr sz="1462" b="0" i="0" kern="0" spc="-9">
                <a:solidFill>
                  <a:srgbClr val="0A2540"/>
                </a:solidFill>
                <a:latin typeface="Inter"/>
                <a:ea typeface="Inter"/>
                <a:cs typeface="Inter"/>
              </a:defRPr>
            </a:lvl3pPr>
            <a:lvl4pPr algn="l">
              <a:defRPr sz="1462" b="0" i="0" kern="0" spc="-9">
                <a:solidFill>
                  <a:srgbClr val="0A2540"/>
                </a:solidFill>
                <a:latin typeface="Inter"/>
                <a:ea typeface="Inter"/>
                <a:cs typeface="Inter"/>
              </a:defRPr>
            </a:lvl4pPr>
            <a:lvl5pPr algn="l">
              <a:defRPr sz="1462" b="0" i="0" kern="0" spc="-9">
                <a:solidFill>
                  <a:srgbClr val="0A2540"/>
                </a:solidFill>
                <a:latin typeface="Inter"/>
                <a:ea typeface="Inter"/>
                <a:cs typeface="Inter"/>
              </a:defRPr>
            </a:lvl5pPr>
            <a:lvl6pPr algn="l">
              <a:defRPr sz="1462" b="0" i="0" kern="0" spc="-9">
                <a:solidFill>
                  <a:srgbClr val="0A2540"/>
                </a:solidFill>
                <a:latin typeface="Inter"/>
                <a:ea typeface="Inter"/>
                <a:cs typeface="Inter"/>
              </a:defRPr>
            </a:lvl6pPr>
            <a:lvl7pPr algn="l">
              <a:defRPr sz="1462" b="0" i="0" kern="0" spc="-9">
                <a:solidFill>
                  <a:srgbClr val="0A2540"/>
                </a:solidFill>
                <a:latin typeface="Inter"/>
                <a:ea typeface="Inter"/>
                <a:cs typeface="Inter"/>
              </a:defRPr>
            </a:lvl7pPr>
            <a:lvl8pPr algn="l">
              <a:defRPr sz="1462" b="0" i="0" kern="0" spc="-9">
                <a:solidFill>
                  <a:srgbClr val="0A2540"/>
                </a:solidFill>
                <a:latin typeface="Inter"/>
                <a:ea typeface="Inter"/>
                <a:cs typeface="Inter"/>
              </a:defRPr>
            </a:lvl8pPr>
            <a:lvl9pPr algn="l">
              <a:defRPr sz="1462" b="0" i="0" kern="0" spc="-9">
                <a:solidFill>
                  <a:srgbClr val="0A2540"/>
                </a:solidFill>
                <a:latin typeface="Inter"/>
                <a:ea typeface="Inter"/>
                <a:cs typeface="Inter"/>
              </a:defRPr>
            </a:lvl9pPr>
          </a:lstStyle>
          <a:p>
            <a:pPr algn="l">
              <a:lnSpc>
                <a:spcPct val="100000"/>
              </a:lnSpc>
              <a:buNone/>
              <a:defRPr sz="1462" b="0" i="0" kern="0" spc="-9">
                <a:solidFill>
                  <a:srgbClr val="0A2540"/>
                </a:solidFill>
                <a:latin typeface="Inter"/>
                <a:ea typeface="Inter"/>
                <a:cs typeface="Inter"/>
              </a:defRPr>
            </a:pPr>
            <a:r>
              <a:rPr sz="1462" b="0" i="0" kern="0" spc="-9">
                <a:solidFill>
                  <a:srgbClr val="0A2540"/>
                </a:solidFill>
                <a:latin typeface="Inter"/>
                <a:ea typeface="Inter"/>
                <a:cs typeface="Inter"/>
              </a:rPr>
              <a:t>What is the amount of quota rent? Show all the steps of calculation.</a:t>
            </a:r>
          </a:p>
        </p:txBody>
      </p:sp>
      <p:sp>
        <p:nvSpPr>
          <p:cNvPr id="43" name="s5 text 23">
            <a:extLst>
              <a:ext uri="{FF2B5EF4-FFF2-40B4-BE49-F238E27FC236}">
                <a16:creationId xmlns:a16="http://schemas.microsoft.com/office/drawing/2014/main" id="{9CE98605-80C0-46DF-B42D-3578273227DB}"/>
              </a:ext>
            </a:extLst>
          </p:cNvPr>
          <p:cNvSpPr>
            <a:spLocks noGrp="1"/>
          </p:cNvSpPr>
          <p:nvPr/>
        </p:nvSpPr>
        <p:spPr>
          <a:xfrm>
            <a:off x="650081" y="2241137"/>
            <a:ext cx="936113" cy="151819"/>
          </a:xfrm>
          <a:prstGeom prst="rect">
            <a:avLst/>
          </a:prstGeom>
          <a:noFill/>
          <a:ln w="0">
            <a:noFill/>
            <a:prstDash val="solid"/>
          </a:ln>
        </p:spPr>
        <p:txBody>
          <a:bodyPr wrap="none" lIns="0" tIns="0" rIns="0" bIns="0" anchor="t">
            <a:noAutofit/>
          </a:bodyPr>
          <a:lstStyle>
            <a:defPPr algn="l">
              <a:defRPr sz="787" b="0" i="0" kern="0" spc="126">
                <a:solidFill>
                  <a:srgbClr val="FFFFFF"/>
                </a:solidFill>
                <a:latin typeface="JetBrains Mono"/>
                <a:ea typeface="JetBrains Mono"/>
                <a:cs typeface="JetBrains Mono"/>
              </a:defRPr>
            </a:defPPr>
            <a:lvl1pPr algn="l">
              <a:defRPr sz="787" b="0" i="0" kern="0" spc="126">
                <a:solidFill>
                  <a:srgbClr val="FFFFFF"/>
                </a:solidFill>
                <a:latin typeface="JetBrains Mono"/>
                <a:ea typeface="JetBrains Mono"/>
                <a:cs typeface="JetBrains Mono"/>
              </a:defRPr>
            </a:lvl1pPr>
            <a:lvl2pPr algn="l">
              <a:defRPr sz="787" b="0" i="0" kern="0" spc="126">
                <a:solidFill>
                  <a:srgbClr val="FFFFFF"/>
                </a:solidFill>
                <a:latin typeface="JetBrains Mono"/>
                <a:ea typeface="JetBrains Mono"/>
                <a:cs typeface="JetBrains Mono"/>
              </a:defRPr>
            </a:lvl2pPr>
            <a:lvl3pPr algn="l">
              <a:defRPr sz="787" b="0" i="0" kern="0" spc="126">
                <a:solidFill>
                  <a:srgbClr val="FFFFFF"/>
                </a:solidFill>
                <a:latin typeface="JetBrains Mono"/>
                <a:ea typeface="JetBrains Mono"/>
                <a:cs typeface="JetBrains Mono"/>
              </a:defRPr>
            </a:lvl3pPr>
            <a:lvl4pPr algn="l">
              <a:defRPr sz="787" b="0" i="0" kern="0" spc="126">
                <a:solidFill>
                  <a:srgbClr val="FFFFFF"/>
                </a:solidFill>
                <a:latin typeface="JetBrains Mono"/>
                <a:ea typeface="JetBrains Mono"/>
                <a:cs typeface="JetBrains Mono"/>
              </a:defRPr>
            </a:lvl4pPr>
            <a:lvl5pPr algn="l">
              <a:defRPr sz="787" b="0" i="0" kern="0" spc="126">
                <a:solidFill>
                  <a:srgbClr val="FFFFFF"/>
                </a:solidFill>
                <a:latin typeface="JetBrains Mono"/>
                <a:ea typeface="JetBrains Mono"/>
                <a:cs typeface="JetBrains Mono"/>
              </a:defRPr>
            </a:lvl5pPr>
            <a:lvl6pPr algn="l">
              <a:defRPr sz="787" b="0" i="0" kern="0" spc="126">
                <a:solidFill>
                  <a:srgbClr val="FFFFFF"/>
                </a:solidFill>
                <a:latin typeface="JetBrains Mono"/>
                <a:ea typeface="JetBrains Mono"/>
                <a:cs typeface="JetBrains Mono"/>
              </a:defRPr>
            </a:lvl6pPr>
            <a:lvl7pPr algn="l">
              <a:defRPr sz="787" b="0" i="0" kern="0" spc="126">
                <a:solidFill>
                  <a:srgbClr val="FFFFFF"/>
                </a:solidFill>
                <a:latin typeface="JetBrains Mono"/>
                <a:ea typeface="JetBrains Mono"/>
                <a:cs typeface="JetBrains Mono"/>
              </a:defRPr>
            </a:lvl7pPr>
            <a:lvl8pPr algn="l">
              <a:defRPr sz="787" b="0" i="0" kern="0" spc="126">
                <a:solidFill>
                  <a:srgbClr val="FFFFFF"/>
                </a:solidFill>
                <a:latin typeface="JetBrains Mono"/>
                <a:ea typeface="JetBrains Mono"/>
                <a:cs typeface="JetBrains Mono"/>
              </a:defRPr>
            </a:lvl8pPr>
            <a:lvl9pPr algn="l">
              <a:defRPr sz="787" b="0" i="0" kern="0" spc="126">
                <a:solidFill>
                  <a:srgbClr val="FFFFFF"/>
                </a:solidFill>
                <a:latin typeface="JetBrains Mono"/>
                <a:ea typeface="JetBrains Mono"/>
                <a:cs typeface="JetBrains Mono"/>
              </a:defRPr>
            </a:lvl9pPr>
          </a:lstStyle>
          <a:p>
            <a:pPr algn="l">
              <a:lnSpc>
                <a:spcPct val="100000"/>
              </a:lnSpc>
              <a:buNone/>
              <a:defRPr sz="787" b="0" i="0" kern="0" spc="126">
                <a:solidFill>
                  <a:srgbClr val="FFFFFF"/>
                </a:solidFill>
                <a:latin typeface="JetBrains Mono"/>
                <a:ea typeface="JetBrains Mono"/>
                <a:cs typeface="JetBrains Mono"/>
              </a:defRPr>
            </a:pPr>
            <a:r>
              <a:rPr sz="787" b="0" i="0" kern="0" spc="126">
                <a:solidFill>
                  <a:srgbClr val="FFFFFF"/>
                </a:solidFill>
                <a:latin typeface="JetBrains Mono"/>
                <a:ea typeface="JetBrains Mono"/>
                <a:cs typeface="JetBrains Mono"/>
              </a:rPr>
              <a:t>QUESTION 5.1</a:t>
            </a:r>
          </a:p>
        </p:txBody>
      </p:sp>
    </p:spTree>
    <p:extLst>
      <p:ext uri="{BB962C8B-B14F-4D97-AF65-F5344CB8AC3E}">
        <p14:creationId xmlns:p14="http://schemas.microsoft.com/office/powerpoint/2010/main" val="1593064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5" name="Blueprint grid">
            <a:extLst>
              <a:ext uri="{FF2B5EF4-FFF2-40B4-BE49-F238E27FC236}">
                <a16:creationId xmlns:a16="http://schemas.microsoft.com/office/drawing/2014/main" id="{789C1A03-3136-4BE3-A57C-B5B60B74385B}"/>
              </a:ext>
            </a:extLst>
          </p:cNvPr>
          <p:cNvSpPr>
            <a:spLocks noGrp="1"/>
          </p:cNvSpPr>
          <p:nvPr/>
        </p:nvSpPr>
        <p:spPr>
          <a:xfrm>
            <a:off x="7144" y="0"/>
            <a:ext cx="7144" cy="7715250"/>
          </a:xfrm>
          <a:prstGeom prst="rect">
            <a:avLst/>
          </a:prstGeom>
          <a:solidFill>
            <a:srgbClr val="0A2540">
              <a:alpha val="5000"/>
            </a:srgbClr>
          </a:solidFill>
          <a:ln w="0">
            <a:noFill/>
            <a:prstDash val="solid"/>
          </a:ln>
        </p:spPr>
      </p:sp>
      <p:sp>
        <p:nvSpPr>
          <p:cNvPr id="2" name="Blueprint grid">
            <a:extLst>
              <a:ext uri="{FF2B5EF4-FFF2-40B4-BE49-F238E27FC236}">
                <a16:creationId xmlns:a16="http://schemas.microsoft.com/office/drawing/2014/main" id="{83113315-6521-48F7-B6C9-AA66636D8BDE}"/>
              </a:ext>
            </a:extLst>
          </p:cNvPr>
          <p:cNvSpPr>
            <a:spLocks noGrp="1"/>
          </p:cNvSpPr>
          <p:nvPr/>
        </p:nvSpPr>
        <p:spPr>
          <a:xfrm>
            <a:off x="578644" y="0"/>
            <a:ext cx="7144" cy="7715250"/>
          </a:xfrm>
          <a:prstGeom prst="rect">
            <a:avLst/>
          </a:prstGeom>
          <a:solidFill>
            <a:srgbClr val="0A2540">
              <a:alpha val="5000"/>
            </a:srgbClr>
          </a:solidFill>
          <a:ln w="0">
            <a:noFill/>
            <a:prstDash val="solid"/>
          </a:ln>
        </p:spPr>
      </p:sp>
      <p:sp>
        <p:nvSpPr>
          <p:cNvPr id="3" name="Blueprint grid">
            <a:extLst>
              <a:ext uri="{FF2B5EF4-FFF2-40B4-BE49-F238E27FC236}">
                <a16:creationId xmlns:a16="http://schemas.microsoft.com/office/drawing/2014/main" id="{192EAF24-67F6-413C-8C31-F4B6374ECEE7}"/>
              </a:ext>
            </a:extLst>
          </p:cNvPr>
          <p:cNvSpPr>
            <a:spLocks noGrp="1"/>
          </p:cNvSpPr>
          <p:nvPr/>
        </p:nvSpPr>
        <p:spPr>
          <a:xfrm>
            <a:off x="9151144" y="0"/>
            <a:ext cx="7144" cy="7715250"/>
          </a:xfrm>
          <a:prstGeom prst="rect">
            <a:avLst/>
          </a:prstGeom>
          <a:solidFill>
            <a:srgbClr val="0A2540">
              <a:alpha val="5000"/>
            </a:srgbClr>
          </a:solidFill>
          <a:ln w="0">
            <a:noFill/>
            <a:prstDash val="solid"/>
          </a:ln>
        </p:spPr>
      </p:sp>
      <p:sp>
        <p:nvSpPr>
          <p:cNvPr id="4" name="Blueprint grid">
            <a:extLst>
              <a:ext uri="{FF2B5EF4-FFF2-40B4-BE49-F238E27FC236}">
                <a16:creationId xmlns:a16="http://schemas.microsoft.com/office/drawing/2014/main" id="{4C430A2F-F5F2-4D27-85D4-1682C5563878}"/>
              </a:ext>
            </a:extLst>
          </p:cNvPr>
          <p:cNvSpPr>
            <a:spLocks noGrp="1"/>
          </p:cNvSpPr>
          <p:nvPr/>
        </p:nvSpPr>
        <p:spPr>
          <a:xfrm>
            <a:off x="9436894" y="0"/>
            <a:ext cx="7144" cy="7715250"/>
          </a:xfrm>
          <a:prstGeom prst="rect">
            <a:avLst/>
          </a:prstGeom>
          <a:solidFill>
            <a:srgbClr val="0A2540">
              <a:alpha val="5000"/>
            </a:srgbClr>
          </a:solidFill>
          <a:ln w="0">
            <a:noFill/>
            <a:prstDash val="solid"/>
          </a:ln>
        </p:spPr>
      </p:sp>
      <p:sp>
        <p:nvSpPr>
          <p:cNvPr id="5" name="Blueprint grid">
            <a:extLst>
              <a:ext uri="{FF2B5EF4-FFF2-40B4-BE49-F238E27FC236}">
                <a16:creationId xmlns:a16="http://schemas.microsoft.com/office/drawing/2014/main" id="{4A161CE8-1F47-4887-9CAE-24AD46B88C5F}"/>
              </a:ext>
            </a:extLst>
          </p:cNvPr>
          <p:cNvSpPr>
            <a:spLocks noGrp="1"/>
          </p:cNvSpPr>
          <p:nvPr/>
        </p:nvSpPr>
        <p:spPr>
          <a:xfrm>
            <a:off x="9722644" y="0"/>
            <a:ext cx="7144" cy="7715250"/>
          </a:xfrm>
          <a:prstGeom prst="rect">
            <a:avLst/>
          </a:prstGeom>
          <a:solidFill>
            <a:srgbClr val="0A2540">
              <a:alpha val="5000"/>
            </a:srgbClr>
          </a:solidFill>
          <a:ln w="0">
            <a:noFill/>
            <a:prstDash val="solid"/>
          </a:ln>
        </p:spPr>
      </p:sp>
      <p:sp>
        <p:nvSpPr>
          <p:cNvPr id="6" name="Blueprint grid">
            <a:extLst>
              <a:ext uri="{FF2B5EF4-FFF2-40B4-BE49-F238E27FC236}">
                <a16:creationId xmlns:a16="http://schemas.microsoft.com/office/drawing/2014/main" id="{B38A6BC2-F951-42EC-827C-E8DB46CB414D}"/>
              </a:ext>
            </a:extLst>
          </p:cNvPr>
          <p:cNvSpPr>
            <a:spLocks noGrp="1"/>
          </p:cNvSpPr>
          <p:nvPr/>
        </p:nvSpPr>
        <p:spPr>
          <a:xfrm>
            <a:off x="10008394" y="0"/>
            <a:ext cx="7144" cy="7715250"/>
          </a:xfrm>
          <a:prstGeom prst="rect">
            <a:avLst/>
          </a:prstGeom>
          <a:solidFill>
            <a:srgbClr val="0A2540">
              <a:alpha val="5000"/>
            </a:srgbClr>
          </a:solidFill>
          <a:ln w="0">
            <a:noFill/>
            <a:prstDash val="solid"/>
          </a:ln>
        </p:spPr>
      </p:sp>
      <p:sp>
        <p:nvSpPr>
          <p:cNvPr id="7" name="Blueprint grid">
            <a:extLst>
              <a:ext uri="{FF2B5EF4-FFF2-40B4-BE49-F238E27FC236}">
                <a16:creationId xmlns:a16="http://schemas.microsoft.com/office/drawing/2014/main" id="{04A2813B-53FB-4CE3-9156-94D106BC87A7}"/>
              </a:ext>
            </a:extLst>
          </p:cNvPr>
          <p:cNvSpPr>
            <a:spLocks noGrp="1"/>
          </p:cNvSpPr>
          <p:nvPr/>
        </p:nvSpPr>
        <p:spPr>
          <a:xfrm>
            <a:off x="10294144" y="0"/>
            <a:ext cx="7144" cy="7715250"/>
          </a:xfrm>
          <a:prstGeom prst="rect">
            <a:avLst/>
          </a:prstGeom>
          <a:solidFill>
            <a:srgbClr val="0A2540">
              <a:alpha val="5000"/>
            </a:srgbClr>
          </a:solidFill>
          <a:ln w="0">
            <a:noFill/>
            <a:prstDash val="solid"/>
          </a:ln>
        </p:spPr>
      </p:sp>
      <p:sp>
        <p:nvSpPr>
          <p:cNvPr id="8" name="Blueprint grid">
            <a:extLst>
              <a:ext uri="{FF2B5EF4-FFF2-40B4-BE49-F238E27FC236}">
                <a16:creationId xmlns:a16="http://schemas.microsoft.com/office/drawing/2014/main" id="{B6B31B9A-0409-4A83-B93A-438054D6895F}"/>
              </a:ext>
            </a:extLst>
          </p:cNvPr>
          <p:cNvSpPr>
            <a:spLocks noGrp="1"/>
          </p:cNvSpPr>
          <p:nvPr/>
        </p:nvSpPr>
        <p:spPr>
          <a:xfrm>
            <a:off x="10579894" y="0"/>
            <a:ext cx="7144" cy="7715250"/>
          </a:xfrm>
          <a:prstGeom prst="rect">
            <a:avLst/>
          </a:prstGeom>
          <a:solidFill>
            <a:srgbClr val="0A2540">
              <a:alpha val="5000"/>
            </a:srgbClr>
          </a:solidFill>
          <a:ln w="0">
            <a:noFill/>
            <a:prstDash val="solid"/>
          </a:ln>
        </p:spPr>
      </p:sp>
      <p:sp>
        <p:nvSpPr>
          <p:cNvPr id="9" name="Blueprint grid">
            <a:extLst>
              <a:ext uri="{FF2B5EF4-FFF2-40B4-BE49-F238E27FC236}">
                <a16:creationId xmlns:a16="http://schemas.microsoft.com/office/drawing/2014/main" id="{93E09794-B7B8-45C6-983E-CED48945F053}"/>
              </a:ext>
            </a:extLst>
          </p:cNvPr>
          <p:cNvSpPr>
            <a:spLocks noGrp="1"/>
          </p:cNvSpPr>
          <p:nvPr/>
        </p:nvSpPr>
        <p:spPr>
          <a:xfrm>
            <a:off x="10865644" y="0"/>
            <a:ext cx="7144" cy="7715250"/>
          </a:xfrm>
          <a:prstGeom prst="rect">
            <a:avLst/>
          </a:prstGeom>
          <a:solidFill>
            <a:srgbClr val="0A2540">
              <a:alpha val="5000"/>
            </a:srgbClr>
          </a:solidFill>
          <a:ln w="0">
            <a:noFill/>
            <a:prstDash val="solid"/>
          </a:ln>
        </p:spPr>
      </p:sp>
      <p:sp>
        <p:nvSpPr>
          <p:cNvPr id="10" name="Layout surface">
            <a:extLst>
              <a:ext uri="{FF2B5EF4-FFF2-40B4-BE49-F238E27FC236}">
                <a16:creationId xmlns:a16="http://schemas.microsoft.com/office/drawing/2014/main" id="{8901B43B-FD7A-4D62-BECA-339443B9F4CE}"/>
              </a:ext>
            </a:extLst>
          </p:cNvPr>
          <p:cNvSpPr>
            <a:spLocks noGrp="1"/>
          </p:cNvSpPr>
          <p:nvPr/>
        </p:nvSpPr>
        <p:spPr>
          <a:xfrm>
            <a:off x="0" y="0"/>
            <a:ext cx="1428750" cy="35719"/>
          </a:xfrm>
          <a:prstGeom prst="rect">
            <a:avLst/>
          </a:prstGeom>
          <a:solidFill>
            <a:srgbClr val="0A2540"/>
          </a:solidFill>
          <a:ln w="0">
            <a:noFill/>
            <a:prstDash val="solid"/>
          </a:ln>
        </p:spPr>
      </p:sp>
      <p:sp>
        <p:nvSpPr>
          <p:cNvPr id="11" name="Layout surface">
            <a:extLst>
              <a:ext uri="{FF2B5EF4-FFF2-40B4-BE49-F238E27FC236}">
                <a16:creationId xmlns:a16="http://schemas.microsoft.com/office/drawing/2014/main" id="{731D71EE-823F-4817-88A5-36E707CC2D99}"/>
              </a:ext>
            </a:extLst>
          </p:cNvPr>
          <p:cNvSpPr>
            <a:spLocks noGrp="1"/>
          </p:cNvSpPr>
          <p:nvPr/>
        </p:nvSpPr>
        <p:spPr>
          <a:xfrm>
            <a:off x="1428750" y="0"/>
            <a:ext cx="1000125" cy="35719"/>
          </a:xfrm>
          <a:prstGeom prst="rect">
            <a:avLst/>
          </a:prstGeom>
          <a:solidFill>
            <a:srgbClr val="1D4ED8"/>
          </a:solidFill>
          <a:ln w="0">
            <a:noFill/>
            <a:prstDash val="solid"/>
          </a:ln>
        </p:spPr>
      </p:sp>
      <p:sp>
        <p:nvSpPr>
          <p:cNvPr id="12" name="Layout surface">
            <a:extLst>
              <a:ext uri="{FF2B5EF4-FFF2-40B4-BE49-F238E27FC236}">
                <a16:creationId xmlns:a16="http://schemas.microsoft.com/office/drawing/2014/main" id="{F1B13359-53F2-481D-A6D5-0CDF63166036}"/>
              </a:ext>
            </a:extLst>
          </p:cNvPr>
          <p:cNvSpPr>
            <a:spLocks noGrp="1"/>
          </p:cNvSpPr>
          <p:nvPr/>
        </p:nvSpPr>
        <p:spPr>
          <a:xfrm>
            <a:off x="2428875" y="0"/>
            <a:ext cx="11287125" cy="35719"/>
          </a:xfrm>
          <a:prstGeom prst="rect">
            <a:avLst/>
          </a:prstGeom>
          <a:solidFill>
            <a:srgbClr val="0A2540">
              <a:alpha val="16000"/>
            </a:srgbClr>
          </a:solidFill>
          <a:ln w="0">
            <a:noFill/>
            <a:prstDash val="solid"/>
          </a:ln>
        </p:spPr>
      </p:sp>
      <p:sp>
        <p:nvSpPr>
          <p:cNvPr id="13" name="Source layout 5">
            <a:extLst>
              <a:ext uri="{FF2B5EF4-FFF2-40B4-BE49-F238E27FC236}">
                <a16:creationId xmlns:a16="http://schemas.microsoft.com/office/drawing/2014/main" id="{F795B3A0-99F7-46D7-A383-98E8FAFD5BEE}"/>
              </a:ext>
            </a:extLst>
          </p:cNvPr>
          <p:cNvSpPr>
            <a:spLocks noGrp="1"/>
          </p:cNvSpPr>
          <p:nvPr/>
        </p:nvSpPr>
        <p:spPr>
          <a:xfrm>
            <a:off x="514350" y="514350"/>
            <a:ext cx="78581" cy="78581"/>
          </a:xfrm>
          <a:custGeom>
            <a:avLst/>
            <a:gdLst/>
            <a:ahLst/>
            <a:cxnLst/>
            <a:rect l="0" t="0" r="0" b="0"/>
            <a:pathLst>
              <a:path w="78581" h="78581">
                <a:moveTo>
                  <a:pt x="0" y="0"/>
                </a:moveTo>
                <a:lnTo>
                  <a:pt x="78581" y="0"/>
                </a:lnTo>
                <a:lnTo>
                  <a:pt x="78581" y="78581"/>
                </a:lnTo>
                <a:lnTo>
                  <a:pt x="0" y="78581"/>
                </a:lnTo>
                <a:close/>
              </a:path>
            </a:pathLst>
          </a:custGeom>
          <a:solidFill>
            <a:srgbClr val="1D4ED8"/>
          </a:solidFill>
          <a:ln w="7144">
            <a:noFill/>
            <a:prstDash val="solid"/>
          </a:ln>
        </p:spPr>
      </p:sp>
      <p:sp>
        <p:nvSpPr>
          <p:cNvPr id="14" name="Source layout 6">
            <a:extLst>
              <a:ext uri="{FF2B5EF4-FFF2-40B4-BE49-F238E27FC236}">
                <a16:creationId xmlns:a16="http://schemas.microsoft.com/office/drawing/2014/main" id="{C3BB35CA-9A8F-400C-AA9C-EABF01FE9FBE}"/>
              </a:ext>
            </a:extLst>
          </p:cNvPr>
          <p:cNvSpPr>
            <a:spLocks noGrp="1"/>
          </p:cNvSpPr>
          <p:nvPr/>
        </p:nvSpPr>
        <p:spPr>
          <a:xfrm>
            <a:off x="9808368" y="2250281"/>
            <a:ext cx="3364706" cy="500062"/>
          </a:xfrm>
          <a:custGeom>
            <a:avLst/>
            <a:gdLst/>
            <a:ahLst/>
            <a:cxnLst/>
            <a:rect l="0" t="0" r="0" b="0"/>
            <a:pathLst>
              <a:path w="3364706" h="500062">
                <a:moveTo>
                  <a:pt x="0" y="0"/>
                </a:moveTo>
                <a:lnTo>
                  <a:pt x="3364706" y="0"/>
                </a:lnTo>
                <a:lnTo>
                  <a:pt x="3364706" y="500062"/>
                </a:lnTo>
                <a:lnTo>
                  <a:pt x="0" y="500062"/>
                </a:lnTo>
                <a:close/>
              </a:path>
            </a:pathLst>
          </a:custGeom>
          <a:solidFill>
            <a:srgbClr val="F1F5FA"/>
          </a:solidFill>
          <a:ln w="7144">
            <a:noFill/>
            <a:prstDash val="solid"/>
          </a:ln>
        </p:spPr>
      </p:sp>
      <p:sp>
        <p:nvSpPr>
          <p:cNvPr id="15" name="Source layout 7">
            <a:extLst>
              <a:ext uri="{FF2B5EF4-FFF2-40B4-BE49-F238E27FC236}">
                <a16:creationId xmlns:a16="http://schemas.microsoft.com/office/drawing/2014/main" id="{C298D7B3-2C06-4963-92DD-D2EFE0678347}"/>
              </a:ext>
            </a:extLst>
          </p:cNvPr>
          <p:cNvSpPr>
            <a:spLocks noGrp="1"/>
          </p:cNvSpPr>
          <p:nvPr/>
        </p:nvSpPr>
        <p:spPr>
          <a:xfrm>
            <a:off x="9808368" y="2250281"/>
            <a:ext cx="28575" cy="500062"/>
          </a:xfrm>
          <a:custGeom>
            <a:avLst/>
            <a:gdLst/>
            <a:ahLst/>
            <a:cxnLst/>
            <a:rect l="0" t="0" r="0" b="0"/>
            <a:pathLst>
              <a:path w="28575" h="500062">
                <a:moveTo>
                  <a:pt x="0" y="0"/>
                </a:moveTo>
                <a:lnTo>
                  <a:pt x="28575" y="0"/>
                </a:lnTo>
                <a:lnTo>
                  <a:pt x="28575" y="500062"/>
                </a:lnTo>
                <a:lnTo>
                  <a:pt x="0" y="500062"/>
                </a:lnTo>
                <a:close/>
              </a:path>
            </a:pathLst>
          </a:custGeom>
          <a:solidFill>
            <a:srgbClr val="1D4ED8"/>
          </a:solidFill>
          <a:ln w="7144">
            <a:noFill/>
            <a:prstDash val="solid"/>
          </a:ln>
        </p:spPr>
      </p:sp>
      <p:sp>
        <p:nvSpPr>
          <p:cNvPr id="16" name="Source layout 8">
            <a:extLst>
              <a:ext uri="{FF2B5EF4-FFF2-40B4-BE49-F238E27FC236}">
                <a16:creationId xmlns:a16="http://schemas.microsoft.com/office/drawing/2014/main" id="{5F1FF329-D03F-463C-9EB9-5104244AF515}"/>
              </a:ext>
            </a:extLst>
          </p:cNvPr>
          <p:cNvSpPr>
            <a:spLocks noGrp="1"/>
          </p:cNvSpPr>
          <p:nvPr/>
        </p:nvSpPr>
        <p:spPr>
          <a:xfrm>
            <a:off x="9808368" y="2793206"/>
            <a:ext cx="3243262" cy="500062"/>
          </a:xfrm>
          <a:custGeom>
            <a:avLst/>
            <a:gdLst/>
            <a:ahLst/>
            <a:cxnLst/>
            <a:rect l="0" t="0" r="0" b="0"/>
            <a:pathLst>
              <a:path w="3243262" h="500062">
                <a:moveTo>
                  <a:pt x="0" y="0"/>
                </a:moveTo>
                <a:lnTo>
                  <a:pt x="3243262" y="0"/>
                </a:lnTo>
                <a:lnTo>
                  <a:pt x="3243262" y="500062"/>
                </a:lnTo>
                <a:lnTo>
                  <a:pt x="0" y="500062"/>
                </a:lnTo>
                <a:close/>
              </a:path>
            </a:pathLst>
          </a:custGeom>
          <a:solidFill>
            <a:srgbClr val="F1F5FA"/>
          </a:solidFill>
          <a:ln w="7144">
            <a:noFill/>
            <a:prstDash val="solid"/>
          </a:ln>
        </p:spPr>
      </p:sp>
      <p:sp>
        <p:nvSpPr>
          <p:cNvPr id="17" name="Source layout 9">
            <a:extLst>
              <a:ext uri="{FF2B5EF4-FFF2-40B4-BE49-F238E27FC236}">
                <a16:creationId xmlns:a16="http://schemas.microsoft.com/office/drawing/2014/main" id="{41512BD9-4737-4526-A31B-A26D6EFD3ED1}"/>
              </a:ext>
            </a:extLst>
          </p:cNvPr>
          <p:cNvSpPr>
            <a:spLocks noGrp="1"/>
          </p:cNvSpPr>
          <p:nvPr/>
        </p:nvSpPr>
        <p:spPr>
          <a:xfrm>
            <a:off x="9808368" y="2793206"/>
            <a:ext cx="28575" cy="500062"/>
          </a:xfrm>
          <a:custGeom>
            <a:avLst/>
            <a:gdLst/>
            <a:ahLst/>
            <a:cxnLst/>
            <a:rect l="0" t="0" r="0" b="0"/>
            <a:pathLst>
              <a:path w="28575" h="500062">
                <a:moveTo>
                  <a:pt x="0" y="0"/>
                </a:moveTo>
                <a:lnTo>
                  <a:pt x="28575" y="0"/>
                </a:lnTo>
                <a:lnTo>
                  <a:pt x="28575" y="500062"/>
                </a:lnTo>
                <a:lnTo>
                  <a:pt x="0" y="500062"/>
                </a:lnTo>
                <a:close/>
              </a:path>
            </a:pathLst>
          </a:custGeom>
          <a:solidFill>
            <a:srgbClr val="1D4ED8"/>
          </a:solidFill>
          <a:ln w="7144">
            <a:noFill/>
            <a:prstDash val="solid"/>
          </a:ln>
        </p:spPr>
      </p:sp>
      <p:sp>
        <p:nvSpPr>
          <p:cNvPr id="18" name="Source layout 10">
            <a:extLst>
              <a:ext uri="{FF2B5EF4-FFF2-40B4-BE49-F238E27FC236}">
                <a16:creationId xmlns:a16="http://schemas.microsoft.com/office/drawing/2014/main" id="{6F5A44F8-DE58-4309-BE19-15C9FB07E109}"/>
              </a:ext>
            </a:extLst>
          </p:cNvPr>
          <p:cNvSpPr>
            <a:spLocks noGrp="1"/>
          </p:cNvSpPr>
          <p:nvPr/>
        </p:nvSpPr>
        <p:spPr>
          <a:xfrm>
            <a:off x="9758361" y="3471862"/>
            <a:ext cx="71438" cy="71437"/>
          </a:xfrm>
          <a:custGeom>
            <a:avLst/>
            <a:gdLst/>
            <a:ahLst/>
            <a:cxnLst/>
            <a:rect l="0" t="0" r="0" b="0"/>
            <a:pathLst>
              <a:path w="71438" h="71437">
                <a:moveTo>
                  <a:pt x="71438" y="35719"/>
                </a:moveTo>
                <a:cubicBezTo>
                  <a:pt x="71437" y="40452"/>
                  <a:pt x="70531" y="45008"/>
                  <a:pt x="68719" y="49385"/>
                </a:cubicBezTo>
                <a:cubicBezTo>
                  <a:pt x="66906" y="53763"/>
                  <a:pt x="64326" y="57624"/>
                  <a:pt x="60976" y="60973"/>
                </a:cubicBezTo>
                <a:cubicBezTo>
                  <a:pt x="57627" y="64318"/>
                  <a:pt x="53764" y="66899"/>
                  <a:pt x="49388" y="68714"/>
                </a:cubicBezTo>
                <a:cubicBezTo>
                  <a:pt x="45011" y="70527"/>
                  <a:pt x="40456" y="71434"/>
                  <a:pt x="35720" y="71437"/>
                </a:cubicBezTo>
                <a:cubicBezTo>
                  <a:pt x="30982" y="71434"/>
                  <a:pt x="26425" y="70527"/>
                  <a:pt x="22050" y="68714"/>
                </a:cubicBezTo>
                <a:cubicBezTo>
                  <a:pt x="17673" y="66899"/>
                  <a:pt x="13810" y="64318"/>
                  <a:pt x="10462" y="60973"/>
                </a:cubicBezTo>
                <a:cubicBezTo>
                  <a:pt x="7112" y="57624"/>
                  <a:pt x="4531" y="53763"/>
                  <a:pt x="2718" y="49385"/>
                </a:cubicBezTo>
                <a:cubicBezTo>
                  <a:pt x="906" y="45008"/>
                  <a:pt x="0" y="40452"/>
                  <a:pt x="1" y="35719"/>
                </a:cubicBezTo>
                <a:cubicBezTo>
                  <a:pt x="0" y="30978"/>
                  <a:pt x="906" y="26419"/>
                  <a:pt x="2718" y="22045"/>
                </a:cubicBezTo>
                <a:cubicBezTo>
                  <a:pt x="4531" y="17667"/>
                  <a:pt x="7112" y="13806"/>
                  <a:pt x="10462" y="10458"/>
                </a:cubicBezTo>
                <a:cubicBezTo>
                  <a:pt x="13810" y="7105"/>
                  <a:pt x="17673" y="4528"/>
                  <a:pt x="22050" y="2717"/>
                </a:cubicBezTo>
                <a:cubicBezTo>
                  <a:pt x="26425" y="907"/>
                  <a:pt x="30982" y="0"/>
                  <a:pt x="35720" y="0"/>
                </a:cubicBezTo>
                <a:cubicBezTo>
                  <a:pt x="40456" y="0"/>
                  <a:pt x="45011" y="907"/>
                  <a:pt x="49388" y="2717"/>
                </a:cubicBezTo>
                <a:cubicBezTo>
                  <a:pt x="53764" y="4528"/>
                  <a:pt x="57627" y="7105"/>
                  <a:pt x="60976" y="10458"/>
                </a:cubicBezTo>
                <a:cubicBezTo>
                  <a:pt x="64326" y="13806"/>
                  <a:pt x="66906" y="17667"/>
                  <a:pt x="68719" y="22045"/>
                </a:cubicBezTo>
                <a:cubicBezTo>
                  <a:pt x="70531" y="26419"/>
                  <a:pt x="71437" y="30978"/>
                  <a:pt x="71438" y="35719"/>
                </a:cubicBezTo>
                <a:close/>
              </a:path>
            </a:pathLst>
          </a:custGeom>
          <a:solidFill>
            <a:srgbClr val="1D4ED8"/>
          </a:solidFill>
          <a:ln w="7144">
            <a:noFill/>
            <a:prstDash val="solid"/>
          </a:ln>
        </p:spPr>
      </p:sp>
      <p:sp>
        <p:nvSpPr>
          <p:cNvPr id="19" name="Source layout 11">
            <a:extLst>
              <a:ext uri="{FF2B5EF4-FFF2-40B4-BE49-F238E27FC236}">
                <a16:creationId xmlns:a16="http://schemas.microsoft.com/office/drawing/2014/main" id="{40EE14B3-4765-4A97-A8A0-3F9D6B8C02B9}"/>
              </a:ext>
            </a:extLst>
          </p:cNvPr>
          <p:cNvSpPr>
            <a:spLocks noGrp="1"/>
          </p:cNvSpPr>
          <p:nvPr/>
        </p:nvSpPr>
        <p:spPr>
          <a:xfrm>
            <a:off x="9758361" y="4200525"/>
            <a:ext cx="71438" cy="71437"/>
          </a:xfrm>
          <a:custGeom>
            <a:avLst/>
            <a:gdLst/>
            <a:ahLst/>
            <a:cxnLst/>
            <a:rect l="0" t="0" r="0" b="0"/>
            <a:pathLst>
              <a:path w="71438" h="71437">
                <a:moveTo>
                  <a:pt x="71438" y="35719"/>
                </a:moveTo>
                <a:cubicBezTo>
                  <a:pt x="71437" y="40452"/>
                  <a:pt x="70531" y="45008"/>
                  <a:pt x="68719" y="49385"/>
                </a:cubicBezTo>
                <a:cubicBezTo>
                  <a:pt x="66906" y="53760"/>
                  <a:pt x="64326" y="57621"/>
                  <a:pt x="60976" y="60973"/>
                </a:cubicBezTo>
                <a:cubicBezTo>
                  <a:pt x="57627" y="64322"/>
                  <a:pt x="53764" y="66903"/>
                  <a:pt x="49388" y="68716"/>
                </a:cubicBezTo>
                <a:cubicBezTo>
                  <a:pt x="45011" y="70527"/>
                  <a:pt x="40456" y="71434"/>
                  <a:pt x="35720" y="71437"/>
                </a:cubicBezTo>
                <a:cubicBezTo>
                  <a:pt x="30982" y="71434"/>
                  <a:pt x="26425" y="70527"/>
                  <a:pt x="22050" y="68716"/>
                </a:cubicBezTo>
                <a:cubicBezTo>
                  <a:pt x="17673" y="66903"/>
                  <a:pt x="13810" y="64322"/>
                  <a:pt x="10462" y="60973"/>
                </a:cubicBezTo>
                <a:cubicBezTo>
                  <a:pt x="7112" y="57621"/>
                  <a:pt x="4531" y="53760"/>
                  <a:pt x="2718" y="49385"/>
                </a:cubicBezTo>
                <a:cubicBezTo>
                  <a:pt x="906" y="45008"/>
                  <a:pt x="0" y="40452"/>
                  <a:pt x="1" y="35719"/>
                </a:cubicBezTo>
                <a:cubicBezTo>
                  <a:pt x="0" y="30978"/>
                  <a:pt x="906" y="26423"/>
                  <a:pt x="2718" y="22045"/>
                </a:cubicBezTo>
                <a:cubicBezTo>
                  <a:pt x="4531" y="17667"/>
                  <a:pt x="7112" y="13806"/>
                  <a:pt x="10462" y="10458"/>
                </a:cubicBezTo>
                <a:cubicBezTo>
                  <a:pt x="13810" y="7105"/>
                  <a:pt x="17673" y="4524"/>
                  <a:pt x="22050" y="2714"/>
                </a:cubicBezTo>
                <a:cubicBezTo>
                  <a:pt x="26425" y="904"/>
                  <a:pt x="30982" y="0"/>
                  <a:pt x="35720" y="0"/>
                </a:cubicBezTo>
                <a:cubicBezTo>
                  <a:pt x="40456" y="0"/>
                  <a:pt x="45011" y="907"/>
                  <a:pt x="49388" y="2717"/>
                </a:cubicBezTo>
                <a:cubicBezTo>
                  <a:pt x="53764" y="4528"/>
                  <a:pt x="57627" y="7105"/>
                  <a:pt x="60976" y="10458"/>
                </a:cubicBezTo>
                <a:cubicBezTo>
                  <a:pt x="64326" y="13806"/>
                  <a:pt x="66906" y="17667"/>
                  <a:pt x="68719" y="22045"/>
                </a:cubicBezTo>
                <a:cubicBezTo>
                  <a:pt x="70531" y="26423"/>
                  <a:pt x="71437" y="30978"/>
                  <a:pt x="71438" y="35719"/>
                </a:cubicBezTo>
                <a:close/>
              </a:path>
            </a:pathLst>
          </a:custGeom>
          <a:solidFill>
            <a:srgbClr val="1D4ED8"/>
          </a:solidFill>
          <a:ln w="7144">
            <a:noFill/>
            <a:prstDash val="solid"/>
          </a:ln>
        </p:spPr>
      </p:sp>
      <p:sp>
        <p:nvSpPr>
          <p:cNvPr id="20" name="Source layout 12">
            <a:extLst>
              <a:ext uri="{FF2B5EF4-FFF2-40B4-BE49-F238E27FC236}">
                <a16:creationId xmlns:a16="http://schemas.microsoft.com/office/drawing/2014/main" id="{EC034959-EE91-4953-A65F-4B2E7C3164BE}"/>
              </a:ext>
            </a:extLst>
          </p:cNvPr>
          <p:cNvSpPr>
            <a:spLocks noGrp="1"/>
          </p:cNvSpPr>
          <p:nvPr/>
        </p:nvSpPr>
        <p:spPr>
          <a:xfrm>
            <a:off x="9758361" y="5464969"/>
            <a:ext cx="71438" cy="71437"/>
          </a:xfrm>
          <a:custGeom>
            <a:avLst/>
            <a:gdLst/>
            <a:ahLst/>
            <a:cxnLst/>
            <a:rect l="0" t="0" r="0" b="0"/>
            <a:pathLst>
              <a:path w="71438" h="71437">
                <a:moveTo>
                  <a:pt x="71438" y="35719"/>
                </a:moveTo>
                <a:cubicBezTo>
                  <a:pt x="71437" y="40452"/>
                  <a:pt x="70531" y="45008"/>
                  <a:pt x="68719" y="49382"/>
                </a:cubicBezTo>
                <a:cubicBezTo>
                  <a:pt x="66906" y="53760"/>
                  <a:pt x="64326" y="57621"/>
                  <a:pt x="60976" y="60973"/>
                </a:cubicBezTo>
                <a:cubicBezTo>
                  <a:pt x="57627" y="64325"/>
                  <a:pt x="53764" y="66906"/>
                  <a:pt x="49388" y="68716"/>
                </a:cubicBezTo>
                <a:cubicBezTo>
                  <a:pt x="45011" y="70530"/>
                  <a:pt x="40456" y="71437"/>
                  <a:pt x="35720" y="71437"/>
                </a:cubicBezTo>
                <a:cubicBezTo>
                  <a:pt x="30982" y="71437"/>
                  <a:pt x="26425" y="70530"/>
                  <a:pt x="22050" y="68716"/>
                </a:cubicBezTo>
                <a:cubicBezTo>
                  <a:pt x="17673" y="66906"/>
                  <a:pt x="13810" y="64325"/>
                  <a:pt x="10462" y="60973"/>
                </a:cubicBezTo>
                <a:cubicBezTo>
                  <a:pt x="7112" y="57621"/>
                  <a:pt x="4531" y="53760"/>
                  <a:pt x="2718" y="49382"/>
                </a:cubicBezTo>
                <a:cubicBezTo>
                  <a:pt x="906" y="45008"/>
                  <a:pt x="0" y="40452"/>
                  <a:pt x="1" y="35719"/>
                </a:cubicBezTo>
                <a:cubicBezTo>
                  <a:pt x="0" y="30978"/>
                  <a:pt x="906" y="26419"/>
                  <a:pt x="2718" y="22041"/>
                </a:cubicBezTo>
                <a:cubicBezTo>
                  <a:pt x="4531" y="17664"/>
                  <a:pt x="7112" y="13802"/>
                  <a:pt x="10462" y="10454"/>
                </a:cubicBezTo>
                <a:cubicBezTo>
                  <a:pt x="13810" y="7105"/>
                  <a:pt x="17673" y="4524"/>
                  <a:pt x="22050" y="2714"/>
                </a:cubicBezTo>
                <a:cubicBezTo>
                  <a:pt x="26425" y="904"/>
                  <a:pt x="30982" y="0"/>
                  <a:pt x="35720" y="0"/>
                </a:cubicBezTo>
                <a:cubicBezTo>
                  <a:pt x="40456" y="0"/>
                  <a:pt x="45011" y="904"/>
                  <a:pt x="49388" y="2710"/>
                </a:cubicBezTo>
                <a:cubicBezTo>
                  <a:pt x="53764" y="4524"/>
                  <a:pt x="57627" y="7105"/>
                  <a:pt x="60976" y="10454"/>
                </a:cubicBezTo>
                <a:cubicBezTo>
                  <a:pt x="64326" y="13802"/>
                  <a:pt x="66906" y="17664"/>
                  <a:pt x="68719" y="22041"/>
                </a:cubicBezTo>
                <a:cubicBezTo>
                  <a:pt x="70531" y="26419"/>
                  <a:pt x="71437" y="30978"/>
                  <a:pt x="71438" y="35719"/>
                </a:cubicBezTo>
                <a:close/>
              </a:path>
            </a:pathLst>
          </a:custGeom>
          <a:solidFill>
            <a:srgbClr val="1D4ED8"/>
          </a:solidFill>
          <a:ln w="7144">
            <a:noFill/>
            <a:prstDash val="solid"/>
          </a:ln>
        </p:spPr>
      </p:sp>
      <p:sp>
        <p:nvSpPr>
          <p:cNvPr id="21" name="Source layout 13">
            <a:extLst>
              <a:ext uri="{FF2B5EF4-FFF2-40B4-BE49-F238E27FC236}">
                <a16:creationId xmlns:a16="http://schemas.microsoft.com/office/drawing/2014/main" id="{F00B714C-EA3D-4775-B2ED-DB4DAFB2B120}"/>
              </a:ext>
            </a:extLst>
          </p:cNvPr>
          <p:cNvSpPr>
            <a:spLocks noGrp="1"/>
          </p:cNvSpPr>
          <p:nvPr/>
        </p:nvSpPr>
        <p:spPr>
          <a:xfrm>
            <a:off x="514350" y="1271587"/>
            <a:ext cx="8951118" cy="5715000"/>
          </a:xfrm>
          <a:custGeom>
            <a:avLst/>
            <a:gdLst/>
            <a:ahLst/>
            <a:cxnLst/>
            <a:rect l="0" t="0" r="0" b="0"/>
            <a:pathLst>
              <a:path w="8951118" h="5715000">
                <a:moveTo>
                  <a:pt x="0" y="0"/>
                </a:moveTo>
                <a:lnTo>
                  <a:pt x="8951118" y="0"/>
                </a:lnTo>
                <a:lnTo>
                  <a:pt x="8951118" y="5715000"/>
                </a:lnTo>
                <a:lnTo>
                  <a:pt x="0" y="5715000"/>
                </a:lnTo>
                <a:close/>
              </a:path>
            </a:pathLst>
          </a:custGeom>
          <a:solidFill>
            <a:srgbClr val="FFFFFF"/>
          </a:solidFill>
          <a:ln w="7144">
            <a:noFill/>
            <a:prstDash val="solid"/>
          </a:ln>
        </p:spPr>
      </p:sp>
      <p:sp>
        <p:nvSpPr>
          <p:cNvPr id="22" name="Source layout 14">
            <a:extLst>
              <a:ext uri="{FF2B5EF4-FFF2-40B4-BE49-F238E27FC236}">
                <a16:creationId xmlns:a16="http://schemas.microsoft.com/office/drawing/2014/main" id="{25922947-4A47-4FFC-BA73-D9B624CB6E69}"/>
              </a:ext>
            </a:extLst>
          </p:cNvPr>
          <p:cNvSpPr>
            <a:spLocks noGrp="1"/>
          </p:cNvSpPr>
          <p:nvPr/>
        </p:nvSpPr>
        <p:spPr>
          <a:xfrm>
            <a:off x="517922" y="1275159"/>
            <a:ext cx="8943975" cy="5707856"/>
          </a:xfrm>
          <a:custGeom>
            <a:avLst/>
            <a:gdLst/>
            <a:ahLst/>
            <a:cxnLst/>
            <a:rect l="0" t="0" r="0" b="0"/>
            <a:pathLst>
              <a:path w="8943975" h="5707856">
                <a:moveTo>
                  <a:pt x="0" y="0"/>
                </a:moveTo>
                <a:lnTo>
                  <a:pt x="8943975" y="0"/>
                </a:lnTo>
                <a:lnTo>
                  <a:pt x="8943975" y="5707856"/>
                </a:lnTo>
                <a:lnTo>
                  <a:pt x="0" y="5707856"/>
                </a:lnTo>
                <a:close/>
              </a:path>
            </a:pathLst>
          </a:custGeom>
          <a:noFill/>
          <a:ln w="7144">
            <a:solidFill>
              <a:srgbClr val="0A2540">
                <a:alpha val="34120"/>
              </a:srgbClr>
            </a:solidFill>
            <a:prstDash val="solid"/>
          </a:ln>
        </p:spPr>
      </p:sp>
      <p:sp>
        <p:nvSpPr>
          <p:cNvPr id="23" name="Source layout 38">
            <a:extLst>
              <a:ext uri="{FF2B5EF4-FFF2-40B4-BE49-F238E27FC236}">
                <a16:creationId xmlns:a16="http://schemas.microsoft.com/office/drawing/2014/main" id="{C5483606-9EDE-4F2B-B3E3-4E41E0D10758}"/>
              </a:ext>
            </a:extLst>
          </p:cNvPr>
          <p:cNvSpPr>
            <a:spLocks noGrp="1"/>
          </p:cNvSpPr>
          <p:nvPr/>
        </p:nvSpPr>
        <p:spPr>
          <a:xfrm>
            <a:off x="521494" y="1278731"/>
            <a:ext cx="3743325" cy="257175"/>
          </a:xfrm>
          <a:custGeom>
            <a:avLst/>
            <a:gdLst/>
            <a:ahLst/>
            <a:cxnLst/>
            <a:rect l="0" t="0" r="0" b="0"/>
            <a:pathLst>
              <a:path w="3743325" h="257175">
                <a:moveTo>
                  <a:pt x="0" y="0"/>
                </a:moveTo>
                <a:lnTo>
                  <a:pt x="3743325" y="0"/>
                </a:lnTo>
                <a:lnTo>
                  <a:pt x="3743325" y="257175"/>
                </a:lnTo>
                <a:lnTo>
                  <a:pt x="0" y="257175"/>
                </a:lnTo>
                <a:close/>
              </a:path>
            </a:pathLst>
          </a:custGeom>
          <a:solidFill>
            <a:srgbClr val="0A2540"/>
          </a:solidFill>
          <a:ln w="7144">
            <a:noFill/>
            <a:prstDash val="solid"/>
          </a:ln>
        </p:spPr>
      </p:sp>
      <p:sp>
        <p:nvSpPr>
          <p:cNvPr id="24" name="Source layout 39">
            <a:extLst>
              <a:ext uri="{FF2B5EF4-FFF2-40B4-BE49-F238E27FC236}">
                <a16:creationId xmlns:a16="http://schemas.microsoft.com/office/drawing/2014/main" id="{FDCFB813-00DF-4363-9F16-C6728A6474B0}"/>
              </a:ext>
            </a:extLst>
          </p:cNvPr>
          <p:cNvSpPr>
            <a:spLocks noGrp="1"/>
          </p:cNvSpPr>
          <p:nvPr/>
        </p:nvSpPr>
        <p:spPr>
          <a:xfrm>
            <a:off x="514350" y="7250906"/>
            <a:ext cx="12687299" cy="7144"/>
          </a:xfrm>
          <a:custGeom>
            <a:avLst/>
            <a:gdLst/>
            <a:ahLst/>
            <a:cxnLst/>
            <a:rect l="0" t="0" r="0" b="0"/>
            <a:pathLst>
              <a:path w="12687299" h="7144">
                <a:moveTo>
                  <a:pt x="0" y="0"/>
                </a:moveTo>
                <a:lnTo>
                  <a:pt x="12687299" y="0"/>
                </a:lnTo>
                <a:lnTo>
                  <a:pt x="12687299" y="7144"/>
                </a:lnTo>
                <a:lnTo>
                  <a:pt x="0" y="7144"/>
                </a:lnTo>
                <a:close/>
              </a:path>
            </a:pathLst>
          </a:custGeom>
          <a:solidFill>
            <a:srgbClr val="0A2540">
              <a:alpha val="16080"/>
            </a:srgbClr>
          </a:solidFill>
          <a:ln w="7144">
            <a:noFill/>
            <a:prstDash val="solid"/>
          </a:ln>
        </p:spPr>
      </p:sp>
      <p:grpSp>
        <p:nvGrpSpPr>
          <p:cNvPr id="136" name="Editable diagram: f3a-q51-market"/>
          <p:cNvGrpSpPr/>
          <p:nvPr/>
        </p:nvGrpSpPr>
        <p:grpSpPr>
          <a:xfrm>
            <a:off x="1696422" y="2457452"/>
            <a:ext cx="6751611" cy="4087520"/>
            <a:chOff x="1696422" y="2457452"/>
            <a:chExt cx="6751611" cy="4087520"/>
          </a:xfrm>
        </p:grpSpPr>
        <p:sp>
          <p:nvSpPr>
            <p:cNvPr id="25" name="f3a-q51-market · line 1">
              <a:extLst>
                <a:ext uri="{FF2B5EF4-FFF2-40B4-BE49-F238E27FC236}">
                  <a16:creationId xmlns:a16="http://schemas.microsoft.com/office/drawing/2014/main" id="{E2FEB2AB-863F-4AB5-AEF9-34A3D58D5155}"/>
                </a:ext>
              </a:extLst>
            </p:cNvPr>
            <p:cNvSpPr>
              <a:spLocks noGrp="1"/>
            </p:cNvSpPr>
            <p:nvPr/>
          </p:nvSpPr>
          <p:spPr>
            <a:xfrm>
              <a:off x="2379979" y="5904957"/>
              <a:ext cx="5644701" cy="95"/>
            </a:xfrm>
            <a:custGeom>
              <a:avLst/>
              <a:gdLst/>
              <a:ahLst/>
              <a:cxnLst/>
              <a:rect l="0" t="0" r="0" b="0"/>
              <a:pathLst>
                <a:path w="5644701" h="95">
                  <a:moveTo>
                    <a:pt x="0" y="0"/>
                  </a:moveTo>
                  <a:lnTo>
                    <a:pt x="5644701" y="0"/>
                  </a:lnTo>
                </a:path>
              </a:pathLst>
            </a:custGeom>
            <a:noFill/>
            <a:ln w="14700">
              <a:solidFill>
                <a:srgbClr val="0A2540"/>
              </a:solidFill>
              <a:prstDash val="solid"/>
            </a:ln>
          </p:spPr>
        </p:sp>
        <p:sp>
          <p:nvSpPr>
            <p:cNvPr id="26" name="f3a-q51-market · line 2">
              <a:extLst>
                <a:ext uri="{FF2B5EF4-FFF2-40B4-BE49-F238E27FC236}">
                  <a16:creationId xmlns:a16="http://schemas.microsoft.com/office/drawing/2014/main" id="{0E2A8413-C53B-4EE0-9D7C-31D2ADEB98EC}"/>
                </a:ext>
              </a:extLst>
            </p:cNvPr>
            <p:cNvSpPr>
              <a:spLocks noGrp="1"/>
            </p:cNvSpPr>
            <p:nvPr/>
          </p:nvSpPr>
          <p:spPr>
            <a:xfrm>
              <a:off x="2379979" y="2560766"/>
              <a:ext cx="95" cy="3344192"/>
            </a:xfrm>
            <a:custGeom>
              <a:avLst/>
              <a:gdLst/>
              <a:ahLst/>
              <a:cxnLst/>
              <a:rect l="0" t="0" r="0" b="0"/>
              <a:pathLst>
                <a:path w="95" h="3344192">
                  <a:moveTo>
                    <a:pt x="0" y="3344192"/>
                  </a:moveTo>
                  <a:lnTo>
                    <a:pt x="0" y="0"/>
                  </a:lnTo>
                </a:path>
              </a:pathLst>
            </a:custGeom>
            <a:noFill/>
            <a:ln w="14700">
              <a:solidFill>
                <a:srgbClr val="0A2540"/>
              </a:solidFill>
              <a:prstDash val="solid"/>
            </a:ln>
          </p:spPr>
        </p:sp>
        <p:sp>
          <p:nvSpPr>
            <p:cNvPr id="27" name="f3a-q51-market · line 3">
              <a:extLst>
                <a:ext uri="{FF2B5EF4-FFF2-40B4-BE49-F238E27FC236}">
                  <a16:creationId xmlns:a16="http://schemas.microsoft.com/office/drawing/2014/main" id="{64913B10-CD66-4A06-8474-819C649CB9D5}"/>
                </a:ext>
              </a:extLst>
            </p:cNvPr>
            <p:cNvSpPr>
              <a:spLocks noGrp="1"/>
            </p:cNvSpPr>
            <p:nvPr/>
          </p:nvSpPr>
          <p:spPr>
            <a:xfrm>
              <a:off x="3085567" y="5904957"/>
              <a:ext cx="95" cy="51449"/>
            </a:xfrm>
            <a:custGeom>
              <a:avLst/>
              <a:gdLst/>
              <a:ahLst/>
              <a:cxnLst/>
              <a:rect l="0" t="0" r="0" b="0"/>
              <a:pathLst>
                <a:path w="95" h="51449">
                  <a:moveTo>
                    <a:pt x="0" y="0"/>
                  </a:moveTo>
                  <a:lnTo>
                    <a:pt x="0" y="51449"/>
                  </a:lnTo>
                </a:path>
              </a:pathLst>
            </a:custGeom>
            <a:noFill/>
            <a:ln w="11760">
              <a:solidFill>
                <a:srgbClr val="0A2540"/>
              </a:solidFill>
              <a:prstDash val="solid"/>
            </a:ln>
          </p:spPr>
        </p:sp>
        <p:sp>
          <p:nvSpPr>
            <p:cNvPr id="28" name="f3a-q51-market · line 4">
              <a:extLst>
                <a:ext uri="{FF2B5EF4-FFF2-40B4-BE49-F238E27FC236}">
                  <a16:creationId xmlns:a16="http://schemas.microsoft.com/office/drawing/2014/main" id="{8868EB99-A6ED-4F29-970A-903D37A7228B}"/>
                </a:ext>
              </a:extLst>
            </p:cNvPr>
            <p:cNvSpPr>
              <a:spLocks noGrp="1"/>
            </p:cNvSpPr>
            <p:nvPr/>
          </p:nvSpPr>
          <p:spPr>
            <a:xfrm>
              <a:off x="3791155" y="5904957"/>
              <a:ext cx="95" cy="51449"/>
            </a:xfrm>
            <a:custGeom>
              <a:avLst/>
              <a:gdLst/>
              <a:ahLst/>
              <a:cxnLst/>
              <a:rect l="0" t="0" r="0" b="0"/>
              <a:pathLst>
                <a:path w="95" h="51449">
                  <a:moveTo>
                    <a:pt x="0" y="0"/>
                  </a:moveTo>
                  <a:lnTo>
                    <a:pt x="0" y="51449"/>
                  </a:lnTo>
                </a:path>
              </a:pathLst>
            </a:custGeom>
            <a:noFill/>
            <a:ln w="11760">
              <a:solidFill>
                <a:srgbClr val="0A2540"/>
              </a:solidFill>
              <a:prstDash val="solid"/>
            </a:ln>
          </p:spPr>
        </p:sp>
        <p:sp>
          <p:nvSpPr>
            <p:cNvPr id="29" name="f3a-q51-market · line 5">
              <a:extLst>
                <a:ext uri="{FF2B5EF4-FFF2-40B4-BE49-F238E27FC236}">
                  <a16:creationId xmlns:a16="http://schemas.microsoft.com/office/drawing/2014/main" id="{032E7065-8227-4E30-B86E-26A0A5990D1D}"/>
                </a:ext>
              </a:extLst>
            </p:cNvPr>
            <p:cNvSpPr>
              <a:spLocks noGrp="1"/>
            </p:cNvSpPr>
            <p:nvPr/>
          </p:nvSpPr>
          <p:spPr>
            <a:xfrm>
              <a:off x="4496742" y="5904957"/>
              <a:ext cx="95" cy="51449"/>
            </a:xfrm>
            <a:custGeom>
              <a:avLst/>
              <a:gdLst/>
              <a:ahLst/>
              <a:cxnLst/>
              <a:rect l="0" t="0" r="0" b="0"/>
              <a:pathLst>
                <a:path w="95" h="51449">
                  <a:moveTo>
                    <a:pt x="0" y="0"/>
                  </a:moveTo>
                  <a:lnTo>
                    <a:pt x="0" y="51449"/>
                  </a:lnTo>
                </a:path>
              </a:pathLst>
            </a:custGeom>
            <a:noFill/>
            <a:ln w="11760">
              <a:solidFill>
                <a:srgbClr val="0A2540"/>
              </a:solidFill>
              <a:prstDash val="solid"/>
            </a:ln>
          </p:spPr>
        </p:sp>
        <p:sp>
          <p:nvSpPr>
            <p:cNvPr id="30" name="f3a-q51-market · line 6">
              <a:extLst>
                <a:ext uri="{FF2B5EF4-FFF2-40B4-BE49-F238E27FC236}">
                  <a16:creationId xmlns:a16="http://schemas.microsoft.com/office/drawing/2014/main" id="{589FA155-8995-4FB3-A5DF-D2DD0B5457AD}"/>
                </a:ext>
              </a:extLst>
            </p:cNvPr>
            <p:cNvSpPr>
              <a:spLocks noGrp="1"/>
            </p:cNvSpPr>
            <p:nvPr/>
          </p:nvSpPr>
          <p:spPr>
            <a:xfrm>
              <a:off x="5202330" y="5904957"/>
              <a:ext cx="95" cy="51449"/>
            </a:xfrm>
            <a:custGeom>
              <a:avLst/>
              <a:gdLst/>
              <a:ahLst/>
              <a:cxnLst/>
              <a:rect l="0" t="0" r="0" b="0"/>
              <a:pathLst>
                <a:path w="95" h="51449">
                  <a:moveTo>
                    <a:pt x="0" y="0"/>
                  </a:moveTo>
                  <a:lnTo>
                    <a:pt x="0" y="51449"/>
                  </a:lnTo>
                </a:path>
              </a:pathLst>
            </a:custGeom>
            <a:noFill/>
            <a:ln w="11760">
              <a:solidFill>
                <a:srgbClr val="0A2540"/>
              </a:solidFill>
              <a:prstDash val="solid"/>
            </a:ln>
          </p:spPr>
        </p:sp>
        <p:sp>
          <p:nvSpPr>
            <p:cNvPr id="31" name="f3a-q51-market · line 7">
              <a:extLst>
                <a:ext uri="{FF2B5EF4-FFF2-40B4-BE49-F238E27FC236}">
                  <a16:creationId xmlns:a16="http://schemas.microsoft.com/office/drawing/2014/main" id="{E145565F-12AC-426F-9A6D-0F0E83E78EAA}"/>
                </a:ext>
              </a:extLst>
            </p:cNvPr>
            <p:cNvSpPr>
              <a:spLocks noGrp="1"/>
            </p:cNvSpPr>
            <p:nvPr/>
          </p:nvSpPr>
          <p:spPr>
            <a:xfrm>
              <a:off x="5907918" y="5904957"/>
              <a:ext cx="95" cy="51449"/>
            </a:xfrm>
            <a:custGeom>
              <a:avLst/>
              <a:gdLst/>
              <a:ahLst/>
              <a:cxnLst/>
              <a:rect l="0" t="0" r="0" b="0"/>
              <a:pathLst>
                <a:path w="95" h="51449">
                  <a:moveTo>
                    <a:pt x="0" y="0"/>
                  </a:moveTo>
                  <a:lnTo>
                    <a:pt x="0" y="51449"/>
                  </a:lnTo>
                </a:path>
              </a:pathLst>
            </a:custGeom>
            <a:noFill/>
            <a:ln w="11760">
              <a:solidFill>
                <a:srgbClr val="0A2540"/>
              </a:solidFill>
              <a:prstDash val="solid"/>
            </a:ln>
          </p:spPr>
        </p:sp>
        <p:sp>
          <p:nvSpPr>
            <p:cNvPr id="32" name="f3a-q51-market · line 8">
              <a:extLst>
                <a:ext uri="{FF2B5EF4-FFF2-40B4-BE49-F238E27FC236}">
                  <a16:creationId xmlns:a16="http://schemas.microsoft.com/office/drawing/2014/main" id="{2655C2A4-1D14-45F8-AB24-97EE6EAF3C1D}"/>
                </a:ext>
              </a:extLst>
            </p:cNvPr>
            <p:cNvSpPr>
              <a:spLocks noGrp="1"/>
            </p:cNvSpPr>
            <p:nvPr/>
          </p:nvSpPr>
          <p:spPr>
            <a:xfrm>
              <a:off x="6613505" y="5904957"/>
              <a:ext cx="95" cy="51449"/>
            </a:xfrm>
            <a:custGeom>
              <a:avLst/>
              <a:gdLst/>
              <a:ahLst/>
              <a:cxnLst/>
              <a:rect l="0" t="0" r="0" b="0"/>
              <a:pathLst>
                <a:path w="95" h="51449">
                  <a:moveTo>
                    <a:pt x="0" y="0"/>
                  </a:moveTo>
                  <a:lnTo>
                    <a:pt x="0" y="51449"/>
                  </a:lnTo>
                </a:path>
              </a:pathLst>
            </a:custGeom>
            <a:noFill/>
            <a:ln w="11760">
              <a:solidFill>
                <a:srgbClr val="0A2540"/>
              </a:solidFill>
              <a:prstDash val="solid"/>
            </a:ln>
          </p:spPr>
        </p:sp>
        <p:sp>
          <p:nvSpPr>
            <p:cNvPr id="33" name="f3a-q51-market · line 9">
              <a:extLst>
                <a:ext uri="{FF2B5EF4-FFF2-40B4-BE49-F238E27FC236}">
                  <a16:creationId xmlns:a16="http://schemas.microsoft.com/office/drawing/2014/main" id="{0FA8B4A9-CA17-4E43-BB9F-91632D3A30CA}"/>
                </a:ext>
              </a:extLst>
            </p:cNvPr>
            <p:cNvSpPr>
              <a:spLocks noGrp="1"/>
            </p:cNvSpPr>
            <p:nvPr/>
          </p:nvSpPr>
          <p:spPr>
            <a:xfrm>
              <a:off x="7319093" y="5904957"/>
              <a:ext cx="95" cy="51449"/>
            </a:xfrm>
            <a:custGeom>
              <a:avLst/>
              <a:gdLst/>
              <a:ahLst/>
              <a:cxnLst/>
              <a:rect l="0" t="0" r="0" b="0"/>
              <a:pathLst>
                <a:path w="95" h="51449">
                  <a:moveTo>
                    <a:pt x="0" y="0"/>
                  </a:moveTo>
                  <a:lnTo>
                    <a:pt x="0" y="51449"/>
                  </a:lnTo>
                </a:path>
              </a:pathLst>
            </a:custGeom>
            <a:noFill/>
            <a:ln w="11760">
              <a:solidFill>
                <a:srgbClr val="0A2540"/>
              </a:solidFill>
              <a:prstDash val="solid"/>
            </a:ln>
          </p:spPr>
        </p:sp>
        <p:sp>
          <p:nvSpPr>
            <p:cNvPr id="34" name="f3a-q51-market · line 10">
              <a:extLst>
                <a:ext uri="{FF2B5EF4-FFF2-40B4-BE49-F238E27FC236}">
                  <a16:creationId xmlns:a16="http://schemas.microsoft.com/office/drawing/2014/main" id="{8EA9FE9D-F918-4228-9490-13344AB89BDA}"/>
                </a:ext>
              </a:extLst>
            </p:cNvPr>
            <p:cNvSpPr>
              <a:spLocks noGrp="1"/>
            </p:cNvSpPr>
            <p:nvPr/>
          </p:nvSpPr>
          <p:spPr>
            <a:xfrm>
              <a:off x="8024681" y="5904957"/>
              <a:ext cx="95" cy="51449"/>
            </a:xfrm>
            <a:custGeom>
              <a:avLst/>
              <a:gdLst/>
              <a:ahLst/>
              <a:cxnLst/>
              <a:rect l="0" t="0" r="0" b="0"/>
              <a:pathLst>
                <a:path w="95" h="51449">
                  <a:moveTo>
                    <a:pt x="0" y="0"/>
                  </a:moveTo>
                  <a:lnTo>
                    <a:pt x="0" y="51449"/>
                  </a:lnTo>
                </a:path>
              </a:pathLst>
            </a:custGeom>
            <a:noFill/>
            <a:ln w="11760">
              <a:solidFill>
                <a:srgbClr val="0A2540"/>
              </a:solidFill>
              <a:prstDash val="solid"/>
            </a:ln>
          </p:spPr>
        </p:sp>
        <p:sp>
          <p:nvSpPr>
            <p:cNvPr id="35" name="f3a-q51-market · line 11">
              <a:extLst>
                <a:ext uri="{FF2B5EF4-FFF2-40B4-BE49-F238E27FC236}">
                  <a16:creationId xmlns:a16="http://schemas.microsoft.com/office/drawing/2014/main" id="{A9C7B0DA-0827-41F6-970C-71675353EFF3}"/>
                </a:ext>
              </a:extLst>
            </p:cNvPr>
            <p:cNvSpPr>
              <a:spLocks noGrp="1"/>
            </p:cNvSpPr>
            <p:nvPr/>
          </p:nvSpPr>
          <p:spPr>
            <a:xfrm>
              <a:off x="2328530" y="5427216"/>
              <a:ext cx="51449" cy="95"/>
            </a:xfrm>
            <a:custGeom>
              <a:avLst/>
              <a:gdLst/>
              <a:ahLst/>
              <a:cxnLst/>
              <a:rect l="0" t="0" r="0" b="0"/>
              <a:pathLst>
                <a:path w="51449" h="95">
                  <a:moveTo>
                    <a:pt x="51449" y="0"/>
                  </a:moveTo>
                  <a:lnTo>
                    <a:pt x="0" y="0"/>
                  </a:lnTo>
                </a:path>
              </a:pathLst>
            </a:custGeom>
            <a:noFill/>
            <a:ln w="11760">
              <a:solidFill>
                <a:srgbClr val="0A2540"/>
              </a:solidFill>
              <a:prstDash val="solid"/>
            </a:ln>
          </p:spPr>
        </p:sp>
        <p:sp>
          <p:nvSpPr>
            <p:cNvPr id="36" name="f3a-q51-market · line 12">
              <a:extLst>
                <a:ext uri="{FF2B5EF4-FFF2-40B4-BE49-F238E27FC236}">
                  <a16:creationId xmlns:a16="http://schemas.microsoft.com/office/drawing/2014/main" id="{35F896D1-6DB6-4E4D-A080-946051CFB128}"/>
                </a:ext>
              </a:extLst>
            </p:cNvPr>
            <p:cNvSpPr>
              <a:spLocks noGrp="1"/>
            </p:cNvSpPr>
            <p:nvPr/>
          </p:nvSpPr>
          <p:spPr>
            <a:xfrm>
              <a:off x="2328530" y="4949474"/>
              <a:ext cx="51449" cy="95"/>
            </a:xfrm>
            <a:custGeom>
              <a:avLst/>
              <a:gdLst/>
              <a:ahLst/>
              <a:cxnLst/>
              <a:rect l="0" t="0" r="0" b="0"/>
              <a:pathLst>
                <a:path w="51449" h="95">
                  <a:moveTo>
                    <a:pt x="51449" y="0"/>
                  </a:moveTo>
                  <a:lnTo>
                    <a:pt x="0" y="0"/>
                  </a:lnTo>
                </a:path>
              </a:pathLst>
            </a:custGeom>
            <a:noFill/>
            <a:ln w="11760">
              <a:solidFill>
                <a:srgbClr val="0A2540"/>
              </a:solidFill>
              <a:prstDash val="solid"/>
            </a:ln>
          </p:spPr>
        </p:sp>
        <p:sp>
          <p:nvSpPr>
            <p:cNvPr id="37" name="f3a-q51-market · line 13">
              <a:extLst>
                <a:ext uri="{FF2B5EF4-FFF2-40B4-BE49-F238E27FC236}">
                  <a16:creationId xmlns:a16="http://schemas.microsoft.com/office/drawing/2014/main" id="{F3984ED4-BDE9-4EB8-8092-0098E4B06825}"/>
                </a:ext>
              </a:extLst>
            </p:cNvPr>
            <p:cNvSpPr>
              <a:spLocks noGrp="1"/>
            </p:cNvSpPr>
            <p:nvPr/>
          </p:nvSpPr>
          <p:spPr>
            <a:xfrm>
              <a:off x="2328530" y="4471732"/>
              <a:ext cx="51449" cy="95"/>
            </a:xfrm>
            <a:custGeom>
              <a:avLst/>
              <a:gdLst/>
              <a:ahLst/>
              <a:cxnLst/>
              <a:rect l="0" t="0" r="0" b="0"/>
              <a:pathLst>
                <a:path w="51449" h="95">
                  <a:moveTo>
                    <a:pt x="51449" y="0"/>
                  </a:moveTo>
                  <a:lnTo>
                    <a:pt x="0" y="0"/>
                  </a:lnTo>
                </a:path>
              </a:pathLst>
            </a:custGeom>
            <a:noFill/>
            <a:ln w="11760">
              <a:solidFill>
                <a:srgbClr val="0A2540"/>
              </a:solidFill>
              <a:prstDash val="solid"/>
            </a:ln>
          </p:spPr>
        </p:sp>
        <p:sp>
          <p:nvSpPr>
            <p:cNvPr id="38" name="f3a-q51-market · line 14">
              <a:extLst>
                <a:ext uri="{FF2B5EF4-FFF2-40B4-BE49-F238E27FC236}">
                  <a16:creationId xmlns:a16="http://schemas.microsoft.com/office/drawing/2014/main" id="{7F50AF35-502B-491F-9974-EE632846077B}"/>
                </a:ext>
              </a:extLst>
            </p:cNvPr>
            <p:cNvSpPr>
              <a:spLocks noGrp="1"/>
            </p:cNvSpPr>
            <p:nvPr/>
          </p:nvSpPr>
          <p:spPr>
            <a:xfrm>
              <a:off x="2328530" y="3993991"/>
              <a:ext cx="51449" cy="95"/>
            </a:xfrm>
            <a:custGeom>
              <a:avLst/>
              <a:gdLst/>
              <a:ahLst/>
              <a:cxnLst/>
              <a:rect l="0" t="0" r="0" b="0"/>
              <a:pathLst>
                <a:path w="51449" h="95">
                  <a:moveTo>
                    <a:pt x="51449" y="0"/>
                  </a:moveTo>
                  <a:lnTo>
                    <a:pt x="0" y="0"/>
                  </a:lnTo>
                </a:path>
              </a:pathLst>
            </a:custGeom>
            <a:noFill/>
            <a:ln w="11760">
              <a:solidFill>
                <a:srgbClr val="0A2540"/>
              </a:solidFill>
              <a:prstDash val="solid"/>
            </a:ln>
          </p:spPr>
        </p:sp>
        <p:sp>
          <p:nvSpPr>
            <p:cNvPr id="39" name="f3a-q51-market · line 15">
              <a:extLst>
                <a:ext uri="{FF2B5EF4-FFF2-40B4-BE49-F238E27FC236}">
                  <a16:creationId xmlns:a16="http://schemas.microsoft.com/office/drawing/2014/main" id="{5CC67E5D-BD26-49D0-BF1E-2FC6F4F86ED8}"/>
                </a:ext>
              </a:extLst>
            </p:cNvPr>
            <p:cNvSpPr>
              <a:spLocks noGrp="1"/>
            </p:cNvSpPr>
            <p:nvPr/>
          </p:nvSpPr>
          <p:spPr>
            <a:xfrm>
              <a:off x="2328530" y="3516249"/>
              <a:ext cx="51449" cy="95"/>
            </a:xfrm>
            <a:custGeom>
              <a:avLst/>
              <a:gdLst/>
              <a:ahLst/>
              <a:cxnLst/>
              <a:rect l="0" t="0" r="0" b="0"/>
              <a:pathLst>
                <a:path w="51449" h="95">
                  <a:moveTo>
                    <a:pt x="51449" y="0"/>
                  </a:moveTo>
                  <a:lnTo>
                    <a:pt x="0" y="0"/>
                  </a:lnTo>
                </a:path>
              </a:pathLst>
            </a:custGeom>
            <a:noFill/>
            <a:ln w="11760">
              <a:solidFill>
                <a:srgbClr val="0A2540"/>
              </a:solidFill>
              <a:prstDash val="solid"/>
            </a:ln>
          </p:spPr>
        </p:sp>
        <p:sp>
          <p:nvSpPr>
            <p:cNvPr id="40" name="f3a-q51-market · line 16">
              <a:extLst>
                <a:ext uri="{FF2B5EF4-FFF2-40B4-BE49-F238E27FC236}">
                  <a16:creationId xmlns:a16="http://schemas.microsoft.com/office/drawing/2014/main" id="{42AB5CEB-53DF-48D7-B1B6-03DBEA70D88E}"/>
                </a:ext>
              </a:extLst>
            </p:cNvPr>
            <p:cNvSpPr>
              <a:spLocks noGrp="1"/>
            </p:cNvSpPr>
            <p:nvPr/>
          </p:nvSpPr>
          <p:spPr>
            <a:xfrm>
              <a:off x="2328530" y="3038507"/>
              <a:ext cx="51449" cy="95"/>
            </a:xfrm>
            <a:custGeom>
              <a:avLst/>
              <a:gdLst/>
              <a:ahLst/>
              <a:cxnLst/>
              <a:rect l="0" t="0" r="0" b="0"/>
              <a:pathLst>
                <a:path w="51449" h="95">
                  <a:moveTo>
                    <a:pt x="51449" y="0"/>
                  </a:moveTo>
                  <a:lnTo>
                    <a:pt x="0" y="0"/>
                  </a:lnTo>
                </a:path>
              </a:pathLst>
            </a:custGeom>
            <a:noFill/>
            <a:ln w="11760">
              <a:solidFill>
                <a:srgbClr val="0A2540"/>
              </a:solidFill>
              <a:prstDash val="solid"/>
            </a:ln>
          </p:spPr>
        </p:sp>
        <p:sp>
          <p:nvSpPr>
            <p:cNvPr id="41" name="f3a-q51-market · line 17">
              <a:extLst>
                <a:ext uri="{FF2B5EF4-FFF2-40B4-BE49-F238E27FC236}">
                  <a16:creationId xmlns:a16="http://schemas.microsoft.com/office/drawing/2014/main" id="{505B7810-60D7-4247-8793-DCEBEF31972E}"/>
                </a:ext>
              </a:extLst>
            </p:cNvPr>
            <p:cNvSpPr>
              <a:spLocks noGrp="1"/>
            </p:cNvSpPr>
            <p:nvPr/>
          </p:nvSpPr>
          <p:spPr>
            <a:xfrm>
              <a:off x="2328530" y="2560766"/>
              <a:ext cx="51449" cy="95"/>
            </a:xfrm>
            <a:custGeom>
              <a:avLst/>
              <a:gdLst/>
              <a:ahLst/>
              <a:cxnLst/>
              <a:rect l="0" t="0" r="0" b="0"/>
              <a:pathLst>
                <a:path w="51449" h="95">
                  <a:moveTo>
                    <a:pt x="51449" y="0"/>
                  </a:moveTo>
                  <a:lnTo>
                    <a:pt x="0" y="0"/>
                  </a:lnTo>
                </a:path>
              </a:pathLst>
            </a:custGeom>
            <a:noFill/>
            <a:ln w="11760">
              <a:solidFill>
                <a:srgbClr val="0A2540"/>
              </a:solidFill>
              <a:prstDash val="solid"/>
            </a:ln>
          </p:spPr>
        </p:sp>
        <p:sp>
          <p:nvSpPr>
            <p:cNvPr id="42" name="f3a-q51-market · line 18">
              <a:extLst>
                <a:ext uri="{FF2B5EF4-FFF2-40B4-BE49-F238E27FC236}">
                  <a16:creationId xmlns:a16="http://schemas.microsoft.com/office/drawing/2014/main" id="{8BBE2478-2D1C-493A-8B23-10AF8442668C}"/>
                </a:ext>
              </a:extLst>
            </p:cNvPr>
            <p:cNvSpPr>
              <a:spLocks noGrp="1"/>
            </p:cNvSpPr>
            <p:nvPr/>
          </p:nvSpPr>
          <p:spPr>
            <a:xfrm>
              <a:off x="3791155" y="2560766"/>
              <a:ext cx="3669056" cy="2484257"/>
            </a:xfrm>
            <a:custGeom>
              <a:avLst/>
              <a:gdLst/>
              <a:ahLst/>
              <a:cxnLst/>
              <a:rect l="0" t="0" r="0" b="0"/>
              <a:pathLst>
                <a:path w="3669056" h="2484257">
                  <a:moveTo>
                    <a:pt x="0" y="0"/>
                  </a:moveTo>
                  <a:lnTo>
                    <a:pt x="3669056" y="2484257"/>
                  </a:lnTo>
                </a:path>
              </a:pathLst>
            </a:custGeom>
            <a:noFill/>
            <a:ln w="24990">
              <a:solidFill>
                <a:srgbClr val="0A2540"/>
              </a:solidFill>
              <a:prstDash val="solid"/>
            </a:ln>
          </p:spPr>
        </p:sp>
        <p:sp>
          <p:nvSpPr>
            <p:cNvPr id="43" name="f3a-q51-market · line 19">
              <a:extLst>
                <a:ext uri="{FF2B5EF4-FFF2-40B4-BE49-F238E27FC236}">
                  <a16:creationId xmlns:a16="http://schemas.microsoft.com/office/drawing/2014/main" id="{4DDC8658-AC2A-443E-B8F4-75E10EC2B534}"/>
                </a:ext>
              </a:extLst>
            </p:cNvPr>
            <p:cNvSpPr>
              <a:spLocks noGrp="1"/>
            </p:cNvSpPr>
            <p:nvPr/>
          </p:nvSpPr>
          <p:spPr>
            <a:xfrm>
              <a:off x="2379979" y="2560766"/>
              <a:ext cx="3527938" cy="2388708"/>
            </a:xfrm>
            <a:custGeom>
              <a:avLst/>
              <a:gdLst/>
              <a:ahLst/>
              <a:cxnLst/>
              <a:rect l="0" t="0" r="0" b="0"/>
              <a:pathLst>
                <a:path w="3527938" h="2388708">
                  <a:moveTo>
                    <a:pt x="0" y="2388708"/>
                  </a:moveTo>
                  <a:lnTo>
                    <a:pt x="3527938" y="0"/>
                  </a:lnTo>
                </a:path>
              </a:pathLst>
            </a:custGeom>
            <a:noFill/>
            <a:ln w="24990">
              <a:solidFill>
                <a:srgbClr val="0A2540"/>
              </a:solidFill>
              <a:prstDash val="solid"/>
            </a:ln>
          </p:spPr>
        </p:sp>
        <p:sp>
          <p:nvSpPr>
            <p:cNvPr id="44" name="f3a-q51-market · line 20">
              <a:extLst>
                <a:ext uri="{FF2B5EF4-FFF2-40B4-BE49-F238E27FC236}">
                  <a16:creationId xmlns:a16="http://schemas.microsoft.com/office/drawing/2014/main" id="{DBD05C4C-5BF5-4872-B2A2-8B43609EBCA6}"/>
                </a:ext>
              </a:extLst>
            </p:cNvPr>
            <p:cNvSpPr>
              <a:spLocks noGrp="1"/>
            </p:cNvSpPr>
            <p:nvPr/>
          </p:nvSpPr>
          <p:spPr>
            <a:xfrm>
              <a:off x="2379979" y="3277378"/>
              <a:ext cx="2469557" cy="95"/>
            </a:xfrm>
            <a:custGeom>
              <a:avLst/>
              <a:gdLst/>
              <a:ahLst/>
              <a:cxnLst/>
              <a:rect l="0" t="0" r="0" b="0"/>
              <a:pathLst>
                <a:path w="2469557" h="95">
                  <a:moveTo>
                    <a:pt x="0" y="0"/>
                  </a:moveTo>
                  <a:lnTo>
                    <a:pt x="2469557" y="0"/>
                  </a:lnTo>
                </a:path>
              </a:pathLst>
            </a:custGeom>
            <a:noFill/>
            <a:ln w="13230">
              <a:solidFill>
                <a:srgbClr val="7B8BA0"/>
              </a:solidFill>
              <a:prstDash val="dash"/>
            </a:ln>
          </p:spPr>
        </p:sp>
        <p:sp>
          <p:nvSpPr>
            <p:cNvPr id="45" name="f3a-q51-market · line 21">
              <a:extLst>
                <a:ext uri="{FF2B5EF4-FFF2-40B4-BE49-F238E27FC236}">
                  <a16:creationId xmlns:a16="http://schemas.microsoft.com/office/drawing/2014/main" id="{A31C3392-ADFE-4F48-A1E5-FFAC438953C8}"/>
                </a:ext>
              </a:extLst>
            </p:cNvPr>
            <p:cNvSpPr>
              <a:spLocks noGrp="1"/>
            </p:cNvSpPr>
            <p:nvPr/>
          </p:nvSpPr>
          <p:spPr>
            <a:xfrm>
              <a:off x="4849536" y="3277378"/>
              <a:ext cx="95" cy="2627579"/>
            </a:xfrm>
            <a:custGeom>
              <a:avLst/>
              <a:gdLst/>
              <a:ahLst/>
              <a:cxnLst/>
              <a:rect l="0" t="0" r="0" b="0"/>
              <a:pathLst>
                <a:path w="95" h="2627579">
                  <a:moveTo>
                    <a:pt x="0" y="2627579"/>
                  </a:moveTo>
                  <a:lnTo>
                    <a:pt x="0" y="0"/>
                  </a:lnTo>
                </a:path>
              </a:pathLst>
            </a:custGeom>
            <a:noFill/>
            <a:ln w="13230">
              <a:solidFill>
                <a:srgbClr val="7B8BA0"/>
              </a:solidFill>
              <a:prstDash val="dash"/>
            </a:ln>
          </p:spPr>
        </p:sp>
        <p:sp>
          <p:nvSpPr>
            <p:cNvPr id="46" name="f3a-q51-market · circle 22">
              <a:extLst>
                <a:ext uri="{FF2B5EF4-FFF2-40B4-BE49-F238E27FC236}">
                  <a16:creationId xmlns:a16="http://schemas.microsoft.com/office/drawing/2014/main" id="{231CC73A-18EC-44D6-84A7-C82C74650EAE}"/>
                </a:ext>
              </a:extLst>
            </p:cNvPr>
            <p:cNvSpPr>
              <a:spLocks noGrp="1"/>
            </p:cNvSpPr>
            <p:nvPr/>
          </p:nvSpPr>
          <p:spPr>
            <a:xfrm>
              <a:off x="4805437" y="3233279"/>
              <a:ext cx="88198" cy="88198"/>
            </a:xfrm>
            <a:custGeom>
              <a:avLst/>
              <a:gdLst/>
              <a:ahLst/>
              <a:cxnLst/>
              <a:rect l="0" t="0" r="0" b="0"/>
              <a:pathLst>
                <a:path w="88198" h="88198">
                  <a:moveTo>
                    <a:pt x="88198" y="44099"/>
                  </a:moveTo>
                  <a:cubicBezTo>
                    <a:pt x="88198" y="68455"/>
                    <a:pt x="68455" y="88198"/>
                    <a:pt x="44099" y="88198"/>
                  </a:cubicBezTo>
                  <a:cubicBezTo>
                    <a:pt x="19744" y="88198"/>
                    <a:pt x="0" y="68455"/>
                    <a:pt x="0" y="44099"/>
                  </a:cubicBezTo>
                  <a:cubicBezTo>
                    <a:pt x="0" y="19744"/>
                    <a:pt x="19744" y="0"/>
                    <a:pt x="44099" y="0"/>
                  </a:cubicBezTo>
                  <a:cubicBezTo>
                    <a:pt x="68455" y="0"/>
                    <a:pt x="88198" y="19744"/>
                    <a:pt x="88198" y="44099"/>
                  </a:cubicBezTo>
                  <a:close/>
                </a:path>
              </a:pathLst>
            </a:custGeom>
            <a:solidFill>
              <a:srgbClr val="0A2540"/>
            </a:solidFill>
            <a:ln w="7350">
              <a:noFill/>
              <a:prstDash val="solid"/>
            </a:ln>
          </p:spPr>
        </p:sp>
        <p:sp>
          <p:nvSpPr>
            <p:cNvPr id="47" name="f3a-q51-market · line 23">
              <a:extLst>
                <a:ext uri="{FF2B5EF4-FFF2-40B4-BE49-F238E27FC236}">
                  <a16:creationId xmlns:a16="http://schemas.microsoft.com/office/drawing/2014/main" id="{DEA24E39-E423-4D1F-AFA6-334E44DBCC69}"/>
                </a:ext>
              </a:extLst>
            </p:cNvPr>
            <p:cNvSpPr>
              <a:spLocks noGrp="1"/>
            </p:cNvSpPr>
            <p:nvPr/>
          </p:nvSpPr>
          <p:spPr>
            <a:xfrm>
              <a:off x="2379979" y="4471732"/>
              <a:ext cx="6068054" cy="95"/>
            </a:xfrm>
            <a:custGeom>
              <a:avLst/>
              <a:gdLst/>
              <a:ahLst/>
              <a:cxnLst/>
              <a:rect l="0" t="0" r="0" b="0"/>
              <a:pathLst>
                <a:path w="6068054" h="95">
                  <a:moveTo>
                    <a:pt x="0" y="0"/>
                  </a:moveTo>
                  <a:lnTo>
                    <a:pt x="6068054" y="0"/>
                  </a:lnTo>
                </a:path>
              </a:pathLst>
            </a:custGeom>
            <a:noFill/>
            <a:ln w="22050">
              <a:solidFill>
                <a:srgbClr val="0A2540"/>
              </a:solidFill>
              <a:prstDash val="solid"/>
            </a:ln>
          </p:spPr>
        </p:sp>
        <p:sp>
          <p:nvSpPr>
            <p:cNvPr id="83" name="s6 text 37">
              <a:extLst>
                <a:ext uri="{FF2B5EF4-FFF2-40B4-BE49-F238E27FC236}">
                  <a16:creationId xmlns:a16="http://schemas.microsoft.com/office/drawing/2014/main" id="{2C54FAC1-9CBE-4F38-8D91-632147B91DBE}"/>
                </a:ext>
              </a:extLst>
            </p:cNvPr>
            <p:cNvSpPr>
              <a:spLocks noGrp="1"/>
            </p:cNvSpPr>
            <p:nvPr/>
          </p:nvSpPr>
          <p:spPr>
            <a:xfrm>
              <a:off x="2332541" y="6007450"/>
              <a:ext cx="156784" cy="211627"/>
            </a:xfrm>
            <a:prstGeom prst="rect">
              <a:avLst/>
            </a:prstGeom>
            <a:noFill/>
            <a:ln w="0">
              <a:noFill/>
              <a:prstDash val="solid"/>
            </a:ln>
          </p:spPr>
          <p:txBody>
            <a:bodyPr wrap="none" lIns="0" tIns="0" rIns="0" bIns="0" anchor="t">
              <a:noAutofit/>
            </a:bodyPr>
            <a:lstStyle>
              <a:defPPr algn="l">
                <a:defRPr sz="1198" b="0" i="0" kern="0" spc="0">
                  <a:solidFill>
                    <a:srgbClr val="7B8BA0"/>
                  </a:solidFill>
                  <a:latin typeface="Inter"/>
                  <a:ea typeface="Inter"/>
                  <a:cs typeface="Inter"/>
                </a:defRPr>
              </a:defPPr>
              <a:lvl1pPr algn="l">
                <a:defRPr sz="1198" b="0" i="0" kern="0" spc="0">
                  <a:solidFill>
                    <a:srgbClr val="7B8BA0"/>
                  </a:solidFill>
                  <a:latin typeface="Inter"/>
                  <a:ea typeface="Inter"/>
                  <a:cs typeface="Inter"/>
                </a:defRPr>
              </a:lvl1pPr>
              <a:lvl2pPr algn="l">
                <a:defRPr sz="1198" b="0" i="0" kern="0" spc="0">
                  <a:solidFill>
                    <a:srgbClr val="7B8BA0"/>
                  </a:solidFill>
                  <a:latin typeface="Inter"/>
                  <a:ea typeface="Inter"/>
                  <a:cs typeface="Inter"/>
                </a:defRPr>
              </a:lvl2pPr>
              <a:lvl3pPr algn="l">
                <a:defRPr sz="1198" b="0" i="0" kern="0" spc="0">
                  <a:solidFill>
                    <a:srgbClr val="7B8BA0"/>
                  </a:solidFill>
                  <a:latin typeface="Inter"/>
                  <a:ea typeface="Inter"/>
                  <a:cs typeface="Inter"/>
                </a:defRPr>
              </a:lvl3pPr>
              <a:lvl4pPr algn="l">
                <a:defRPr sz="1198" b="0" i="0" kern="0" spc="0">
                  <a:solidFill>
                    <a:srgbClr val="7B8BA0"/>
                  </a:solidFill>
                  <a:latin typeface="Inter"/>
                  <a:ea typeface="Inter"/>
                  <a:cs typeface="Inter"/>
                </a:defRPr>
              </a:lvl4pPr>
              <a:lvl5pPr algn="l">
                <a:defRPr sz="1198" b="0" i="0" kern="0" spc="0">
                  <a:solidFill>
                    <a:srgbClr val="7B8BA0"/>
                  </a:solidFill>
                  <a:latin typeface="Inter"/>
                  <a:ea typeface="Inter"/>
                  <a:cs typeface="Inter"/>
                </a:defRPr>
              </a:lvl5pPr>
              <a:lvl6pPr algn="l">
                <a:defRPr sz="1198" b="0" i="0" kern="0" spc="0">
                  <a:solidFill>
                    <a:srgbClr val="7B8BA0"/>
                  </a:solidFill>
                  <a:latin typeface="Inter"/>
                  <a:ea typeface="Inter"/>
                  <a:cs typeface="Inter"/>
                </a:defRPr>
              </a:lvl6pPr>
              <a:lvl7pPr algn="l">
                <a:defRPr sz="1198" b="0" i="0" kern="0" spc="0">
                  <a:solidFill>
                    <a:srgbClr val="7B8BA0"/>
                  </a:solidFill>
                  <a:latin typeface="Inter"/>
                  <a:ea typeface="Inter"/>
                  <a:cs typeface="Inter"/>
                </a:defRPr>
              </a:lvl7pPr>
              <a:lvl8pPr algn="l">
                <a:defRPr sz="1198" b="0" i="0" kern="0" spc="0">
                  <a:solidFill>
                    <a:srgbClr val="7B8BA0"/>
                  </a:solidFill>
                  <a:latin typeface="Inter"/>
                  <a:ea typeface="Inter"/>
                  <a:cs typeface="Inter"/>
                </a:defRPr>
              </a:lvl8pPr>
              <a:lvl9pPr algn="l">
                <a:defRPr sz="1198" b="0" i="0" kern="0" spc="0">
                  <a:solidFill>
                    <a:srgbClr val="7B8BA0"/>
                  </a:solidFill>
                  <a:latin typeface="Inter"/>
                  <a:ea typeface="Inter"/>
                  <a:cs typeface="Inter"/>
                </a:defRPr>
              </a:lvl9pPr>
            </a:lstStyle>
            <a:p>
              <a:pPr algn="l">
                <a:lnSpc>
                  <a:spcPct val="100000"/>
                </a:lnSpc>
                <a:buNone/>
                <a:defRPr sz="1198" b="0" i="0" kern="0" spc="0">
                  <a:solidFill>
                    <a:srgbClr val="7B8BA0"/>
                  </a:solidFill>
                  <a:latin typeface="Inter"/>
                  <a:ea typeface="Inter"/>
                  <a:cs typeface="Inter"/>
                </a:defRPr>
              </a:pPr>
              <a:r>
                <a:rPr sz="1198" b="0" i="0" kern="0" spc="0">
                  <a:solidFill>
                    <a:srgbClr val="7B8BA0"/>
                  </a:solidFill>
                  <a:latin typeface="Inter"/>
                  <a:ea typeface="Inter"/>
                  <a:cs typeface="Inter"/>
                </a:rPr>
                <a:t>0</a:t>
              </a:r>
            </a:p>
          </p:txBody>
        </p:sp>
        <p:sp>
          <p:nvSpPr>
            <p:cNvPr id="84" name="s6 text 38">
              <a:extLst>
                <a:ext uri="{FF2B5EF4-FFF2-40B4-BE49-F238E27FC236}">
                  <a16:creationId xmlns:a16="http://schemas.microsoft.com/office/drawing/2014/main" id="{6FFD5CB3-AF6C-46B5-9FAC-BBACFE0BB026}"/>
                </a:ext>
              </a:extLst>
            </p:cNvPr>
            <p:cNvSpPr>
              <a:spLocks noGrp="1"/>
            </p:cNvSpPr>
            <p:nvPr/>
          </p:nvSpPr>
          <p:spPr>
            <a:xfrm>
              <a:off x="2992334" y="6007450"/>
              <a:ext cx="249526" cy="211627"/>
            </a:xfrm>
            <a:prstGeom prst="rect">
              <a:avLst/>
            </a:prstGeom>
            <a:noFill/>
            <a:ln w="0">
              <a:noFill/>
              <a:prstDash val="solid"/>
            </a:ln>
          </p:spPr>
          <p:txBody>
            <a:bodyPr wrap="none" lIns="0" tIns="0" rIns="0" bIns="0" anchor="t">
              <a:noAutofit/>
            </a:bodyPr>
            <a:lstStyle>
              <a:defPPr algn="l">
                <a:defRPr sz="1198" b="0" i="0" kern="0" spc="-9">
                  <a:solidFill>
                    <a:srgbClr val="7B8BA0"/>
                  </a:solidFill>
                  <a:latin typeface="Inter"/>
                  <a:ea typeface="Inter"/>
                  <a:cs typeface="Inter"/>
                </a:defRPr>
              </a:defPPr>
              <a:lvl1pPr algn="l">
                <a:defRPr sz="1198" b="0" i="0" kern="0" spc="-9">
                  <a:solidFill>
                    <a:srgbClr val="7B8BA0"/>
                  </a:solidFill>
                  <a:latin typeface="Inter"/>
                  <a:ea typeface="Inter"/>
                  <a:cs typeface="Inter"/>
                </a:defRPr>
              </a:lvl1pPr>
              <a:lvl2pPr algn="l">
                <a:defRPr sz="1198" b="0" i="0" kern="0" spc="-9">
                  <a:solidFill>
                    <a:srgbClr val="7B8BA0"/>
                  </a:solidFill>
                  <a:latin typeface="Inter"/>
                  <a:ea typeface="Inter"/>
                  <a:cs typeface="Inter"/>
                </a:defRPr>
              </a:lvl2pPr>
              <a:lvl3pPr algn="l">
                <a:defRPr sz="1198" b="0" i="0" kern="0" spc="-9">
                  <a:solidFill>
                    <a:srgbClr val="7B8BA0"/>
                  </a:solidFill>
                  <a:latin typeface="Inter"/>
                  <a:ea typeface="Inter"/>
                  <a:cs typeface="Inter"/>
                </a:defRPr>
              </a:lvl3pPr>
              <a:lvl4pPr algn="l">
                <a:defRPr sz="1198" b="0" i="0" kern="0" spc="-9">
                  <a:solidFill>
                    <a:srgbClr val="7B8BA0"/>
                  </a:solidFill>
                  <a:latin typeface="Inter"/>
                  <a:ea typeface="Inter"/>
                  <a:cs typeface="Inter"/>
                </a:defRPr>
              </a:lvl4pPr>
              <a:lvl5pPr algn="l">
                <a:defRPr sz="1198" b="0" i="0" kern="0" spc="-9">
                  <a:solidFill>
                    <a:srgbClr val="7B8BA0"/>
                  </a:solidFill>
                  <a:latin typeface="Inter"/>
                  <a:ea typeface="Inter"/>
                  <a:cs typeface="Inter"/>
                </a:defRPr>
              </a:lvl5pPr>
              <a:lvl6pPr algn="l">
                <a:defRPr sz="1198" b="0" i="0" kern="0" spc="-9">
                  <a:solidFill>
                    <a:srgbClr val="7B8BA0"/>
                  </a:solidFill>
                  <a:latin typeface="Inter"/>
                  <a:ea typeface="Inter"/>
                  <a:cs typeface="Inter"/>
                </a:defRPr>
              </a:lvl6pPr>
              <a:lvl7pPr algn="l">
                <a:defRPr sz="1198" b="0" i="0" kern="0" spc="-9">
                  <a:solidFill>
                    <a:srgbClr val="7B8BA0"/>
                  </a:solidFill>
                  <a:latin typeface="Inter"/>
                  <a:ea typeface="Inter"/>
                  <a:cs typeface="Inter"/>
                </a:defRPr>
              </a:lvl7pPr>
              <a:lvl8pPr algn="l">
                <a:defRPr sz="1198" b="0" i="0" kern="0" spc="-9">
                  <a:solidFill>
                    <a:srgbClr val="7B8BA0"/>
                  </a:solidFill>
                  <a:latin typeface="Inter"/>
                  <a:ea typeface="Inter"/>
                  <a:cs typeface="Inter"/>
                </a:defRPr>
              </a:lvl8pPr>
              <a:lvl9pPr algn="l">
                <a:defRPr sz="1198" b="0" i="0" kern="0" spc="-9">
                  <a:solidFill>
                    <a:srgbClr val="7B8BA0"/>
                  </a:solidFill>
                  <a:latin typeface="Inter"/>
                  <a:ea typeface="Inter"/>
                  <a:cs typeface="Inter"/>
                </a:defRPr>
              </a:lvl9pPr>
            </a:lstStyle>
            <a:p>
              <a:pPr algn="l">
                <a:lnSpc>
                  <a:spcPct val="100000"/>
                </a:lnSpc>
                <a:buNone/>
                <a:defRPr sz="1198" b="0" i="0" kern="0" spc="-9">
                  <a:solidFill>
                    <a:srgbClr val="7B8BA0"/>
                  </a:solidFill>
                  <a:latin typeface="Inter"/>
                  <a:ea typeface="Inter"/>
                  <a:cs typeface="Inter"/>
                </a:defRPr>
              </a:pPr>
              <a:r>
                <a:rPr sz="1198" b="0" i="0" kern="0" spc="-9">
                  <a:solidFill>
                    <a:srgbClr val="7B8BA0"/>
                  </a:solidFill>
                  <a:latin typeface="Inter"/>
                  <a:ea typeface="Inter"/>
                  <a:cs typeface="Inter"/>
                </a:rPr>
                <a:t>20</a:t>
              </a:r>
            </a:p>
          </p:txBody>
        </p:sp>
        <p:sp>
          <p:nvSpPr>
            <p:cNvPr id="85" name="s6 text 39">
              <a:extLst>
                <a:ext uri="{FF2B5EF4-FFF2-40B4-BE49-F238E27FC236}">
                  <a16:creationId xmlns:a16="http://schemas.microsoft.com/office/drawing/2014/main" id="{807F545F-156C-4FC7-9AE8-5808A9679FE3}"/>
                </a:ext>
              </a:extLst>
            </p:cNvPr>
            <p:cNvSpPr>
              <a:spLocks noGrp="1"/>
            </p:cNvSpPr>
            <p:nvPr/>
          </p:nvSpPr>
          <p:spPr>
            <a:xfrm>
              <a:off x="3695212" y="6007450"/>
              <a:ext cx="255051" cy="211627"/>
            </a:xfrm>
            <a:prstGeom prst="rect">
              <a:avLst/>
            </a:prstGeom>
            <a:noFill/>
            <a:ln w="0">
              <a:noFill/>
              <a:prstDash val="solid"/>
            </a:ln>
          </p:spPr>
          <p:txBody>
            <a:bodyPr wrap="none" lIns="0" tIns="0" rIns="0" bIns="0" anchor="t">
              <a:noAutofit/>
            </a:bodyPr>
            <a:lstStyle>
              <a:defPPr algn="l">
                <a:defRPr sz="1198" b="0" i="0" kern="0" spc="-10">
                  <a:solidFill>
                    <a:srgbClr val="7B8BA0"/>
                  </a:solidFill>
                  <a:latin typeface="Inter"/>
                  <a:ea typeface="Inter"/>
                  <a:cs typeface="Inter"/>
                </a:defRPr>
              </a:defPPr>
              <a:lvl1pPr algn="l">
                <a:defRPr sz="1198" b="0" i="0" kern="0" spc="-10">
                  <a:solidFill>
                    <a:srgbClr val="7B8BA0"/>
                  </a:solidFill>
                  <a:latin typeface="Inter"/>
                  <a:ea typeface="Inter"/>
                  <a:cs typeface="Inter"/>
                </a:defRPr>
              </a:lvl1pPr>
              <a:lvl2pPr algn="l">
                <a:defRPr sz="1198" b="0" i="0" kern="0" spc="-10">
                  <a:solidFill>
                    <a:srgbClr val="7B8BA0"/>
                  </a:solidFill>
                  <a:latin typeface="Inter"/>
                  <a:ea typeface="Inter"/>
                  <a:cs typeface="Inter"/>
                </a:defRPr>
              </a:lvl2pPr>
              <a:lvl3pPr algn="l">
                <a:defRPr sz="1198" b="0" i="0" kern="0" spc="-10">
                  <a:solidFill>
                    <a:srgbClr val="7B8BA0"/>
                  </a:solidFill>
                  <a:latin typeface="Inter"/>
                  <a:ea typeface="Inter"/>
                  <a:cs typeface="Inter"/>
                </a:defRPr>
              </a:lvl3pPr>
              <a:lvl4pPr algn="l">
                <a:defRPr sz="1198" b="0" i="0" kern="0" spc="-10">
                  <a:solidFill>
                    <a:srgbClr val="7B8BA0"/>
                  </a:solidFill>
                  <a:latin typeface="Inter"/>
                  <a:ea typeface="Inter"/>
                  <a:cs typeface="Inter"/>
                </a:defRPr>
              </a:lvl4pPr>
              <a:lvl5pPr algn="l">
                <a:defRPr sz="1198" b="0" i="0" kern="0" spc="-10">
                  <a:solidFill>
                    <a:srgbClr val="7B8BA0"/>
                  </a:solidFill>
                  <a:latin typeface="Inter"/>
                  <a:ea typeface="Inter"/>
                  <a:cs typeface="Inter"/>
                </a:defRPr>
              </a:lvl5pPr>
              <a:lvl6pPr algn="l">
                <a:defRPr sz="1198" b="0" i="0" kern="0" spc="-10">
                  <a:solidFill>
                    <a:srgbClr val="7B8BA0"/>
                  </a:solidFill>
                  <a:latin typeface="Inter"/>
                  <a:ea typeface="Inter"/>
                  <a:cs typeface="Inter"/>
                </a:defRPr>
              </a:lvl6pPr>
              <a:lvl7pPr algn="l">
                <a:defRPr sz="1198" b="0" i="0" kern="0" spc="-10">
                  <a:solidFill>
                    <a:srgbClr val="7B8BA0"/>
                  </a:solidFill>
                  <a:latin typeface="Inter"/>
                  <a:ea typeface="Inter"/>
                  <a:cs typeface="Inter"/>
                </a:defRPr>
              </a:lvl7pPr>
              <a:lvl8pPr algn="l">
                <a:defRPr sz="1198" b="0" i="0" kern="0" spc="-10">
                  <a:solidFill>
                    <a:srgbClr val="7B8BA0"/>
                  </a:solidFill>
                  <a:latin typeface="Inter"/>
                  <a:ea typeface="Inter"/>
                  <a:cs typeface="Inter"/>
                </a:defRPr>
              </a:lvl8pPr>
              <a:lvl9pPr algn="l">
                <a:defRPr sz="1198" b="0" i="0" kern="0" spc="-10">
                  <a:solidFill>
                    <a:srgbClr val="7B8BA0"/>
                  </a:solidFill>
                  <a:latin typeface="Inter"/>
                  <a:ea typeface="Inter"/>
                  <a:cs typeface="Inter"/>
                </a:defRPr>
              </a:lvl9pPr>
            </a:lstStyle>
            <a:p>
              <a:pPr algn="l">
                <a:lnSpc>
                  <a:spcPct val="100000"/>
                </a:lnSpc>
                <a:buNone/>
                <a:defRPr sz="1198" b="0" i="0" kern="0" spc="-10">
                  <a:solidFill>
                    <a:srgbClr val="7B8BA0"/>
                  </a:solidFill>
                  <a:latin typeface="Inter"/>
                  <a:ea typeface="Inter"/>
                  <a:cs typeface="Inter"/>
                </a:defRPr>
              </a:pPr>
              <a:r>
                <a:rPr sz="1198" b="0" i="0" kern="0" spc="-10">
                  <a:solidFill>
                    <a:srgbClr val="7B8BA0"/>
                  </a:solidFill>
                  <a:latin typeface="Inter"/>
                  <a:ea typeface="Inter"/>
                  <a:cs typeface="Inter"/>
                </a:rPr>
                <a:t>40</a:t>
              </a:r>
            </a:p>
          </p:txBody>
        </p:sp>
        <p:sp>
          <p:nvSpPr>
            <p:cNvPr id="86" name="s6 text 40">
              <a:extLst>
                <a:ext uri="{FF2B5EF4-FFF2-40B4-BE49-F238E27FC236}">
                  <a16:creationId xmlns:a16="http://schemas.microsoft.com/office/drawing/2014/main" id="{A215F8C8-F626-49F6-909A-67DD5E1D55FC}"/>
                </a:ext>
              </a:extLst>
            </p:cNvPr>
            <p:cNvSpPr>
              <a:spLocks noGrp="1"/>
            </p:cNvSpPr>
            <p:nvPr/>
          </p:nvSpPr>
          <p:spPr>
            <a:xfrm>
              <a:off x="4402778" y="6007450"/>
              <a:ext cx="251050" cy="211627"/>
            </a:xfrm>
            <a:prstGeom prst="rect">
              <a:avLst/>
            </a:prstGeom>
            <a:noFill/>
            <a:ln w="0">
              <a:noFill/>
              <a:prstDash val="solid"/>
            </a:ln>
          </p:spPr>
          <p:txBody>
            <a:bodyPr wrap="none" lIns="0" tIns="0" rIns="0" bIns="0" anchor="t">
              <a:noAutofit/>
            </a:bodyPr>
            <a:lstStyle>
              <a:defPPr algn="l">
                <a:defRPr sz="1198" b="0" i="0" kern="0" spc="-9">
                  <a:solidFill>
                    <a:srgbClr val="7B8BA0"/>
                  </a:solidFill>
                  <a:latin typeface="Inter"/>
                  <a:ea typeface="Inter"/>
                  <a:cs typeface="Inter"/>
                </a:defRPr>
              </a:defPPr>
              <a:lvl1pPr algn="l">
                <a:defRPr sz="1198" b="0" i="0" kern="0" spc="-9">
                  <a:solidFill>
                    <a:srgbClr val="7B8BA0"/>
                  </a:solidFill>
                  <a:latin typeface="Inter"/>
                  <a:ea typeface="Inter"/>
                  <a:cs typeface="Inter"/>
                </a:defRPr>
              </a:lvl1pPr>
              <a:lvl2pPr algn="l">
                <a:defRPr sz="1198" b="0" i="0" kern="0" spc="-9">
                  <a:solidFill>
                    <a:srgbClr val="7B8BA0"/>
                  </a:solidFill>
                  <a:latin typeface="Inter"/>
                  <a:ea typeface="Inter"/>
                  <a:cs typeface="Inter"/>
                </a:defRPr>
              </a:lvl2pPr>
              <a:lvl3pPr algn="l">
                <a:defRPr sz="1198" b="0" i="0" kern="0" spc="-9">
                  <a:solidFill>
                    <a:srgbClr val="7B8BA0"/>
                  </a:solidFill>
                  <a:latin typeface="Inter"/>
                  <a:ea typeface="Inter"/>
                  <a:cs typeface="Inter"/>
                </a:defRPr>
              </a:lvl3pPr>
              <a:lvl4pPr algn="l">
                <a:defRPr sz="1198" b="0" i="0" kern="0" spc="-9">
                  <a:solidFill>
                    <a:srgbClr val="7B8BA0"/>
                  </a:solidFill>
                  <a:latin typeface="Inter"/>
                  <a:ea typeface="Inter"/>
                  <a:cs typeface="Inter"/>
                </a:defRPr>
              </a:lvl4pPr>
              <a:lvl5pPr algn="l">
                <a:defRPr sz="1198" b="0" i="0" kern="0" spc="-9">
                  <a:solidFill>
                    <a:srgbClr val="7B8BA0"/>
                  </a:solidFill>
                  <a:latin typeface="Inter"/>
                  <a:ea typeface="Inter"/>
                  <a:cs typeface="Inter"/>
                </a:defRPr>
              </a:lvl5pPr>
              <a:lvl6pPr algn="l">
                <a:defRPr sz="1198" b="0" i="0" kern="0" spc="-9">
                  <a:solidFill>
                    <a:srgbClr val="7B8BA0"/>
                  </a:solidFill>
                  <a:latin typeface="Inter"/>
                  <a:ea typeface="Inter"/>
                  <a:cs typeface="Inter"/>
                </a:defRPr>
              </a:lvl6pPr>
              <a:lvl7pPr algn="l">
                <a:defRPr sz="1198" b="0" i="0" kern="0" spc="-9">
                  <a:solidFill>
                    <a:srgbClr val="7B8BA0"/>
                  </a:solidFill>
                  <a:latin typeface="Inter"/>
                  <a:ea typeface="Inter"/>
                  <a:cs typeface="Inter"/>
                </a:defRPr>
              </a:lvl7pPr>
              <a:lvl8pPr algn="l">
                <a:defRPr sz="1198" b="0" i="0" kern="0" spc="-9">
                  <a:solidFill>
                    <a:srgbClr val="7B8BA0"/>
                  </a:solidFill>
                  <a:latin typeface="Inter"/>
                  <a:ea typeface="Inter"/>
                  <a:cs typeface="Inter"/>
                </a:defRPr>
              </a:lvl8pPr>
              <a:lvl9pPr algn="l">
                <a:defRPr sz="1198" b="0" i="0" kern="0" spc="-9">
                  <a:solidFill>
                    <a:srgbClr val="7B8BA0"/>
                  </a:solidFill>
                  <a:latin typeface="Inter"/>
                  <a:ea typeface="Inter"/>
                  <a:cs typeface="Inter"/>
                </a:defRPr>
              </a:lvl9pPr>
            </a:lstStyle>
            <a:p>
              <a:pPr algn="l">
                <a:lnSpc>
                  <a:spcPct val="100000"/>
                </a:lnSpc>
                <a:buNone/>
                <a:defRPr sz="1198" b="0" i="0" kern="0" spc="-9">
                  <a:solidFill>
                    <a:srgbClr val="7B8BA0"/>
                  </a:solidFill>
                  <a:latin typeface="Inter"/>
                  <a:ea typeface="Inter"/>
                  <a:cs typeface="Inter"/>
                </a:defRPr>
              </a:pPr>
              <a:r>
                <a:rPr sz="1198" b="0" i="0" kern="0" spc="-9">
                  <a:solidFill>
                    <a:srgbClr val="7B8BA0"/>
                  </a:solidFill>
                  <a:latin typeface="Inter"/>
                  <a:ea typeface="Inter"/>
                  <a:cs typeface="Inter"/>
                </a:rPr>
                <a:t>60</a:t>
              </a:r>
            </a:p>
          </p:txBody>
        </p:sp>
        <p:sp>
          <p:nvSpPr>
            <p:cNvPr id="87" name="s6 text 41">
              <a:extLst>
                <a:ext uri="{FF2B5EF4-FFF2-40B4-BE49-F238E27FC236}">
                  <a16:creationId xmlns:a16="http://schemas.microsoft.com/office/drawing/2014/main" id="{C4B8E3E0-1E08-45C4-927F-717E72666D59}"/>
                </a:ext>
              </a:extLst>
            </p:cNvPr>
            <p:cNvSpPr>
              <a:spLocks noGrp="1"/>
            </p:cNvSpPr>
            <p:nvPr/>
          </p:nvSpPr>
          <p:spPr>
            <a:xfrm>
              <a:off x="5108446" y="6007450"/>
              <a:ext cx="250860" cy="211627"/>
            </a:xfrm>
            <a:prstGeom prst="rect">
              <a:avLst/>
            </a:prstGeom>
            <a:noFill/>
            <a:ln w="0">
              <a:noFill/>
              <a:prstDash val="solid"/>
            </a:ln>
          </p:spPr>
          <p:txBody>
            <a:bodyPr wrap="none" lIns="0" tIns="0" rIns="0" bIns="0" anchor="t">
              <a:noAutofit/>
            </a:bodyPr>
            <a:lstStyle>
              <a:defPPr algn="l">
                <a:defRPr sz="1198" b="0" i="0" kern="0" spc="-9">
                  <a:solidFill>
                    <a:srgbClr val="7B8BA0"/>
                  </a:solidFill>
                  <a:latin typeface="Inter"/>
                  <a:ea typeface="Inter"/>
                  <a:cs typeface="Inter"/>
                </a:defRPr>
              </a:defPPr>
              <a:lvl1pPr algn="l">
                <a:defRPr sz="1198" b="0" i="0" kern="0" spc="-9">
                  <a:solidFill>
                    <a:srgbClr val="7B8BA0"/>
                  </a:solidFill>
                  <a:latin typeface="Inter"/>
                  <a:ea typeface="Inter"/>
                  <a:cs typeface="Inter"/>
                </a:defRPr>
              </a:lvl1pPr>
              <a:lvl2pPr algn="l">
                <a:defRPr sz="1198" b="0" i="0" kern="0" spc="-9">
                  <a:solidFill>
                    <a:srgbClr val="7B8BA0"/>
                  </a:solidFill>
                  <a:latin typeface="Inter"/>
                  <a:ea typeface="Inter"/>
                  <a:cs typeface="Inter"/>
                </a:defRPr>
              </a:lvl2pPr>
              <a:lvl3pPr algn="l">
                <a:defRPr sz="1198" b="0" i="0" kern="0" spc="-9">
                  <a:solidFill>
                    <a:srgbClr val="7B8BA0"/>
                  </a:solidFill>
                  <a:latin typeface="Inter"/>
                  <a:ea typeface="Inter"/>
                  <a:cs typeface="Inter"/>
                </a:defRPr>
              </a:lvl3pPr>
              <a:lvl4pPr algn="l">
                <a:defRPr sz="1198" b="0" i="0" kern="0" spc="-9">
                  <a:solidFill>
                    <a:srgbClr val="7B8BA0"/>
                  </a:solidFill>
                  <a:latin typeface="Inter"/>
                  <a:ea typeface="Inter"/>
                  <a:cs typeface="Inter"/>
                </a:defRPr>
              </a:lvl4pPr>
              <a:lvl5pPr algn="l">
                <a:defRPr sz="1198" b="0" i="0" kern="0" spc="-9">
                  <a:solidFill>
                    <a:srgbClr val="7B8BA0"/>
                  </a:solidFill>
                  <a:latin typeface="Inter"/>
                  <a:ea typeface="Inter"/>
                  <a:cs typeface="Inter"/>
                </a:defRPr>
              </a:lvl5pPr>
              <a:lvl6pPr algn="l">
                <a:defRPr sz="1198" b="0" i="0" kern="0" spc="-9">
                  <a:solidFill>
                    <a:srgbClr val="7B8BA0"/>
                  </a:solidFill>
                  <a:latin typeface="Inter"/>
                  <a:ea typeface="Inter"/>
                  <a:cs typeface="Inter"/>
                </a:defRPr>
              </a:lvl6pPr>
              <a:lvl7pPr algn="l">
                <a:defRPr sz="1198" b="0" i="0" kern="0" spc="-9">
                  <a:solidFill>
                    <a:srgbClr val="7B8BA0"/>
                  </a:solidFill>
                  <a:latin typeface="Inter"/>
                  <a:ea typeface="Inter"/>
                  <a:cs typeface="Inter"/>
                </a:defRPr>
              </a:lvl7pPr>
              <a:lvl8pPr algn="l">
                <a:defRPr sz="1198" b="0" i="0" kern="0" spc="-9">
                  <a:solidFill>
                    <a:srgbClr val="7B8BA0"/>
                  </a:solidFill>
                  <a:latin typeface="Inter"/>
                  <a:ea typeface="Inter"/>
                  <a:cs typeface="Inter"/>
                </a:defRPr>
              </a:lvl8pPr>
              <a:lvl9pPr algn="l">
                <a:defRPr sz="1198" b="0" i="0" kern="0" spc="-9">
                  <a:solidFill>
                    <a:srgbClr val="7B8BA0"/>
                  </a:solidFill>
                  <a:latin typeface="Inter"/>
                  <a:ea typeface="Inter"/>
                  <a:cs typeface="Inter"/>
                </a:defRPr>
              </a:lvl9pPr>
            </a:lstStyle>
            <a:p>
              <a:pPr algn="l">
                <a:lnSpc>
                  <a:spcPct val="100000"/>
                </a:lnSpc>
                <a:buNone/>
                <a:defRPr sz="1198" b="0" i="0" kern="0" spc="-9">
                  <a:solidFill>
                    <a:srgbClr val="7B8BA0"/>
                  </a:solidFill>
                  <a:latin typeface="Inter"/>
                  <a:ea typeface="Inter"/>
                  <a:cs typeface="Inter"/>
                </a:defRPr>
              </a:pPr>
              <a:r>
                <a:rPr sz="1198" b="0" i="0" kern="0" spc="-9">
                  <a:solidFill>
                    <a:srgbClr val="7B8BA0"/>
                  </a:solidFill>
                  <a:latin typeface="Inter"/>
                  <a:ea typeface="Inter"/>
                  <a:cs typeface="Inter"/>
                </a:rPr>
                <a:t>80</a:t>
              </a:r>
            </a:p>
          </p:txBody>
        </p:sp>
        <p:sp>
          <p:nvSpPr>
            <p:cNvPr id="88" name="s6 text 42">
              <a:extLst>
                <a:ext uri="{FF2B5EF4-FFF2-40B4-BE49-F238E27FC236}">
                  <a16:creationId xmlns:a16="http://schemas.microsoft.com/office/drawing/2014/main" id="{F1CDF191-FC9A-4E17-A5E9-C7DCED3C1FF2}"/>
                </a:ext>
              </a:extLst>
            </p:cNvPr>
            <p:cNvSpPr>
              <a:spLocks noGrp="1"/>
            </p:cNvSpPr>
            <p:nvPr/>
          </p:nvSpPr>
          <p:spPr>
            <a:xfrm>
              <a:off x="5782749" y="6007450"/>
              <a:ext cx="314582" cy="211627"/>
            </a:xfrm>
            <a:prstGeom prst="rect">
              <a:avLst/>
            </a:prstGeom>
            <a:noFill/>
            <a:ln w="0">
              <a:noFill/>
              <a:prstDash val="solid"/>
            </a:ln>
          </p:spPr>
          <p:txBody>
            <a:bodyPr wrap="none" lIns="0" tIns="0" rIns="0" bIns="0" anchor="t">
              <a:noAutofit/>
            </a:bodyPr>
            <a:lstStyle>
              <a:defPPr algn="l">
                <a:defRPr sz="1198" b="0" i="0" kern="0" spc="-9">
                  <a:solidFill>
                    <a:srgbClr val="7B8BA0"/>
                  </a:solidFill>
                  <a:latin typeface="Inter"/>
                  <a:ea typeface="Inter"/>
                  <a:cs typeface="Inter"/>
                </a:defRPr>
              </a:defPPr>
              <a:lvl1pPr algn="l">
                <a:defRPr sz="1198" b="0" i="0" kern="0" spc="-9">
                  <a:solidFill>
                    <a:srgbClr val="7B8BA0"/>
                  </a:solidFill>
                  <a:latin typeface="Inter"/>
                  <a:ea typeface="Inter"/>
                  <a:cs typeface="Inter"/>
                </a:defRPr>
              </a:lvl1pPr>
              <a:lvl2pPr algn="l">
                <a:defRPr sz="1198" b="0" i="0" kern="0" spc="-9">
                  <a:solidFill>
                    <a:srgbClr val="7B8BA0"/>
                  </a:solidFill>
                  <a:latin typeface="Inter"/>
                  <a:ea typeface="Inter"/>
                  <a:cs typeface="Inter"/>
                </a:defRPr>
              </a:lvl2pPr>
              <a:lvl3pPr algn="l">
                <a:defRPr sz="1198" b="0" i="0" kern="0" spc="-9">
                  <a:solidFill>
                    <a:srgbClr val="7B8BA0"/>
                  </a:solidFill>
                  <a:latin typeface="Inter"/>
                  <a:ea typeface="Inter"/>
                  <a:cs typeface="Inter"/>
                </a:defRPr>
              </a:lvl3pPr>
              <a:lvl4pPr algn="l">
                <a:defRPr sz="1198" b="0" i="0" kern="0" spc="-9">
                  <a:solidFill>
                    <a:srgbClr val="7B8BA0"/>
                  </a:solidFill>
                  <a:latin typeface="Inter"/>
                  <a:ea typeface="Inter"/>
                  <a:cs typeface="Inter"/>
                </a:defRPr>
              </a:lvl4pPr>
              <a:lvl5pPr algn="l">
                <a:defRPr sz="1198" b="0" i="0" kern="0" spc="-9">
                  <a:solidFill>
                    <a:srgbClr val="7B8BA0"/>
                  </a:solidFill>
                  <a:latin typeface="Inter"/>
                  <a:ea typeface="Inter"/>
                  <a:cs typeface="Inter"/>
                </a:defRPr>
              </a:lvl5pPr>
              <a:lvl6pPr algn="l">
                <a:defRPr sz="1198" b="0" i="0" kern="0" spc="-9">
                  <a:solidFill>
                    <a:srgbClr val="7B8BA0"/>
                  </a:solidFill>
                  <a:latin typeface="Inter"/>
                  <a:ea typeface="Inter"/>
                  <a:cs typeface="Inter"/>
                </a:defRPr>
              </a:lvl6pPr>
              <a:lvl7pPr algn="l">
                <a:defRPr sz="1198" b="0" i="0" kern="0" spc="-9">
                  <a:solidFill>
                    <a:srgbClr val="7B8BA0"/>
                  </a:solidFill>
                  <a:latin typeface="Inter"/>
                  <a:ea typeface="Inter"/>
                  <a:cs typeface="Inter"/>
                </a:defRPr>
              </a:lvl7pPr>
              <a:lvl8pPr algn="l">
                <a:defRPr sz="1198" b="0" i="0" kern="0" spc="-9">
                  <a:solidFill>
                    <a:srgbClr val="7B8BA0"/>
                  </a:solidFill>
                  <a:latin typeface="Inter"/>
                  <a:ea typeface="Inter"/>
                  <a:cs typeface="Inter"/>
                </a:defRPr>
              </a:lvl8pPr>
              <a:lvl9pPr algn="l">
                <a:defRPr sz="1198" b="0" i="0" kern="0" spc="-9">
                  <a:solidFill>
                    <a:srgbClr val="7B8BA0"/>
                  </a:solidFill>
                  <a:latin typeface="Inter"/>
                  <a:ea typeface="Inter"/>
                  <a:cs typeface="Inter"/>
                </a:defRPr>
              </a:lvl9pPr>
            </a:lstStyle>
            <a:p>
              <a:pPr algn="l">
                <a:lnSpc>
                  <a:spcPct val="100000"/>
                </a:lnSpc>
                <a:buNone/>
                <a:defRPr sz="1198" b="0" i="0" kern="0" spc="-9">
                  <a:solidFill>
                    <a:srgbClr val="7B8BA0"/>
                  </a:solidFill>
                  <a:latin typeface="Inter"/>
                  <a:ea typeface="Inter"/>
                  <a:cs typeface="Inter"/>
                </a:defRPr>
              </a:pPr>
              <a:r>
                <a:rPr sz="1198" b="0" i="0" kern="0" spc="-9">
                  <a:solidFill>
                    <a:srgbClr val="7B8BA0"/>
                  </a:solidFill>
                  <a:latin typeface="Inter"/>
                  <a:ea typeface="Inter"/>
                  <a:cs typeface="Inter"/>
                </a:rPr>
                <a:t>100</a:t>
              </a:r>
            </a:p>
          </p:txBody>
        </p:sp>
        <p:sp>
          <p:nvSpPr>
            <p:cNvPr id="89" name="s6 text 43">
              <a:extLst>
                <a:ext uri="{FF2B5EF4-FFF2-40B4-BE49-F238E27FC236}">
                  <a16:creationId xmlns:a16="http://schemas.microsoft.com/office/drawing/2014/main" id="{140CE57B-50FF-40D4-A495-3A028DC889A6}"/>
                </a:ext>
              </a:extLst>
            </p:cNvPr>
            <p:cNvSpPr>
              <a:spLocks noGrp="1"/>
            </p:cNvSpPr>
            <p:nvPr/>
          </p:nvSpPr>
          <p:spPr>
            <a:xfrm>
              <a:off x="6489981" y="6007450"/>
              <a:ext cx="311439" cy="211627"/>
            </a:xfrm>
            <a:prstGeom prst="rect">
              <a:avLst/>
            </a:prstGeom>
            <a:noFill/>
            <a:ln w="0">
              <a:noFill/>
              <a:prstDash val="solid"/>
            </a:ln>
          </p:spPr>
          <p:txBody>
            <a:bodyPr wrap="none" lIns="0" tIns="0" rIns="0" bIns="0" anchor="t">
              <a:noAutofit/>
            </a:bodyPr>
            <a:lstStyle>
              <a:defPPr algn="l">
                <a:defRPr sz="1198" b="0" i="0" kern="0" spc="-10">
                  <a:solidFill>
                    <a:srgbClr val="7B8BA0"/>
                  </a:solidFill>
                  <a:latin typeface="Inter"/>
                  <a:ea typeface="Inter"/>
                  <a:cs typeface="Inter"/>
                </a:defRPr>
              </a:defPPr>
              <a:lvl1pPr algn="l">
                <a:defRPr sz="1198" b="0" i="0" kern="0" spc="-10">
                  <a:solidFill>
                    <a:srgbClr val="7B8BA0"/>
                  </a:solidFill>
                  <a:latin typeface="Inter"/>
                  <a:ea typeface="Inter"/>
                  <a:cs typeface="Inter"/>
                </a:defRPr>
              </a:lvl1pPr>
              <a:lvl2pPr algn="l">
                <a:defRPr sz="1198" b="0" i="0" kern="0" spc="-10">
                  <a:solidFill>
                    <a:srgbClr val="7B8BA0"/>
                  </a:solidFill>
                  <a:latin typeface="Inter"/>
                  <a:ea typeface="Inter"/>
                  <a:cs typeface="Inter"/>
                </a:defRPr>
              </a:lvl2pPr>
              <a:lvl3pPr algn="l">
                <a:defRPr sz="1198" b="0" i="0" kern="0" spc="-10">
                  <a:solidFill>
                    <a:srgbClr val="7B8BA0"/>
                  </a:solidFill>
                  <a:latin typeface="Inter"/>
                  <a:ea typeface="Inter"/>
                  <a:cs typeface="Inter"/>
                </a:defRPr>
              </a:lvl3pPr>
              <a:lvl4pPr algn="l">
                <a:defRPr sz="1198" b="0" i="0" kern="0" spc="-10">
                  <a:solidFill>
                    <a:srgbClr val="7B8BA0"/>
                  </a:solidFill>
                  <a:latin typeface="Inter"/>
                  <a:ea typeface="Inter"/>
                  <a:cs typeface="Inter"/>
                </a:defRPr>
              </a:lvl4pPr>
              <a:lvl5pPr algn="l">
                <a:defRPr sz="1198" b="0" i="0" kern="0" spc="-10">
                  <a:solidFill>
                    <a:srgbClr val="7B8BA0"/>
                  </a:solidFill>
                  <a:latin typeface="Inter"/>
                  <a:ea typeface="Inter"/>
                  <a:cs typeface="Inter"/>
                </a:defRPr>
              </a:lvl5pPr>
              <a:lvl6pPr algn="l">
                <a:defRPr sz="1198" b="0" i="0" kern="0" spc="-10">
                  <a:solidFill>
                    <a:srgbClr val="7B8BA0"/>
                  </a:solidFill>
                  <a:latin typeface="Inter"/>
                  <a:ea typeface="Inter"/>
                  <a:cs typeface="Inter"/>
                </a:defRPr>
              </a:lvl6pPr>
              <a:lvl7pPr algn="l">
                <a:defRPr sz="1198" b="0" i="0" kern="0" spc="-10">
                  <a:solidFill>
                    <a:srgbClr val="7B8BA0"/>
                  </a:solidFill>
                  <a:latin typeface="Inter"/>
                  <a:ea typeface="Inter"/>
                  <a:cs typeface="Inter"/>
                </a:defRPr>
              </a:lvl7pPr>
              <a:lvl8pPr algn="l">
                <a:defRPr sz="1198" b="0" i="0" kern="0" spc="-10">
                  <a:solidFill>
                    <a:srgbClr val="7B8BA0"/>
                  </a:solidFill>
                  <a:latin typeface="Inter"/>
                  <a:ea typeface="Inter"/>
                  <a:cs typeface="Inter"/>
                </a:defRPr>
              </a:lvl8pPr>
              <a:lvl9pPr algn="l">
                <a:defRPr sz="1198" b="0" i="0" kern="0" spc="-10">
                  <a:solidFill>
                    <a:srgbClr val="7B8BA0"/>
                  </a:solidFill>
                  <a:latin typeface="Inter"/>
                  <a:ea typeface="Inter"/>
                  <a:cs typeface="Inter"/>
                </a:defRPr>
              </a:lvl9pPr>
            </a:lstStyle>
            <a:p>
              <a:pPr algn="l">
                <a:lnSpc>
                  <a:spcPct val="100000"/>
                </a:lnSpc>
                <a:buNone/>
                <a:defRPr sz="1198" b="0" i="0" kern="0" spc="-10">
                  <a:solidFill>
                    <a:srgbClr val="7B8BA0"/>
                  </a:solidFill>
                  <a:latin typeface="Inter"/>
                  <a:ea typeface="Inter"/>
                  <a:cs typeface="Inter"/>
                </a:defRPr>
              </a:pPr>
              <a:r>
                <a:rPr sz="1198" b="0" i="0" kern="0" spc="-10">
                  <a:solidFill>
                    <a:srgbClr val="7B8BA0"/>
                  </a:solidFill>
                  <a:latin typeface="Inter"/>
                  <a:ea typeface="Inter"/>
                  <a:cs typeface="Inter"/>
                </a:rPr>
                <a:t>120</a:t>
              </a:r>
            </a:p>
          </p:txBody>
        </p:sp>
        <p:sp>
          <p:nvSpPr>
            <p:cNvPr id="90" name="s6 text 44">
              <a:extLst>
                <a:ext uri="{FF2B5EF4-FFF2-40B4-BE49-F238E27FC236}">
                  <a16:creationId xmlns:a16="http://schemas.microsoft.com/office/drawing/2014/main" id="{614AF4B8-E7C3-4E4E-8734-D83AB56C04EB}"/>
                </a:ext>
              </a:extLst>
            </p:cNvPr>
            <p:cNvSpPr>
              <a:spLocks noGrp="1"/>
            </p:cNvSpPr>
            <p:nvPr/>
          </p:nvSpPr>
          <p:spPr>
            <a:xfrm>
              <a:off x="7192747" y="6007450"/>
              <a:ext cx="316868" cy="211627"/>
            </a:xfrm>
            <a:prstGeom prst="rect">
              <a:avLst/>
            </a:prstGeom>
            <a:noFill/>
            <a:ln w="0">
              <a:noFill/>
              <a:prstDash val="solid"/>
            </a:ln>
          </p:spPr>
          <p:txBody>
            <a:bodyPr wrap="none" lIns="0" tIns="0" rIns="0" bIns="0" anchor="t">
              <a:noAutofit/>
            </a:bodyPr>
            <a:lstStyle>
              <a:defPPr algn="l">
                <a:defRPr sz="1198" b="0" i="0" kern="0" spc="-9">
                  <a:solidFill>
                    <a:srgbClr val="7B8BA0"/>
                  </a:solidFill>
                  <a:latin typeface="Inter"/>
                  <a:ea typeface="Inter"/>
                  <a:cs typeface="Inter"/>
                </a:defRPr>
              </a:defPPr>
              <a:lvl1pPr algn="l">
                <a:defRPr sz="1198" b="0" i="0" kern="0" spc="-9">
                  <a:solidFill>
                    <a:srgbClr val="7B8BA0"/>
                  </a:solidFill>
                  <a:latin typeface="Inter"/>
                  <a:ea typeface="Inter"/>
                  <a:cs typeface="Inter"/>
                </a:defRPr>
              </a:lvl1pPr>
              <a:lvl2pPr algn="l">
                <a:defRPr sz="1198" b="0" i="0" kern="0" spc="-9">
                  <a:solidFill>
                    <a:srgbClr val="7B8BA0"/>
                  </a:solidFill>
                  <a:latin typeface="Inter"/>
                  <a:ea typeface="Inter"/>
                  <a:cs typeface="Inter"/>
                </a:defRPr>
              </a:lvl2pPr>
              <a:lvl3pPr algn="l">
                <a:defRPr sz="1198" b="0" i="0" kern="0" spc="-9">
                  <a:solidFill>
                    <a:srgbClr val="7B8BA0"/>
                  </a:solidFill>
                  <a:latin typeface="Inter"/>
                  <a:ea typeface="Inter"/>
                  <a:cs typeface="Inter"/>
                </a:defRPr>
              </a:lvl3pPr>
              <a:lvl4pPr algn="l">
                <a:defRPr sz="1198" b="0" i="0" kern="0" spc="-9">
                  <a:solidFill>
                    <a:srgbClr val="7B8BA0"/>
                  </a:solidFill>
                  <a:latin typeface="Inter"/>
                  <a:ea typeface="Inter"/>
                  <a:cs typeface="Inter"/>
                </a:defRPr>
              </a:lvl4pPr>
              <a:lvl5pPr algn="l">
                <a:defRPr sz="1198" b="0" i="0" kern="0" spc="-9">
                  <a:solidFill>
                    <a:srgbClr val="7B8BA0"/>
                  </a:solidFill>
                  <a:latin typeface="Inter"/>
                  <a:ea typeface="Inter"/>
                  <a:cs typeface="Inter"/>
                </a:defRPr>
              </a:lvl5pPr>
              <a:lvl6pPr algn="l">
                <a:defRPr sz="1198" b="0" i="0" kern="0" spc="-9">
                  <a:solidFill>
                    <a:srgbClr val="7B8BA0"/>
                  </a:solidFill>
                  <a:latin typeface="Inter"/>
                  <a:ea typeface="Inter"/>
                  <a:cs typeface="Inter"/>
                </a:defRPr>
              </a:lvl6pPr>
              <a:lvl7pPr algn="l">
                <a:defRPr sz="1198" b="0" i="0" kern="0" spc="-9">
                  <a:solidFill>
                    <a:srgbClr val="7B8BA0"/>
                  </a:solidFill>
                  <a:latin typeface="Inter"/>
                  <a:ea typeface="Inter"/>
                  <a:cs typeface="Inter"/>
                </a:defRPr>
              </a:lvl7pPr>
              <a:lvl8pPr algn="l">
                <a:defRPr sz="1198" b="0" i="0" kern="0" spc="-9">
                  <a:solidFill>
                    <a:srgbClr val="7B8BA0"/>
                  </a:solidFill>
                  <a:latin typeface="Inter"/>
                  <a:ea typeface="Inter"/>
                  <a:cs typeface="Inter"/>
                </a:defRPr>
              </a:lvl8pPr>
              <a:lvl9pPr algn="l">
                <a:defRPr sz="1198" b="0" i="0" kern="0" spc="-9">
                  <a:solidFill>
                    <a:srgbClr val="7B8BA0"/>
                  </a:solidFill>
                  <a:latin typeface="Inter"/>
                  <a:ea typeface="Inter"/>
                  <a:cs typeface="Inter"/>
                </a:defRPr>
              </a:lvl9pPr>
            </a:lstStyle>
            <a:p>
              <a:pPr algn="l">
                <a:lnSpc>
                  <a:spcPct val="100000"/>
                </a:lnSpc>
                <a:buNone/>
                <a:defRPr sz="1198" b="0" i="0" kern="0" spc="-9">
                  <a:solidFill>
                    <a:srgbClr val="7B8BA0"/>
                  </a:solidFill>
                  <a:latin typeface="Inter"/>
                  <a:ea typeface="Inter"/>
                  <a:cs typeface="Inter"/>
                </a:defRPr>
              </a:pPr>
              <a:r>
                <a:rPr sz="1198" b="0" i="0" kern="0" spc="-9">
                  <a:solidFill>
                    <a:srgbClr val="7B8BA0"/>
                  </a:solidFill>
                  <a:latin typeface="Inter"/>
                  <a:ea typeface="Inter"/>
                  <a:cs typeface="Inter"/>
                </a:rPr>
                <a:t>140</a:t>
              </a:r>
            </a:p>
          </p:txBody>
        </p:sp>
        <p:sp>
          <p:nvSpPr>
            <p:cNvPr id="91" name="s6 text 45">
              <a:extLst>
                <a:ext uri="{FF2B5EF4-FFF2-40B4-BE49-F238E27FC236}">
                  <a16:creationId xmlns:a16="http://schemas.microsoft.com/office/drawing/2014/main" id="{81F2C1D3-62B4-49B6-9C92-21BD706F6D95}"/>
                </a:ext>
              </a:extLst>
            </p:cNvPr>
            <p:cNvSpPr>
              <a:spLocks noGrp="1"/>
            </p:cNvSpPr>
            <p:nvPr/>
          </p:nvSpPr>
          <p:spPr>
            <a:xfrm>
              <a:off x="7900313" y="6007450"/>
              <a:ext cx="312963" cy="211627"/>
            </a:xfrm>
            <a:prstGeom prst="rect">
              <a:avLst/>
            </a:prstGeom>
            <a:noFill/>
            <a:ln w="0">
              <a:noFill/>
              <a:prstDash val="solid"/>
            </a:ln>
          </p:spPr>
          <p:txBody>
            <a:bodyPr wrap="none" lIns="0" tIns="0" rIns="0" bIns="0" anchor="t">
              <a:noAutofit/>
            </a:bodyPr>
            <a:lstStyle>
              <a:defPPr algn="l">
                <a:defRPr sz="1198" b="0" i="0" kern="0" spc="-10">
                  <a:solidFill>
                    <a:srgbClr val="7B8BA0"/>
                  </a:solidFill>
                  <a:latin typeface="Inter"/>
                  <a:ea typeface="Inter"/>
                  <a:cs typeface="Inter"/>
                </a:defRPr>
              </a:defPPr>
              <a:lvl1pPr algn="l">
                <a:defRPr sz="1198" b="0" i="0" kern="0" spc="-10">
                  <a:solidFill>
                    <a:srgbClr val="7B8BA0"/>
                  </a:solidFill>
                  <a:latin typeface="Inter"/>
                  <a:ea typeface="Inter"/>
                  <a:cs typeface="Inter"/>
                </a:defRPr>
              </a:lvl1pPr>
              <a:lvl2pPr algn="l">
                <a:defRPr sz="1198" b="0" i="0" kern="0" spc="-10">
                  <a:solidFill>
                    <a:srgbClr val="7B8BA0"/>
                  </a:solidFill>
                  <a:latin typeface="Inter"/>
                  <a:ea typeface="Inter"/>
                  <a:cs typeface="Inter"/>
                </a:defRPr>
              </a:lvl2pPr>
              <a:lvl3pPr algn="l">
                <a:defRPr sz="1198" b="0" i="0" kern="0" spc="-10">
                  <a:solidFill>
                    <a:srgbClr val="7B8BA0"/>
                  </a:solidFill>
                  <a:latin typeface="Inter"/>
                  <a:ea typeface="Inter"/>
                  <a:cs typeface="Inter"/>
                </a:defRPr>
              </a:lvl3pPr>
              <a:lvl4pPr algn="l">
                <a:defRPr sz="1198" b="0" i="0" kern="0" spc="-10">
                  <a:solidFill>
                    <a:srgbClr val="7B8BA0"/>
                  </a:solidFill>
                  <a:latin typeface="Inter"/>
                  <a:ea typeface="Inter"/>
                  <a:cs typeface="Inter"/>
                </a:defRPr>
              </a:lvl4pPr>
              <a:lvl5pPr algn="l">
                <a:defRPr sz="1198" b="0" i="0" kern="0" spc="-10">
                  <a:solidFill>
                    <a:srgbClr val="7B8BA0"/>
                  </a:solidFill>
                  <a:latin typeface="Inter"/>
                  <a:ea typeface="Inter"/>
                  <a:cs typeface="Inter"/>
                </a:defRPr>
              </a:lvl5pPr>
              <a:lvl6pPr algn="l">
                <a:defRPr sz="1198" b="0" i="0" kern="0" spc="-10">
                  <a:solidFill>
                    <a:srgbClr val="7B8BA0"/>
                  </a:solidFill>
                  <a:latin typeface="Inter"/>
                  <a:ea typeface="Inter"/>
                  <a:cs typeface="Inter"/>
                </a:defRPr>
              </a:lvl6pPr>
              <a:lvl7pPr algn="l">
                <a:defRPr sz="1198" b="0" i="0" kern="0" spc="-10">
                  <a:solidFill>
                    <a:srgbClr val="7B8BA0"/>
                  </a:solidFill>
                  <a:latin typeface="Inter"/>
                  <a:ea typeface="Inter"/>
                  <a:cs typeface="Inter"/>
                </a:defRPr>
              </a:lvl7pPr>
              <a:lvl8pPr algn="l">
                <a:defRPr sz="1198" b="0" i="0" kern="0" spc="-10">
                  <a:solidFill>
                    <a:srgbClr val="7B8BA0"/>
                  </a:solidFill>
                  <a:latin typeface="Inter"/>
                  <a:ea typeface="Inter"/>
                  <a:cs typeface="Inter"/>
                </a:defRPr>
              </a:lvl8pPr>
              <a:lvl9pPr algn="l">
                <a:defRPr sz="1198" b="0" i="0" kern="0" spc="-10">
                  <a:solidFill>
                    <a:srgbClr val="7B8BA0"/>
                  </a:solidFill>
                  <a:latin typeface="Inter"/>
                  <a:ea typeface="Inter"/>
                  <a:cs typeface="Inter"/>
                </a:defRPr>
              </a:lvl9pPr>
            </a:lstStyle>
            <a:p>
              <a:pPr algn="l">
                <a:lnSpc>
                  <a:spcPct val="100000"/>
                </a:lnSpc>
                <a:buNone/>
                <a:defRPr sz="1198" b="0" i="0" kern="0" spc="-10">
                  <a:solidFill>
                    <a:srgbClr val="7B8BA0"/>
                  </a:solidFill>
                  <a:latin typeface="Inter"/>
                  <a:ea typeface="Inter"/>
                  <a:cs typeface="Inter"/>
                </a:defRPr>
              </a:pPr>
              <a:r>
                <a:rPr sz="1198" b="0" i="0" kern="0" spc="-10">
                  <a:solidFill>
                    <a:srgbClr val="7B8BA0"/>
                  </a:solidFill>
                  <a:latin typeface="Inter"/>
                  <a:ea typeface="Inter"/>
                  <a:cs typeface="Inter"/>
                </a:rPr>
                <a:t>160</a:t>
              </a:r>
            </a:p>
          </p:txBody>
        </p:sp>
        <p:sp>
          <p:nvSpPr>
            <p:cNvPr id="92" name="s6 text 46">
              <a:extLst>
                <a:ext uri="{FF2B5EF4-FFF2-40B4-BE49-F238E27FC236}">
                  <a16:creationId xmlns:a16="http://schemas.microsoft.com/office/drawing/2014/main" id="{4AA55F7D-F1E6-488C-A779-ECD46B27A85A}"/>
                </a:ext>
              </a:extLst>
            </p:cNvPr>
            <p:cNvSpPr>
              <a:spLocks noGrp="1"/>
            </p:cNvSpPr>
            <p:nvPr/>
          </p:nvSpPr>
          <p:spPr>
            <a:xfrm>
              <a:off x="2152831" y="5801620"/>
              <a:ext cx="156784" cy="211627"/>
            </a:xfrm>
            <a:prstGeom prst="rect">
              <a:avLst/>
            </a:prstGeom>
            <a:noFill/>
            <a:ln w="0">
              <a:noFill/>
              <a:prstDash val="solid"/>
            </a:ln>
          </p:spPr>
          <p:txBody>
            <a:bodyPr wrap="none" lIns="0" tIns="0" rIns="0" bIns="0" anchor="t">
              <a:noAutofit/>
            </a:bodyPr>
            <a:lstStyle>
              <a:defPPr algn="l">
                <a:defRPr sz="1198" b="0" i="0" kern="0" spc="0">
                  <a:solidFill>
                    <a:srgbClr val="7B8BA0"/>
                  </a:solidFill>
                  <a:latin typeface="Inter"/>
                  <a:ea typeface="Inter"/>
                  <a:cs typeface="Inter"/>
                </a:defRPr>
              </a:defPPr>
              <a:lvl1pPr algn="l">
                <a:defRPr sz="1198" b="0" i="0" kern="0" spc="0">
                  <a:solidFill>
                    <a:srgbClr val="7B8BA0"/>
                  </a:solidFill>
                  <a:latin typeface="Inter"/>
                  <a:ea typeface="Inter"/>
                  <a:cs typeface="Inter"/>
                </a:defRPr>
              </a:lvl1pPr>
              <a:lvl2pPr algn="l">
                <a:defRPr sz="1198" b="0" i="0" kern="0" spc="0">
                  <a:solidFill>
                    <a:srgbClr val="7B8BA0"/>
                  </a:solidFill>
                  <a:latin typeface="Inter"/>
                  <a:ea typeface="Inter"/>
                  <a:cs typeface="Inter"/>
                </a:defRPr>
              </a:lvl2pPr>
              <a:lvl3pPr algn="l">
                <a:defRPr sz="1198" b="0" i="0" kern="0" spc="0">
                  <a:solidFill>
                    <a:srgbClr val="7B8BA0"/>
                  </a:solidFill>
                  <a:latin typeface="Inter"/>
                  <a:ea typeface="Inter"/>
                  <a:cs typeface="Inter"/>
                </a:defRPr>
              </a:lvl3pPr>
              <a:lvl4pPr algn="l">
                <a:defRPr sz="1198" b="0" i="0" kern="0" spc="0">
                  <a:solidFill>
                    <a:srgbClr val="7B8BA0"/>
                  </a:solidFill>
                  <a:latin typeface="Inter"/>
                  <a:ea typeface="Inter"/>
                  <a:cs typeface="Inter"/>
                </a:defRPr>
              </a:lvl4pPr>
              <a:lvl5pPr algn="l">
                <a:defRPr sz="1198" b="0" i="0" kern="0" spc="0">
                  <a:solidFill>
                    <a:srgbClr val="7B8BA0"/>
                  </a:solidFill>
                  <a:latin typeface="Inter"/>
                  <a:ea typeface="Inter"/>
                  <a:cs typeface="Inter"/>
                </a:defRPr>
              </a:lvl5pPr>
              <a:lvl6pPr algn="l">
                <a:defRPr sz="1198" b="0" i="0" kern="0" spc="0">
                  <a:solidFill>
                    <a:srgbClr val="7B8BA0"/>
                  </a:solidFill>
                  <a:latin typeface="Inter"/>
                  <a:ea typeface="Inter"/>
                  <a:cs typeface="Inter"/>
                </a:defRPr>
              </a:lvl6pPr>
              <a:lvl7pPr algn="l">
                <a:defRPr sz="1198" b="0" i="0" kern="0" spc="0">
                  <a:solidFill>
                    <a:srgbClr val="7B8BA0"/>
                  </a:solidFill>
                  <a:latin typeface="Inter"/>
                  <a:ea typeface="Inter"/>
                  <a:cs typeface="Inter"/>
                </a:defRPr>
              </a:lvl7pPr>
              <a:lvl8pPr algn="l">
                <a:defRPr sz="1198" b="0" i="0" kern="0" spc="0">
                  <a:solidFill>
                    <a:srgbClr val="7B8BA0"/>
                  </a:solidFill>
                  <a:latin typeface="Inter"/>
                  <a:ea typeface="Inter"/>
                  <a:cs typeface="Inter"/>
                </a:defRPr>
              </a:lvl8pPr>
              <a:lvl9pPr algn="l">
                <a:defRPr sz="1198" b="0" i="0" kern="0" spc="0">
                  <a:solidFill>
                    <a:srgbClr val="7B8BA0"/>
                  </a:solidFill>
                  <a:latin typeface="Inter"/>
                  <a:ea typeface="Inter"/>
                  <a:cs typeface="Inter"/>
                </a:defRPr>
              </a:lvl9pPr>
            </a:lstStyle>
            <a:p>
              <a:pPr algn="l">
                <a:lnSpc>
                  <a:spcPct val="100000"/>
                </a:lnSpc>
                <a:buNone/>
                <a:defRPr sz="1198" b="0" i="0" kern="0" spc="0">
                  <a:solidFill>
                    <a:srgbClr val="7B8BA0"/>
                  </a:solidFill>
                  <a:latin typeface="Inter"/>
                  <a:ea typeface="Inter"/>
                  <a:cs typeface="Inter"/>
                </a:defRPr>
              </a:pPr>
              <a:r>
                <a:rPr sz="1198" b="0" i="0" kern="0" spc="0">
                  <a:solidFill>
                    <a:srgbClr val="7B8BA0"/>
                  </a:solidFill>
                  <a:latin typeface="Inter"/>
                  <a:ea typeface="Inter"/>
                  <a:cs typeface="Inter"/>
                </a:rPr>
                <a:t>0</a:t>
              </a:r>
            </a:p>
          </p:txBody>
        </p:sp>
        <p:sp>
          <p:nvSpPr>
            <p:cNvPr id="93" name="s6 text 47">
              <a:extLst>
                <a:ext uri="{FF2B5EF4-FFF2-40B4-BE49-F238E27FC236}">
                  <a16:creationId xmlns:a16="http://schemas.microsoft.com/office/drawing/2014/main" id="{09421D2C-5CDE-4267-B947-D5B3AE7BE12C}"/>
                </a:ext>
              </a:extLst>
            </p:cNvPr>
            <p:cNvSpPr>
              <a:spLocks noGrp="1"/>
            </p:cNvSpPr>
            <p:nvPr/>
          </p:nvSpPr>
          <p:spPr>
            <a:xfrm>
              <a:off x="2066995" y="5323882"/>
              <a:ext cx="243811" cy="211627"/>
            </a:xfrm>
            <a:prstGeom prst="rect">
              <a:avLst/>
            </a:prstGeom>
            <a:noFill/>
            <a:ln w="0">
              <a:noFill/>
              <a:prstDash val="solid"/>
            </a:ln>
          </p:spPr>
          <p:txBody>
            <a:bodyPr wrap="none" lIns="0" tIns="0" rIns="0" bIns="0" anchor="t">
              <a:noAutofit/>
            </a:bodyPr>
            <a:lstStyle>
              <a:defPPr algn="l">
                <a:defRPr sz="1198" b="0" i="0" kern="0" spc="-9">
                  <a:solidFill>
                    <a:srgbClr val="7B8BA0"/>
                  </a:solidFill>
                  <a:latin typeface="Inter"/>
                  <a:ea typeface="Inter"/>
                  <a:cs typeface="Inter"/>
                </a:defRPr>
              </a:defPPr>
              <a:lvl1pPr algn="l">
                <a:defRPr sz="1198" b="0" i="0" kern="0" spc="-9">
                  <a:solidFill>
                    <a:srgbClr val="7B8BA0"/>
                  </a:solidFill>
                  <a:latin typeface="Inter"/>
                  <a:ea typeface="Inter"/>
                  <a:cs typeface="Inter"/>
                </a:defRPr>
              </a:lvl1pPr>
              <a:lvl2pPr algn="l">
                <a:defRPr sz="1198" b="0" i="0" kern="0" spc="-9">
                  <a:solidFill>
                    <a:srgbClr val="7B8BA0"/>
                  </a:solidFill>
                  <a:latin typeface="Inter"/>
                  <a:ea typeface="Inter"/>
                  <a:cs typeface="Inter"/>
                </a:defRPr>
              </a:lvl2pPr>
              <a:lvl3pPr algn="l">
                <a:defRPr sz="1198" b="0" i="0" kern="0" spc="-9">
                  <a:solidFill>
                    <a:srgbClr val="7B8BA0"/>
                  </a:solidFill>
                  <a:latin typeface="Inter"/>
                  <a:ea typeface="Inter"/>
                  <a:cs typeface="Inter"/>
                </a:defRPr>
              </a:lvl3pPr>
              <a:lvl4pPr algn="l">
                <a:defRPr sz="1198" b="0" i="0" kern="0" spc="-9">
                  <a:solidFill>
                    <a:srgbClr val="7B8BA0"/>
                  </a:solidFill>
                  <a:latin typeface="Inter"/>
                  <a:ea typeface="Inter"/>
                  <a:cs typeface="Inter"/>
                </a:defRPr>
              </a:lvl4pPr>
              <a:lvl5pPr algn="l">
                <a:defRPr sz="1198" b="0" i="0" kern="0" spc="-9">
                  <a:solidFill>
                    <a:srgbClr val="7B8BA0"/>
                  </a:solidFill>
                  <a:latin typeface="Inter"/>
                  <a:ea typeface="Inter"/>
                  <a:cs typeface="Inter"/>
                </a:defRPr>
              </a:lvl5pPr>
              <a:lvl6pPr algn="l">
                <a:defRPr sz="1198" b="0" i="0" kern="0" spc="-9">
                  <a:solidFill>
                    <a:srgbClr val="7B8BA0"/>
                  </a:solidFill>
                  <a:latin typeface="Inter"/>
                  <a:ea typeface="Inter"/>
                  <a:cs typeface="Inter"/>
                </a:defRPr>
              </a:lvl6pPr>
              <a:lvl7pPr algn="l">
                <a:defRPr sz="1198" b="0" i="0" kern="0" spc="-9">
                  <a:solidFill>
                    <a:srgbClr val="7B8BA0"/>
                  </a:solidFill>
                  <a:latin typeface="Inter"/>
                  <a:ea typeface="Inter"/>
                  <a:cs typeface="Inter"/>
                </a:defRPr>
              </a:lvl7pPr>
              <a:lvl8pPr algn="l">
                <a:defRPr sz="1198" b="0" i="0" kern="0" spc="-9">
                  <a:solidFill>
                    <a:srgbClr val="7B8BA0"/>
                  </a:solidFill>
                  <a:latin typeface="Inter"/>
                  <a:ea typeface="Inter"/>
                  <a:cs typeface="Inter"/>
                </a:defRPr>
              </a:lvl8pPr>
              <a:lvl9pPr algn="l">
                <a:defRPr sz="1198" b="0" i="0" kern="0" spc="-9">
                  <a:solidFill>
                    <a:srgbClr val="7B8BA0"/>
                  </a:solidFill>
                  <a:latin typeface="Inter"/>
                  <a:ea typeface="Inter"/>
                  <a:cs typeface="Inter"/>
                </a:defRPr>
              </a:lvl9pPr>
            </a:lstStyle>
            <a:p>
              <a:pPr algn="l">
                <a:lnSpc>
                  <a:spcPct val="100000"/>
                </a:lnSpc>
                <a:buNone/>
                <a:defRPr sz="1198" b="0" i="0" kern="0" spc="-9">
                  <a:solidFill>
                    <a:srgbClr val="7B8BA0"/>
                  </a:solidFill>
                  <a:latin typeface="Inter"/>
                  <a:ea typeface="Inter"/>
                  <a:cs typeface="Inter"/>
                </a:defRPr>
              </a:pPr>
              <a:r>
                <a:rPr sz="1198" b="0" i="0" kern="0" spc="-9">
                  <a:solidFill>
                    <a:srgbClr val="7B8BA0"/>
                  </a:solidFill>
                  <a:latin typeface="Inter"/>
                  <a:ea typeface="Inter"/>
                  <a:cs typeface="Inter"/>
                </a:rPr>
                <a:t>25</a:t>
              </a:r>
            </a:p>
          </p:txBody>
        </p:sp>
        <p:sp>
          <p:nvSpPr>
            <p:cNvPr id="94" name="s6 text 48">
              <a:extLst>
                <a:ext uri="{FF2B5EF4-FFF2-40B4-BE49-F238E27FC236}">
                  <a16:creationId xmlns:a16="http://schemas.microsoft.com/office/drawing/2014/main" id="{BAAF01D8-A818-443A-B8F8-E8659A53683E}"/>
                </a:ext>
              </a:extLst>
            </p:cNvPr>
            <p:cNvSpPr>
              <a:spLocks noGrp="1"/>
            </p:cNvSpPr>
            <p:nvPr/>
          </p:nvSpPr>
          <p:spPr>
            <a:xfrm>
              <a:off x="2063758" y="4846144"/>
              <a:ext cx="247050" cy="211627"/>
            </a:xfrm>
            <a:prstGeom prst="rect">
              <a:avLst/>
            </a:prstGeom>
            <a:noFill/>
            <a:ln w="0">
              <a:noFill/>
              <a:prstDash val="solid"/>
            </a:ln>
          </p:spPr>
          <p:txBody>
            <a:bodyPr wrap="none" lIns="0" tIns="0" rIns="0" bIns="0" anchor="t">
              <a:noAutofit/>
            </a:bodyPr>
            <a:lstStyle>
              <a:defPPr algn="l">
                <a:defRPr sz="1198" b="0" i="0" kern="0" spc="-10">
                  <a:solidFill>
                    <a:srgbClr val="7B8BA0"/>
                  </a:solidFill>
                  <a:latin typeface="Inter"/>
                  <a:ea typeface="Inter"/>
                  <a:cs typeface="Inter"/>
                </a:defRPr>
              </a:defPPr>
              <a:lvl1pPr algn="l">
                <a:defRPr sz="1198" b="0" i="0" kern="0" spc="-10">
                  <a:solidFill>
                    <a:srgbClr val="7B8BA0"/>
                  </a:solidFill>
                  <a:latin typeface="Inter"/>
                  <a:ea typeface="Inter"/>
                  <a:cs typeface="Inter"/>
                </a:defRPr>
              </a:lvl1pPr>
              <a:lvl2pPr algn="l">
                <a:defRPr sz="1198" b="0" i="0" kern="0" spc="-10">
                  <a:solidFill>
                    <a:srgbClr val="7B8BA0"/>
                  </a:solidFill>
                  <a:latin typeface="Inter"/>
                  <a:ea typeface="Inter"/>
                  <a:cs typeface="Inter"/>
                </a:defRPr>
              </a:lvl2pPr>
              <a:lvl3pPr algn="l">
                <a:defRPr sz="1198" b="0" i="0" kern="0" spc="-10">
                  <a:solidFill>
                    <a:srgbClr val="7B8BA0"/>
                  </a:solidFill>
                  <a:latin typeface="Inter"/>
                  <a:ea typeface="Inter"/>
                  <a:cs typeface="Inter"/>
                </a:defRPr>
              </a:lvl3pPr>
              <a:lvl4pPr algn="l">
                <a:defRPr sz="1198" b="0" i="0" kern="0" spc="-10">
                  <a:solidFill>
                    <a:srgbClr val="7B8BA0"/>
                  </a:solidFill>
                  <a:latin typeface="Inter"/>
                  <a:ea typeface="Inter"/>
                  <a:cs typeface="Inter"/>
                </a:defRPr>
              </a:lvl4pPr>
              <a:lvl5pPr algn="l">
                <a:defRPr sz="1198" b="0" i="0" kern="0" spc="-10">
                  <a:solidFill>
                    <a:srgbClr val="7B8BA0"/>
                  </a:solidFill>
                  <a:latin typeface="Inter"/>
                  <a:ea typeface="Inter"/>
                  <a:cs typeface="Inter"/>
                </a:defRPr>
              </a:lvl5pPr>
              <a:lvl6pPr algn="l">
                <a:defRPr sz="1198" b="0" i="0" kern="0" spc="-10">
                  <a:solidFill>
                    <a:srgbClr val="7B8BA0"/>
                  </a:solidFill>
                  <a:latin typeface="Inter"/>
                  <a:ea typeface="Inter"/>
                  <a:cs typeface="Inter"/>
                </a:defRPr>
              </a:lvl6pPr>
              <a:lvl7pPr algn="l">
                <a:defRPr sz="1198" b="0" i="0" kern="0" spc="-10">
                  <a:solidFill>
                    <a:srgbClr val="7B8BA0"/>
                  </a:solidFill>
                  <a:latin typeface="Inter"/>
                  <a:ea typeface="Inter"/>
                  <a:cs typeface="Inter"/>
                </a:defRPr>
              </a:lvl7pPr>
              <a:lvl8pPr algn="l">
                <a:defRPr sz="1198" b="0" i="0" kern="0" spc="-10">
                  <a:solidFill>
                    <a:srgbClr val="7B8BA0"/>
                  </a:solidFill>
                  <a:latin typeface="Inter"/>
                  <a:ea typeface="Inter"/>
                  <a:cs typeface="Inter"/>
                </a:defRPr>
              </a:lvl8pPr>
              <a:lvl9pPr algn="l">
                <a:defRPr sz="1198" b="0" i="0" kern="0" spc="-10">
                  <a:solidFill>
                    <a:srgbClr val="7B8BA0"/>
                  </a:solidFill>
                  <a:latin typeface="Inter"/>
                  <a:ea typeface="Inter"/>
                  <a:cs typeface="Inter"/>
                </a:defRPr>
              </a:lvl9pPr>
            </a:lstStyle>
            <a:p>
              <a:pPr algn="l">
                <a:lnSpc>
                  <a:spcPct val="100000"/>
                </a:lnSpc>
                <a:buNone/>
                <a:defRPr sz="1198" b="0" i="0" kern="0" spc="-10">
                  <a:solidFill>
                    <a:srgbClr val="7B8BA0"/>
                  </a:solidFill>
                  <a:latin typeface="Inter"/>
                  <a:ea typeface="Inter"/>
                  <a:cs typeface="Inter"/>
                </a:defRPr>
              </a:pPr>
              <a:r>
                <a:rPr sz="1198" b="0" i="0" kern="0" spc="-10">
                  <a:solidFill>
                    <a:srgbClr val="7B8BA0"/>
                  </a:solidFill>
                  <a:latin typeface="Inter"/>
                  <a:ea typeface="Inter"/>
                  <a:cs typeface="Inter"/>
                </a:rPr>
                <a:t>50</a:t>
              </a:r>
            </a:p>
          </p:txBody>
        </p:sp>
        <p:sp>
          <p:nvSpPr>
            <p:cNvPr id="95" name="s6 text 49">
              <a:extLst>
                <a:ext uri="{FF2B5EF4-FFF2-40B4-BE49-F238E27FC236}">
                  <a16:creationId xmlns:a16="http://schemas.microsoft.com/office/drawing/2014/main" id="{82CFD8C5-3636-4287-9E34-473DB756AE8E}"/>
                </a:ext>
              </a:extLst>
            </p:cNvPr>
            <p:cNvSpPr>
              <a:spLocks noGrp="1"/>
            </p:cNvSpPr>
            <p:nvPr/>
          </p:nvSpPr>
          <p:spPr>
            <a:xfrm>
              <a:off x="2075143" y="4368405"/>
              <a:ext cx="235620" cy="211627"/>
            </a:xfrm>
            <a:prstGeom prst="rect">
              <a:avLst/>
            </a:prstGeom>
            <a:noFill/>
            <a:ln w="0">
              <a:noFill/>
              <a:prstDash val="solid"/>
            </a:ln>
          </p:spPr>
          <p:txBody>
            <a:bodyPr wrap="none" lIns="0" tIns="0" rIns="0" bIns="0" anchor="t">
              <a:noAutofit/>
            </a:bodyPr>
            <a:lstStyle>
              <a:defPPr algn="l">
                <a:defRPr sz="1198" b="0" i="0" kern="0" spc="-9">
                  <a:solidFill>
                    <a:srgbClr val="7B8BA0"/>
                  </a:solidFill>
                  <a:latin typeface="Inter"/>
                  <a:ea typeface="Inter"/>
                  <a:cs typeface="Inter"/>
                </a:defRPr>
              </a:defPPr>
              <a:lvl1pPr algn="l">
                <a:defRPr sz="1198" b="0" i="0" kern="0" spc="-9">
                  <a:solidFill>
                    <a:srgbClr val="7B8BA0"/>
                  </a:solidFill>
                  <a:latin typeface="Inter"/>
                  <a:ea typeface="Inter"/>
                  <a:cs typeface="Inter"/>
                </a:defRPr>
              </a:lvl1pPr>
              <a:lvl2pPr algn="l">
                <a:defRPr sz="1198" b="0" i="0" kern="0" spc="-9">
                  <a:solidFill>
                    <a:srgbClr val="7B8BA0"/>
                  </a:solidFill>
                  <a:latin typeface="Inter"/>
                  <a:ea typeface="Inter"/>
                  <a:cs typeface="Inter"/>
                </a:defRPr>
              </a:lvl2pPr>
              <a:lvl3pPr algn="l">
                <a:defRPr sz="1198" b="0" i="0" kern="0" spc="-9">
                  <a:solidFill>
                    <a:srgbClr val="7B8BA0"/>
                  </a:solidFill>
                  <a:latin typeface="Inter"/>
                  <a:ea typeface="Inter"/>
                  <a:cs typeface="Inter"/>
                </a:defRPr>
              </a:lvl3pPr>
              <a:lvl4pPr algn="l">
                <a:defRPr sz="1198" b="0" i="0" kern="0" spc="-9">
                  <a:solidFill>
                    <a:srgbClr val="7B8BA0"/>
                  </a:solidFill>
                  <a:latin typeface="Inter"/>
                  <a:ea typeface="Inter"/>
                  <a:cs typeface="Inter"/>
                </a:defRPr>
              </a:lvl4pPr>
              <a:lvl5pPr algn="l">
                <a:defRPr sz="1198" b="0" i="0" kern="0" spc="-9">
                  <a:solidFill>
                    <a:srgbClr val="7B8BA0"/>
                  </a:solidFill>
                  <a:latin typeface="Inter"/>
                  <a:ea typeface="Inter"/>
                  <a:cs typeface="Inter"/>
                </a:defRPr>
              </a:lvl5pPr>
              <a:lvl6pPr algn="l">
                <a:defRPr sz="1198" b="0" i="0" kern="0" spc="-9">
                  <a:solidFill>
                    <a:srgbClr val="7B8BA0"/>
                  </a:solidFill>
                  <a:latin typeface="Inter"/>
                  <a:ea typeface="Inter"/>
                  <a:cs typeface="Inter"/>
                </a:defRPr>
              </a:lvl6pPr>
              <a:lvl7pPr algn="l">
                <a:defRPr sz="1198" b="0" i="0" kern="0" spc="-9">
                  <a:solidFill>
                    <a:srgbClr val="7B8BA0"/>
                  </a:solidFill>
                  <a:latin typeface="Inter"/>
                  <a:ea typeface="Inter"/>
                  <a:cs typeface="Inter"/>
                </a:defRPr>
              </a:lvl7pPr>
              <a:lvl8pPr algn="l">
                <a:defRPr sz="1198" b="0" i="0" kern="0" spc="-9">
                  <a:solidFill>
                    <a:srgbClr val="7B8BA0"/>
                  </a:solidFill>
                  <a:latin typeface="Inter"/>
                  <a:ea typeface="Inter"/>
                  <a:cs typeface="Inter"/>
                </a:defRPr>
              </a:lvl8pPr>
              <a:lvl9pPr algn="l">
                <a:defRPr sz="1198" b="0" i="0" kern="0" spc="-9">
                  <a:solidFill>
                    <a:srgbClr val="7B8BA0"/>
                  </a:solidFill>
                  <a:latin typeface="Inter"/>
                  <a:ea typeface="Inter"/>
                  <a:cs typeface="Inter"/>
                </a:defRPr>
              </a:lvl9pPr>
            </a:lstStyle>
            <a:p>
              <a:pPr algn="l">
                <a:lnSpc>
                  <a:spcPct val="100000"/>
                </a:lnSpc>
                <a:buNone/>
                <a:defRPr sz="1198" b="0" i="0" kern="0" spc="-9">
                  <a:solidFill>
                    <a:srgbClr val="7B8BA0"/>
                  </a:solidFill>
                  <a:latin typeface="Inter"/>
                  <a:ea typeface="Inter"/>
                  <a:cs typeface="Inter"/>
                </a:defRPr>
              </a:pPr>
              <a:r>
                <a:rPr sz="1198" b="0" i="0" kern="0" spc="-9">
                  <a:solidFill>
                    <a:srgbClr val="7B8BA0"/>
                  </a:solidFill>
                  <a:latin typeface="Inter"/>
                  <a:ea typeface="Inter"/>
                  <a:cs typeface="Inter"/>
                </a:rPr>
                <a:t>75</a:t>
              </a:r>
            </a:p>
          </p:txBody>
        </p:sp>
        <p:sp>
          <p:nvSpPr>
            <p:cNvPr id="96" name="s6 text 50">
              <a:extLst>
                <a:ext uri="{FF2B5EF4-FFF2-40B4-BE49-F238E27FC236}">
                  <a16:creationId xmlns:a16="http://schemas.microsoft.com/office/drawing/2014/main" id="{F4194973-DBDB-4679-A7C0-AAA4AC78E5B5}"/>
                </a:ext>
              </a:extLst>
            </p:cNvPr>
            <p:cNvSpPr>
              <a:spLocks noGrp="1"/>
            </p:cNvSpPr>
            <p:nvPr/>
          </p:nvSpPr>
          <p:spPr>
            <a:xfrm>
              <a:off x="1997455" y="3890667"/>
              <a:ext cx="314582" cy="211627"/>
            </a:xfrm>
            <a:prstGeom prst="rect">
              <a:avLst/>
            </a:prstGeom>
            <a:noFill/>
            <a:ln w="0">
              <a:noFill/>
              <a:prstDash val="solid"/>
            </a:ln>
          </p:spPr>
          <p:txBody>
            <a:bodyPr wrap="none" lIns="0" tIns="0" rIns="0" bIns="0" anchor="t">
              <a:noAutofit/>
            </a:bodyPr>
            <a:lstStyle>
              <a:defPPr algn="l">
                <a:defRPr sz="1198" b="0" i="0" kern="0" spc="-9">
                  <a:solidFill>
                    <a:srgbClr val="7B8BA0"/>
                  </a:solidFill>
                  <a:latin typeface="Inter"/>
                  <a:ea typeface="Inter"/>
                  <a:cs typeface="Inter"/>
                </a:defRPr>
              </a:defPPr>
              <a:lvl1pPr algn="l">
                <a:defRPr sz="1198" b="0" i="0" kern="0" spc="-9">
                  <a:solidFill>
                    <a:srgbClr val="7B8BA0"/>
                  </a:solidFill>
                  <a:latin typeface="Inter"/>
                  <a:ea typeface="Inter"/>
                  <a:cs typeface="Inter"/>
                </a:defRPr>
              </a:lvl1pPr>
              <a:lvl2pPr algn="l">
                <a:defRPr sz="1198" b="0" i="0" kern="0" spc="-9">
                  <a:solidFill>
                    <a:srgbClr val="7B8BA0"/>
                  </a:solidFill>
                  <a:latin typeface="Inter"/>
                  <a:ea typeface="Inter"/>
                  <a:cs typeface="Inter"/>
                </a:defRPr>
              </a:lvl2pPr>
              <a:lvl3pPr algn="l">
                <a:defRPr sz="1198" b="0" i="0" kern="0" spc="-9">
                  <a:solidFill>
                    <a:srgbClr val="7B8BA0"/>
                  </a:solidFill>
                  <a:latin typeface="Inter"/>
                  <a:ea typeface="Inter"/>
                  <a:cs typeface="Inter"/>
                </a:defRPr>
              </a:lvl3pPr>
              <a:lvl4pPr algn="l">
                <a:defRPr sz="1198" b="0" i="0" kern="0" spc="-9">
                  <a:solidFill>
                    <a:srgbClr val="7B8BA0"/>
                  </a:solidFill>
                  <a:latin typeface="Inter"/>
                  <a:ea typeface="Inter"/>
                  <a:cs typeface="Inter"/>
                </a:defRPr>
              </a:lvl4pPr>
              <a:lvl5pPr algn="l">
                <a:defRPr sz="1198" b="0" i="0" kern="0" spc="-9">
                  <a:solidFill>
                    <a:srgbClr val="7B8BA0"/>
                  </a:solidFill>
                  <a:latin typeface="Inter"/>
                  <a:ea typeface="Inter"/>
                  <a:cs typeface="Inter"/>
                </a:defRPr>
              </a:lvl5pPr>
              <a:lvl6pPr algn="l">
                <a:defRPr sz="1198" b="0" i="0" kern="0" spc="-9">
                  <a:solidFill>
                    <a:srgbClr val="7B8BA0"/>
                  </a:solidFill>
                  <a:latin typeface="Inter"/>
                  <a:ea typeface="Inter"/>
                  <a:cs typeface="Inter"/>
                </a:defRPr>
              </a:lvl6pPr>
              <a:lvl7pPr algn="l">
                <a:defRPr sz="1198" b="0" i="0" kern="0" spc="-9">
                  <a:solidFill>
                    <a:srgbClr val="7B8BA0"/>
                  </a:solidFill>
                  <a:latin typeface="Inter"/>
                  <a:ea typeface="Inter"/>
                  <a:cs typeface="Inter"/>
                </a:defRPr>
              </a:lvl7pPr>
              <a:lvl8pPr algn="l">
                <a:defRPr sz="1198" b="0" i="0" kern="0" spc="-9">
                  <a:solidFill>
                    <a:srgbClr val="7B8BA0"/>
                  </a:solidFill>
                  <a:latin typeface="Inter"/>
                  <a:ea typeface="Inter"/>
                  <a:cs typeface="Inter"/>
                </a:defRPr>
              </a:lvl8pPr>
              <a:lvl9pPr algn="l">
                <a:defRPr sz="1198" b="0" i="0" kern="0" spc="-9">
                  <a:solidFill>
                    <a:srgbClr val="7B8BA0"/>
                  </a:solidFill>
                  <a:latin typeface="Inter"/>
                  <a:ea typeface="Inter"/>
                  <a:cs typeface="Inter"/>
                </a:defRPr>
              </a:lvl9pPr>
            </a:lstStyle>
            <a:p>
              <a:pPr algn="l">
                <a:lnSpc>
                  <a:spcPct val="100000"/>
                </a:lnSpc>
                <a:buNone/>
                <a:defRPr sz="1198" b="0" i="0" kern="0" spc="-9">
                  <a:solidFill>
                    <a:srgbClr val="7B8BA0"/>
                  </a:solidFill>
                  <a:latin typeface="Inter"/>
                  <a:ea typeface="Inter"/>
                  <a:cs typeface="Inter"/>
                </a:defRPr>
              </a:pPr>
              <a:r>
                <a:rPr sz="1198" b="0" i="0" kern="0" spc="-9">
                  <a:solidFill>
                    <a:srgbClr val="7B8BA0"/>
                  </a:solidFill>
                  <a:latin typeface="Inter"/>
                  <a:ea typeface="Inter"/>
                  <a:cs typeface="Inter"/>
                </a:rPr>
                <a:t>100</a:t>
              </a:r>
            </a:p>
          </p:txBody>
        </p:sp>
        <p:sp>
          <p:nvSpPr>
            <p:cNvPr id="97" name="s6 text 51">
              <a:extLst>
                <a:ext uri="{FF2B5EF4-FFF2-40B4-BE49-F238E27FC236}">
                  <a16:creationId xmlns:a16="http://schemas.microsoft.com/office/drawing/2014/main" id="{1087F91A-9A1B-4BAB-A8E3-6010C4C18230}"/>
                </a:ext>
              </a:extLst>
            </p:cNvPr>
            <p:cNvSpPr>
              <a:spLocks noGrp="1"/>
            </p:cNvSpPr>
            <p:nvPr/>
          </p:nvSpPr>
          <p:spPr>
            <a:xfrm>
              <a:off x="2006273" y="3412929"/>
              <a:ext cx="305724" cy="211627"/>
            </a:xfrm>
            <a:prstGeom prst="rect">
              <a:avLst/>
            </a:prstGeom>
            <a:noFill/>
            <a:ln w="0">
              <a:noFill/>
              <a:prstDash val="solid"/>
            </a:ln>
          </p:spPr>
          <p:txBody>
            <a:bodyPr wrap="none" lIns="0" tIns="0" rIns="0" bIns="0" anchor="t">
              <a:noAutofit/>
            </a:bodyPr>
            <a:lstStyle>
              <a:defPPr algn="l">
                <a:defRPr sz="1198" b="0" i="0" kern="0" spc="-10">
                  <a:solidFill>
                    <a:srgbClr val="7B8BA0"/>
                  </a:solidFill>
                  <a:latin typeface="Inter"/>
                  <a:ea typeface="Inter"/>
                  <a:cs typeface="Inter"/>
                </a:defRPr>
              </a:defPPr>
              <a:lvl1pPr algn="l">
                <a:defRPr sz="1198" b="0" i="0" kern="0" spc="-10">
                  <a:solidFill>
                    <a:srgbClr val="7B8BA0"/>
                  </a:solidFill>
                  <a:latin typeface="Inter"/>
                  <a:ea typeface="Inter"/>
                  <a:cs typeface="Inter"/>
                </a:defRPr>
              </a:lvl1pPr>
              <a:lvl2pPr algn="l">
                <a:defRPr sz="1198" b="0" i="0" kern="0" spc="-10">
                  <a:solidFill>
                    <a:srgbClr val="7B8BA0"/>
                  </a:solidFill>
                  <a:latin typeface="Inter"/>
                  <a:ea typeface="Inter"/>
                  <a:cs typeface="Inter"/>
                </a:defRPr>
              </a:lvl2pPr>
              <a:lvl3pPr algn="l">
                <a:defRPr sz="1198" b="0" i="0" kern="0" spc="-10">
                  <a:solidFill>
                    <a:srgbClr val="7B8BA0"/>
                  </a:solidFill>
                  <a:latin typeface="Inter"/>
                  <a:ea typeface="Inter"/>
                  <a:cs typeface="Inter"/>
                </a:defRPr>
              </a:lvl3pPr>
              <a:lvl4pPr algn="l">
                <a:defRPr sz="1198" b="0" i="0" kern="0" spc="-10">
                  <a:solidFill>
                    <a:srgbClr val="7B8BA0"/>
                  </a:solidFill>
                  <a:latin typeface="Inter"/>
                  <a:ea typeface="Inter"/>
                  <a:cs typeface="Inter"/>
                </a:defRPr>
              </a:lvl4pPr>
              <a:lvl5pPr algn="l">
                <a:defRPr sz="1198" b="0" i="0" kern="0" spc="-10">
                  <a:solidFill>
                    <a:srgbClr val="7B8BA0"/>
                  </a:solidFill>
                  <a:latin typeface="Inter"/>
                  <a:ea typeface="Inter"/>
                  <a:cs typeface="Inter"/>
                </a:defRPr>
              </a:lvl5pPr>
              <a:lvl6pPr algn="l">
                <a:defRPr sz="1198" b="0" i="0" kern="0" spc="-10">
                  <a:solidFill>
                    <a:srgbClr val="7B8BA0"/>
                  </a:solidFill>
                  <a:latin typeface="Inter"/>
                  <a:ea typeface="Inter"/>
                  <a:cs typeface="Inter"/>
                </a:defRPr>
              </a:lvl6pPr>
              <a:lvl7pPr algn="l">
                <a:defRPr sz="1198" b="0" i="0" kern="0" spc="-10">
                  <a:solidFill>
                    <a:srgbClr val="7B8BA0"/>
                  </a:solidFill>
                  <a:latin typeface="Inter"/>
                  <a:ea typeface="Inter"/>
                  <a:cs typeface="Inter"/>
                </a:defRPr>
              </a:lvl7pPr>
              <a:lvl8pPr algn="l">
                <a:defRPr sz="1198" b="0" i="0" kern="0" spc="-10">
                  <a:solidFill>
                    <a:srgbClr val="7B8BA0"/>
                  </a:solidFill>
                  <a:latin typeface="Inter"/>
                  <a:ea typeface="Inter"/>
                  <a:cs typeface="Inter"/>
                </a:defRPr>
              </a:lvl8pPr>
              <a:lvl9pPr algn="l">
                <a:defRPr sz="1198" b="0" i="0" kern="0" spc="-10">
                  <a:solidFill>
                    <a:srgbClr val="7B8BA0"/>
                  </a:solidFill>
                  <a:latin typeface="Inter"/>
                  <a:ea typeface="Inter"/>
                  <a:cs typeface="Inter"/>
                </a:defRPr>
              </a:lvl9pPr>
            </a:lstStyle>
            <a:p>
              <a:pPr algn="l">
                <a:lnSpc>
                  <a:spcPct val="100000"/>
                </a:lnSpc>
                <a:buNone/>
                <a:defRPr sz="1198" b="0" i="0" kern="0" spc="-10">
                  <a:solidFill>
                    <a:srgbClr val="7B8BA0"/>
                  </a:solidFill>
                  <a:latin typeface="Inter"/>
                  <a:ea typeface="Inter"/>
                  <a:cs typeface="Inter"/>
                </a:defRPr>
              </a:pPr>
              <a:r>
                <a:rPr sz="1198" b="0" i="0" kern="0" spc="-10">
                  <a:solidFill>
                    <a:srgbClr val="7B8BA0"/>
                  </a:solidFill>
                  <a:latin typeface="Inter"/>
                  <a:ea typeface="Inter"/>
                  <a:cs typeface="Inter"/>
                </a:rPr>
                <a:t>125</a:t>
              </a:r>
            </a:p>
          </p:txBody>
        </p:sp>
        <p:sp>
          <p:nvSpPr>
            <p:cNvPr id="98" name="s6 text 52">
              <a:extLst>
                <a:ext uri="{FF2B5EF4-FFF2-40B4-BE49-F238E27FC236}">
                  <a16:creationId xmlns:a16="http://schemas.microsoft.com/office/drawing/2014/main" id="{9987D1DA-4F04-4C40-84A9-3F2D88001EBA}"/>
                </a:ext>
              </a:extLst>
            </p:cNvPr>
            <p:cNvSpPr>
              <a:spLocks noGrp="1"/>
            </p:cNvSpPr>
            <p:nvPr/>
          </p:nvSpPr>
          <p:spPr>
            <a:xfrm>
              <a:off x="2003148" y="2935190"/>
              <a:ext cx="308867" cy="211627"/>
            </a:xfrm>
            <a:prstGeom prst="rect">
              <a:avLst/>
            </a:prstGeom>
            <a:noFill/>
            <a:ln w="0">
              <a:noFill/>
              <a:prstDash val="solid"/>
            </a:ln>
          </p:spPr>
          <p:txBody>
            <a:bodyPr wrap="none" lIns="0" tIns="0" rIns="0" bIns="0" anchor="t">
              <a:noAutofit/>
            </a:bodyPr>
            <a:lstStyle>
              <a:defPPr algn="l">
                <a:defRPr sz="1198" b="0" i="0" kern="0" spc="-9">
                  <a:solidFill>
                    <a:srgbClr val="7B8BA0"/>
                  </a:solidFill>
                  <a:latin typeface="Inter"/>
                  <a:ea typeface="Inter"/>
                  <a:cs typeface="Inter"/>
                </a:defRPr>
              </a:defPPr>
              <a:lvl1pPr algn="l">
                <a:defRPr sz="1198" b="0" i="0" kern="0" spc="-9">
                  <a:solidFill>
                    <a:srgbClr val="7B8BA0"/>
                  </a:solidFill>
                  <a:latin typeface="Inter"/>
                  <a:ea typeface="Inter"/>
                  <a:cs typeface="Inter"/>
                </a:defRPr>
              </a:lvl1pPr>
              <a:lvl2pPr algn="l">
                <a:defRPr sz="1198" b="0" i="0" kern="0" spc="-9">
                  <a:solidFill>
                    <a:srgbClr val="7B8BA0"/>
                  </a:solidFill>
                  <a:latin typeface="Inter"/>
                  <a:ea typeface="Inter"/>
                  <a:cs typeface="Inter"/>
                </a:defRPr>
              </a:lvl2pPr>
              <a:lvl3pPr algn="l">
                <a:defRPr sz="1198" b="0" i="0" kern="0" spc="-9">
                  <a:solidFill>
                    <a:srgbClr val="7B8BA0"/>
                  </a:solidFill>
                  <a:latin typeface="Inter"/>
                  <a:ea typeface="Inter"/>
                  <a:cs typeface="Inter"/>
                </a:defRPr>
              </a:lvl3pPr>
              <a:lvl4pPr algn="l">
                <a:defRPr sz="1198" b="0" i="0" kern="0" spc="-9">
                  <a:solidFill>
                    <a:srgbClr val="7B8BA0"/>
                  </a:solidFill>
                  <a:latin typeface="Inter"/>
                  <a:ea typeface="Inter"/>
                  <a:cs typeface="Inter"/>
                </a:defRPr>
              </a:lvl4pPr>
              <a:lvl5pPr algn="l">
                <a:defRPr sz="1198" b="0" i="0" kern="0" spc="-9">
                  <a:solidFill>
                    <a:srgbClr val="7B8BA0"/>
                  </a:solidFill>
                  <a:latin typeface="Inter"/>
                  <a:ea typeface="Inter"/>
                  <a:cs typeface="Inter"/>
                </a:defRPr>
              </a:lvl5pPr>
              <a:lvl6pPr algn="l">
                <a:defRPr sz="1198" b="0" i="0" kern="0" spc="-9">
                  <a:solidFill>
                    <a:srgbClr val="7B8BA0"/>
                  </a:solidFill>
                  <a:latin typeface="Inter"/>
                  <a:ea typeface="Inter"/>
                  <a:cs typeface="Inter"/>
                </a:defRPr>
              </a:lvl6pPr>
              <a:lvl7pPr algn="l">
                <a:defRPr sz="1198" b="0" i="0" kern="0" spc="-9">
                  <a:solidFill>
                    <a:srgbClr val="7B8BA0"/>
                  </a:solidFill>
                  <a:latin typeface="Inter"/>
                  <a:ea typeface="Inter"/>
                  <a:cs typeface="Inter"/>
                </a:defRPr>
              </a:lvl7pPr>
              <a:lvl8pPr algn="l">
                <a:defRPr sz="1198" b="0" i="0" kern="0" spc="-9">
                  <a:solidFill>
                    <a:srgbClr val="7B8BA0"/>
                  </a:solidFill>
                  <a:latin typeface="Inter"/>
                  <a:ea typeface="Inter"/>
                  <a:cs typeface="Inter"/>
                </a:defRPr>
              </a:lvl8pPr>
              <a:lvl9pPr algn="l">
                <a:defRPr sz="1198" b="0" i="0" kern="0" spc="-9">
                  <a:solidFill>
                    <a:srgbClr val="7B8BA0"/>
                  </a:solidFill>
                  <a:latin typeface="Inter"/>
                  <a:ea typeface="Inter"/>
                  <a:cs typeface="Inter"/>
                </a:defRPr>
              </a:lvl9pPr>
            </a:lstStyle>
            <a:p>
              <a:pPr algn="l">
                <a:lnSpc>
                  <a:spcPct val="100000"/>
                </a:lnSpc>
                <a:buNone/>
                <a:defRPr sz="1198" b="0" i="0" kern="0" spc="-9">
                  <a:solidFill>
                    <a:srgbClr val="7B8BA0"/>
                  </a:solidFill>
                  <a:latin typeface="Inter"/>
                  <a:ea typeface="Inter"/>
                  <a:cs typeface="Inter"/>
                </a:defRPr>
              </a:pPr>
              <a:r>
                <a:rPr sz="1198" b="0" i="0" kern="0" spc="-9">
                  <a:solidFill>
                    <a:srgbClr val="7B8BA0"/>
                  </a:solidFill>
                  <a:latin typeface="Inter"/>
                  <a:ea typeface="Inter"/>
                  <a:cs typeface="Inter"/>
                </a:rPr>
                <a:t>150</a:t>
              </a:r>
            </a:p>
          </p:txBody>
        </p:sp>
        <p:sp>
          <p:nvSpPr>
            <p:cNvPr id="99" name="s6 text 53">
              <a:extLst>
                <a:ext uri="{FF2B5EF4-FFF2-40B4-BE49-F238E27FC236}">
                  <a16:creationId xmlns:a16="http://schemas.microsoft.com/office/drawing/2014/main" id="{F17DC34E-B094-4A50-8C2B-825C973ECC39}"/>
                </a:ext>
              </a:extLst>
            </p:cNvPr>
            <p:cNvSpPr>
              <a:spLocks noGrp="1"/>
            </p:cNvSpPr>
            <p:nvPr/>
          </p:nvSpPr>
          <p:spPr>
            <a:xfrm>
              <a:off x="2014533" y="2457452"/>
              <a:ext cx="297532" cy="211627"/>
            </a:xfrm>
            <a:prstGeom prst="rect">
              <a:avLst/>
            </a:prstGeom>
            <a:noFill/>
            <a:ln w="0">
              <a:noFill/>
              <a:prstDash val="solid"/>
            </a:ln>
          </p:spPr>
          <p:txBody>
            <a:bodyPr wrap="none" lIns="0" tIns="0" rIns="0" bIns="0" anchor="t">
              <a:noAutofit/>
            </a:bodyPr>
            <a:lstStyle>
              <a:defPPr algn="l">
                <a:defRPr sz="1198" b="0" i="0" kern="0" spc="-10">
                  <a:solidFill>
                    <a:srgbClr val="7B8BA0"/>
                  </a:solidFill>
                  <a:latin typeface="Inter"/>
                  <a:ea typeface="Inter"/>
                  <a:cs typeface="Inter"/>
                </a:defRPr>
              </a:defPPr>
              <a:lvl1pPr algn="l">
                <a:defRPr sz="1198" b="0" i="0" kern="0" spc="-10">
                  <a:solidFill>
                    <a:srgbClr val="7B8BA0"/>
                  </a:solidFill>
                  <a:latin typeface="Inter"/>
                  <a:ea typeface="Inter"/>
                  <a:cs typeface="Inter"/>
                </a:defRPr>
              </a:lvl1pPr>
              <a:lvl2pPr algn="l">
                <a:defRPr sz="1198" b="0" i="0" kern="0" spc="-10">
                  <a:solidFill>
                    <a:srgbClr val="7B8BA0"/>
                  </a:solidFill>
                  <a:latin typeface="Inter"/>
                  <a:ea typeface="Inter"/>
                  <a:cs typeface="Inter"/>
                </a:defRPr>
              </a:lvl2pPr>
              <a:lvl3pPr algn="l">
                <a:defRPr sz="1198" b="0" i="0" kern="0" spc="-10">
                  <a:solidFill>
                    <a:srgbClr val="7B8BA0"/>
                  </a:solidFill>
                  <a:latin typeface="Inter"/>
                  <a:ea typeface="Inter"/>
                  <a:cs typeface="Inter"/>
                </a:defRPr>
              </a:lvl3pPr>
              <a:lvl4pPr algn="l">
                <a:defRPr sz="1198" b="0" i="0" kern="0" spc="-10">
                  <a:solidFill>
                    <a:srgbClr val="7B8BA0"/>
                  </a:solidFill>
                  <a:latin typeface="Inter"/>
                  <a:ea typeface="Inter"/>
                  <a:cs typeface="Inter"/>
                </a:defRPr>
              </a:lvl4pPr>
              <a:lvl5pPr algn="l">
                <a:defRPr sz="1198" b="0" i="0" kern="0" spc="-10">
                  <a:solidFill>
                    <a:srgbClr val="7B8BA0"/>
                  </a:solidFill>
                  <a:latin typeface="Inter"/>
                  <a:ea typeface="Inter"/>
                  <a:cs typeface="Inter"/>
                </a:defRPr>
              </a:lvl5pPr>
              <a:lvl6pPr algn="l">
                <a:defRPr sz="1198" b="0" i="0" kern="0" spc="-10">
                  <a:solidFill>
                    <a:srgbClr val="7B8BA0"/>
                  </a:solidFill>
                  <a:latin typeface="Inter"/>
                  <a:ea typeface="Inter"/>
                  <a:cs typeface="Inter"/>
                </a:defRPr>
              </a:lvl6pPr>
              <a:lvl7pPr algn="l">
                <a:defRPr sz="1198" b="0" i="0" kern="0" spc="-10">
                  <a:solidFill>
                    <a:srgbClr val="7B8BA0"/>
                  </a:solidFill>
                  <a:latin typeface="Inter"/>
                  <a:ea typeface="Inter"/>
                  <a:cs typeface="Inter"/>
                </a:defRPr>
              </a:lvl7pPr>
              <a:lvl8pPr algn="l">
                <a:defRPr sz="1198" b="0" i="0" kern="0" spc="-10">
                  <a:solidFill>
                    <a:srgbClr val="7B8BA0"/>
                  </a:solidFill>
                  <a:latin typeface="Inter"/>
                  <a:ea typeface="Inter"/>
                  <a:cs typeface="Inter"/>
                </a:defRPr>
              </a:lvl8pPr>
              <a:lvl9pPr algn="l">
                <a:defRPr sz="1198" b="0" i="0" kern="0" spc="-10">
                  <a:solidFill>
                    <a:srgbClr val="7B8BA0"/>
                  </a:solidFill>
                  <a:latin typeface="Inter"/>
                  <a:ea typeface="Inter"/>
                  <a:cs typeface="Inter"/>
                </a:defRPr>
              </a:lvl9pPr>
            </a:lstStyle>
            <a:p>
              <a:pPr algn="l">
                <a:lnSpc>
                  <a:spcPct val="100000"/>
                </a:lnSpc>
                <a:buNone/>
                <a:defRPr sz="1198" b="0" i="0" kern="0" spc="-10">
                  <a:solidFill>
                    <a:srgbClr val="7B8BA0"/>
                  </a:solidFill>
                  <a:latin typeface="Inter"/>
                  <a:ea typeface="Inter"/>
                  <a:cs typeface="Inter"/>
                </a:defRPr>
              </a:pPr>
              <a:r>
                <a:rPr sz="1198" b="0" i="0" kern="0" spc="-10">
                  <a:solidFill>
                    <a:srgbClr val="7B8BA0"/>
                  </a:solidFill>
                  <a:latin typeface="Inter"/>
                  <a:ea typeface="Inter"/>
                  <a:cs typeface="Inter"/>
                </a:rPr>
                <a:t>175</a:t>
              </a:r>
            </a:p>
          </p:txBody>
        </p:sp>
        <p:sp>
          <p:nvSpPr>
            <p:cNvPr id="100" name="s6 text 54 halo">
              <a:extLst>
                <a:ext uri="{FF2B5EF4-FFF2-40B4-BE49-F238E27FC236}">
                  <a16:creationId xmlns:a16="http://schemas.microsoft.com/office/drawing/2014/main" id="{2667DBD7-A425-4D59-B6E3-24A7557590E0}"/>
                </a:ext>
              </a:extLst>
            </p:cNvPr>
            <p:cNvSpPr>
              <a:spLocks noGrp="1"/>
            </p:cNvSpPr>
            <p:nvPr/>
          </p:nvSpPr>
          <p:spPr>
            <a:xfrm>
              <a:off x="3904501" y="6276885"/>
              <a:ext cx="2704538" cy="268087"/>
            </a:xfrm>
            <a:prstGeom prst="rect">
              <a:avLst/>
            </a:prstGeom>
            <a:noFill/>
            <a:ln w="0">
              <a:noFill/>
              <a:prstDash val="solid"/>
            </a:ln>
          </p:spPr>
          <p:txBody>
            <a:bodyPr wrap="none" lIns="0" tIns="0" rIns="0" bIns="0" anchor="t">
              <a:noAutofit/>
            </a:bodyPr>
            <a:lstStyle>
              <a:defPPr algn="l">
                <a:defRPr sz="1517" b="0" i="0" kern="0" spc="-9">
                  <a:ln w="44099">
                    <a:solidFill>
                      <a:srgbClr val="FFFFFF"/>
                    </a:solidFill>
                    <a:prstDash val="solid"/>
                  </a:ln>
                  <a:solidFill>
                    <a:srgbClr val="FFFFFF"/>
                  </a:solidFill>
                  <a:latin typeface="Inter SemiBold"/>
                  <a:ea typeface="Inter SemiBold"/>
                  <a:cs typeface="Inter SemiBold"/>
                </a:defRPr>
              </a:defPPr>
              <a:lvl1pPr algn="l">
                <a:defRPr sz="1517" b="0" i="0" kern="0" spc="-9">
                  <a:ln w="44099">
                    <a:solidFill>
                      <a:srgbClr val="FFFFFF"/>
                    </a:solidFill>
                    <a:prstDash val="solid"/>
                  </a:ln>
                  <a:solidFill>
                    <a:srgbClr val="FFFFFF"/>
                  </a:solidFill>
                  <a:latin typeface="Inter SemiBold"/>
                  <a:ea typeface="Inter SemiBold"/>
                  <a:cs typeface="Inter SemiBold"/>
                </a:defRPr>
              </a:lvl1pPr>
              <a:lvl2pPr algn="l">
                <a:defRPr sz="1517" b="0" i="0" kern="0" spc="-9">
                  <a:ln w="44099">
                    <a:solidFill>
                      <a:srgbClr val="FFFFFF"/>
                    </a:solidFill>
                    <a:prstDash val="solid"/>
                  </a:ln>
                  <a:solidFill>
                    <a:srgbClr val="FFFFFF"/>
                  </a:solidFill>
                  <a:latin typeface="Inter SemiBold"/>
                  <a:ea typeface="Inter SemiBold"/>
                  <a:cs typeface="Inter SemiBold"/>
                </a:defRPr>
              </a:lvl2pPr>
              <a:lvl3pPr algn="l">
                <a:defRPr sz="1517" b="0" i="0" kern="0" spc="-9">
                  <a:ln w="44099">
                    <a:solidFill>
                      <a:srgbClr val="FFFFFF"/>
                    </a:solidFill>
                    <a:prstDash val="solid"/>
                  </a:ln>
                  <a:solidFill>
                    <a:srgbClr val="FFFFFF"/>
                  </a:solidFill>
                  <a:latin typeface="Inter SemiBold"/>
                  <a:ea typeface="Inter SemiBold"/>
                  <a:cs typeface="Inter SemiBold"/>
                </a:defRPr>
              </a:lvl3pPr>
              <a:lvl4pPr algn="l">
                <a:defRPr sz="1517" b="0" i="0" kern="0" spc="-9">
                  <a:ln w="44099">
                    <a:solidFill>
                      <a:srgbClr val="FFFFFF"/>
                    </a:solidFill>
                    <a:prstDash val="solid"/>
                  </a:ln>
                  <a:solidFill>
                    <a:srgbClr val="FFFFFF"/>
                  </a:solidFill>
                  <a:latin typeface="Inter SemiBold"/>
                  <a:ea typeface="Inter SemiBold"/>
                  <a:cs typeface="Inter SemiBold"/>
                </a:defRPr>
              </a:lvl4pPr>
              <a:lvl5pPr algn="l">
                <a:defRPr sz="1517" b="0" i="0" kern="0" spc="-9">
                  <a:ln w="44099">
                    <a:solidFill>
                      <a:srgbClr val="FFFFFF"/>
                    </a:solidFill>
                    <a:prstDash val="solid"/>
                  </a:ln>
                  <a:solidFill>
                    <a:srgbClr val="FFFFFF"/>
                  </a:solidFill>
                  <a:latin typeface="Inter SemiBold"/>
                  <a:ea typeface="Inter SemiBold"/>
                  <a:cs typeface="Inter SemiBold"/>
                </a:defRPr>
              </a:lvl5pPr>
              <a:lvl6pPr algn="l">
                <a:defRPr sz="1517" b="0" i="0" kern="0" spc="-9">
                  <a:ln w="44099">
                    <a:solidFill>
                      <a:srgbClr val="FFFFFF"/>
                    </a:solidFill>
                    <a:prstDash val="solid"/>
                  </a:ln>
                  <a:solidFill>
                    <a:srgbClr val="FFFFFF"/>
                  </a:solidFill>
                  <a:latin typeface="Inter SemiBold"/>
                  <a:ea typeface="Inter SemiBold"/>
                  <a:cs typeface="Inter SemiBold"/>
                </a:defRPr>
              </a:lvl6pPr>
              <a:lvl7pPr algn="l">
                <a:defRPr sz="1517" b="0" i="0" kern="0" spc="-9">
                  <a:ln w="44099">
                    <a:solidFill>
                      <a:srgbClr val="FFFFFF"/>
                    </a:solidFill>
                    <a:prstDash val="solid"/>
                  </a:ln>
                  <a:solidFill>
                    <a:srgbClr val="FFFFFF"/>
                  </a:solidFill>
                  <a:latin typeface="Inter SemiBold"/>
                  <a:ea typeface="Inter SemiBold"/>
                  <a:cs typeface="Inter SemiBold"/>
                </a:defRPr>
              </a:lvl7pPr>
              <a:lvl8pPr algn="l">
                <a:defRPr sz="1517" b="0" i="0" kern="0" spc="-9">
                  <a:ln w="44099">
                    <a:solidFill>
                      <a:srgbClr val="FFFFFF"/>
                    </a:solidFill>
                    <a:prstDash val="solid"/>
                  </a:ln>
                  <a:solidFill>
                    <a:srgbClr val="FFFFFF"/>
                  </a:solidFill>
                  <a:latin typeface="Inter SemiBold"/>
                  <a:ea typeface="Inter SemiBold"/>
                  <a:cs typeface="Inter SemiBold"/>
                </a:defRPr>
              </a:lvl8pPr>
              <a:lvl9pPr algn="l">
                <a:defRPr sz="1517" b="0" i="0" kern="0" spc="-9">
                  <a:ln w="44099">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517" b="0" i="0" kern="0" spc="-9">
                  <a:solidFill>
                    <a:srgbClr val="FFFFFF"/>
                  </a:solidFill>
                  <a:latin typeface="Inter SemiBold"/>
                  <a:ea typeface="Inter SemiBold"/>
                  <a:cs typeface="Inter SemiBold"/>
                </a:defRPr>
              </a:pPr>
              <a:r>
                <a:rPr sz="1517" b="0" i="0" kern="0" spc="-9">
                  <a:ln w="44099">
                    <a:solidFill>
                      <a:srgbClr val="FFFFFF"/>
                    </a:solidFill>
                    <a:prstDash val="solid"/>
                  </a:ln>
                  <a:solidFill>
                    <a:srgbClr val="FFFFFF"/>
                  </a:solidFill>
                  <a:latin typeface="Inter SemiBold"/>
                  <a:ea typeface="Inter SemiBold"/>
                  <a:cs typeface="Inter SemiBold"/>
                </a:rPr>
                <a:t>Quantity of TVs (thousands)</a:t>
              </a:r>
            </a:p>
          </p:txBody>
        </p:sp>
        <p:sp>
          <p:nvSpPr>
            <p:cNvPr id="101" name="s6 text 54">
              <a:extLst>
                <a:ext uri="{FF2B5EF4-FFF2-40B4-BE49-F238E27FC236}">
                  <a16:creationId xmlns:a16="http://schemas.microsoft.com/office/drawing/2014/main" id="{C167BC93-3508-493D-A72A-042F268D8C99}"/>
                </a:ext>
              </a:extLst>
            </p:cNvPr>
            <p:cNvSpPr>
              <a:spLocks noGrp="1"/>
            </p:cNvSpPr>
            <p:nvPr/>
          </p:nvSpPr>
          <p:spPr>
            <a:xfrm>
              <a:off x="3904501" y="6276885"/>
              <a:ext cx="2704538" cy="268087"/>
            </a:xfrm>
            <a:prstGeom prst="rect">
              <a:avLst/>
            </a:prstGeom>
            <a:noFill/>
            <a:ln w="0">
              <a:noFill/>
              <a:prstDash val="solid"/>
            </a:ln>
          </p:spPr>
          <p:txBody>
            <a:bodyPr wrap="none" lIns="0" tIns="0" rIns="0" bIns="0" anchor="t">
              <a:noAutofit/>
            </a:bodyPr>
            <a:lstStyle>
              <a:defPPr algn="l">
                <a:defRPr sz="1517" b="0" i="0" kern="0" spc="-9">
                  <a:solidFill>
                    <a:srgbClr val="0A2540"/>
                  </a:solidFill>
                  <a:latin typeface="Inter SemiBold"/>
                  <a:ea typeface="Inter SemiBold"/>
                  <a:cs typeface="Inter SemiBold"/>
                </a:defRPr>
              </a:defPPr>
              <a:lvl1pPr algn="l">
                <a:defRPr sz="1517" b="0" i="0" kern="0" spc="-9">
                  <a:solidFill>
                    <a:srgbClr val="0A2540"/>
                  </a:solidFill>
                  <a:latin typeface="Inter SemiBold"/>
                  <a:ea typeface="Inter SemiBold"/>
                  <a:cs typeface="Inter SemiBold"/>
                </a:defRPr>
              </a:lvl1pPr>
              <a:lvl2pPr algn="l">
                <a:defRPr sz="1517" b="0" i="0" kern="0" spc="-9">
                  <a:solidFill>
                    <a:srgbClr val="0A2540"/>
                  </a:solidFill>
                  <a:latin typeface="Inter SemiBold"/>
                  <a:ea typeface="Inter SemiBold"/>
                  <a:cs typeface="Inter SemiBold"/>
                </a:defRPr>
              </a:lvl2pPr>
              <a:lvl3pPr algn="l">
                <a:defRPr sz="1517" b="0" i="0" kern="0" spc="-9">
                  <a:solidFill>
                    <a:srgbClr val="0A2540"/>
                  </a:solidFill>
                  <a:latin typeface="Inter SemiBold"/>
                  <a:ea typeface="Inter SemiBold"/>
                  <a:cs typeface="Inter SemiBold"/>
                </a:defRPr>
              </a:lvl3pPr>
              <a:lvl4pPr algn="l">
                <a:defRPr sz="1517" b="0" i="0" kern="0" spc="-9">
                  <a:solidFill>
                    <a:srgbClr val="0A2540"/>
                  </a:solidFill>
                  <a:latin typeface="Inter SemiBold"/>
                  <a:ea typeface="Inter SemiBold"/>
                  <a:cs typeface="Inter SemiBold"/>
                </a:defRPr>
              </a:lvl4pPr>
              <a:lvl5pPr algn="l">
                <a:defRPr sz="1517" b="0" i="0" kern="0" spc="-9">
                  <a:solidFill>
                    <a:srgbClr val="0A2540"/>
                  </a:solidFill>
                  <a:latin typeface="Inter SemiBold"/>
                  <a:ea typeface="Inter SemiBold"/>
                  <a:cs typeface="Inter SemiBold"/>
                </a:defRPr>
              </a:lvl5pPr>
              <a:lvl6pPr algn="l">
                <a:defRPr sz="1517" b="0" i="0" kern="0" spc="-9">
                  <a:solidFill>
                    <a:srgbClr val="0A2540"/>
                  </a:solidFill>
                  <a:latin typeface="Inter SemiBold"/>
                  <a:ea typeface="Inter SemiBold"/>
                  <a:cs typeface="Inter SemiBold"/>
                </a:defRPr>
              </a:lvl6pPr>
              <a:lvl7pPr algn="l">
                <a:defRPr sz="1517" b="0" i="0" kern="0" spc="-9">
                  <a:solidFill>
                    <a:srgbClr val="0A2540"/>
                  </a:solidFill>
                  <a:latin typeface="Inter SemiBold"/>
                  <a:ea typeface="Inter SemiBold"/>
                  <a:cs typeface="Inter SemiBold"/>
                </a:defRPr>
              </a:lvl7pPr>
              <a:lvl8pPr algn="l">
                <a:defRPr sz="1517" b="0" i="0" kern="0" spc="-9">
                  <a:solidFill>
                    <a:srgbClr val="0A2540"/>
                  </a:solidFill>
                  <a:latin typeface="Inter SemiBold"/>
                  <a:ea typeface="Inter SemiBold"/>
                  <a:cs typeface="Inter SemiBold"/>
                </a:defRPr>
              </a:lvl8pPr>
              <a:lvl9pPr algn="l">
                <a:defRPr sz="1517" b="0" i="0" kern="0" spc="-9">
                  <a:solidFill>
                    <a:srgbClr val="0A2540"/>
                  </a:solidFill>
                  <a:latin typeface="Inter SemiBold"/>
                  <a:ea typeface="Inter SemiBold"/>
                  <a:cs typeface="Inter SemiBold"/>
                </a:defRPr>
              </a:lvl9pPr>
            </a:lstStyle>
            <a:p>
              <a:pPr algn="l">
                <a:lnSpc>
                  <a:spcPct val="100000"/>
                </a:lnSpc>
                <a:buNone/>
                <a:defRPr sz="1517" b="0" i="0" kern="0" spc="-9">
                  <a:solidFill>
                    <a:srgbClr val="0A2540"/>
                  </a:solidFill>
                  <a:latin typeface="Inter SemiBold"/>
                  <a:ea typeface="Inter SemiBold"/>
                  <a:cs typeface="Inter SemiBold"/>
                </a:defRPr>
              </a:pPr>
              <a:r>
                <a:rPr sz="1517" b="0" i="0" kern="0" spc="-9">
                  <a:solidFill>
                    <a:srgbClr val="0A2540"/>
                  </a:solidFill>
                  <a:latin typeface="Inter SemiBold"/>
                  <a:ea typeface="Inter SemiBold"/>
                  <a:cs typeface="Inter SemiBold"/>
                </a:rPr>
                <a:t>Quantity of TVs (thousands)</a:t>
              </a:r>
            </a:p>
          </p:txBody>
        </p:sp>
        <p:sp>
          <p:nvSpPr>
            <p:cNvPr id="102" name="s6 text 55">
              <a:extLst>
                <a:ext uri="{FF2B5EF4-FFF2-40B4-BE49-F238E27FC236}">
                  <a16:creationId xmlns:a16="http://schemas.microsoft.com/office/drawing/2014/main" id="{81099FC6-EAE5-4423-B42B-11362822BC5E}"/>
                </a:ext>
              </a:extLst>
            </p:cNvPr>
            <p:cNvSpPr>
              <a:spLocks noGrp="1"/>
            </p:cNvSpPr>
            <p:nvPr/>
          </p:nvSpPr>
          <p:spPr>
            <a:xfrm rot="-5400000">
              <a:off x="1696422" y="4606454"/>
              <a:ext cx="139589" cy="194232"/>
            </a:xfrm>
            <a:prstGeom prst="rect">
              <a:avLst/>
            </a:prstGeom>
            <a:noFill/>
            <a:ln w="0">
              <a:noFill/>
              <a:prstDash val="solid"/>
            </a:ln>
          </p:spPr>
          <p:txBody>
            <a:bodyPr wrap="none" lIns="0" tIns="0" rIns="0" bIns="0" anchor="t">
              <a:noAutofit/>
            </a:bodyPr>
            <a:lstStyle>
              <a:defPPr algn="l">
                <a:defRPr sz="1099" b="0" i="0" kern="0" spc="0">
                  <a:solidFill>
                    <a:srgbClr val="0A2540"/>
                  </a:solidFill>
                  <a:latin typeface="Inter SemiBold"/>
                  <a:ea typeface="Inter SemiBold"/>
                  <a:cs typeface="Inter SemiBold"/>
                </a:defRPr>
              </a:defPPr>
              <a:lvl1pPr algn="l">
                <a:defRPr sz="1099" b="0" i="0" kern="0" spc="0">
                  <a:solidFill>
                    <a:srgbClr val="0A2540"/>
                  </a:solidFill>
                  <a:latin typeface="Inter SemiBold"/>
                  <a:ea typeface="Inter SemiBold"/>
                  <a:cs typeface="Inter SemiBold"/>
                </a:defRPr>
              </a:lvl1pPr>
              <a:lvl2pPr algn="l">
                <a:defRPr sz="1099" b="0" i="0" kern="0" spc="0">
                  <a:solidFill>
                    <a:srgbClr val="0A2540"/>
                  </a:solidFill>
                  <a:latin typeface="Inter SemiBold"/>
                  <a:ea typeface="Inter SemiBold"/>
                  <a:cs typeface="Inter SemiBold"/>
                </a:defRPr>
              </a:lvl2pPr>
              <a:lvl3pPr algn="l">
                <a:defRPr sz="1099" b="0" i="0" kern="0" spc="0">
                  <a:solidFill>
                    <a:srgbClr val="0A2540"/>
                  </a:solidFill>
                  <a:latin typeface="Inter SemiBold"/>
                  <a:ea typeface="Inter SemiBold"/>
                  <a:cs typeface="Inter SemiBold"/>
                </a:defRPr>
              </a:lvl3pPr>
              <a:lvl4pPr algn="l">
                <a:defRPr sz="1099" b="0" i="0" kern="0" spc="0">
                  <a:solidFill>
                    <a:srgbClr val="0A2540"/>
                  </a:solidFill>
                  <a:latin typeface="Inter SemiBold"/>
                  <a:ea typeface="Inter SemiBold"/>
                  <a:cs typeface="Inter SemiBold"/>
                </a:defRPr>
              </a:lvl4pPr>
              <a:lvl5pPr algn="l">
                <a:defRPr sz="1099" b="0" i="0" kern="0" spc="0">
                  <a:solidFill>
                    <a:srgbClr val="0A2540"/>
                  </a:solidFill>
                  <a:latin typeface="Inter SemiBold"/>
                  <a:ea typeface="Inter SemiBold"/>
                  <a:cs typeface="Inter SemiBold"/>
                </a:defRPr>
              </a:lvl5pPr>
              <a:lvl6pPr algn="l">
                <a:defRPr sz="1099" b="0" i="0" kern="0" spc="0">
                  <a:solidFill>
                    <a:srgbClr val="0A2540"/>
                  </a:solidFill>
                  <a:latin typeface="Inter SemiBold"/>
                  <a:ea typeface="Inter SemiBold"/>
                  <a:cs typeface="Inter SemiBold"/>
                </a:defRPr>
              </a:lvl6pPr>
              <a:lvl7pPr algn="l">
                <a:defRPr sz="1099" b="0" i="0" kern="0" spc="0">
                  <a:solidFill>
                    <a:srgbClr val="0A2540"/>
                  </a:solidFill>
                  <a:latin typeface="Inter SemiBold"/>
                  <a:ea typeface="Inter SemiBold"/>
                  <a:cs typeface="Inter SemiBold"/>
                </a:defRPr>
              </a:lvl7pPr>
              <a:lvl8pPr algn="l">
                <a:defRPr sz="1099" b="0" i="0" kern="0" spc="0">
                  <a:solidFill>
                    <a:srgbClr val="0A2540"/>
                  </a:solidFill>
                  <a:latin typeface="Inter SemiBold"/>
                  <a:ea typeface="Inter SemiBold"/>
                  <a:cs typeface="Inter SemiBold"/>
                </a:defRPr>
              </a:lvl8pPr>
              <a:lvl9pPr algn="l">
                <a:defRPr sz="1099" b="0" i="0" kern="0" spc="0">
                  <a:solidFill>
                    <a:srgbClr val="0A2540"/>
                  </a:solidFill>
                  <a:latin typeface="Inter SemiBold"/>
                  <a:ea typeface="Inter SemiBold"/>
                  <a:cs typeface="Inter SemiBold"/>
                </a:defRPr>
              </a:lvl9pPr>
            </a:lstStyle>
            <a:p>
              <a:pPr algn="l">
                <a:lnSpc>
                  <a:spcPct val="100000"/>
                </a:lnSpc>
                <a:buNone/>
                <a:defRPr sz="1099" b="0" i="0" kern="0" spc="0">
                  <a:solidFill>
                    <a:srgbClr val="0A2540"/>
                  </a:solidFill>
                  <a:latin typeface="Inter SemiBold"/>
                  <a:ea typeface="Inter SemiBold"/>
                  <a:cs typeface="Inter SemiBold"/>
                </a:defRPr>
              </a:pPr>
              <a:r>
                <a:rPr sz="1099" b="0" i="0" kern="0" spc="0">
                  <a:solidFill>
                    <a:srgbClr val="0A2540"/>
                  </a:solidFill>
                  <a:latin typeface="Inter SemiBold"/>
                  <a:ea typeface="Inter SemiBold"/>
                  <a:cs typeface="Inter SemiBold"/>
                </a:rPr>
                <a:t>P</a:t>
              </a:r>
            </a:p>
          </p:txBody>
        </p:sp>
        <p:sp>
          <p:nvSpPr>
            <p:cNvPr id="103" name="s6 text 56">
              <a:extLst>
                <a:ext uri="{FF2B5EF4-FFF2-40B4-BE49-F238E27FC236}">
                  <a16:creationId xmlns:a16="http://schemas.microsoft.com/office/drawing/2014/main" id="{2515899E-BBDB-4C4A-A129-BFD650437D87}"/>
                </a:ext>
              </a:extLst>
            </p:cNvPr>
            <p:cNvSpPr>
              <a:spLocks noGrp="1"/>
            </p:cNvSpPr>
            <p:nvPr/>
          </p:nvSpPr>
          <p:spPr>
            <a:xfrm rot="-5400000">
              <a:off x="1696422" y="4534945"/>
              <a:ext cx="139589" cy="194232"/>
            </a:xfrm>
            <a:prstGeom prst="rect">
              <a:avLst/>
            </a:prstGeom>
            <a:noFill/>
            <a:ln w="0">
              <a:noFill/>
              <a:prstDash val="solid"/>
            </a:ln>
          </p:spPr>
          <p:txBody>
            <a:bodyPr wrap="none" lIns="0" tIns="0" rIns="0" bIns="0" anchor="t">
              <a:noAutofit/>
            </a:bodyPr>
            <a:lstStyle>
              <a:defPPr algn="l">
                <a:defRPr sz="1099" b="0" i="0" kern="0" spc="0">
                  <a:solidFill>
                    <a:srgbClr val="0A2540"/>
                  </a:solidFill>
                  <a:latin typeface="Inter SemiBold"/>
                  <a:ea typeface="Inter SemiBold"/>
                  <a:cs typeface="Inter SemiBold"/>
                </a:defRPr>
              </a:defPPr>
              <a:lvl1pPr algn="l">
                <a:defRPr sz="1099" b="0" i="0" kern="0" spc="0">
                  <a:solidFill>
                    <a:srgbClr val="0A2540"/>
                  </a:solidFill>
                  <a:latin typeface="Inter SemiBold"/>
                  <a:ea typeface="Inter SemiBold"/>
                  <a:cs typeface="Inter SemiBold"/>
                </a:defRPr>
              </a:lvl1pPr>
              <a:lvl2pPr algn="l">
                <a:defRPr sz="1099" b="0" i="0" kern="0" spc="0">
                  <a:solidFill>
                    <a:srgbClr val="0A2540"/>
                  </a:solidFill>
                  <a:latin typeface="Inter SemiBold"/>
                  <a:ea typeface="Inter SemiBold"/>
                  <a:cs typeface="Inter SemiBold"/>
                </a:defRPr>
              </a:lvl2pPr>
              <a:lvl3pPr algn="l">
                <a:defRPr sz="1099" b="0" i="0" kern="0" spc="0">
                  <a:solidFill>
                    <a:srgbClr val="0A2540"/>
                  </a:solidFill>
                  <a:latin typeface="Inter SemiBold"/>
                  <a:ea typeface="Inter SemiBold"/>
                  <a:cs typeface="Inter SemiBold"/>
                </a:defRPr>
              </a:lvl3pPr>
              <a:lvl4pPr algn="l">
                <a:defRPr sz="1099" b="0" i="0" kern="0" spc="0">
                  <a:solidFill>
                    <a:srgbClr val="0A2540"/>
                  </a:solidFill>
                  <a:latin typeface="Inter SemiBold"/>
                  <a:ea typeface="Inter SemiBold"/>
                  <a:cs typeface="Inter SemiBold"/>
                </a:defRPr>
              </a:lvl4pPr>
              <a:lvl5pPr algn="l">
                <a:defRPr sz="1099" b="0" i="0" kern="0" spc="0">
                  <a:solidFill>
                    <a:srgbClr val="0A2540"/>
                  </a:solidFill>
                  <a:latin typeface="Inter SemiBold"/>
                  <a:ea typeface="Inter SemiBold"/>
                  <a:cs typeface="Inter SemiBold"/>
                </a:defRPr>
              </a:lvl5pPr>
              <a:lvl6pPr algn="l">
                <a:defRPr sz="1099" b="0" i="0" kern="0" spc="0">
                  <a:solidFill>
                    <a:srgbClr val="0A2540"/>
                  </a:solidFill>
                  <a:latin typeface="Inter SemiBold"/>
                  <a:ea typeface="Inter SemiBold"/>
                  <a:cs typeface="Inter SemiBold"/>
                </a:defRPr>
              </a:lvl6pPr>
              <a:lvl7pPr algn="l">
                <a:defRPr sz="1099" b="0" i="0" kern="0" spc="0">
                  <a:solidFill>
                    <a:srgbClr val="0A2540"/>
                  </a:solidFill>
                  <a:latin typeface="Inter SemiBold"/>
                  <a:ea typeface="Inter SemiBold"/>
                  <a:cs typeface="Inter SemiBold"/>
                </a:defRPr>
              </a:lvl7pPr>
              <a:lvl8pPr algn="l">
                <a:defRPr sz="1099" b="0" i="0" kern="0" spc="0">
                  <a:solidFill>
                    <a:srgbClr val="0A2540"/>
                  </a:solidFill>
                  <a:latin typeface="Inter SemiBold"/>
                  <a:ea typeface="Inter SemiBold"/>
                  <a:cs typeface="Inter SemiBold"/>
                </a:defRPr>
              </a:lvl8pPr>
              <a:lvl9pPr algn="l">
                <a:defRPr sz="1099" b="0" i="0" kern="0" spc="0">
                  <a:solidFill>
                    <a:srgbClr val="0A2540"/>
                  </a:solidFill>
                  <a:latin typeface="Inter SemiBold"/>
                  <a:ea typeface="Inter SemiBold"/>
                  <a:cs typeface="Inter SemiBold"/>
                </a:defRPr>
              </a:lvl9pPr>
            </a:lstStyle>
            <a:p>
              <a:pPr algn="l">
                <a:lnSpc>
                  <a:spcPct val="100000"/>
                </a:lnSpc>
                <a:buNone/>
                <a:defRPr sz="1099" b="0" i="0" kern="0" spc="0">
                  <a:solidFill>
                    <a:srgbClr val="0A2540"/>
                  </a:solidFill>
                  <a:latin typeface="Inter SemiBold"/>
                  <a:ea typeface="Inter SemiBold"/>
                  <a:cs typeface="Inter SemiBold"/>
                </a:defRPr>
              </a:pPr>
              <a:r>
                <a:rPr sz="1099" b="0" i="0" kern="0" spc="0">
                  <a:solidFill>
                    <a:srgbClr val="0A2540"/>
                  </a:solidFill>
                  <a:latin typeface="Inter SemiBold"/>
                  <a:ea typeface="Inter SemiBold"/>
                  <a:cs typeface="Inter SemiBold"/>
                </a:rPr>
                <a:t>r</a:t>
              </a:r>
            </a:p>
          </p:txBody>
        </p:sp>
        <p:sp>
          <p:nvSpPr>
            <p:cNvPr id="104" name="s6 text 57">
              <a:extLst>
                <a:ext uri="{FF2B5EF4-FFF2-40B4-BE49-F238E27FC236}">
                  <a16:creationId xmlns:a16="http://schemas.microsoft.com/office/drawing/2014/main" id="{97FE0954-2E74-42F2-9E80-AACA5BFA92C9}"/>
                </a:ext>
              </a:extLst>
            </p:cNvPr>
            <p:cNvSpPr>
              <a:spLocks noGrp="1"/>
            </p:cNvSpPr>
            <p:nvPr/>
          </p:nvSpPr>
          <p:spPr>
            <a:xfrm rot="-5400000">
              <a:off x="1696422" y="4489300"/>
              <a:ext cx="139589" cy="194232"/>
            </a:xfrm>
            <a:prstGeom prst="rect">
              <a:avLst/>
            </a:prstGeom>
            <a:noFill/>
            <a:ln w="0">
              <a:noFill/>
              <a:prstDash val="solid"/>
            </a:ln>
          </p:spPr>
          <p:txBody>
            <a:bodyPr wrap="none" lIns="0" tIns="0" rIns="0" bIns="0" anchor="t">
              <a:noAutofit/>
            </a:bodyPr>
            <a:lstStyle>
              <a:defPPr algn="l">
                <a:defRPr sz="1099" b="0" i="0" kern="0" spc="0">
                  <a:solidFill>
                    <a:srgbClr val="0A2540"/>
                  </a:solidFill>
                  <a:latin typeface="Inter SemiBold"/>
                  <a:ea typeface="Inter SemiBold"/>
                  <a:cs typeface="Inter SemiBold"/>
                </a:defRPr>
              </a:defPPr>
              <a:lvl1pPr algn="l">
                <a:defRPr sz="1099" b="0" i="0" kern="0" spc="0">
                  <a:solidFill>
                    <a:srgbClr val="0A2540"/>
                  </a:solidFill>
                  <a:latin typeface="Inter SemiBold"/>
                  <a:ea typeface="Inter SemiBold"/>
                  <a:cs typeface="Inter SemiBold"/>
                </a:defRPr>
              </a:lvl1pPr>
              <a:lvl2pPr algn="l">
                <a:defRPr sz="1099" b="0" i="0" kern="0" spc="0">
                  <a:solidFill>
                    <a:srgbClr val="0A2540"/>
                  </a:solidFill>
                  <a:latin typeface="Inter SemiBold"/>
                  <a:ea typeface="Inter SemiBold"/>
                  <a:cs typeface="Inter SemiBold"/>
                </a:defRPr>
              </a:lvl2pPr>
              <a:lvl3pPr algn="l">
                <a:defRPr sz="1099" b="0" i="0" kern="0" spc="0">
                  <a:solidFill>
                    <a:srgbClr val="0A2540"/>
                  </a:solidFill>
                  <a:latin typeface="Inter SemiBold"/>
                  <a:ea typeface="Inter SemiBold"/>
                  <a:cs typeface="Inter SemiBold"/>
                </a:defRPr>
              </a:lvl3pPr>
              <a:lvl4pPr algn="l">
                <a:defRPr sz="1099" b="0" i="0" kern="0" spc="0">
                  <a:solidFill>
                    <a:srgbClr val="0A2540"/>
                  </a:solidFill>
                  <a:latin typeface="Inter SemiBold"/>
                  <a:ea typeface="Inter SemiBold"/>
                  <a:cs typeface="Inter SemiBold"/>
                </a:defRPr>
              </a:lvl4pPr>
              <a:lvl5pPr algn="l">
                <a:defRPr sz="1099" b="0" i="0" kern="0" spc="0">
                  <a:solidFill>
                    <a:srgbClr val="0A2540"/>
                  </a:solidFill>
                  <a:latin typeface="Inter SemiBold"/>
                  <a:ea typeface="Inter SemiBold"/>
                  <a:cs typeface="Inter SemiBold"/>
                </a:defRPr>
              </a:lvl5pPr>
              <a:lvl6pPr algn="l">
                <a:defRPr sz="1099" b="0" i="0" kern="0" spc="0">
                  <a:solidFill>
                    <a:srgbClr val="0A2540"/>
                  </a:solidFill>
                  <a:latin typeface="Inter SemiBold"/>
                  <a:ea typeface="Inter SemiBold"/>
                  <a:cs typeface="Inter SemiBold"/>
                </a:defRPr>
              </a:lvl6pPr>
              <a:lvl7pPr algn="l">
                <a:defRPr sz="1099" b="0" i="0" kern="0" spc="0">
                  <a:solidFill>
                    <a:srgbClr val="0A2540"/>
                  </a:solidFill>
                  <a:latin typeface="Inter SemiBold"/>
                  <a:ea typeface="Inter SemiBold"/>
                  <a:cs typeface="Inter SemiBold"/>
                </a:defRPr>
              </a:lvl7pPr>
              <a:lvl8pPr algn="l">
                <a:defRPr sz="1099" b="0" i="0" kern="0" spc="0">
                  <a:solidFill>
                    <a:srgbClr val="0A2540"/>
                  </a:solidFill>
                  <a:latin typeface="Inter SemiBold"/>
                  <a:ea typeface="Inter SemiBold"/>
                  <a:cs typeface="Inter SemiBold"/>
                </a:defRPr>
              </a:lvl8pPr>
              <a:lvl9pPr algn="l">
                <a:defRPr sz="1099" b="0" i="0" kern="0" spc="0">
                  <a:solidFill>
                    <a:srgbClr val="0A2540"/>
                  </a:solidFill>
                  <a:latin typeface="Inter SemiBold"/>
                  <a:ea typeface="Inter SemiBold"/>
                  <a:cs typeface="Inter SemiBold"/>
                </a:defRPr>
              </a:lvl9pPr>
            </a:lstStyle>
            <a:p>
              <a:pPr algn="l">
                <a:lnSpc>
                  <a:spcPct val="100000"/>
                </a:lnSpc>
                <a:buNone/>
                <a:defRPr sz="1099" b="0" i="0" kern="0" spc="0">
                  <a:solidFill>
                    <a:srgbClr val="0A2540"/>
                  </a:solidFill>
                  <a:latin typeface="Inter SemiBold"/>
                  <a:ea typeface="Inter SemiBold"/>
                  <a:cs typeface="Inter SemiBold"/>
                </a:defRPr>
              </a:pPr>
              <a:r>
                <a:rPr sz="1099" b="0" i="0" kern="0" spc="0">
                  <a:solidFill>
                    <a:srgbClr val="0A2540"/>
                  </a:solidFill>
                  <a:latin typeface="Inter SemiBold"/>
                  <a:ea typeface="Inter SemiBold"/>
                  <a:cs typeface="Inter SemiBold"/>
                </a:rPr>
                <a:t>i</a:t>
              </a:r>
            </a:p>
          </p:txBody>
        </p:sp>
        <p:sp>
          <p:nvSpPr>
            <p:cNvPr id="105" name="s6 text 58">
              <a:extLst>
                <a:ext uri="{FF2B5EF4-FFF2-40B4-BE49-F238E27FC236}">
                  <a16:creationId xmlns:a16="http://schemas.microsoft.com/office/drawing/2014/main" id="{666C3E2E-44B2-41D0-B109-510F0DF45BC1}"/>
                </a:ext>
              </a:extLst>
            </p:cNvPr>
            <p:cNvSpPr>
              <a:spLocks noGrp="1"/>
            </p:cNvSpPr>
            <p:nvPr/>
          </p:nvSpPr>
          <p:spPr>
            <a:xfrm rot="-5400000">
              <a:off x="1696422" y="4431570"/>
              <a:ext cx="139589" cy="194232"/>
            </a:xfrm>
            <a:prstGeom prst="rect">
              <a:avLst/>
            </a:prstGeom>
            <a:noFill/>
            <a:ln w="0">
              <a:noFill/>
              <a:prstDash val="solid"/>
            </a:ln>
          </p:spPr>
          <p:txBody>
            <a:bodyPr wrap="none" lIns="0" tIns="0" rIns="0" bIns="0" anchor="t">
              <a:noAutofit/>
            </a:bodyPr>
            <a:lstStyle>
              <a:defPPr algn="l">
                <a:defRPr sz="1099" b="0" i="0" kern="0" spc="0">
                  <a:solidFill>
                    <a:srgbClr val="0A2540"/>
                  </a:solidFill>
                  <a:latin typeface="Inter SemiBold"/>
                  <a:ea typeface="Inter SemiBold"/>
                  <a:cs typeface="Inter SemiBold"/>
                </a:defRPr>
              </a:defPPr>
              <a:lvl1pPr algn="l">
                <a:defRPr sz="1099" b="0" i="0" kern="0" spc="0">
                  <a:solidFill>
                    <a:srgbClr val="0A2540"/>
                  </a:solidFill>
                  <a:latin typeface="Inter SemiBold"/>
                  <a:ea typeface="Inter SemiBold"/>
                  <a:cs typeface="Inter SemiBold"/>
                </a:defRPr>
              </a:lvl1pPr>
              <a:lvl2pPr algn="l">
                <a:defRPr sz="1099" b="0" i="0" kern="0" spc="0">
                  <a:solidFill>
                    <a:srgbClr val="0A2540"/>
                  </a:solidFill>
                  <a:latin typeface="Inter SemiBold"/>
                  <a:ea typeface="Inter SemiBold"/>
                  <a:cs typeface="Inter SemiBold"/>
                </a:defRPr>
              </a:lvl2pPr>
              <a:lvl3pPr algn="l">
                <a:defRPr sz="1099" b="0" i="0" kern="0" spc="0">
                  <a:solidFill>
                    <a:srgbClr val="0A2540"/>
                  </a:solidFill>
                  <a:latin typeface="Inter SemiBold"/>
                  <a:ea typeface="Inter SemiBold"/>
                  <a:cs typeface="Inter SemiBold"/>
                </a:defRPr>
              </a:lvl3pPr>
              <a:lvl4pPr algn="l">
                <a:defRPr sz="1099" b="0" i="0" kern="0" spc="0">
                  <a:solidFill>
                    <a:srgbClr val="0A2540"/>
                  </a:solidFill>
                  <a:latin typeface="Inter SemiBold"/>
                  <a:ea typeface="Inter SemiBold"/>
                  <a:cs typeface="Inter SemiBold"/>
                </a:defRPr>
              </a:lvl4pPr>
              <a:lvl5pPr algn="l">
                <a:defRPr sz="1099" b="0" i="0" kern="0" spc="0">
                  <a:solidFill>
                    <a:srgbClr val="0A2540"/>
                  </a:solidFill>
                  <a:latin typeface="Inter SemiBold"/>
                  <a:ea typeface="Inter SemiBold"/>
                  <a:cs typeface="Inter SemiBold"/>
                </a:defRPr>
              </a:lvl5pPr>
              <a:lvl6pPr algn="l">
                <a:defRPr sz="1099" b="0" i="0" kern="0" spc="0">
                  <a:solidFill>
                    <a:srgbClr val="0A2540"/>
                  </a:solidFill>
                  <a:latin typeface="Inter SemiBold"/>
                  <a:ea typeface="Inter SemiBold"/>
                  <a:cs typeface="Inter SemiBold"/>
                </a:defRPr>
              </a:lvl6pPr>
              <a:lvl7pPr algn="l">
                <a:defRPr sz="1099" b="0" i="0" kern="0" spc="0">
                  <a:solidFill>
                    <a:srgbClr val="0A2540"/>
                  </a:solidFill>
                  <a:latin typeface="Inter SemiBold"/>
                  <a:ea typeface="Inter SemiBold"/>
                  <a:cs typeface="Inter SemiBold"/>
                </a:defRPr>
              </a:lvl7pPr>
              <a:lvl8pPr algn="l">
                <a:defRPr sz="1099" b="0" i="0" kern="0" spc="0">
                  <a:solidFill>
                    <a:srgbClr val="0A2540"/>
                  </a:solidFill>
                  <a:latin typeface="Inter SemiBold"/>
                  <a:ea typeface="Inter SemiBold"/>
                  <a:cs typeface="Inter SemiBold"/>
                </a:defRPr>
              </a:lvl8pPr>
              <a:lvl9pPr algn="l">
                <a:defRPr sz="1099" b="0" i="0" kern="0" spc="0">
                  <a:solidFill>
                    <a:srgbClr val="0A2540"/>
                  </a:solidFill>
                  <a:latin typeface="Inter SemiBold"/>
                  <a:ea typeface="Inter SemiBold"/>
                  <a:cs typeface="Inter SemiBold"/>
                </a:defRPr>
              </a:lvl9pPr>
            </a:lstStyle>
            <a:p>
              <a:pPr algn="l">
                <a:lnSpc>
                  <a:spcPct val="100000"/>
                </a:lnSpc>
                <a:buNone/>
                <a:defRPr sz="1099" b="0" i="0" kern="0" spc="0">
                  <a:solidFill>
                    <a:srgbClr val="0A2540"/>
                  </a:solidFill>
                  <a:latin typeface="Inter SemiBold"/>
                  <a:ea typeface="Inter SemiBold"/>
                  <a:cs typeface="Inter SemiBold"/>
                </a:defRPr>
              </a:pPr>
              <a:r>
                <a:rPr sz="1099" b="0" i="0" kern="0" spc="0">
                  <a:solidFill>
                    <a:srgbClr val="0A2540"/>
                  </a:solidFill>
                  <a:latin typeface="Inter SemiBold"/>
                  <a:ea typeface="Inter SemiBold"/>
                  <a:cs typeface="Inter SemiBold"/>
                </a:rPr>
                <a:t>c</a:t>
              </a:r>
            </a:p>
          </p:txBody>
        </p:sp>
        <p:sp>
          <p:nvSpPr>
            <p:cNvPr id="106" name="s6 text 59">
              <a:extLst>
                <a:ext uri="{FF2B5EF4-FFF2-40B4-BE49-F238E27FC236}">
                  <a16:creationId xmlns:a16="http://schemas.microsoft.com/office/drawing/2014/main" id="{3775928D-F882-4206-A10D-5C65197814ED}"/>
                </a:ext>
              </a:extLst>
            </p:cNvPr>
            <p:cNvSpPr>
              <a:spLocks noGrp="1"/>
            </p:cNvSpPr>
            <p:nvPr/>
          </p:nvSpPr>
          <p:spPr>
            <a:xfrm rot="-5400000">
              <a:off x="1696422" y="4350855"/>
              <a:ext cx="139589" cy="194232"/>
            </a:xfrm>
            <a:prstGeom prst="rect">
              <a:avLst/>
            </a:prstGeom>
            <a:noFill/>
            <a:ln w="0">
              <a:noFill/>
              <a:prstDash val="solid"/>
            </a:ln>
          </p:spPr>
          <p:txBody>
            <a:bodyPr wrap="none" lIns="0" tIns="0" rIns="0" bIns="0" anchor="t">
              <a:noAutofit/>
            </a:bodyPr>
            <a:lstStyle>
              <a:defPPr algn="l">
                <a:defRPr sz="1099" b="0" i="0" kern="0" spc="0">
                  <a:solidFill>
                    <a:srgbClr val="0A2540"/>
                  </a:solidFill>
                  <a:latin typeface="Inter SemiBold"/>
                  <a:ea typeface="Inter SemiBold"/>
                  <a:cs typeface="Inter SemiBold"/>
                </a:defRPr>
              </a:defPPr>
              <a:lvl1pPr algn="l">
                <a:defRPr sz="1099" b="0" i="0" kern="0" spc="0">
                  <a:solidFill>
                    <a:srgbClr val="0A2540"/>
                  </a:solidFill>
                  <a:latin typeface="Inter SemiBold"/>
                  <a:ea typeface="Inter SemiBold"/>
                  <a:cs typeface="Inter SemiBold"/>
                </a:defRPr>
              </a:lvl1pPr>
              <a:lvl2pPr algn="l">
                <a:defRPr sz="1099" b="0" i="0" kern="0" spc="0">
                  <a:solidFill>
                    <a:srgbClr val="0A2540"/>
                  </a:solidFill>
                  <a:latin typeface="Inter SemiBold"/>
                  <a:ea typeface="Inter SemiBold"/>
                  <a:cs typeface="Inter SemiBold"/>
                </a:defRPr>
              </a:lvl2pPr>
              <a:lvl3pPr algn="l">
                <a:defRPr sz="1099" b="0" i="0" kern="0" spc="0">
                  <a:solidFill>
                    <a:srgbClr val="0A2540"/>
                  </a:solidFill>
                  <a:latin typeface="Inter SemiBold"/>
                  <a:ea typeface="Inter SemiBold"/>
                  <a:cs typeface="Inter SemiBold"/>
                </a:defRPr>
              </a:lvl3pPr>
              <a:lvl4pPr algn="l">
                <a:defRPr sz="1099" b="0" i="0" kern="0" spc="0">
                  <a:solidFill>
                    <a:srgbClr val="0A2540"/>
                  </a:solidFill>
                  <a:latin typeface="Inter SemiBold"/>
                  <a:ea typeface="Inter SemiBold"/>
                  <a:cs typeface="Inter SemiBold"/>
                </a:defRPr>
              </a:lvl4pPr>
              <a:lvl5pPr algn="l">
                <a:defRPr sz="1099" b="0" i="0" kern="0" spc="0">
                  <a:solidFill>
                    <a:srgbClr val="0A2540"/>
                  </a:solidFill>
                  <a:latin typeface="Inter SemiBold"/>
                  <a:ea typeface="Inter SemiBold"/>
                  <a:cs typeface="Inter SemiBold"/>
                </a:defRPr>
              </a:lvl5pPr>
              <a:lvl6pPr algn="l">
                <a:defRPr sz="1099" b="0" i="0" kern="0" spc="0">
                  <a:solidFill>
                    <a:srgbClr val="0A2540"/>
                  </a:solidFill>
                  <a:latin typeface="Inter SemiBold"/>
                  <a:ea typeface="Inter SemiBold"/>
                  <a:cs typeface="Inter SemiBold"/>
                </a:defRPr>
              </a:lvl6pPr>
              <a:lvl7pPr algn="l">
                <a:defRPr sz="1099" b="0" i="0" kern="0" spc="0">
                  <a:solidFill>
                    <a:srgbClr val="0A2540"/>
                  </a:solidFill>
                  <a:latin typeface="Inter SemiBold"/>
                  <a:ea typeface="Inter SemiBold"/>
                  <a:cs typeface="Inter SemiBold"/>
                </a:defRPr>
              </a:lvl7pPr>
              <a:lvl8pPr algn="l">
                <a:defRPr sz="1099" b="0" i="0" kern="0" spc="0">
                  <a:solidFill>
                    <a:srgbClr val="0A2540"/>
                  </a:solidFill>
                  <a:latin typeface="Inter SemiBold"/>
                  <a:ea typeface="Inter SemiBold"/>
                  <a:cs typeface="Inter SemiBold"/>
                </a:defRPr>
              </a:lvl8pPr>
              <a:lvl9pPr algn="l">
                <a:defRPr sz="1099" b="0" i="0" kern="0" spc="0">
                  <a:solidFill>
                    <a:srgbClr val="0A2540"/>
                  </a:solidFill>
                  <a:latin typeface="Inter SemiBold"/>
                  <a:ea typeface="Inter SemiBold"/>
                  <a:cs typeface="Inter SemiBold"/>
                </a:defRPr>
              </a:lvl9pPr>
            </a:lstStyle>
            <a:p>
              <a:pPr algn="l">
                <a:lnSpc>
                  <a:spcPct val="100000"/>
                </a:lnSpc>
                <a:buNone/>
                <a:defRPr sz="1099" b="0" i="0" kern="0" spc="0">
                  <a:solidFill>
                    <a:srgbClr val="0A2540"/>
                  </a:solidFill>
                  <a:latin typeface="Inter SemiBold"/>
                  <a:ea typeface="Inter SemiBold"/>
                  <a:cs typeface="Inter SemiBold"/>
                </a:defRPr>
              </a:pPr>
              <a:r>
                <a:rPr sz="1099" b="0" i="0" kern="0" spc="0">
                  <a:solidFill>
                    <a:srgbClr val="0A2540"/>
                  </a:solidFill>
                  <a:latin typeface="Inter SemiBold"/>
                  <a:ea typeface="Inter SemiBold"/>
                  <a:cs typeface="Inter SemiBold"/>
                </a:rPr>
                <a:t>e</a:t>
              </a:r>
            </a:p>
          </p:txBody>
        </p:sp>
        <p:sp>
          <p:nvSpPr>
            <p:cNvPr id="107" name="s6 text 61">
              <a:extLst>
                <a:ext uri="{FF2B5EF4-FFF2-40B4-BE49-F238E27FC236}">
                  <a16:creationId xmlns:a16="http://schemas.microsoft.com/office/drawing/2014/main" id="{497D82AE-1A21-4459-A527-1A7260EE56FE}"/>
                </a:ext>
              </a:extLst>
            </p:cNvPr>
            <p:cNvSpPr>
              <a:spLocks noGrp="1"/>
            </p:cNvSpPr>
            <p:nvPr/>
          </p:nvSpPr>
          <p:spPr>
            <a:xfrm rot="-5400000">
              <a:off x="1696422" y="4234323"/>
              <a:ext cx="139589" cy="194232"/>
            </a:xfrm>
            <a:prstGeom prst="rect">
              <a:avLst/>
            </a:prstGeom>
            <a:noFill/>
            <a:ln w="0">
              <a:noFill/>
              <a:prstDash val="solid"/>
            </a:ln>
          </p:spPr>
          <p:txBody>
            <a:bodyPr wrap="none" lIns="0" tIns="0" rIns="0" bIns="0" anchor="t">
              <a:noAutofit/>
            </a:bodyPr>
            <a:lstStyle>
              <a:defPPr algn="l">
                <a:defRPr sz="1099" b="0" i="0" kern="0" spc="0">
                  <a:solidFill>
                    <a:srgbClr val="0A2540"/>
                  </a:solidFill>
                  <a:latin typeface="Inter SemiBold"/>
                  <a:ea typeface="Inter SemiBold"/>
                  <a:cs typeface="Inter SemiBold"/>
                </a:defRPr>
              </a:defPPr>
              <a:lvl1pPr algn="l">
                <a:defRPr sz="1099" b="0" i="0" kern="0" spc="0">
                  <a:solidFill>
                    <a:srgbClr val="0A2540"/>
                  </a:solidFill>
                  <a:latin typeface="Inter SemiBold"/>
                  <a:ea typeface="Inter SemiBold"/>
                  <a:cs typeface="Inter SemiBold"/>
                </a:defRPr>
              </a:lvl1pPr>
              <a:lvl2pPr algn="l">
                <a:defRPr sz="1099" b="0" i="0" kern="0" spc="0">
                  <a:solidFill>
                    <a:srgbClr val="0A2540"/>
                  </a:solidFill>
                  <a:latin typeface="Inter SemiBold"/>
                  <a:ea typeface="Inter SemiBold"/>
                  <a:cs typeface="Inter SemiBold"/>
                </a:defRPr>
              </a:lvl2pPr>
              <a:lvl3pPr algn="l">
                <a:defRPr sz="1099" b="0" i="0" kern="0" spc="0">
                  <a:solidFill>
                    <a:srgbClr val="0A2540"/>
                  </a:solidFill>
                  <a:latin typeface="Inter SemiBold"/>
                  <a:ea typeface="Inter SemiBold"/>
                  <a:cs typeface="Inter SemiBold"/>
                </a:defRPr>
              </a:lvl3pPr>
              <a:lvl4pPr algn="l">
                <a:defRPr sz="1099" b="0" i="0" kern="0" spc="0">
                  <a:solidFill>
                    <a:srgbClr val="0A2540"/>
                  </a:solidFill>
                  <a:latin typeface="Inter SemiBold"/>
                  <a:ea typeface="Inter SemiBold"/>
                  <a:cs typeface="Inter SemiBold"/>
                </a:defRPr>
              </a:lvl4pPr>
              <a:lvl5pPr algn="l">
                <a:defRPr sz="1099" b="0" i="0" kern="0" spc="0">
                  <a:solidFill>
                    <a:srgbClr val="0A2540"/>
                  </a:solidFill>
                  <a:latin typeface="Inter SemiBold"/>
                  <a:ea typeface="Inter SemiBold"/>
                  <a:cs typeface="Inter SemiBold"/>
                </a:defRPr>
              </a:lvl5pPr>
              <a:lvl6pPr algn="l">
                <a:defRPr sz="1099" b="0" i="0" kern="0" spc="0">
                  <a:solidFill>
                    <a:srgbClr val="0A2540"/>
                  </a:solidFill>
                  <a:latin typeface="Inter SemiBold"/>
                  <a:ea typeface="Inter SemiBold"/>
                  <a:cs typeface="Inter SemiBold"/>
                </a:defRPr>
              </a:lvl6pPr>
              <a:lvl7pPr algn="l">
                <a:defRPr sz="1099" b="0" i="0" kern="0" spc="0">
                  <a:solidFill>
                    <a:srgbClr val="0A2540"/>
                  </a:solidFill>
                  <a:latin typeface="Inter SemiBold"/>
                  <a:ea typeface="Inter SemiBold"/>
                  <a:cs typeface="Inter SemiBold"/>
                </a:defRPr>
              </a:lvl7pPr>
              <a:lvl8pPr algn="l">
                <a:defRPr sz="1099" b="0" i="0" kern="0" spc="0">
                  <a:solidFill>
                    <a:srgbClr val="0A2540"/>
                  </a:solidFill>
                  <a:latin typeface="Inter SemiBold"/>
                  <a:ea typeface="Inter SemiBold"/>
                  <a:cs typeface="Inter SemiBold"/>
                </a:defRPr>
              </a:lvl8pPr>
              <a:lvl9pPr algn="l">
                <a:defRPr sz="1099" b="0" i="0" kern="0" spc="0">
                  <a:solidFill>
                    <a:srgbClr val="0A2540"/>
                  </a:solidFill>
                  <a:latin typeface="Inter SemiBold"/>
                  <a:ea typeface="Inter SemiBold"/>
                  <a:cs typeface="Inter SemiBold"/>
                </a:defRPr>
              </a:lvl9pPr>
            </a:lstStyle>
            <a:p>
              <a:pPr algn="l">
                <a:lnSpc>
                  <a:spcPct val="100000"/>
                </a:lnSpc>
                <a:buNone/>
                <a:defRPr sz="1099" b="0" i="0" kern="0" spc="0">
                  <a:solidFill>
                    <a:srgbClr val="0A2540"/>
                  </a:solidFill>
                  <a:latin typeface="Inter SemiBold"/>
                  <a:ea typeface="Inter SemiBold"/>
                  <a:cs typeface="Inter SemiBold"/>
                </a:defRPr>
              </a:pPr>
              <a:r>
                <a:rPr sz="1099" b="0" i="0" kern="0" spc="0">
                  <a:solidFill>
                    <a:srgbClr val="0A2540"/>
                  </a:solidFill>
                  <a:latin typeface="Inter SemiBold"/>
                  <a:ea typeface="Inter SemiBold"/>
                  <a:cs typeface="Inter SemiBold"/>
                </a:rPr>
                <a:t>o</a:t>
              </a:r>
            </a:p>
          </p:txBody>
        </p:sp>
        <p:sp>
          <p:nvSpPr>
            <p:cNvPr id="108" name="s6 text 62">
              <a:extLst>
                <a:ext uri="{FF2B5EF4-FFF2-40B4-BE49-F238E27FC236}">
                  <a16:creationId xmlns:a16="http://schemas.microsoft.com/office/drawing/2014/main" id="{DD66B25C-CD8E-4430-8263-8BF258AC06FB}"/>
                </a:ext>
              </a:extLst>
            </p:cNvPr>
            <p:cNvSpPr>
              <a:spLocks noGrp="1"/>
            </p:cNvSpPr>
            <p:nvPr/>
          </p:nvSpPr>
          <p:spPr>
            <a:xfrm rot="-5400000">
              <a:off x="1696422" y="4165913"/>
              <a:ext cx="139589" cy="194232"/>
            </a:xfrm>
            <a:prstGeom prst="rect">
              <a:avLst/>
            </a:prstGeom>
            <a:noFill/>
            <a:ln w="0">
              <a:noFill/>
              <a:prstDash val="solid"/>
            </a:ln>
          </p:spPr>
          <p:txBody>
            <a:bodyPr wrap="none" lIns="0" tIns="0" rIns="0" bIns="0" anchor="t">
              <a:noAutofit/>
            </a:bodyPr>
            <a:lstStyle>
              <a:defPPr algn="l">
                <a:defRPr sz="1099" b="0" i="0" kern="0" spc="0">
                  <a:solidFill>
                    <a:srgbClr val="0A2540"/>
                  </a:solidFill>
                  <a:latin typeface="Inter SemiBold"/>
                  <a:ea typeface="Inter SemiBold"/>
                  <a:cs typeface="Inter SemiBold"/>
                </a:defRPr>
              </a:defPPr>
              <a:lvl1pPr algn="l">
                <a:defRPr sz="1099" b="0" i="0" kern="0" spc="0">
                  <a:solidFill>
                    <a:srgbClr val="0A2540"/>
                  </a:solidFill>
                  <a:latin typeface="Inter SemiBold"/>
                  <a:ea typeface="Inter SemiBold"/>
                  <a:cs typeface="Inter SemiBold"/>
                </a:defRPr>
              </a:lvl1pPr>
              <a:lvl2pPr algn="l">
                <a:defRPr sz="1099" b="0" i="0" kern="0" spc="0">
                  <a:solidFill>
                    <a:srgbClr val="0A2540"/>
                  </a:solidFill>
                  <a:latin typeface="Inter SemiBold"/>
                  <a:ea typeface="Inter SemiBold"/>
                  <a:cs typeface="Inter SemiBold"/>
                </a:defRPr>
              </a:lvl2pPr>
              <a:lvl3pPr algn="l">
                <a:defRPr sz="1099" b="0" i="0" kern="0" spc="0">
                  <a:solidFill>
                    <a:srgbClr val="0A2540"/>
                  </a:solidFill>
                  <a:latin typeface="Inter SemiBold"/>
                  <a:ea typeface="Inter SemiBold"/>
                  <a:cs typeface="Inter SemiBold"/>
                </a:defRPr>
              </a:lvl3pPr>
              <a:lvl4pPr algn="l">
                <a:defRPr sz="1099" b="0" i="0" kern="0" spc="0">
                  <a:solidFill>
                    <a:srgbClr val="0A2540"/>
                  </a:solidFill>
                  <a:latin typeface="Inter SemiBold"/>
                  <a:ea typeface="Inter SemiBold"/>
                  <a:cs typeface="Inter SemiBold"/>
                </a:defRPr>
              </a:lvl4pPr>
              <a:lvl5pPr algn="l">
                <a:defRPr sz="1099" b="0" i="0" kern="0" spc="0">
                  <a:solidFill>
                    <a:srgbClr val="0A2540"/>
                  </a:solidFill>
                  <a:latin typeface="Inter SemiBold"/>
                  <a:ea typeface="Inter SemiBold"/>
                  <a:cs typeface="Inter SemiBold"/>
                </a:defRPr>
              </a:lvl5pPr>
              <a:lvl6pPr algn="l">
                <a:defRPr sz="1099" b="0" i="0" kern="0" spc="0">
                  <a:solidFill>
                    <a:srgbClr val="0A2540"/>
                  </a:solidFill>
                  <a:latin typeface="Inter SemiBold"/>
                  <a:ea typeface="Inter SemiBold"/>
                  <a:cs typeface="Inter SemiBold"/>
                </a:defRPr>
              </a:lvl6pPr>
              <a:lvl7pPr algn="l">
                <a:defRPr sz="1099" b="0" i="0" kern="0" spc="0">
                  <a:solidFill>
                    <a:srgbClr val="0A2540"/>
                  </a:solidFill>
                  <a:latin typeface="Inter SemiBold"/>
                  <a:ea typeface="Inter SemiBold"/>
                  <a:cs typeface="Inter SemiBold"/>
                </a:defRPr>
              </a:lvl7pPr>
              <a:lvl8pPr algn="l">
                <a:defRPr sz="1099" b="0" i="0" kern="0" spc="0">
                  <a:solidFill>
                    <a:srgbClr val="0A2540"/>
                  </a:solidFill>
                  <a:latin typeface="Inter SemiBold"/>
                  <a:ea typeface="Inter SemiBold"/>
                  <a:cs typeface="Inter SemiBold"/>
                </a:defRPr>
              </a:lvl8pPr>
              <a:lvl9pPr algn="l">
                <a:defRPr sz="1099" b="0" i="0" kern="0" spc="0">
                  <a:solidFill>
                    <a:srgbClr val="0A2540"/>
                  </a:solidFill>
                  <a:latin typeface="Inter SemiBold"/>
                  <a:ea typeface="Inter SemiBold"/>
                  <a:cs typeface="Inter SemiBold"/>
                </a:defRPr>
              </a:lvl9pPr>
            </a:lstStyle>
            <a:p>
              <a:pPr algn="l">
                <a:lnSpc>
                  <a:spcPct val="100000"/>
                </a:lnSpc>
                <a:buNone/>
                <a:defRPr sz="1099" b="0" i="0" kern="0" spc="0">
                  <a:solidFill>
                    <a:srgbClr val="0A2540"/>
                  </a:solidFill>
                  <a:latin typeface="Inter SemiBold"/>
                  <a:ea typeface="Inter SemiBold"/>
                  <a:cs typeface="Inter SemiBold"/>
                </a:defRPr>
              </a:pPr>
              <a:r>
                <a:rPr sz="1099" b="0" i="0" kern="0" spc="0">
                  <a:solidFill>
                    <a:srgbClr val="0A2540"/>
                  </a:solidFill>
                  <a:latin typeface="Inter SemiBold"/>
                  <a:ea typeface="Inter SemiBold"/>
                  <a:cs typeface="Inter SemiBold"/>
                </a:rPr>
                <a:t>f</a:t>
              </a:r>
            </a:p>
          </p:txBody>
        </p:sp>
        <p:sp>
          <p:nvSpPr>
            <p:cNvPr id="109" name="s6 text 64">
              <a:extLst>
                <a:ext uri="{FF2B5EF4-FFF2-40B4-BE49-F238E27FC236}">
                  <a16:creationId xmlns:a16="http://schemas.microsoft.com/office/drawing/2014/main" id="{86B54C1D-286C-4EB1-B156-ADEFB973116C}"/>
                </a:ext>
              </a:extLst>
            </p:cNvPr>
            <p:cNvSpPr>
              <a:spLocks noGrp="1"/>
            </p:cNvSpPr>
            <p:nvPr/>
          </p:nvSpPr>
          <p:spPr>
            <a:xfrm rot="-5400000">
              <a:off x="1696422" y="4059933"/>
              <a:ext cx="139589" cy="194232"/>
            </a:xfrm>
            <a:prstGeom prst="rect">
              <a:avLst/>
            </a:prstGeom>
            <a:noFill/>
            <a:ln w="0">
              <a:noFill/>
              <a:prstDash val="solid"/>
            </a:ln>
          </p:spPr>
          <p:txBody>
            <a:bodyPr wrap="none" lIns="0" tIns="0" rIns="0" bIns="0" anchor="t">
              <a:noAutofit/>
            </a:bodyPr>
            <a:lstStyle>
              <a:defPPr algn="l">
                <a:defRPr sz="1099" b="0" i="0" kern="0" spc="0">
                  <a:solidFill>
                    <a:srgbClr val="0A2540"/>
                  </a:solidFill>
                  <a:latin typeface="Inter SemiBold"/>
                  <a:ea typeface="Inter SemiBold"/>
                  <a:cs typeface="Inter SemiBold"/>
                </a:defRPr>
              </a:defPPr>
              <a:lvl1pPr algn="l">
                <a:defRPr sz="1099" b="0" i="0" kern="0" spc="0">
                  <a:solidFill>
                    <a:srgbClr val="0A2540"/>
                  </a:solidFill>
                  <a:latin typeface="Inter SemiBold"/>
                  <a:ea typeface="Inter SemiBold"/>
                  <a:cs typeface="Inter SemiBold"/>
                </a:defRPr>
              </a:lvl1pPr>
              <a:lvl2pPr algn="l">
                <a:defRPr sz="1099" b="0" i="0" kern="0" spc="0">
                  <a:solidFill>
                    <a:srgbClr val="0A2540"/>
                  </a:solidFill>
                  <a:latin typeface="Inter SemiBold"/>
                  <a:ea typeface="Inter SemiBold"/>
                  <a:cs typeface="Inter SemiBold"/>
                </a:defRPr>
              </a:lvl2pPr>
              <a:lvl3pPr algn="l">
                <a:defRPr sz="1099" b="0" i="0" kern="0" spc="0">
                  <a:solidFill>
                    <a:srgbClr val="0A2540"/>
                  </a:solidFill>
                  <a:latin typeface="Inter SemiBold"/>
                  <a:ea typeface="Inter SemiBold"/>
                  <a:cs typeface="Inter SemiBold"/>
                </a:defRPr>
              </a:lvl3pPr>
              <a:lvl4pPr algn="l">
                <a:defRPr sz="1099" b="0" i="0" kern="0" spc="0">
                  <a:solidFill>
                    <a:srgbClr val="0A2540"/>
                  </a:solidFill>
                  <a:latin typeface="Inter SemiBold"/>
                  <a:ea typeface="Inter SemiBold"/>
                  <a:cs typeface="Inter SemiBold"/>
                </a:defRPr>
              </a:lvl4pPr>
              <a:lvl5pPr algn="l">
                <a:defRPr sz="1099" b="0" i="0" kern="0" spc="0">
                  <a:solidFill>
                    <a:srgbClr val="0A2540"/>
                  </a:solidFill>
                  <a:latin typeface="Inter SemiBold"/>
                  <a:ea typeface="Inter SemiBold"/>
                  <a:cs typeface="Inter SemiBold"/>
                </a:defRPr>
              </a:lvl5pPr>
              <a:lvl6pPr algn="l">
                <a:defRPr sz="1099" b="0" i="0" kern="0" spc="0">
                  <a:solidFill>
                    <a:srgbClr val="0A2540"/>
                  </a:solidFill>
                  <a:latin typeface="Inter SemiBold"/>
                  <a:ea typeface="Inter SemiBold"/>
                  <a:cs typeface="Inter SemiBold"/>
                </a:defRPr>
              </a:lvl6pPr>
              <a:lvl7pPr algn="l">
                <a:defRPr sz="1099" b="0" i="0" kern="0" spc="0">
                  <a:solidFill>
                    <a:srgbClr val="0A2540"/>
                  </a:solidFill>
                  <a:latin typeface="Inter SemiBold"/>
                  <a:ea typeface="Inter SemiBold"/>
                  <a:cs typeface="Inter SemiBold"/>
                </a:defRPr>
              </a:lvl7pPr>
              <a:lvl8pPr algn="l">
                <a:defRPr sz="1099" b="0" i="0" kern="0" spc="0">
                  <a:solidFill>
                    <a:srgbClr val="0A2540"/>
                  </a:solidFill>
                  <a:latin typeface="Inter SemiBold"/>
                  <a:ea typeface="Inter SemiBold"/>
                  <a:cs typeface="Inter SemiBold"/>
                </a:defRPr>
              </a:lvl8pPr>
              <a:lvl9pPr algn="l">
                <a:defRPr sz="1099" b="0" i="0" kern="0" spc="0">
                  <a:solidFill>
                    <a:srgbClr val="0A2540"/>
                  </a:solidFill>
                  <a:latin typeface="Inter SemiBold"/>
                  <a:ea typeface="Inter SemiBold"/>
                  <a:cs typeface="Inter SemiBold"/>
                </a:defRPr>
              </a:lvl9pPr>
            </a:lstStyle>
            <a:p>
              <a:pPr algn="l">
                <a:lnSpc>
                  <a:spcPct val="100000"/>
                </a:lnSpc>
                <a:buNone/>
                <a:defRPr sz="1099" b="0" i="0" kern="0" spc="0">
                  <a:solidFill>
                    <a:srgbClr val="0A2540"/>
                  </a:solidFill>
                  <a:latin typeface="Inter SemiBold"/>
                  <a:ea typeface="Inter SemiBold"/>
                  <a:cs typeface="Inter SemiBold"/>
                </a:defRPr>
              </a:pPr>
              <a:r>
                <a:rPr sz="1099" b="0" i="0" kern="0" spc="0">
                  <a:solidFill>
                    <a:srgbClr val="0A2540"/>
                  </a:solidFill>
                  <a:latin typeface="Inter SemiBold"/>
                  <a:ea typeface="Inter SemiBold"/>
                  <a:cs typeface="Inter SemiBold"/>
                </a:rPr>
                <a:t>T</a:t>
              </a:r>
            </a:p>
          </p:txBody>
        </p:sp>
        <p:sp>
          <p:nvSpPr>
            <p:cNvPr id="110" name="s6 text 65">
              <a:extLst>
                <a:ext uri="{FF2B5EF4-FFF2-40B4-BE49-F238E27FC236}">
                  <a16:creationId xmlns:a16="http://schemas.microsoft.com/office/drawing/2014/main" id="{6047D2C5-9148-4A79-AED9-134A31776865}"/>
                </a:ext>
              </a:extLst>
            </p:cNvPr>
            <p:cNvSpPr>
              <a:spLocks noGrp="1"/>
            </p:cNvSpPr>
            <p:nvPr/>
          </p:nvSpPr>
          <p:spPr>
            <a:xfrm rot="-5400000">
              <a:off x="1696422" y="3964297"/>
              <a:ext cx="139589" cy="194232"/>
            </a:xfrm>
            <a:prstGeom prst="rect">
              <a:avLst/>
            </a:prstGeom>
            <a:noFill/>
            <a:ln w="0">
              <a:noFill/>
              <a:prstDash val="solid"/>
            </a:ln>
          </p:spPr>
          <p:txBody>
            <a:bodyPr wrap="none" lIns="0" tIns="0" rIns="0" bIns="0" anchor="t">
              <a:noAutofit/>
            </a:bodyPr>
            <a:lstStyle>
              <a:defPPr algn="l">
                <a:defRPr sz="1099" b="0" i="0" kern="0" spc="0">
                  <a:solidFill>
                    <a:srgbClr val="0A2540"/>
                  </a:solidFill>
                  <a:latin typeface="Inter SemiBold"/>
                  <a:ea typeface="Inter SemiBold"/>
                  <a:cs typeface="Inter SemiBold"/>
                </a:defRPr>
              </a:defPPr>
              <a:lvl1pPr algn="l">
                <a:defRPr sz="1099" b="0" i="0" kern="0" spc="0">
                  <a:solidFill>
                    <a:srgbClr val="0A2540"/>
                  </a:solidFill>
                  <a:latin typeface="Inter SemiBold"/>
                  <a:ea typeface="Inter SemiBold"/>
                  <a:cs typeface="Inter SemiBold"/>
                </a:defRPr>
              </a:lvl1pPr>
              <a:lvl2pPr algn="l">
                <a:defRPr sz="1099" b="0" i="0" kern="0" spc="0">
                  <a:solidFill>
                    <a:srgbClr val="0A2540"/>
                  </a:solidFill>
                  <a:latin typeface="Inter SemiBold"/>
                  <a:ea typeface="Inter SemiBold"/>
                  <a:cs typeface="Inter SemiBold"/>
                </a:defRPr>
              </a:lvl2pPr>
              <a:lvl3pPr algn="l">
                <a:defRPr sz="1099" b="0" i="0" kern="0" spc="0">
                  <a:solidFill>
                    <a:srgbClr val="0A2540"/>
                  </a:solidFill>
                  <a:latin typeface="Inter SemiBold"/>
                  <a:ea typeface="Inter SemiBold"/>
                  <a:cs typeface="Inter SemiBold"/>
                </a:defRPr>
              </a:lvl3pPr>
              <a:lvl4pPr algn="l">
                <a:defRPr sz="1099" b="0" i="0" kern="0" spc="0">
                  <a:solidFill>
                    <a:srgbClr val="0A2540"/>
                  </a:solidFill>
                  <a:latin typeface="Inter SemiBold"/>
                  <a:ea typeface="Inter SemiBold"/>
                  <a:cs typeface="Inter SemiBold"/>
                </a:defRPr>
              </a:lvl4pPr>
              <a:lvl5pPr algn="l">
                <a:defRPr sz="1099" b="0" i="0" kern="0" spc="0">
                  <a:solidFill>
                    <a:srgbClr val="0A2540"/>
                  </a:solidFill>
                  <a:latin typeface="Inter SemiBold"/>
                  <a:ea typeface="Inter SemiBold"/>
                  <a:cs typeface="Inter SemiBold"/>
                </a:defRPr>
              </a:lvl5pPr>
              <a:lvl6pPr algn="l">
                <a:defRPr sz="1099" b="0" i="0" kern="0" spc="0">
                  <a:solidFill>
                    <a:srgbClr val="0A2540"/>
                  </a:solidFill>
                  <a:latin typeface="Inter SemiBold"/>
                  <a:ea typeface="Inter SemiBold"/>
                  <a:cs typeface="Inter SemiBold"/>
                </a:defRPr>
              </a:lvl6pPr>
              <a:lvl7pPr algn="l">
                <a:defRPr sz="1099" b="0" i="0" kern="0" spc="0">
                  <a:solidFill>
                    <a:srgbClr val="0A2540"/>
                  </a:solidFill>
                  <a:latin typeface="Inter SemiBold"/>
                  <a:ea typeface="Inter SemiBold"/>
                  <a:cs typeface="Inter SemiBold"/>
                </a:defRPr>
              </a:lvl7pPr>
              <a:lvl8pPr algn="l">
                <a:defRPr sz="1099" b="0" i="0" kern="0" spc="0">
                  <a:solidFill>
                    <a:srgbClr val="0A2540"/>
                  </a:solidFill>
                  <a:latin typeface="Inter SemiBold"/>
                  <a:ea typeface="Inter SemiBold"/>
                  <a:cs typeface="Inter SemiBold"/>
                </a:defRPr>
              </a:lvl8pPr>
              <a:lvl9pPr algn="l">
                <a:defRPr sz="1099" b="0" i="0" kern="0" spc="0">
                  <a:solidFill>
                    <a:srgbClr val="0A2540"/>
                  </a:solidFill>
                  <a:latin typeface="Inter SemiBold"/>
                  <a:ea typeface="Inter SemiBold"/>
                  <a:cs typeface="Inter SemiBold"/>
                </a:defRPr>
              </a:lvl9pPr>
            </a:lstStyle>
            <a:p>
              <a:pPr algn="l">
                <a:lnSpc>
                  <a:spcPct val="100000"/>
                </a:lnSpc>
                <a:buNone/>
                <a:defRPr sz="1099" b="0" i="0" kern="0" spc="0">
                  <a:solidFill>
                    <a:srgbClr val="0A2540"/>
                  </a:solidFill>
                  <a:latin typeface="Inter SemiBold"/>
                  <a:ea typeface="Inter SemiBold"/>
                  <a:cs typeface="Inter SemiBold"/>
                </a:defRPr>
              </a:pPr>
              <a:r>
                <a:rPr sz="1099" b="0" i="0" kern="0" spc="0">
                  <a:solidFill>
                    <a:srgbClr val="0A2540"/>
                  </a:solidFill>
                  <a:latin typeface="Inter SemiBold"/>
                  <a:ea typeface="Inter SemiBold"/>
                  <a:cs typeface="Inter SemiBold"/>
                </a:rPr>
                <a:t>V</a:t>
              </a:r>
            </a:p>
          </p:txBody>
        </p:sp>
        <p:sp>
          <p:nvSpPr>
            <p:cNvPr id="111" name="s6 text 66">
              <a:extLst>
                <a:ext uri="{FF2B5EF4-FFF2-40B4-BE49-F238E27FC236}">
                  <a16:creationId xmlns:a16="http://schemas.microsoft.com/office/drawing/2014/main" id="{A7849640-0CF1-49D1-970C-9402630F180A}"/>
                </a:ext>
              </a:extLst>
            </p:cNvPr>
            <p:cNvSpPr>
              <a:spLocks noGrp="1"/>
            </p:cNvSpPr>
            <p:nvPr/>
          </p:nvSpPr>
          <p:spPr>
            <a:xfrm rot="-5400000">
              <a:off x="1696422" y="3882739"/>
              <a:ext cx="139589" cy="194232"/>
            </a:xfrm>
            <a:prstGeom prst="rect">
              <a:avLst/>
            </a:prstGeom>
            <a:noFill/>
            <a:ln w="0">
              <a:noFill/>
              <a:prstDash val="solid"/>
            </a:ln>
          </p:spPr>
          <p:txBody>
            <a:bodyPr wrap="none" lIns="0" tIns="0" rIns="0" bIns="0" anchor="t">
              <a:noAutofit/>
            </a:bodyPr>
            <a:lstStyle>
              <a:defPPr algn="l">
                <a:defRPr sz="1099" b="0" i="0" kern="0" spc="0">
                  <a:solidFill>
                    <a:srgbClr val="0A2540"/>
                  </a:solidFill>
                  <a:latin typeface="Inter SemiBold"/>
                  <a:ea typeface="Inter SemiBold"/>
                  <a:cs typeface="Inter SemiBold"/>
                </a:defRPr>
              </a:defPPr>
              <a:lvl1pPr algn="l">
                <a:defRPr sz="1099" b="0" i="0" kern="0" spc="0">
                  <a:solidFill>
                    <a:srgbClr val="0A2540"/>
                  </a:solidFill>
                  <a:latin typeface="Inter SemiBold"/>
                  <a:ea typeface="Inter SemiBold"/>
                  <a:cs typeface="Inter SemiBold"/>
                </a:defRPr>
              </a:lvl1pPr>
              <a:lvl2pPr algn="l">
                <a:defRPr sz="1099" b="0" i="0" kern="0" spc="0">
                  <a:solidFill>
                    <a:srgbClr val="0A2540"/>
                  </a:solidFill>
                  <a:latin typeface="Inter SemiBold"/>
                  <a:ea typeface="Inter SemiBold"/>
                  <a:cs typeface="Inter SemiBold"/>
                </a:defRPr>
              </a:lvl2pPr>
              <a:lvl3pPr algn="l">
                <a:defRPr sz="1099" b="0" i="0" kern="0" spc="0">
                  <a:solidFill>
                    <a:srgbClr val="0A2540"/>
                  </a:solidFill>
                  <a:latin typeface="Inter SemiBold"/>
                  <a:ea typeface="Inter SemiBold"/>
                  <a:cs typeface="Inter SemiBold"/>
                </a:defRPr>
              </a:lvl3pPr>
              <a:lvl4pPr algn="l">
                <a:defRPr sz="1099" b="0" i="0" kern="0" spc="0">
                  <a:solidFill>
                    <a:srgbClr val="0A2540"/>
                  </a:solidFill>
                  <a:latin typeface="Inter SemiBold"/>
                  <a:ea typeface="Inter SemiBold"/>
                  <a:cs typeface="Inter SemiBold"/>
                </a:defRPr>
              </a:lvl4pPr>
              <a:lvl5pPr algn="l">
                <a:defRPr sz="1099" b="0" i="0" kern="0" spc="0">
                  <a:solidFill>
                    <a:srgbClr val="0A2540"/>
                  </a:solidFill>
                  <a:latin typeface="Inter SemiBold"/>
                  <a:ea typeface="Inter SemiBold"/>
                  <a:cs typeface="Inter SemiBold"/>
                </a:defRPr>
              </a:lvl5pPr>
              <a:lvl6pPr algn="l">
                <a:defRPr sz="1099" b="0" i="0" kern="0" spc="0">
                  <a:solidFill>
                    <a:srgbClr val="0A2540"/>
                  </a:solidFill>
                  <a:latin typeface="Inter SemiBold"/>
                  <a:ea typeface="Inter SemiBold"/>
                  <a:cs typeface="Inter SemiBold"/>
                </a:defRPr>
              </a:lvl6pPr>
              <a:lvl7pPr algn="l">
                <a:defRPr sz="1099" b="0" i="0" kern="0" spc="0">
                  <a:solidFill>
                    <a:srgbClr val="0A2540"/>
                  </a:solidFill>
                  <a:latin typeface="Inter SemiBold"/>
                  <a:ea typeface="Inter SemiBold"/>
                  <a:cs typeface="Inter SemiBold"/>
                </a:defRPr>
              </a:lvl7pPr>
              <a:lvl8pPr algn="l">
                <a:defRPr sz="1099" b="0" i="0" kern="0" spc="0">
                  <a:solidFill>
                    <a:srgbClr val="0A2540"/>
                  </a:solidFill>
                  <a:latin typeface="Inter SemiBold"/>
                  <a:ea typeface="Inter SemiBold"/>
                  <a:cs typeface="Inter SemiBold"/>
                </a:defRPr>
              </a:lvl8pPr>
              <a:lvl9pPr algn="l">
                <a:defRPr sz="1099" b="0" i="0" kern="0" spc="0">
                  <a:solidFill>
                    <a:srgbClr val="0A2540"/>
                  </a:solidFill>
                  <a:latin typeface="Inter SemiBold"/>
                  <a:ea typeface="Inter SemiBold"/>
                  <a:cs typeface="Inter SemiBold"/>
                </a:defRPr>
              </a:lvl9pPr>
            </a:lstStyle>
            <a:p>
              <a:pPr algn="l">
                <a:lnSpc>
                  <a:spcPct val="100000"/>
                </a:lnSpc>
                <a:buNone/>
                <a:defRPr sz="1099" b="0" i="0" kern="0" spc="0">
                  <a:solidFill>
                    <a:srgbClr val="0A2540"/>
                  </a:solidFill>
                  <a:latin typeface="Inter SemiBold"/>
                  <a:ea typeface="Inter SemiBold"/>
                  <a:cs typeface="Inter SemiBold"/>
                </a:defRPr>
              </a:pPr>
              <a:r>
                <a:rPr sz="1099" b="0" i="0" kern="0" spc="0">
                  <a:solidFill>
                    <a:srgbClr val="0A2540"/>
                  </a:solidFill>
                  <a:latin typeface="Inter SemiBold"/>
                  <a:ea typeface="Inter SemiBold"/>
                  <a:cs typeface="Inter SemiBold"/>
                </a:rPr>
                <a:t>s</a:t>
              </a:r>
            </a:p>
          </p:txBody>
        </p:sp>
        <p:sp>
          <p:nvSpPr>
            <p:cNvPr id="112" name="s6 text 68">
              <a:extLst>
                <a:ext uri="{FF2B5EF4-FFF2-40B4-BE49-F238E27FC236}">
                  <a16:creationId xmlns:a16="http://schemas.microsoft.com/office/drawing/2014/main" id="{7DA45E28-1983-40A7-A15A-7AB142910D48}"/>
                </a:ext>
              </a:extLst>
            </p:cNvPr>
            <p:cNvSpPr>
              <a:spLocks noGrp="1"/>
            </p:cNvSpPr>
            <p:nvPr/>
          </p:nvSpPr>
          <p:spPr>
            <a:xfrm rot="-5400000">
              <a:off x="1696422" y="3785596"/>
              <a:ext cx="139589" cy="194232"/>
            </a:xfrm>
            <a:prstGeom prst="rect">
              <a:avLst/>
            </a:prstGeom>
            <a:noFill/>
            <a:ln w="0">
              <a:noFill/>
              <a:prstDash val="solid"/>
            </a:ln>
          </p:spPr>
          <p:txBody>
            <a:bodyPr wrap="none" lIns="0" tIns="0" rIns="0" bIns="0" anchor="t">
              <a:noAutofit/>
            </a:bodyPr>
            <a:lstStyle>
              <a:defPPr algn="l">
                <a:defRPr sz="1099" b="0" i="0" kern="0" spc="0">
                  <a:solidFill>
                    <a:srgbClr val="0A2540"/>
                  </a:solidFill>
                  <a:latin typeface="Inter SemiBold"/>
                  <a:ea typeface="Inter SemiBold"/>
                  <a:cs typeface="Inter SemiBold"/>
                </a:defRPr>
              </a:defPPr>
              <a:lvl1pPr algn="l">
                <a:defRPr sz="1099" b="0" i="0" kern="0" spc="0">
                  <a:solidFill>
                    <a:srgbClr val="0A2540"/>
                  </a:solidFill>
                  <a:latin typeface="Inter SemiBold"/>
                  <a:ea typeface="Inter SemiBold"/>
                  <a:cs typeface="Inter SemiBold"/>
                </a:defRPr>
              </a:lvl1pPr>
              <a:lvl2pPr algn="l">
                <a:defRPr sz="1099" b="0" i="0" kern="0" spc="0">
                  <a:solidFill>
                    <a:srgbClr val="0A2540"/>
                  </a:solidFill>
                  <a:latin typeface="Inter SemiBold"/>
                  <a:ea typeface="Inter SemiBold"/>
                  <a:cs typeface="Inter SemiBold"/>
                </a:defRPr>
              </a:lvl2pPr>
              <a:lvl3pPr algn="l">
                <a:defRPr sz="1099" b="0" i="0" kern="0" spc="0">
                  <a:solidFill>
                    <a:srgbClr val="0A2540"/>
                  </a:solidFill>
                  <a:latin typeface="Inter SemiBold"/>
                  <a:ea typeface="Inter SemiBold"/>
                  <a:cs typeface="Inter SemiBold"/>
                </a:defRPr>
              </a:lvl3pPr>
              <a:lvl4pPr algn="l">
                <a:defRPr sz="1099" b="0" i="0" kern="0" spc="0">
                  <a:solidFill>
                    <a:srgbClr val="0A2540"/>
                  </a:solidFill>
                  <a:latin typeface="Inter SemiBold"/>
                  <a:ea typeface="Inter SemiBold"/>
                  <a:cs typeface="Inter SemiBold"/>
                </a:defRPr>
              </a:lvl4pPr>
              <a:lvl5pPr algn="l">
                <a:defRPr sz="1099" b="0" i="0" kern="0" spc="0">
                  <a:solidFill>
                    <a:srgbClr val="0A2540"/>
                  </a:solidFill>
                  <a:latin typeface="Inter SemiBold"/>
                  <a:ea typeface="Inter SemiBold"/>
                  <a:cs typeface="Inter SemiBold"/>
                </a:defRPr>
              </a:lvl5pPr>
              <a:lvl6pPr algn="l">
                <a:defRPr sz="1099" b="0" i="0" kern="0" spc="0">
                  <a:solidFill>
                    <a:srgbClr val="0A2540"/>
                  </a:solidFill>
                  <a:latin typeface="Inter SemiBold"/>
                  <a:ea typeface="Inter SemiBold"/>
                  <a:cs typeface="Inter SemiBold"/>
                </a:defRPr>
              </a:lvl6pPr>
              <a:lvl7pPr algn="l">
                <a:defRPr sz="1099" b="0" i="0" kern="0" spc="0">
                  <a:solidFill>
                    <a:srgbClr val="0A2540"/>
                  </a:solidFill>
                  <a:latin typeface="Inter SemiBold"/>
                  <a:ea typeface="Inter SemiBold"/>
                  <a:cs typeface="Inter SemiBold"/>
                </a:defRPr>
              </a:lvl7pPr>
              <a:lvl8pPr algn="l">
                <a:defRPr sz="1099" b="0" i="0" kern="0" spc="0">
                  <a:solidFill>
                    <a:srgbClr val="0A2540"/>
                  </a:solidFill>
                  <a:latin typeface="Inter SemiBold"/>
                  <a:ea typeface="Inter SemiBold"/>
                  <a:cs typeface="Inter SemiBold"/>
                </a:defRPr>
              </a:lvl8pPr>
              <a:lvl9pPr algn="l">
                <a:defRPr sz="1099" b="0" i="0" kern="0" spc="0">
                  <a:solidFill>
                    <a:srgbClr val="0A2540"/>
                  </a:solidFill>
                  <a:latin typeface="Inter SemiBold"/>
                  <a:ea typeface="Inter SemiBold"/>
                  <a:cs typeface="Inter SemiBold"/>
                </a:defRPr>
              </a:lvl9pPr>
            </a:lstStyle>
            <a:p>
              <a:pPr algn="l">
                <a:lnSpc>
                  <a:spcPct val="100000"/>
                </a:lnSpc>
                <a:buNone/>
                <a:defRPr sz="1099" b="0" i="0" kern="0" spc="0">
                  <a:solidFill>
                    <a:srgbClr val="0A2540"/>
                  </a:solidFill>
                  <a:latin typeface="Inter SemiBold"/>
                  <a:ea typeface="Inter SemiBold"/>
                  <a:cs typeface="Inter SemiBold"/>
                </a:defRPr>
              </a:pPr>
              <a:r>
                <a:rPr sz="1099" b="0" i="0" kern="0" spc="0">
                  <a:solidFill>
                    <a:srgbClr val="0A2540"/>
                  </a:solidFill>
                  <a:latin typeface="Inter SemiBold"/>
                  <a:ea typeface="Inter SemiBold"/>
                  <a:cs typeface="Inter SemiBold"/>
                </a:rPr>
                <a:t>(</a:t>
              </a:r>
            </a:p>
          </p:txBody>
        </p:sp>
        <p:sp>
          <p:nvSpPr>
            <p:cNvPr id="113" name="s6 text 69">
              <a:extLst>
                <a:ext uri="{FF2B5EF4-FFF2-40B4-BE49-F238E27FC236}">
                  <a16:creationId xmlns:a16="http://schemas.microsoft.com/office/drawing/2014/main" id="{EA5E0CF8-C9F0-4BF4-BAD1-677086B9C4A0}"/>
                </a:ext>
              </a:extLst>
            </p:cNvPr>
            <p:cNvSpPr>
              <a:spLocks noGrp="1"/>
            </p:cNvSpPr>
            <p:nvPr/>
          </p:nvSpPr>
          <p:spPr>
            <a:xfrm rot="-5400000">
              <a:off x="1696422" y="3715365"/>
              <a:ext cx="139589" cy="194232"/>
            </a:xfrm>
            <a:prstGeom prst="rect">
              <a:avLst/>
            </a:prstGeom>
            <a:noFill/>
            <a:ln w="0">
              <a:noFill/>
              <a:prstDash val="solid"/>
            </a:ln>
          </p:spPr>
          <p:txBody>
            <a:bodyPr wrap="none" lIns="0" tIns="0" rIns="0" bIns="0" anchor="t">
              <a:noAutofit/>
            </a:bodyPr>
            <a:lstStyle>
              <a:defPPr algn="l">
                <a:defRPr sz="1099" b="0" i="0" kern="0" spc="0">
                  <a:solidFill>
                    <a:srgbClr val="0A2540"/>
                  </a:solidFill>
                  <a:latin typeface="Inter SemiBold"/>
                  <a:ea typeface="Inter SemiBold"/>
                  <a:cs typeface="Inter SemiBold"/>
                </a:defRPr>
              </a:defPPr>
              <a:lvl1pPr algn="l">
                <a:defRPr sz="1099" b="0" i="0" kern="0" spc="0">
                  <a:solidFill>
                    <a:srgbClr val="0A2540"/>
                  </a:solidFill>
                  <a:latin typeface="Inter SemiBold"/>
                  <a:ea typeface="Inter SemiBold"/>
                  <a:cs typeface="Inter SemiBold"/>
                </a:defRPr>
              </a:lvl1pPr>
              <a:lvl2pPr algn="l">
                <a:defRPr sz="1099" b="0" i="0" kern="0" spc="0">
                  <a:solidFill>
                    <a:srgbClr val="0A2540"/>
                  </a:solidFill>
                  <a:latin typeface="Inter SemiBold"/>
                  <a:ea typeface="Inter SemiBold"/>
                  <a:cs typeface="Inter SemiBold"/>
                </a:defRPr>
              </a:lvl2pPr>
              <a:lvl3pPr algn="l">
                <a:defRPr sz="1099" b="0" i="0" kern="0" spc="0">
                  <a:solidFill>
                    <a:srgbClr val="0A2540"/>
                  </a:solidFill>
                  <a:latin typeface="Inter SemiBold"/>
                  <a:ea typeface="Inter SemiBold"/>
                  <a:cs typeface="Inter SemiBold"/>
                </a:defRPr>
              </a:lvl3pPr>
              <a:lvl4pPr algn="l">
                <a:defRPr sz="1099" b="0" i="0" kern="0" spc="0">
                  <a:solidFill>
                    <a:srgbClr val="0A2540"/>
                  </a:solidFill>
                  <a:latin typeface="Inter SemiBold"/>
                  <a:ea typeface="Inter SemiBold"/>
                  <a:cs typeface="Inter SemiBold"/>
                </a:defRPr>
              </a:lvl4pPr>
              <a:lvl5pPr algn="l">
                <a:defRPr sz="1099" b="0" i="0" kern="0" spc="0">
                  <a:solidFill>
                    <a:srgbClr val="0A2540"/>
                  </a:solidFill>
                  <a:latin typeface="Inter SemiBold"/>
                  <a:ea typeface="Inter SemiBold"/>
                  <a:cs typeface="Inter SemiBold"/>
                </a:defRPr>
              </a:lvl5pPr>
              <a:lvl6pPr algn="l">
                <a:defRPr sz="1099" b="0" i="0" kern="0" spc="0">
                  <a:solidFill>
                    <a:srgbClr val="0A2540"/>
                  </a:solidFill>
                  <a:latin typeface="Inter SemiBold"/>
                  <a:ea typeface="Inter SemiBold"/>
                  <a:cs typeface="Inter SemiBold"/>
                </a:defRPr>
              </a:lvl6pPr>
              <a:lvl7pPr algn="l">
                <a:defRPr sz="1099" b="0" i="0" kern="0" spc="0">
                  <a:solidFill>
                    <a:srgbClr val="0A2540"/>
                  </a:solidFill>
                  <a:latin typeface="Inter SemiBold"/>
                  <a:ea typeface="Inter SemiBold"/>
                  <a:cs typeface="Inter SemiBold"/>
                </a:defRPr>
              </a:lvl7pPr>
              <a:lvl8pPr algn="l">
                <a:defRPr sz="1099" b="0" i="0" kern="0" spc="0">
                  <a:solidFill>
                    <a:srgbClr val="0A2540"/>
                  </a:solidFill>
                  <a:latin typeface="Inter SemiBold"/>
                  <a:ea typeface="Inter SemiBold"/>
                  <a:cs typeface="Inter SemiBold"/>
                </a:defRPr>
              </a:lvl8pPr>
              <a:lvl9pPr algn="l">
                <a:defRPr sz="1099" b="0" i="0" kern="0" spc="0">
                  <a:solidFill>
                    <a:srgbClr val="0A2540"/>
                  </a:solidFill>
                  <a:latin typeface="Inter SemiBold"/>
                  <a:ea typeface="Inter SemiBold"/>
                  <a:cs typeface="Inter SemiBold"/>
                </a:defRPr>
              </a:lvl9pPr>
            </a:lstStyle>
            <a:p>
              <a:pPr algn="l">
                <a:lnSpc>
                  <a:spcPct val="100000"/>
                </a:lnSpc>
                <a:buNone/>
                <a:defRPr sz="1099" b="0" i="0" kern="0" spc="0">
                  <a:solidFill>
                    <a:srgbClr val="0A2540"/>
                  </a:solidFill>
                  <a:latin typeface="Inter SemiBold"/>
                  <a:ea typeface="Inter SemiBold"/>
                  <a:cs typeface="Inter SemiBold"/>
                </a:defRPr>
              </a:pPr>
              <a:r>
                <a:rPr sz="1099" b="0" i="0" kern="0" spc="0">
                  <a:solidFill>
                    <a:srgbClr val="0A2540"/>
                  </a:solidFill>
                  <a:latin typeface="Inter SemiBold"/>
                  <a:ea typeface="Inter SemiBold"/>
                  <a:cs typeface="Inter SemiBold"/>
                </a:rPr>
                <a:t>$</a:t>
              </a:r>
            </a:p>
          </p:txBody>
        </p:sp>
        <p:sp>
          <p:nvSpPr>
            <p:cNvPr id="114" name="s6 text 70">
              <a:extLst>
                <a:ext uri="{FF2B5EF4-FFF2-40B4-BE49-F238E27FC236}">
                  <a16:creationId xmlns:a16="http://schemas.microsoft.com/office/drawing/2014/main" id="{02C48135-384E-4465-B726-025D8AEFBB7B}"/>
                </a:ext>
              </a:extLst>
            </p:cNvPr>
            <p:cNvSpPr>
              <a:spLocks noGrp="1"/>
            </p:cNvSpPr>
            <p:nvPr/>
          </p:nvSpPr>
          <p:spPr>
            <a:xfrm rot="-5400000">
              <a:off x="1696422" y="3645151"/>
              <a:ext cx="139589" cy="194232"/>
            </a:xfrm>
            <a:prstGeom prst="rect">
              <a:avLst/>
            </a:prstGeom>
            <a:noFill/>
            <a:ln w="0">
              <a:noFill/>
              <a:prstDash val="solid"/>
            </a:ln>
          </p:spPr>
          <p:txBody>
            <a:bodyPr wrap="none" lIns="0" tIns="0" rIns="0" bIns="0" anchor="t">
              <a:noAutofit/>
            </a:bodyPr>
            <a:lstStyle>
              <a:defPPr algn="l">
                <a:defRPr sz="1099" b="0" i="0" kern="0" spc="0">
                  <a:solidFill>
                    <a:srgbClr val="0A2540"/>
                  </a:solidFill>
                  <a:latin typeface="Inter SemiBold"/>
                  <a:ea typeface="Inter SemiBold"/>
                  <a:cs typeface="Inter SemiBold"/>
                </a:defRPr>
              </a:defPPr>
              <a:lvl1pPr algn="l">
                <a:defRPr sz="1099" b="0" i="0" kern="0" spc="0">
                  <a:solidFill>
                    <a:srgbClr val="0A2540"/>
                  </a:solidFill>
                  <a:latin typeface="Inter SemiBold"/>
                  <a:ea typeface="Inter SemiBold"/>
                  <a:cs typeface="Inter SemiBold"/>
                </a:defRPr>
              </a:lvl1pPr>
              <a:lvl2pPr algn="l">
                <a:defRPr sz="1099" b="0" i="0" kern="0" spc="0">
                  <a:solidFill>
                    <a:srgbClr val="0A2540"/>
                  </a:solidFill>
                  <a:latin typeface="Inter SemiBold"/>
                  <a:ea typeface="Inter SemiBold"/>
                  <a:cs typeface="Inter SemiBold"/>
                </a:defRPr>
              </a:lvl2pPr>
              <a:lvl3pPr algn="l">
                <a:defRPr sz="1099" b="0" i="0" kern="0" spc="0">
                  <a:solidFill>
                    <a:srgbClr val="0A2540"/>
                  </a:solidFill>
                  <a:latin typeface="Inter SemiBold"/>
                  <a:ea typeface="Inter SemiBold"/>
                  <a:cs typeface="Inter SemiBold"/>
                </a:defRPr>
              </a:lvl3pPr>
              <a:lvl4pPr algn="l">
                <a:defRPr sz="1099" b="0" i="0" kern="0" spc="0">
                  <a:solidFill>
                    <a:srgbClr val="0A2540"/>
                  </a:solidFill>
                  <a:latin typeface="Inter SemiBold"/>
                  <a:ea typeface="Inter SemiBold"/>
                  <a:cs typeface="Inter SemiBold"/>
                </a:defRPr>
              </a:lvl4pPr>
              <a:lvl5pPr algn="l">
                <a:defRPr sz="1099" b="0" i="0" kern="0" spc="0">
                  <a:solidFill>
                    <a:srgbClr val="0A2540"/>
                  </a:solidFill>
                  <a:latin typeface="Inter SemiBold"/>
                  <a:ea typeface="Inter SemiBold"/>
                  <a:cs typeface="Inter SemiBold"/>
                </a:defRPr>
              </a:lvl5pPr>
              <a:lvl6pPr algn="l">
                <a:defRPr sz="1099" b="0" i="0" kern="0" spc="0">
                  <a:solidFill>
                    <a:srgbClr val="0A2540"/>
                  </a:solidFill>
                  <a:latin typeface="Inter SemiBold"/>
                  <a:ea typeface="Inter SemiBold"/>
                  <a:cs typeface="Inter SemiBold"/>
                </a:defRPr>
              </a:lvl6pPr>
              <a:lvl7pPr algn="l">
                <a:defRPr sz="1099" b="0" i="0" kern="0" spc="0">
                  <a:solidFill>
                    <a:srgbClr val="0A2540"/>
                  </a:solidFill>
                  <a:latin typeface="Inter SemiBold"/>
                  <a:ea typeface="Inter SemiBold"/>
                  <a:cs typeface="Inter SemiBold"/>
                </a:defRPr>
              </a:lvl7pPr>
              <a:lvl8pPr algn="l">
                <a:defRPr sz="1099" b="0" i="0" kern="0" spc="0">
                  <a:solidFill>
                    <a:srgbClr val="0A2540"/>
                  </a:solidFill>
                  <a:latin typeface="Inter SemiBold"/>
                  <a:ea typeface="Inter SemiBold"/>
                  <a:cs typeface="Inter SemiBold"/>
                </a:defRPr>
              </a:lvl8pPr>
              <a:lvl9pPr algn="l">
                <a:defRPr sz="1099" b="0" i="0" kern="0" spc="0">
                  <a:solidFill>
                    <a:srgbClr val="0A2540"/>
                  </a:solidFill>
                  <a:latin typeface="Inter SemiBold"/>
                  <a:ea typeface="Inter SemiBold"/>
                  <a:cs typeface="Inter SemiBold"/>
                </a:defRPr>
              </a:lvl9pPr>
            </a:lstStyle>
            <a:p>
              <a:pPr algn="l">
                <a:lnSpc>
                  <a:spcPct val="100000"/>
                </a:lnSpc>
                <a:buNone/>
                <a:defRPr sz="1099" b="0" i="0" kern="0" spc="0">
                  <a:solidFill>
                    <a:srgbClr val="0A2540"/>
                  </a:solidFill>
                  <a:latin typeface="Inter SemiBold"/>
                  <a:ea typeface="Inter SemiBold"/>
                  <a:cs typeface="Inter SemiBold"/>
                </a:defRPr>
              </a:pPr>
              <a:r>
                <a:rPr sz="1099" b="0" i="0" kern="0" spc="0">
                  <a:solidFill>
                    <a:srgbClr val="0A2540"/>
                  </a:solidFill>
                  <a:latin typeface="Inter SemiBold"/>
                  <a:ea typeface="Inter SemiBold"/>
                  <a:cs typeface="Inter SemiBold"/>
                </a:rPr>
                <a:t>)</a:t>
              </a:r>
            </a:p>
          </p:txBody>
        </p:sp>
        <p:sp>
          <p:nvSpPr>
            <p:cNvPr id="115" name="s6 text 71 halo">
              <a:extLst>
                <a:ext uri="{FF2B5EF4-FFF2-40B4-BE49-F238E27FC236}">
                  <a16:creationId xmlns:a16="http://schemas.microsoft.com/office/drawing/2014/main" id="{85C64F27-0A7D-4E38-A80F-714691BA8B29}"/>
                </a:ext>
              </a:extLst>
            </p:cNvPr>
            <p:cNvSpPr>
              <a:spLocks noGrp="1"/>
            </p:cNvSpPr>
            <p:nvPr/>
          </p:nvSpPr>
          <p:spPr>
            <a:xfrm>
              <a:off x="7530736" y="4733263"/>
              <a:ext cx="250355" cy="310433"/>
            </a:xfrm>
            <a:prstGeom prst="rect">
              <a:avLst/>
            </a:prstGeom>
            <a:noFill/>
            <a:ln w="0">
              <a:noFill/>
              <a:prstDash val="solid"/>
            </a:ln>
          </p:spPr>
          <p:txBody>
            <a:bodyPr wrap="none" lIns="0" tIns="0" rIns="0" bIns="0" anchor="t">
              <a:noAutofit/>
            </a:bodyPr>
            <a:lstStyle>
              <a:defPPr algn="l">
                <a:defRPr sz="1757" b="1" i="0" kern="0" spc="0">
                  <a:ln w="44099">
                    <a:solidFill>
                      <a:srgbClr val="FFFFFF"/>
                    </a:solidFill>
                    <a:prstDash val="solid"/>
                  </a:ln>
                  <a:solidFill>
                    <a:srgbClr val="FFFFFF"/>
                  </a:solidFill>
                  <a:latin typeface="Inter"/>
                  <a:ea typeface="Inter"/>
                  <a:cs typeface="Inter"/>
                </a:defRPr>
              </a:defPPr>
              <a:lvl1pPr algn="l">
                <a:defRPr sz="1757" b="1" i="0" kern="0" spc="0">
                  <a:ln w="44099">
                    <a:solidFill>
                      <a:srgbClr val="FFFFFF"/>
                    </a:solidFill>
                    <a:prstDash val="solid"/>
                  </a:ln>
                  <a:solidFill>
                    <a:srgbClr val="FFFFFF"/>
                  </a:solidFill>
                  <a:latin typeface="Inter"/>
                  <a:ea typeface="Inter"/>
                  <a:cs typeface="Inter"/>
                </a:defRPr>
              </a:lvl1pPr>
              <a:lvl2pPr algn="l">
                <a:defRPr sz="1757" b="1" i="0" kern="0" spc="0">
                  <a:ln w="44099">
                    <a:solidFill>
                      <a:srgbClr val="FFFFFF"/>
                    </a:solidFill>
                    <a:prstDash val="solid"/>
                  </a:ln>
                  <a:solidFill>
                    <a:srgbClr val="FFFFFF"/>
                  </a:solidFill>
                  <a:latin typeface="Inter"/>
                  <a:ea typeface="Inter"/>
                  <a:cs typeface="Inter"/>
                </a:defRPr>
              </a:lvl2pPr>
              <a:lvl3pPr algn="l">
                <a:defRPr sz="1757" b="1" i="0" kern="0" spc="0">
                  <a:ln w="44099">
                    <a:solidFill>
                      <a:srgbClr val="FFFFFF"/>
                    </a:solidFill>
                    <a:prstDash val="solid"/>
                  </a:ln>
                  <a:solidFill>
                    <a:srgbClr val="FFFFFF"/>
                  </a:solidFill>
                  <a:latin typeface="Inter"/>
                  <a:ea typeface="Inter"/>
                  <a:cs typeface="Inter"/>
                </a:defRPr>
              </a:lvl3pPr>
              <a:lvl4pPr algn="l">
                <a:defRPr sz="1757" b="1" i="0" kern="0" spc="0">
                  <a:ln w="44099">
                    <a:solidFill>
                      <a:srgbClr val="FFFFFF"/>
                    </a:solidFill>
                    <a:prstDash val="solid"/>
                  </a:ln>
                  <a:solidFill>
                    <a:srgbClr val="FFFFFF"/>
                  </a:solidFill>
                  <a:latin typeface="Inter"/>
                  <a:ea typeface="Inter"/>
                  <a:cs typeface="Inter"/>
                </a:defRPr>
              </a:lvl4pPr>
              <a:lvl5pPr algn="l">
                <a:defRPr sz="1757" b="1" i="0" kern="0" spc="0">
                  <a:ln w="44099">
                    <a:solidFill>
                      <a:srgbClr val="FFFFFF"/>
                    </a:solidFill>
                    <a:prstDash val="solid"/>
                  </a:ln>
                  <a:solidFill>
                    <a:srgbClr val="FFFFFF"/>
                  </a:solidFill>
                  <a:latin typeface="Inter"/>
                  <a:ea typeface="Inter"/>
                  <a:cs typeface="Inter"/>
                </a:defRPr>
              </a:lvl5pPr>
              <a:lvl6pPr algn="l">
                <a:defRPr sz="1757" b="1" i="0" kern="0" spc="0">
                  <a:ln w="44099">
                    <a:solidFill>
                      <a:srgbClr val="FFFFFF"/>
                    </a:solidFill>
                    <a:prstDash val="solid"/>
                  </a:ln>
                  <a:solidFill>
                    <a:srgbClr val="FFFFFF"/>
                  </a:solidFill>
                  <a:latin typeface="Inter"/>
                  <a:ea typeface="Inter"/>
                  <a:cs typeface="Inter"/>
                </a:defRPr>
              </a:lvl6pPr>
              <a:lvl7pPr algn="l">
                <a:defRPr sz="1757" b="1" i="0" kern="0" spc="0">
                  <a:ln w="44099">
                    <a:solidFill>
                      <a:srgbClr val="FFFFFF"/>
                    </a:solidFill>
                    <a:prstDash val="solid"/>
                  </a:ln>
                  <a:solidFill>
                    <a:srgbClr val="FFFFFF"/>
                  </a:solidFill>
                  <a:latin typeface="Inter"/>
                  <a:ea typeface="Inter"/>
                  <a:cs typeface="Inter"/>
                </a:defRPr>
              </a:lvl7pPr>
              <a:lvl8pPr algn="l">
                <a:defRPr sz="1757" b="1" i="0" kern="0" spc="0">
                  <a:ln w="44099">
                    <a:solidFill>
                      <a:srgbClr val="FFFFFF"/>
                    </a:solidFill>
                    <a:prstDash val="solid"/>
                  </a:ln>
                  <a:solidFill>
                    <a:srgbClr val="FFFFFF"/>
                  </a:solidFill>
                  <a:latin typeface="Inter"/>
                  <a:ea typeface="Inter"/>
                  <a:cs typeface="Inter"/>
                </a:defRPr>
              </a:lvl8pPr>
              <a:lvl9pPr algn="l">
                <a:defRPr sz="1757" b="1" i="0" kern="0" spc="0">
                  <a:ln w="44099">
                    <a:solidFill>
                      <a:srgbClr val="FFFFFF"/>
                    </a:solidFill>
                    <a:prstDash val="solid"/>
                  </a:ln>
                  <a:solidFill>
                    <a:srgbClr val="FFFFFF"/>
                  </a:solidFill>
                  <a:latin typeface="Inter"/>
                  <a:ea typeface="Inter"/>
                  <a:cs typeface="Inter"/>
                </a:defRPr>
              </a:lvl9pPr>
            </a:lstStyle>
            <a:p>
              <a:pPr algn="l">
                <a:lnSpc>
                  <a:spcPct val="100000"/>
                </a:lnSpc>
                <a:buNone/>
                <a:defRPr sz="1757" b="1" i="0" kern="0" spc="0">
                  <a:solidFill>
                    <a:srgbClr val="FFFFFF"/>
                  </a:solidFill>
                  <a:latin typeface="Inter"/>
                  <a:ea typeface="Inter"/>
                  <a:cs typeface="Inter"/>
                </a:defRPr>
              </a:pPr>
              <a:r>
                <a:rPr sz="1757" b="1" i="0" kern="0" spc="0">
                  <a:ln w="44099">
                    <a:solidFill>
                      <a:srgbClr val="FFFFFF"/>
                    </a:solidFill>
                    <a:prstDash val="solid"/>
                  </a:ln>
                  <a:solidFill>
                    <a:srgbClr val="FFFFFF"/>
                  </a:solidFill>
                  <a:latin typeface="Inter"/>
                  <a:ea typeface="Inter"/>
                  <a:cs typeface="Inter"/>
                </a:rPr>
                <a:t>D</a:t>
              </a:r>
            </a:p>
          </p:txBody>
        </p:sp>
        <p:sp>
          <p:nvSpPr>
            <p:cNvPr id="116" name="s6 text 71">
              <a:extLst>
                <a:ext uri="{FF2B5EF4-FFF2-40B4-BE49-F238E27FC236}">
                  <a16:creationId xmlns:a16="http://schemas.microsoft.com/office/drawing/2014/main" id="{97E59F45-CF65-4392-BAFA-AF5AFDC403C5}"/>
                </a:ext>
              </a:extLst>
            </p:cNvPr>
            <p:cNvSpPr>
              <a:spLocks noGrp="1"/>
            </p:cNvSpPr>
            <p:nvPr/>
          </p:nvSpPr>
          <p:spPr>
            <a:xfrm>
              <a:off x="7530736" y="4733263"/>
              <a:ext cx="250355" cy="310433"/>
            </a:xfrm>
            <a:prstGeom prst="rect">
              <a:avLst/>
            </a:prstGeom>
            <a:noFill/>
            <a:ln w="0">
              <a:noFill/>
              <a:prstDash val="solid"/>
            </a:ln>
          </p:spPr>
          <p:txBody>
            <a:bodyPr wrap="none" lIns="0" tIns="0" rIns="0" bIns="0" anchor="t">
              <a:noAutofit/>
            </a:bodyPr>
            <a:lstStyle>
              <a:defPPr algn="l">
                <a:defRPr sz="1757" b="1" i="0" kern="0" spc="0">
                  <a:solidFill>
                    <a:srgbClr val="0A2540"/>
                  </a:solidFill>
                  <a:latin typeface="Inter"/>
                  <a:ea typeface="Inter"/>
                  <a:cs typeface="Inter"/>
                </a:defRPr>
              </a:defPPr>
              <a:lvl1pPr algn="l">
                <a:defRPr sz="1757" b="1" i="0" kern="0" spc="0">
                  <a:solidFill>
                    <a:srgbClr val="0A2540"/>
                  </a:solidFill>
                  <a:latin typeface="Inter"/>
                  <a:ea typeface="Inter"/>
                  <a:cs typeface="Inter"/>
                </a:defRPr>
              </a:lvl1pPr>
              <a:lvl2pPr algn="l">
                <a:defRPr sz="1757" b="1" i="0" kern="0" spc="0">
                  <a:solidFill>
                    <a:srgbClr val="0A2540"/>
                  </a:solidFill>
                  <a:latin typeface="Inter"/>
                  <a:ea typeface="Inter"/>
                  <a:cs typeface="Inter"/>
                </a:defRPr>
              </a:lvl2pPr>
              <a:lvl3pPr algn="l">
                <a:defRPr sz="1757" b="1" i="0" kern="0" spc="0">
                  <a:solidFill>
                    <a:srgbClr val="0A2540"/>
                  </a:solidFill>
                  <a:latin typeface="Inter"/>
                  <a:ea typeface="Inter"/>
                  <a:cs typeface="Inter"/>
                </a:defRPr>
              </a:lvl3pPr>
              <a:lvl4pPr algn="l">
                <a:defRPr sz="1757" b="1" i="0" kern="0" spc="0">
                  <a:solidFill>
                    <a:srgbClr val="0A2540"/>
                  </a:solidFill>
                  <a:latin typeface="Inter"/>
                  <a:ea typeface="Inter"/>
                  <a:cs typeface="Inter"/>
                </a:defRPr>
              </a:lvl4pPr>
              <a:lvl5pPr algn="l">
                <a:defRPr sz="1757" b="1" i="0" kern="0" spc="0">
                  <a:solidFill>
                    <a:srgbClr val="0A2540"/>
                  </a:solidFill>
                  <a:latin typeface="Inter"/>
                  <a:ea typeface="Inter"/>
                  <a:cs typeface="Inter"/>
                </a:defRPr>
              </a:lvl5pPr>
              <a:lvl6pPr algn="l">
                <a:defRPr sz="1757" b="1" i="0" kern="0" spc="0">
                  <a:solidFill>
                    <a:srgbClr val="0A2540"/>
                  </a:solidFill>
                  <a:latin typeface="Inter"/>
                  <a:ea typeface="Inter"/>
                  <a:cs typeface="Inter"/>
                </a:defRPr>
              </a:lvl6pPr>
              <a:lvl7pPr algn="l">
                <a:defRPr sz="1757" b="1" i="0" kern="0" spc="0">
                  <a:solidFill>
                    <a:srgbClr val="0A2540"/>
                  </a:solidFill>
                  <a:latin typeface="Inter"/>
                  <a:ea typeface="Inter"/>
                  <a:cs typeface="Inter"/>
                </a:defRPr>
              </a:lvl7pPr>
              <a:lvl8pPr algn="l">
                <a:defRPr sz="1757" b="1" i="0" kern="0" spc="0">
                  <a:solidFill>
                    <a:srgbClr val="0A2540"/>
                  </a:solidFill>
                  <a:latin typeface="Inter"/>
                  <a:ea typeface="Inter"/>
                  <a:cs typeface="Inter"/>
                </a:defRPr>
              </a:lvl8pPr>
              <a:lvl9pPr algn="l">
                <a:defRPr sz="1757" b="1" i="0" kern="0" spc="0">
                  <a:solidFill>
                    <a:srgbClr val="0A2540"/>
                  </a:solidFill>
                  <a:latin typeface="Inter"/>
                  <a:ea typeface="Inter"/>
                  <a:cs typeface="Inter"/>
                </a:defRPr>
              </a:lvl9pPr>
            </a:lstStyle>
            <a:p>
              <a:pPr algn="l">
                <a:lnSpc>
                  <a:spcPct val="100000"/>
                </a:lnSpc>
                <a:buNone/>
                <a:defRPr sz="1757" b="1" i="0" kern="0" spc="0">
                  <a:solidFill>
                    <a:srgbClr val="0A2540"/>
                  </a:solidFill>
                  <a:latin typeface="Inter"/>
                  <a:ea typeface="Inter"/>
                  <a:cs typeface="Inter"/>
                </a:defRPr>
              </a:pPr>
              <a:r>
                <a:rPr sz="1757" b="1" i="0" kern="0" spc="0">
                  <a:solidFill>
                    <a:srgbClr val="0A2540"/>
                  </a:solidFill>
                  <a:latin typeface="Inter"/>
                  <a:ea typeface="Inter"/>
                  <a:cs typeface="Inter"/>
                </a:rPr>
                <a:t>D</a:t>
              </a:r>
            </a:p>
          </p:txBody>
        </p:sp>
        <p:sp>
          <p:nvSpPr>
            <p:cNvPr id="117" name="s6 text 72 halo">
              <a:extLst>
                <a:ext uri="{FF2B5EF4-FFF2-40B4-BE49-F238E27FC236}">
                  <a16:creationId xmlns:a16="http://schemas.microsoft.com/office/drawing/2014/main" id="{28D03025-0F46-4690-B867-B257FDB78CE3}"/>
                </a:ext>
              </a:extLst>
            </p:cNvPr>
            <p:cNvSpPr>
              <a:spLocks noGrp="1"/>
            </p:cNvSpPr>
            <p:nvPr/>
          </p:nvSpPr>
          <p:spPr>
            <a:xfrm>
              <a:off x="5766788" y="2478406"/>
              <a:ext cx="235353" cy="310433"/>
            </a:xfrm>
            <a:prstGeom prst="rect">
              <a:avLst/>
            </a:prstGeom>
            <a:noFill/>
            <a:ln w="0">
              <a:noFill/>
              <a:prstDash val="solid"/>
            </a:ln>
          </p:spPr>
          <p:txBody>
            <a:bodyPr wrap="none" lIns="0" tIns="0" rIns="0" bIns="0" anchor="t">
              <a:noAutofit/>
            </a:bodyPr>
            <a:lstStyle>
              <a:defPPr algn="l">
                <a:defRPr sz="1757" b="1" i="0" kern="0" spc="0">
                  <a:ln w="44099">
                    <a:solidFill>
                      <a:srgbClr val="FFFFFF"/>
                    </a:solidFill>
                    <a:prstDash val="solid"/>
                  </a:ln>
                  <a:solidFill>
                    <a:srgbClr val="FFFFFF"/>
                  </a:solidFill>
                  <a:latin typeface="Inter"/>
                  <a:ea typeface="Inter"/>
                  <a:cs typeface="Inter"/>
                </a:defRPr>
              </a:defPPr>
              <a:lvl1pPr algn="l">
                <a:defRPr sz="1757" b="1" i="0" kern="0" spc="0">
                  <a:ln w="44099">
                    <a:solidFill>
                      <a:srgbClr val="FFFFFF"/>
                    </a:solidFill>
                    <a:prstDash val="solid"/>
                  </a:ln>
                  <a:solidFill>
                    <a:srgbClr val="FFFFFF"/>
                  </a:solidFill>
                  <a:latin typeface="Inter"/>
                  <a:ea typeface="Inter"/>
                  <a:cs typeface="Inter"/>
                </a:defRPr>
              </a:lvl1pPr>
              <a:lvl2pPr algn="l">
                <a:defRPr sz="1757" b="1" i="0" kern="0" spc="0">
                  <a:ln w="44099">
                    <a:solidFill>
                      <a:srgbClr val="FFFFFF"/>
                    </a:solidFill>
                    <a:prstDash val="solid"/>
                  </a:ln>
                  <a:solidFill>
                    <a:srgbClr val="FFFFFF"/>
                  </a:solidFill>
                  <a:latin typeface="Inter"/>
                  <a:ea typeface="Inter"/>
                  <a:cs typeface="Inter"/>
                </a:defRPr>
              </a:lvl2pPr>
              <a:lvl3pPr algn="l">
                <a:defRPr sz="1757" b="1" i="0" kern="0" spc="0">
                  <a:ln w="44099">
                    <a:solidFill>
                      <a:srgbClr val="FFFFFF"/>
                    </a:solidFill>
                    <a:prstDash val="solid"/>
                  </a:ln>
                  <a:solidFill>
                    <a:srgbClr val="FFFFFF"/>
                  </a:solidFill>
                  <a:latin typeface="Inter"/>
                  <a:ea typeface="Inter"/>
                  <a:cs typeface="Inter"/>
                </a:defRPr>
              </a:lvl3pPr>
              <a:lvl4pPr algn="l">
                <a:defRPr sz="1757" b="1" i="0" kern="0" spc="0">
                  <a:ln w="44099">
                    <a:solidFill>
                      <a:srgbClr val="FFFFFF"/>
                    </a:solidFill>
                    <a:prstDash val="solid"/>
                  </a:ln>
                  <a:solidFill>
                    <a:srgbClr val="FFFFFF"/>
                  </a:solidFill>
                  <a:latin typeface="Inter"/>
                  <a:ea typeface="Inter"/>
                  <a:cs typeface="Inter"/>
                </a:defRPr>
              </a:lvl4pPr>
              <a:lvl5pPr algn="l">
                <a:defRPr sz="1757" b="1" i="0" kern="0" spc="0">
                  <a:ln w="44099">
                    <a:solidFill>
                      <a:srgbClr val="FFFFFF"/>
                    </a:solidFill>
                    <a:prstDash val="solid"/>
                  </a:ln>
                  <a:solidFill>
                    <a:srgbClr val="FFFFFF"/>
                  </a:solidFill>
                  <a:latin typeface="Inter"/>
                  <a:ea typeface="Inter"/>
                  <a:cs typeface="Inter"/>
                </a:defRPr>
              </a:lvl5pPr>
              <a:lvl6pPr algn="l">
                <a:defRPr sz="1757" b="1" i="0" kern="0" spc="0">
                  <a:ln w="44099">
                    <a:solidFill>
                      <a:srgbClr val="FFFFFF"/>
                    </a:solidFill>
                    <a:prstDash val="solid"/>
                  </a:ln>
                  <a:solidFill>
                    <a:srgbClr val="FFFFFF"/>
                  </a:solidFill>
                  <a:latin typeface="Inter"/>
                  <a:ea typeface="Inter"/>
                  <a:cs typeface="Inter"/>
                </a:defRPr>
              </a:lvl6pPr>
              <a:lvl7pPr algn="l">
                <a:defRPr sz="1757" b="1" i="0" kern="0" spc="0">
                  <a:ln w="44099">
                    <a:solidFill>
                      <a:srgbClr val="FFFFFF"/>
                    </a:solidFill>
                    <a:prstDash val="solid"/>
                  </a:ln>
                  <a:solidFill>
                    <a:srgbClr val="FFFFFF"/>
                  </a:solidFill>
                  <a:latin typeface="Inter"/>
                  <a:ea typeface="Inter"/>
                  <a:cs typeface="Inter"/>
                </a:defRPr>
              </a:lvl7pPr>
              <a:lvl8pPr algn="l">
                <a:defRPr sz="1757" b="1" i="0" kern="0" spc="0">
                  <a:ln w="44099">
                    <a:solidFill>
                      <a:srgbClr val="FFFFFF"/>
                    </a:solidFill>
                    <a:prstDash val="solid"/>
                  </a:ln>
                  <a:solidFill>
                    <a:srgbClr val="FFFFFF"/>
                  </a:solidFill>
                  <a:latin typeface="Inter"/>
                  <a:ea typeface="Inter"/>
                  <a:cs typeface="Inter"/>
                </a:defRPr>
              </a:lvl8pPr>
              <a:lvl9pPr algn="l">
                <a:defRPr sz="1757" b="1" i="0" kern="0" spc="0">
                  <a:ln w="44099">
                    <a:solidFill>
                      <a:srgbClr val="FFFFFF"/>
                    </a:solidFill>
                    <a:prstDash val="solid"/>
                  </a:ln>
                  <a:solidFill>
                    <a:srgbClr val="FFFFFF"/>
                  </a:solidFill>
                  <a:latin typeface="Inter"/>
                  <a:ea typeface="Inter"/>
                  <a:cs typeface="Inter"/>
                </a:defRPr>
              </a:lvl9pPr>
            </a:lstStyle>
            <a:p>
              <a:pPr algn="l">
                <a:lnSpc>
                  <a:spcPct val="100000"/>
                </a:lnSpc>
                <a:buNone/>
                <a:defRPr sz="1757" b="1" i="0" kern="0" spc="0">
                  <a:solidFill>
                    <a:srgbClr val="FFFFFF"/>
                  </a:solidFill>
                  <a:latin typeface="Inter"/>
                  <a:ea typeface="Inter"/>
                  <a:cs typeface="Inter"/>
                </a:defRPr>
              </a:pPr>
              <a:r>
                <a:rPr sz="1757" b="1" i="0" kern="0" spc="0">
                  <a:ln w="44099">
                    <a:solidFill>
                      <a:srgbClr val="FFFFFF"/>
                    </a:solidFill>
                    <a:prstDash val="solid"/>
                  </a:ln>
                  <a:solidFill>
                    <a:srgbClr val="FFFFFF"/>
                  </a:solidFill>
                  <a:latin typeface="Inter"/>
                  <a:ea typeface="Inter"/>
                  <a:cs typeface="Inter"/>
                </a:rPr>
                <a:t>S</a:t>
              </a:r>
            </a:p>
          </p:txBody>
        </p:sp>
        <p:sp>
          <p:nvSpPr>
            <p:cNvPr id="118" name="s6 text 72">
              <a:extLst>
                <a:ext uri="{FF2B5EF4-FFF2-40B4-BE49-F238E27FC236}">
                  <a16:creationId xmlns:a16="http://schemas.microsoft.com/office/drawing/2014/main" id="{C834BE5A-C4F5-4535-8585-FD569AE28692}"/>
                </a:ext>
              </a:extLst>
            </p:cNvPr>
            <p:cNvSpPr>
              <a:spLocks noGrp="1"/>
            </p:cNvSpPr>
            <p:nvPr/>
          </p:nvSpPr>
          <p:spPr>
            <a:xfrm>
              <a:off x="5766788" y="2478406"/>
              <a:ext cx="235353" cy="310433"/>
            </a:xfrm>
            <a:prstGeom prst="rect">
              <a:avLst/>
            </a:prstGeom>
            <a:noFill/>
            <a:ln w="0">
              <a:noFill/>
              <a:prstDash val="solid"/>
            </a:ln>
          </p:spPr>
          <p:txBody>
            <a:bodyPr wrap="none" lIns="0" tIns="0" rIns="0" bIns="0" anchor="t">
              <a:noAutofit/>
            </a:bodyPr>
            <a:lstStyle>
              <a:defPPr algn="l">
                <a:defRPr sz="1757" b="1" i="0" kern="0" spc="0">
                  <a:solidFill>
                    <a:srgbClr val="0A2540"/>
                  </a:solidFill>
                  <a:latin typeface="Inter"/>
                  <a:ea typeface="Inter"/>
                  <a:cs typeface="Inter"/>
                </a:defRPr>
              </a:defPPr>
              <a:lvl1pPr algn="l">
                <a:defRPr sz="1757" b="1" i="0" kern="0" spc="0">
                  <a:solidFill>
                    <a:srgbClr val="0A2540"/>
                  </a:solidFill>
                  <a:latin typeface="Inter"/>
                  <a:ea typeface="Inter"/>
                  <a:cs typeface="Inter"/>
                </a:defRPr>
              </a:lvl1pPr>
              <a:lvl2pPr algn="l">
                <a:defRPr sz="1757" b="1" i="0" kern="0" spc="0">
                  <a:solidFill>
                    <a:srgbClr val="0A2540"/>
                  </a:solidFill>
                  <a:latin typeface="Inter"/>
                  <a:ea typeface="Inter"/>
                  <a:cs typeface="Inter"/>
                </a:defRPr>
              </a:lvl2pPr>
              <a:lvl3pPr algn="l">
                <a:defRPr sz="1757" b="1" i="0" kern="0" spc="0">
                  <a:solidFill>
                    <a:srgbClr val="0A2540"/>
                  </a:solidFill>
                  <a:latin typeface="Inter"/>
                  <a:ea typeface="Inter"/>
                  <a:cs typeface="Inter"/>
                </a:defRPr>
              </a:lvl3pPr>
              <a:lvl4pPr algn="l">
                <a:defRPr sz="1757" b="1" i="0" kern="0" spc="0">
                  <a:solidFill>
                    <a:srgbClr val="0A2540"/>
                  </a:solidFill>
                  <a:latin typeface="Inter"/>
                  <a:ea typeface="Inter"/>
                  <a:cs typeface="Inter"/>
                </a:defRPr>
              </a:lvl4pPr>
              <a:lvl5pPr algn="l">
                <a:defRPr sz="1757" b="1" i="0" kern="0" spc="0">
                  <a:solidFill>
                    <a:srgbClr val="0A2540"/>
                  </a:solidFill>
                  <a:latin typeface="Inter"/>
                  <a:ea typeface="Inter"/>
                  <a:cs typeface="Inter"/>
                </a:defRPr>
              </a:lvl5pPr>
              <a:lvl6pPr algn="l">
                <a:defRPr sz="1757" b="1" i="0" kern="0" spc="0">
                  <a:solidFill>
                    <a:srgbClr val="0A2540"/>
                  </a:solidFill>
                  <a:latin typeface="Inter"/>
                  <a:ea typeface="Inter"/>
                  <a:cs typeface="Inter"/>
                </a:defRPr>
              </a:lvl6pPr>
              <a:lvl7pPr algn="l">
                <a:defRPr sz="1757" b="1" i="0" kern="0" spc="0">
                  <a:solidFill>
                    <a:srgbClr val="0A2540"/>
                  </a:solidFill>
                  <a:latin typeface="Inter"/>
                  <a:ea typeface="Inter"/>
                  <a:cs typeface="Inter"/>
                </a:defRPr>
              </a:lvl7pPr>
              <a:lvl8pPr algn="l">
                <a:defRPr sz="1757" b="1" i="0" kern="0" spc="0">
                  <a:solidFill>
                    <a:srgbClr val="0A2540"/>
                  </a:solidFill>
                  <a:latin typeface="Inter"/>
                  <a:ea typeface="Inter"/>
                  <a:cs typeface="Inter"/>
                </a:defRPr>
              </a:lvl8pPr>
              <a:lvl9pPr algn="l">
                <a:defRPr sz="1757" b="1" i="0" kern="0" spc="0">
                  <a:solidFill>
                    <a:srgbClr val="0A2540"/>
                  </a:solidFill>
                  <a:latin typeface="Inter"/>
                  <a:ea typeface="Inter"/>
                  <a:cs typeface="Inter"/>
                </a:defRPr>
              </a:lvl9pPr>
            </a:lstStyle>
            <a:p>
              <a:pPr algn="l">
                <a:lnSpc>
                  <a:spcPct val="100000"/>
                </a:lnSpc>
                <a:buNone/>
                <a:defRPr sz="1757" b="1" i="0" kern="0" spc="0">
                  <a:solidFill>
                    <a:srgbClr val="0A2540"/>
                  </a:solidFill>
                  <a:latin typeface="Inter"/>
                  <a:ea typeface="Inter"/>
                  <a:cs typeface="Inter"/>
                </a:defRPr>
              </a:pPr>
              <a:r>
                <a:rPr sz="1757" b="1" i="0" kern="0" spc="0">
                  <a:solidFill>
                    <a:srgbClr val="0A2540"/>
                  </a:solidFill>
                  <a:latin typeface="Inter"/>
                  <a:ea typeface="Inter"/>
                  <a:cs typeface="Inter"/>
                </a:rPr>
                <a:t>S</a:t>
              </a:r>
            </a:p>
          </p:txBody>
        </p:sp>
        <p:sp>
          <p:nvSpPr>
            <p:cNvPr id="119" name="s6 text 73 halo">
              <a:extLst>
                <a:ext uri="{FF2B5EF4-FFF2-40B4-BE49-F238E27FC236}">
                  <a16:creationId xmlns:a16="http://schemas.microsoft.com/office/drawing/2014/main" id="{945BEF74-35EF-4E56-A580-430009274A59}"/>
                </a:ext>
              </a:extLst>
            </p:cNvPr>
            <p:cNvSpPr>
              <a:spLocks noGrp="1"/>
            </p:cNvSpPr>
            <p:nvPr/>
          </p:nvSpPr>
          <p:spPr>
            <a:xfrm>
              <a:off x="4282562" y="2623089"/>
              <a:ext cx="1218238" cy="239857"/>
            </a:xfrm>
            <a:prstGeom prst="rect">
              <a:avLst/>
            </a:prstGeom>
            <a:noFill/>
            <a:ln w="0">
              <a:noFill/>
              <a:prstDash val="solid"/>
            </a:ln>
          </p:spPr>
          <p:txBody>
            <a:bodyPr wrap="none" lIns="0" tIns="0" rIns="0" bIns="0" anchor="t">
              <a:noAutofit/>
            </a:bodyPr>
            <a:lstStyle>
              <a:defPPr algn="l">
                <a:defRPr sz="1357" b="1" i="0" kern="0" spc="-9">
                  <a:ln w="44099">
                    <a:solidFill>
                      <a:srgbClr val="FFFFFF"/>
                    </a:solidFill>
                    <a:prstDash val="solid"/>
                  </a:ln>
                  <a:solidFill>
                    <a:srgbClr val="FFFFFF"/>
                  </a:solidFill>
                  <a:latin typeface="Inter"/>
                  <a:ea typeface="Inter"/>
                  <a:cs typeface="Inter"/>
                </a:defRPr>
              </a:defPPr>
              <a:lvl1pPr algn="l">
                <a:defRPr sz="1357" b="1" i="0" kern="0" spc="-9">
                  <a:ln w="44099">
                    <a:solidFill>
                      <a:srgbClr val="FFFFFF"/>
                    </a:solidFill>
                    <a:prstDash val="solid"/>
                  </a:ln>
                  <a:solidFill>
                    <a:srgbClr val="FFFFFF"/>
                  </a:solidFill>
                  <a:latin typeface="Inter"/>
                  <a:ea typeface="Inter"/>
                  <a:cs typeface="Inter"/>
                </a:defRPr>
              </a:lvl1pPr>
              <a:lvl2pPr algn="l">
                <a:defRPr sz="1357" b="1" i="0" kern="0" spc="-9">
                  <a:ln w="44099">
                    <a:solidFill>
                      <a:srgbClr val="FFFFFF"/>
                    </a:solidFill>
                    <a:prstDash val="solid"/>
                  </a:ln>
                  <a:solidFill>
                    <a:srgbClr val="FFFFFF"/>
                  </a:solidFill>
                  <a:latin typeface="Inter"/>
                  <a:ea typeface="Inter"/>
                  <a:cs typeface="Inter"/>
                </a:defRPr>
              </a:lvl2pPr>
              <a:lvl3pPr algn="l">
                <a:defRPr sz="1357" b="1" i="0" kern="0" spc="-9">
                  <a:ln w="44099">
                    <a:solidFill>
                      <a:srgbClr val="FFFFFF"/>
                    </a:solidFill>
                    <a:prstDash val="solid"/>
                  </a:ln>
                  <a:solidFill>
                    <a:srgbClr val="FFFFFF"/>
                  </a:solidFill>
                  <a:latin typeface="Inter"/>
                  <a:ea typeface="Inter"/>
                  <a:cs typeface="Inter"/>
                </a:defRPr>
              </a:lvl3pPr>
              <a:lvl4pPr algn="l">
                <a:defRPr sz="1357" b="1" i="0" kern="0" spc="-9">
                  <a:ln w="44099">
                    <a:solidFill>
                      <a:srgbClr val="FFFFFF"/>
                    </a:solidFill>
                    <a:prstDash val="solid"/>
                  </a:ln>
                  <a:solidFill>
                    <a:srgbClr val="FFFFFF"/>
                  </a:solidFill>
                  <a:latin typeface="Inter"/>
                  <a:ea typeface="Inter"/>
                  <a:cs typeface="Inter"/>
                </a:defRPr>
              </a:lvl4pPr>
              <a:lvl5pPr algn="l">
                <a:defRPr sz="1357" b="1" i="0" kern="0" spc="-9">
                  <a:ln w="44099">
                    <a:solidFill>
                      <a:srgbClr val="FFFFFF"/>
                    </a:solidFill>
                    <a:prstDash val="solid"/>
                  </a:ln>
                  <a:solidFill>
                    <a:srgbClr val="FFFFFF"/>
                  </a:solidFill>
                  <a:latin typeface="Inter"/>
                  <a:ea typeface="Inter"/>
                  <a:cs typeface="Inter"/>
                </a:defRPr>
              </a:lvl5pPr>
              <a:lvl6pPr algn="l">
                <a:defRPr sz="1357" b="1" i="0" kern="0" spc="-9">
                  <a:ln w="44099">
                    <a:solidFill>
                      <a:srgbClr val="FFFFFF"/>
                    </a:solidFill>
                    <a:prstDash val="solid"/>
                  </a:ln>
                  <a:solidFill>
                    <a:srgbClr val="FFFFFF"/>
                  </a:solidFill>
                  <a:latin typeface="Inter"/>
                  <a:ea typeface="Inter"/>
                  <a:cs typeface="Inter"/>
                </a:defRPr>
              </a:lvl6pPr>
              <a:lvl7pPr algn="l">
                <a:defRPr sz="1357" b="1" i="0" kern="0" spc="-9">
                  <a:ln w="44099">
                    <a:solidFill>
                      <a:srgbClr val="FFFFFF"/>
                    </a:solidFill>
                    <a:prstDash val="solid"/>
                  </a:ln>
                  <a:solidFill>
                    <a:srgbClr val="FFFFFF"/>
                  </a:solidFill>
                  <a:latin typeface="Inter"/>
                  <a:ea typeface="Inter"/>
                  <a:cs typeface="Inter"/>
                </a:defRPr>
              </a:lvl7pPr>
              <a:lvl8pPr algn="l">
                <a:defRPr sz="1357" b="1" i="0" kern="0" spc="-9">
                  <a:ln w="44099">
                    <a:solidFill>
                      <a:srgbClr val="FFFFFF"/>
                    </a:solidFill>
                    <a:prstDash val="solid"/>
                  </a:ln>
                  <a:solidFill>
                    <a:srgbClr val="FFFFFF"/>
                  </a:solidFill>
                  <a:latin typeface="Inter"/>
                  <a:ea typeface="Inter"/>
                  <a:cs typeface="Inter"/>
                </a:defRPr>
              </a:lvl8pPr>
              <a:lvl9pPr algn="l">
                <a:defRPr sz="1357" b="1" i="0" kern="0" spc="-9">
                  <a:ln w="44099">
                    <a:solidFill>
                      <a:srgbClr val="FFFFFF"/>
                    </a:solidFill>
                    <a:prstDash val="solid"/>
                  </a:ln>
                  <a:solidFill>
                    <a:srgbClr val="FFFFFF"/>
                  </a:solidFill>
                  <a:latin typeface="Inter"/>
                  <a:ea typeface="Inter"/>
                  <a:cs typeface="Inter"/>
                </a:defRPr>
              </a:lvl9pPr>
            </a:lstStyle>
            <a:p>
              <a:pPr algn="l">
                <a:lnSpc>
                  <a:spcPct val="100000"/>
                </a:lnSpc>
                <a:buNone/>
                <a:defRPr sz="1357" b="1" i="0" kern="0" spc="-9">
                  <a:solidFill>
                    <a:srgbClr val="FFFFFF"/>
                  </a:solidFill>
                  <a:latin typeface="Inter"/>
                  <a:ea typeface="Inter"/>
                  <a:cs typeface="Inter"/>
                </a:defRPr>
              </a:pPr>
              <a:r>
                <a:rPr sz="1357" b="1" i="0" kern="0" spc="-9">
                  <a:ln w="44099">
                    <a:solidFill>
                      <a:srgbClr val="FFFFFF"/>
                    </a:solidFill>
                    <a:prstDash val="solid"/>
                  </a:ln>
                  <a:solidFill>
                    <a:srgbClr val="FFFFFF"/>
                  </a:solidFill>
                  <a:latin typeface="Inter"/>
                  <a:ea typeface="Inter"/>
                  <a:cs typeface="Inter"/>
                </a:rPr>
                <a:t>Autarky price</a:t>
              </a:r>
            </a:p>
          </p:txBody>
        </p:sp>
        <p:sp>
          <p:nvSpPr>
            <p:cNvPr id="120" name="s6 text 73">
              <a:extLst>
                <a:ext uri="{FF2B5EF4-FFF2-40B4-BE49-F238E27FC236}">
                  <a16:creationId xmlns:a16="http://schemas.microsoft.com/office/drawing/2014/main" id="{CDAAE2AC-3547-4751-A1DC-ACE881830483}"/>
                </a:ext>
              </a:extLst>
            </p:cNvPr>
            <p:cNvSpPr>
              <a:spLocks noGrp="1"/>
            </p:cNvSpPr>
            <p:nvPr/>
          </p:nvSpPr>
          <p:spPr>
            <a:xfrm>
              <a:off x="4282562" y="2623089"/>
              <a:ext cx="1218238" cy="239857"/>
            </a:xfrm>
            <a:prstGeom prst="rect">
              <a:avLst/>
            </a:prstGeom>
            <a:noFill/>
            <a:ln w="0">
              <a:noFill/>
              <a:prstDash val="solid"/>
            </a:ln>
          </p:spPr>
          <p:txBody>
            <a:bodyPr wrap="none" lIns="0" tIns="0" rIns="0" bIns="0" anchor="t">
              <a:noAutofit/>
            </a:bodyPr>
            <a:lstStyle>
              <a:defPPr algn="l">
                <a:defRPr sz="1357" b="1" i="0" kern="0" spc="-9">
                  <a:solidFill>
                    <a:srgbClr val="0A2540"/>
                  </a:solidFill>
                  <a:latin typeface="Inter"/>
                  <a:ea typeface="Inter"/>
                  <a:cs typeface="Inter"/>
                </a:defRPr>
              </a:defPPr>
              <a:lvl1pPr algn="l">
                <a:defRPr sz="1357" b="1" i="0" kern="0" spc="-9">
                  <a:solidFill>
                    <a:srgbClr val="0A2540"/>
                  </a:solidFill>
                  <a:latin typeface="Inter"/>
                  <a:ea typeface="Inter"/>
                  <a:cs typeface="Inter"/>
                </a:defRPr>
              </a:lvl1pPr>
              <a:lvl2pPr algn="l">
                <a:defRPr sz="1357" b="1" i="0" kern="0" spc="-9">
                  <a:solidFill>
                    <a:srgbClr val="0A2540"/>
                  </a:solidFill>
                  <a:latin typeface="Inter"/>
                  <a:ea typeface="Inter"/>
                  <a:cs typeface="Inter"/>
                </a:defRPr>
              </a:lvl2pPr>
              <a:lvl3pPr algn="l">
                <a:defRPr sz="1357" b="1" i="0" kern="0" spc="-9">
                  <a:solidFill>
                    <a:srgbClr val="0A2540"/>
                  </a:solidFill>
                  <a:latin typeface="Inter"/>
                  <a:ea typeface="Inter"/>
                  <a:cs typeface="Inter"/>
                </a:defRPr>
              </a:lvl3pPr>
              <a:lvl4pPr algn="l">
                <a:defRPr sz="1357" b="1" i="0" kern="0" spc="-9">
                  <a:solidFill>
                    <a:srgbClr val="0A2540"/>
                  </a:solidFill>
                  <a:latin typeface="Inter"/>
                  <a:ea typeface="Inter"/>
                  <a:cs typeface="Inter"/>
                </a:defRPr>
              </a:lvl4pPr>
              <a:lvl5pPr algn="l">
                <a:defRPr sz="1357" b="1" i="0" kern="0" spc="-9">
                  <a:solidFill>
                    <a:srgbClr val="0A2540"/>
                  </a:solidFill>
                  <a:latin typeface="Inter"/>
                  <a:ea typeface="Inter"/>
                  <a:cs typeface="Inter"/>
                </a:defRPr>
              </a:lvl5pPr>
              <a:lvl6pPr algn="l">
                <a:defRPr sz="1357" b="1" i="0" kern="0" spc="-9">
                  <a:solidFill>
                    <a:srgbClr val="0A2540"/>
                  </a:solidFill>
                  <a:latin typeface="Inter"/>
                  <a:ea typeface="Inter"/>
                  <a:cs typeface="Inter"/>
                </a:defRPr>
              </a:lvl6pPr>
              <a:lvl7pPr algn="l">
                <a:defRPr sz="1357" b="1" i="0" kern="0" spc="-9">
                  <a:solidFill>
                    <a:srgbClr val="0A2540"/>
                  </a:solidFill>
                  <a:latin typeface="Inter"/>
                  <a:ea typeface="Inter"/>
                  <a:cs typeface="Inter"/>
                </a:defRPr>
              </a:lvl7pPr>
              <a:lvl8pPr algn="l">
                <a:defRPr sz="1357" b="1" i="0" kern="0" spc="-9">
                  <a:solidFill>
                    <a:srgbClr val="0A2540"/>
                  </a:solidFill>
                  <a:latin typeface="Inter"/>
                  <a:ea typeface="Inter"/>
                  <a:cs typeface="Inter"/>
                </a:defRPr>
              </a:lvl8pPr>
              <a:lvl9pPr algn="l">
                <a:defRPr sz="1357" b="1" i="0" kern="0" spc="-9">
                  <a:solidFill>
                    <a:srgbClr val="0A2540"/>
                  </a:solidFill>
                  <a:latin typeface="Inter"/>
                  <a:ea typeface="Inter"/>
                  <a:cs typeface="Inter"/>
                </a:defRPr>
              </a:lvl9pPr>
            </a:lstStyle>
            <a:p>
              <a:pPr algn="l">
                <a:lnSpc>
                  <a:spcPct val="100000"/>
                </a:lnSpc>
                <a:buNone/>
                <a:defRPr sz="1357" b="1" i="0" kern="0" spc="-9">
                  <a:solidFill>
                    <a:srgbClr val="0A2540"/>
                  </a:solidFill>
                  <a:latin typeface="Inter"/>
                  <a:ea typeface="Inter"/>
                  <a:cs typeface="Inter"/>
                </a:defRPr>
              </a:pPr>
              <a:r>
                <a:rPr sz="1357" b="1" i="0" kern="0" spc="-9">
                  <a:solidFill>
                    <a:srgbClr val="0A2540"/>
                  </a:solidFill>
                  <a:latin typeface="Inter"/>
                  <a:ea typeface="Inter"/>
                  <a:cs typeface="Inter"/>
                </a:rPr>
                <a:t>Autarky price</a:t>
              </a:r>
            </a:p>
          </p:txBody>
        </p:sp>
        <p:sp>
          <p:nvSpPr>
            <p:cNvPr id="121" name="s6 text 74 halo">
              <a:extLst>
                <a:ext uri="{FF2B5EF4-FFF2-40B4-BE49-F238E27FC236}">
                  <a16:creationId xmlns:a16="http://schemas.microsoft.com/office/drawing/2014/main" id="{0B618642-0B79-48CA-B88A-F211815B3595}"/>
                </a:ext>
              </a:extLst>
            </p:cNvPr>
            <p:cNvSpPr>
              <a:spLocks noGrp="1"/>
            </p:cNvSpPr>
            <p:nvPr/>
          </p:nvSpPr>
          <p:spPr>
            <a:xfrm>
              <a:off x="4525115" y="2871446"/>
              <a:ext cx="726081" cy="239857"/>
            </a:xfrm>
            <a:prstGeom prst="rect">
              <a:avLst/>
            </a:prstGeom>
            <a:noFill/>
            <a:ln w="0">
              <a:noFill/>
              <a:prstDash val="solid"/>
            </a:ln>
          </p:spPr>
          <p:txBody>
            <a:bodyPr wrap="none" lIns="0" tIns="0" rIns="0" bIns="0" anchor="t">
              <a:noAutofit/>
            </a:bodyPr>
            <a:lstStyle>
              <a:defPPr algn="l">
                <a:defRPr sz="1357" b="1" i="0" kern="0" spc="-9">
                  <a:ln w="44099">
                    <a:solidFill>
                      <a:srgbClr val="FFFFFF"/>
                    </a:solidFill>
                    <a:prstDash val="solid"/>
                  </a:ln>
                  <a:solidFill>
                    <a:srgbClr val="FFFFFF"/>
                  </a:solidFill>
                  <a:latin typeface="Inter"/>
                  <a:ea typeface="Inter"/>
                  <a:cs typeface="Inter"/>
                </a:defRPr>
              </a:defPPr>
              <a:lvl1pPr algn="l">
                <a:defRPr sz="1357" b="1" i="0" kern="0" spc="-9">
                  <a:ln w="44099">
                    <a:solidFill>
                      <a:srgbClr val="FFFFFF"/>
                    </a:solidFill>
                    <a:prstDash val="solid"/>
                  </a:ln>
                  <a:solidFill>
                    <a:srgbClr val="FFFFFF"/>
                  </a:solidFill>
                  <a:latin typeface="Inter"/>
                  <a:ea typeface="Inter"/>
                  <a:cs typeface="Inter"/>
                </a:defRPr>
              </a:lvl1pPr>
              <a:lvl2pPr algn="l">
                <a:defRPr sz="1357" b="1" i="0" kern="0" spc="-9">
                  <a:ln w="44099">
                    <a:solidFill>
                      <a:srgbClr val="FFFFFF"/>
                    </a:solidFill>
                    <a:prstDash val="solid"/>
                  </a:ln>
                  <a:solidFill>
                    <a:srgbClr val="FFFFFF"/>
                  </a:solidFill>
                  <a:latin typeface="Inter"/>
                  <a:ea typeface="Inter"/>
                  <a:cs typeface="Inter"/>
                </a:defRPr>
              </a:lvl2pPr>
              <a:lvl3pPr algn="l">
                <a:defRPr sz="1357" b="1" i="0" kern="0" spc="-9">
                  <a:ln w="44099">
                    <a:solidFill>
                      <a:srgbClr val="FFFFFF"/>
                    </a:solidFill>
                    <a:prstDash val="solid"/>
                  </a:ln>
                  <a:solidFill>
                    <a:srgbClr val="FFFFFF"/>
                  </a:solidFill>
                  <a:latin typeface="Inter"/>
                  <a:ea typeface="Inter"/>
                  <a:cs typeface="Inter"/>
                </a:defRPr>
              </a:lvl3pPr>
              <a:lvl4pPr algn="l">
                <a:defRPr sz="1357" b="1" i="0" kern="0" spc="-9">
                  <a:ln w="44099">
                    <a:solidFill>
                      <a:srgbClr val="FFFFFF"/>
                    </a:solidFill>
                    <a:prstDash val="solid"/>
                  </a:ln>
                  <a:solidFill>
                    <a:srgbClr val="FFFFFF"/>
                  </a:solidFill>
                  <a:latin typeface="Inter"/>
                  <a:ea typeface="Inter"/>
                  <a:cs typeface="Inter"/>
                </a:defRPr>
              </a:lvl4pPr>
              <a:lvl5pPr algn="l">
                <a:defRPr sz="1357" b="1" i="0" kern="0" spc="-9">
                  <a:ln w="44099">
                    <a:solidFill>
                      <a:srgbClr val="FFFFFF"/>
                    </a:solidFill>
                    <a:prstDash val="solid"/>
                  </a:ln>
                  <a:solidFill>
                    <a:srgbClr val="FFFFFF"/>
                  </a:solidFill>
                  <a:latin typeface="Inter"/>
                  <a:ea typeface="Inter"/>
                  <a:cs typeface="Inter"/>
                </a:defRPr>
              </a:lvl5pPr>
              <a:lvl6pPr algn="l">
                <a:defRPr sz="1357" b="1" i="0" kern="0" spc="-9">
                  <a:ln w="44099">
                    <a:solidFill>
                      <a:srgbClr val="FFFFFF"/>
                    </a:solidFill>
                    <a:prstDash val="solid"/>
                  </a:ln>
                  <a:solidFill>
                    <a:srgbClr val="FFFFFF"/>
                  </a:solidFill>
                  <a:latin typeface="Inter"/>
                  <a:ea typeface="Inter"/>
                  <a:cs typeface="Inter"/>
                </a:defRPr>
              </a:lvl6pPr>
              <a:lvl7pPr algn="l">
                <a:defRPr sz="1357" b="1" i="0" kern="0" spc="-9">
                  <a:ln w="44099">
                    <a:solidFill>
                      <a:srgbClr val="FFFFFF"/>
                    </a:solidFill>
                    <a:prstDash val="solid"/>
                  </a:ln>
                  <a:solidFill>
                    <a:srgbClr val="FFFFFF"/>
                  </a:solidFill>
                  <a:latin typeface="Inter"/>
                  <a:ea typeface="Inter"/>
                  <a:cs typeface="Inter"/>
                </a:defRPr>
              </a:lvl7pPr>
              <a:lvl8pPr algn="l">
                <a:defRPr sz="1357" b="1" i="0" kern="0" spc="-9">
                  <a:ln w="44099">
                    <a:solidFill>
                      <a:srgbClr val="FFFFFF"/>
                    </a:solidFill>
                    <a:prstDash val="solid"/>
                  </a:ln>
                  <a:solidFill>
                    <a:srgbClr val="FFFFFF"/>
                  </a:solidFill>
                  <a:latin typeface="Inter"/>
                  <a:ea typeface="Inter"/>
                  <a:cs typeface="Inter"/>
                </a:defRPr>
              </a:lvl8pPr>
              <a:lvl9pPr algn="l">
                <a:defRPr sz="1357" b="1" i="0" kern="0" spc="-9">
                  <a:ln w="44099">
                    <a:solidFill>
                      <a:srgbClr val="FFFFFF"/>
                    </a:solidFill>
                    <a:prstDash val="solid"/>
                  </a:ln>
                  <a:solidFill>
                    <a:srgbClr val="FFFFFF"/>
                  </a:solidFill>
                  <a:latin typeface="Inter"/>
                  <a:ea typeface="Inter"/>
                  <a:cs typeface="Inter"/>
                </a:defRPr>
              </a:lvl9pPr>
            </a:lstStyle>
            <a:p>
              <a:pPr algn="l">
                <a:lnSpc>
                  <a:spcPct val="100000"/>
                </a:lnSpc>
                <a:buNone/>
                <a:defRPr sz="1357" b="1" i="0" kern="0" spc="-9">
                  <a:solidFill>
                    <a:srgbClr val="FFFFFF"/>
                  </a:solidFill>
                  <a:latin typeface="Inter"/>
                  <a:ea typeface="Inter"/>
                  <a:cs typeface="Inter"/>
                </a:defRPr>
              </a:pPr>
              <a:r>
                <a:rPr sz="1357" b="1" i="0" kern="0" spc="-9">
                  <a:ln w="44099">
                    <a:solidFill>
                      <a:srgbClr val="FFFFFF"/>
                    </a:solidFill>
                    <a:prstDash val="solid"/>
                  </a:ln>
                  <a:solidFill>
                    <a:srgbClr val="FFFFFF"/>
                  </a:solidFill>
                  <a:latin typeface="Inter"/>
                  <a:ea typeface="Inter"/>
                  <a:cs typeface="Inter"/>
                </a:rPr>
                <a:t>$137.50</a:t>
              </a:r>
            </a:p>
          </p:txBody>
        </p:sp>
        <p:sp>
          <p:nvSpPr>
            <p:cNvPr id="122" name="s6 text 74">
              <a:extLst>
                <a:ext uri="{FF2B5EF4-FFF2-40B4-BE49-F238E27FC236}">
                  <a16:creationId xmlns:a16="http://schemas.microsoft.com/office/drawing/2014/main" id="{97F06D52-D62A-480F-B04E-B128F4C56146}"/>
                </a:ext>
              </a:extLst>
            </p:cNvPr>
            <p:cNvSpPr>
              <a:spLocks noGrp="1"/>
            </p:cNvSpPr>
            <p:nvPr/>
          </p:nvSpPr>
          <p:spPr>
            <a:xfrm>
              <a:off x="4525115" y="2871446"/>
              <a:ext cx="726081" cy="239857"/>
            </a:xfrm>
            <a:prstGeom prst="rect">
              <a:avLst/>
            </a:prstGeom>
            <a:noFill/>
            <a:ln w="0">
              <a:noFill/>
              <a:prstDash val="solid"/>
            </a:ln>
          </p:spPr>
          <p:txBody>
            <a:bodyPr wrap="none" lIns="0" tIns="0" rIns="0" bIns="0" anchor="t">
              <a:noAutofit/>
            </a:bodyPr>
            <a:lstStyle>
              <a:defPPr algn="l">
                <a:defRPr sz="1357" b="1" i="0" kern="0" spc="-9">
                  <a:solidFill>
                    <a:srgbClr val="0A2540"/>
                  </a:solidFill>
                  <a:latin typeface="Inter"/>
                  <a:ea typeface="Inter"/>
                  <a:cs typeface="Inter"/>
                </a:defRPr>
              </a:defPPr>
              <a:lvl1pPr algn="l">
                <a:defRPr sz="1357" b="1" i="0" kern="0" spc="-9">
                  <a:solidFill>
                    <a:srgbClr val="0A2540"/>
                  </a:solidFill>
                  <a:latin typeface="Inter"/>
                  <a:ea typeface="Inter"/>
                  <a:cs typeface="Inter"/>
                </a:defRPr>
              </a:lvl1pPr>
              <a:lvl2pPr algn="l">
                <a:defRPr sz="1357" b="1" i="0" kern="0" spc="-9">
                  <a:solidFill>
                    <a:srgbClr val="0A2540"/>
                  </a:solidFill>
                  <a:latin typeface="Inter"/>
                  <a:ea typeface="Inter"/>
                  <a:cs typeface="Inter"/>
                </a:defRPr>
              </a:lvl2pPr>
              <a:lvl3pPr algn="l">
                <a:defRPr sz="1357" b="1" i="0" kern="0" spc="-9">
                  <a:solidFill>
                    <a:srgbClr val="0A2540"/>
                  </a:solidFill>
                  <a:latin typeface="Inter"/>
                  <a:ea typeface="Inter"/>
                  <a:cs typeface="Inter"/>
                </a:defRPr>
              </a:lvl3pPr>
              <a:lvl4pPr algn="l">
                <a:defRPr sz="1357" b="1" i="0" kern="0" spc="-9">
                  <a:solidFill>
                    <a:srgbClr val="0A2540"/>
                  </a:solidFill>
                  <a:latin typeface="Inter"/>
                  <a:ea typeface="Inter"/>
                  <a:cs typeface="Inter"/>
                </a:defRPr>
              </a:lvl4pPr>
              <a:lvl5pPr algn="l">
                <a:defRPr sz="1357" b="1" i="0" kern="0" spc="-9">
                  <a:solidFill>
                    <a:srgbClr val="0A2540"/>
                  </a:solidFill>
                  <a:latin typeface="Inter"/>
                  <a:ea typeface="Inter"/>
                  <a:cs typeface="Inter"/>
                </a:defRPr>
              </a:lvl5pPr>
              <a:lvl6pPr algn="l">
                <a:defRPr sz="1357" b="1" i="0" kern="0" spc="-9">
                  <a:solidFill>
                    <a:srgbClr val="0A2540"/>
                  </a:solidFill>
                  <a:latin typeface="Inter"/>
                  <a:ea typeface="Inter"/>
                  <a:cs typeface="Inter"/>
                </a:defRPr>
              </a:lvl6pPr>
              <a:lvl7pPr algn="l">
                <a:defRPr sz="1357" b="1" i="0" kern="0" spc="-9">
                  <a:solidFill>
                    <a:srgbClr val="0A2540"/>
                  </a:solidFill>
                  <a:latin typeface="Inter"/>
                  <a:ea typeface="Inter"/>
                  <a:cs typeface="Inter"/>
                </a:defRPr>
              </a:lvl7pPr>
              <a:lvl8pPr algn="l">
                <a:defRPr sz="1357" b="1" i="0" kern="0" spc="-9">
                  <a:solidFill>
                    <a:srgbClr val="0A2540"/>
                  </a:solidFill>
                  <a:latin typeface="Inter"/>
                  <a:ea typeface="Inter"/>
                  <a:cs typeface="Inter"/>
                </a:defRPr>
              </a:lvl8pPr>
              <a:lvl9pPr algn="l">
                <a:defRPr sz="1357" b="1" i="0" kern="0" spc="-9">
                  <a:solidFill>
                    <a:srgbClr val="0A2540"/>
                  </a:solidFill>
                  <a:latin typeface="Inter"/>
                  <a:ea typeface="Inter"/>
                  <a:cs typeface="Inter"/>
                </a:defRPr>
              </a:lvl9pPr>
            </a:lstStyle>
            <a:p>
              <a:pPr algn="l">
                <a:lnSpc>
                  <a:spcPct val="100000"/>
                </a:lnSpc>
                <a:buNone/>
                <a:defRPr sz="1357" b="1" i="0" kern="0" spc="-9">
                  <a:solidFill>
                    <a:srgbClr val="0A2540"/>
                  </a:solidFill>
                  <a:latin typeface="Inter"/>
                  <a:ea typeface="Inter"/>
                  <a:cs typeface="Inter"/>
                </a:defRPr>
              </a:pPr>
              <a:r>
                <a:rPr sz="1357" b="1" i="0" kern="0" spc="-9">
                  <a:solidFill>
                    <a:srgbClr val="0A2540"/>
                  </a:solidFill>
                  <a:latin typeface="Inter"/>
                  <a:ea typeface="Inter"/>
                  <a:cs typeface="Inter"/>
                </a:rPr>
                <a:t>$137.50</a:t>
              </a:r>
            </a:p>
          </p:txBody>
        </p:sp>
        <p:sp>
          <p:nvSpPr>
            <p:cNvPr id="123" name="s6 text 75 halo">
              <a:extLst>
                <a:ext uri="{FF2B5EF4-FFF2-40B4-BE49-F238E27FC236}">
                  <a16:creationId xmlns:a16="http://schemas.microsoft.com/office/drawing/2014/main" id="{1ECDEAB9-2B1C-471D-A979-7D1CFC05055F}"/>
                </a:ext>
              </a:extLst>
            </p:cNvPr>
            <p:cNvSpPr>
              <a:spLocks noGrp="1"/>
            </p:cNvSpPr>
            <p:nvPr/>
          </p:nvSpPr>
          <p:spPr>
            <a:xfrm>
              <a:off x="3394951" y="3356661"/>
              <a:ext cx="262623" cy="311526"/>
            </a:xfrm>
            <a:prstGeom prst="rect">
              <a:avLst/>
            </a:prstGeom>
            <a:noFill/>
            <a:ln w="0">
              <a:noFill/>
              <a:prstDash val="solid"/>
            </a:ln>
          </p:spPr>
          <p:txBody>
            <a:bodyPr wrap="none" lIns="0" tIns="0" rIns="0" bIns="0" anchor="t">
              <a:noAutofit/>
            </a:bodyPr>
            <a:lstStyle>
              <a:defPPr algn="l">
                <a:defRPr sz="1763" b="0" i="0" kern="0" spc="0">
                  <a:ln w="44099">
                    <a:solidFill>
                      <a:srgbClr val="FFFFFF"/>
                    </a:solidFill>
                    <a:prstDash val="solid"/>
                  </a:ln>
                  <a:solidFill>
                    <a:srgbClr val="FFFFFF"/>
                  </a:solidFill>
                  <a:latin typeface="Inter SemiBold"/>
                  <a:ea typeface="Inter SemiBold"/>
                  <a:cs typeface="Inter SemiBold"/>
                </a:defRPr>
              </a:defPPr>
              <a:lvl1pPr algn="l">
                <a:defRPr sz="1763" b="0" i="0" kern="0" spc="0">
                  <a:ln w="44099">
                    <a:solidFill>
                      <a:srgbClr val="FFFFFF"/>
                    </a:solidFill>
                    <a:prstDash val="solid"/>
                  </a:ln>
                  <a:solidFill>
                    <a:srgbClr val="FFFFFF"/>
                  </a:solidFill>
                  <a:latin typeface="Inter SemiBold"/>
                  <a:ea typeface="Inter SemiBold"/>
                  <a:cs typeface="Inter SemiBold"/>
                </a:defRPr>
              </a:lvl1pPr>
              <a:lvl2pPr algn="l">
                <a:defRPr sz="1763" b="0" i="0" kern="0" spc="0">
                  <a:ln w="44099">
                    <a:solidFill>
                      <a:srgbClr val="FFFFFF"/>
                    </a:solidFill>
                    <a:prstDash val="solid"/>
                  </a:ln>
                  <a:solidFill>
                    <a:srgbClr val="FFFFFF"/>
                  </a:solidFill>
                  <a:latin typeface="Inter SemiBold"/>
                  <a:ea typeface="Inter SemiBold"/>
                  <a:cs typeface="Inter SemiBold"/>
                </a:defRPr>
              </a:lvl2pPr>
              <a:lvl3pPr algn="l">
                <a:defRPr sz="1763" b="0" i="0" kern="0" spc="0">
                  <a:ln w="44099">
                    <a:solidFill>
                      <a:srgbClr val="FFFFFF"/>
                    </a:solidFill>
                    <a:prstDash val="solid"/>
                  </a:ln>
                  <a:solidFill>
                    <a:srgbClr val="FFFFFF"/>
                  </a:solidFill>
                  <a:latin typeface="Inter SemiBold"/>
                  <a:ea typeface="Inter SemiBold"/>
                  <a:cs typeface="Inter SemiBold"/>
                </a:defRPr>
              </a:lvl3pPr>
              <a:lvl4pPr algn="l">
                <a:defRPr sz="1763" b="0" i="0" kern="0" spc="0">
                  <a:ln w="44099">
                    <a:solidFill>
                      <a:srgbClr val="FFFFFF"/>
                    </a:solidFill>
                    <a:prstDash val="solid"/>
                  </a:ln>
                  <a:solidFill>
                    <a:srgbClr val="FFFFFF"/>
                  </a:solidFill>
                  <a:latin typeface="Inter SemiBold"/>
                  <a:ea typeface="Inter SemiBold"/>
                  <a:cs typeface="Inter SemiBold"/>
                </a:defRPr>
              </a:lvl4pPr>
              <a:lvl5pPr algn="l">
                <a:defRPr sz="1763" b="0" i="0" kern="0" spc="0">
                  <a:ln w="44099">
                    <a:solidFill>
                      <a:srgbClr val="FFFFFF"/>
                    </a:solidFill>
                    <a:prstDash val="solid"/>
                  </a:ln>
                  <a:solidFill>
                    <a:srgbClr val="FFFFFF"/>
                  </a:solidFill>
                  <a:latin typeface="Inter SemiBold"/>
                  <a:ea typeface="Inter SemiBold"/>
                  <a:cs typeface="Inter SemiBold"/>
                </a:defRPr>
              </a:lvl5pPr>
              <a:lvl6pPr algn="l">
                <a:defRPr sz="1763" b="0" i="0" kern="0" spc="0">
                  <a:ln w="44099">
                    <a:solidFill>
                      <a:srgbClr val="FFFFFF"/>
                    </a:solidFill>
                    <a:prstDash val="solid"/>
                  </a:ln>
                  <a:solidFill>
                    <a:srgbClr val="FFFFFF"/>
                  </a:solidFill>
                  <a:latin typeface="Inter SemiBold"/>
                  <a:ea typeface="Inter SemiBold"/>
                  <a:cs typeface="Inter SemiBold"/>
                </a:defRPr>
              </a:lvl6pPr>
              <a:lvl7pPr algn="l">
                <a:defRPr sz="1763" b="0" i="0" kern="0" spc="0">
                  <a:ln w="44099">
                    <a:solidFill>
                      <a:srgbClr val="FFFFFF"/>
                    </a:solidFill>
                    <a:prstDash val="solid"/>
                  </a:ln>
                  <a:solidFill>
                    <a:srgbClr val="FFFFFF"/>
                  </a:solidFill>
                  <a:latin typeface="Inter SemiBold"/>
                  <a:ea typeface="Inter SemiBold"/>
                  <a:cs typeface="Inter SemiBold"/>
                </a:defRPr>
              </a:lvl7pPr>
              <a:lvl8pPr algn="l">
                <a:defRPr sz="1763" b="0" i="0" kern="0" spc="0">
                  <a:ln w="44099">
                    <a:solidFill>
                      <a:srgbClr val="FFFFFF"/>
                    </a:solidFill>
                    <a:prstDash val="solid"/>
                  </a:ln>
                  <a:solidFill>
                    <a:srgbClr val="FFFFFF"/>
                  </a:solidFill>
                  <a:latin typeface="Inter SemiBold"/>
                  <a:ea typeface="Inter SemiBold"/>
                  <a:cs typeface="Inter SemiBold"/>
                </a:defRPr>
              </a:lvl8pPr>
              <a:lvl9pPr algn="l">
                <a:defRPr sz="1763" b="0" i="0" kern="0" spc="0">
                  <a:ln w="44099">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763" b="0" i="0" kern="0" spc="0">
                  <a:solidFill>
                    <a:srgbClr val="FFFFFF"/>
                  </a:solidFill>
                  <a:latin typeface="Inter SemiBold"/>
                  <a:ea typeface="Inter SemiBold"/>
                  <a:cs typeface="Inter SemiBold"/>
                </a:defRPr>
              </a:pPr>
              <a:r>
                <a:rPr sz="1763" b="0" i="0" kern="0" spc="0">
                  <a:ln w="44099">
                    <a:solidFill>
                      <a:srgbClr val="FFFFFF"/>
                    </a:solidFill>
                    <a:prstDash val="solid"/>
                  </a:ln>
                  <a:solidFill>
                    <a:srgbClr val="FFFFFF"/>
                  </a:solidFill>
                  <a:latin typeface="Inter SemiBold"/>
                  <a:ea typeface="Inter SemiBold"/>
                  <a:cs typeface="Inter SemiBold"/>
                </a:rPr>
                <a:t>Q</a:t>
              </a:r>
            </a:p>
          </p:txBody>
        </p:sp>
        <p:sp>
          <p:nvSpPr>
            <p:cNvPr id="124" name="s6 text 75">
              <a:extLst>
                <a:ext uri="{FF2B5EF4-FFF2-40B4-BE49-F238E27FC236}">
                  <a16:creationId xmlns:a16="http://schemas.microsoft.com/office/drawing/2014/main" id="{D58D00B3-0788-472D-B7C1-4E07BB44A650}"/>
                </a:ext>
              </a:extLst>
            </p:cNvPr>
            <p:cNvSpPr>
              <a:spLocks noGrp="1"/>
            </p:cNvSpPr>
            <p:nvPr/>
          </p:nvSpPr>
          <p:spPr>
            <a:xfrm>
              <a:off x="3394951" y="3356661"/>
              <a:ext cx="262623" cy="311526"/>
            </a:xfrm>
            <a:prstGeom prst="rect">
              <a:avLst/>
            </a:prstGeom>
            <a:noFill/>
            <a:ln w="0">
              <a:noFill/>
              <a:prstDash val="solid"/>
            </a:ln>
          </p:spPr>
          <p:txBody>
            <a:bodyPr wrap="none" lIns="0" tIns="0" rIns="0" bIns="0" anchor="t">
              <a:noAutofit/>
            </a:bodyPr>
            <a:lstStyle>
              <a:defPPr algn="l">
                <a:defRPr sz="1763" b="0" i="0" kern="0" spc="0">
                  <a:solidFill>
                    <a:srgbClr val="7B8BA0"/>
                  </a:solidFill>
                  <a:latin typeface="Inter SemiBold"/>
                  <a:ea typeface="Inter SemiBold"/>
                  <a:cs typeface="Inter SemiBold"/>
                </a:defRPr>
              </a:defPPr>
              <a:lvl1pPr algn="l">
                <a:defRPr sz="1763" b="0" i="0" kern="0" spc="0">
                  <a:solidFill>
                    <a:srgbClr val="7B8BA0"/>
                  </a:solidFill>
                  <a:latin typeface="Inter SemiBold"/>
                  <a:ea typeface="Inter SemiBold"/>
                  <a:cs typeface="Inter SemiBold"/>
                </a:defRPr>
              </a:lvl1pPr>
              <a:lvl2pPr algn="l">
                <a:defRPr sz="1763" b="0" i="0" kern="0" spc="0">
                  <a:solidFill>
                    <a:srgbClr val="7B8BA0"/>
                  </a:solidFill>
                  <a:latin typeface="Inter SemiBold"/>
                  <a:ea typeface="Inter SemiBold"/>
                  <a:cs typeface="Inter SemiBold"/>
                </a:defRPr>
              </a:lvl2pPr>
              <a:lvl3pPr algn="l">
                <a:defRPr sz="1763" b="0" i="0" kern="0" spc="0">
                  <a:solidFill>
                    <a:srgbClr val="7B8BA0"/>
                  </a:solidFill>
                  <a:latin typeface="Inter SemiBold"/>
                  <a:ea typeface="Inter SemiBold"/>
                  <a:cs typeface="Inter SemiBold"/>
                </a:defRPr>
              </a:lvl3pPr>
              <a:lvl4pPr algn="l">
                <a:defRPr sz="1763" b="0" i="0" kern="0" spc="0">
                  <a:solidFill>
                    <a:srgbClr val="7B8BA0"/>
                  </a:solidFill>
                  <a:latin typeface="Inter SemiBold"/>
                  <a:ea typeface="Inter SemiBold"/>
                  <a:cs typeface="Inter SemiBold"/>
                </a:defRPr>
              </a:lvl4pPr>
              <a:lvl5pPr algn="l">
                <a:defRPr sz="1763" b="0" i="0" kern="0" spc="0">
                  <a:solidFill>
                    <a:srgbClr val="7B8BA0"/>
                  </a:solidFill>
                  <a:latin typeface="Inter SemiBold"/>
                  <a:ea typeface="Inter SemiBold"/>
                  <a:cs typeface="Inter SemiBold"/>
                </a:defRPr>
              </a:lvl5pPr>
              <a:lvl6pPr algn="l">
                <a:defRPr sz="1763" b="0" i="0" kern="0" spc="0">
                  <a:solidFill>
                    <a:srgbClr val="7B8BA0"/>
                  </a:solidFill>
                  <a:latin typeface="Inter SemiBold"/>
                  <a:ea typeface="Inter SemiBold"/>
                  <a:cs typeface="Inter SemiBold"/>
                </a:defRPr>
              </a:lvl6pPr>
              <a:lvl7pPr algn="l">
                <a:defRPr sz="1763" b="0" i="0" kern="0" spc="0">
                  <a:solidFill>
                    <a:srgbClr val="7B8BA0"/>
                  </a:solidFill>
                  <a:latin typeface="Inter SemiBold"/>
                  <a:ea typeface="Inter SemiBold"/>
                  <a:cs typeface="Inter SemiBold"/>
                </a:defRPr>
              </a:lvl7pPr>
              <a:lvl8pPr algn="l">
                <a:defRPr sz="1763" b="0" i="0" kern="0" spc="0">
                  <a:solidFill>
                    <a:srgbClr val="7B8BA0"/>
                  </a:solidFill>
                  <a:latin typeface="Inter SemiBold"/>
                  <a:ea typeface="Inter SemiBold"/>
                  <a:cs typeface="Inter SemiBold"/>
                </a:defRPr>
              </a:lvl8pPr>
              <a:lvl9pPr algn="l">
                <a:defRPr sz="1763" b="0" i="0" kern="0" spc="0">
                  <a:solidFill>
                    <a:srgbClr val="7B8BA0"/>
                  </a:solidFill>
                  <a:latin typeface="Inter SemiBold"/>
                  <a:ea typeface="Inter SemiBold"/>
                  <a:cs typeface="Inter SemiBold"/>
                </a:defRPr>
              </a:lvl9pPr>
            </a:lstStyle>
            <a:p>
              <a:pPr algn="l">
                <a:lnSpc>
                  <a:spcPct val="100000"/>
                </a:lnSpc>
                <a:buNone/>
                <a:defRPr sz="1763" b="0" i="0" kern="0" spc="0">
                  <a:solidFill>
                    <a:srgbClr val="7B8BA0"/>
                  </a:solidFill>
                  <a:latin typeface="Inter SemiBold"/>
                  <a:ea typeface="Inter SemiBold"/>
                  <a:cs typeface="Inter SemiBold"/>
                </a:defRPr>
              </a:pPr>
              <a:r>
                <a:rPr sz="1763" b="0" i="0" kern="0" spc="0">
                  <a:solidFill>
                    <a:srgbClr val="7B8BA0"/>
                  </a:solidFill>
                  <a:latin typeface="Inter SemiBold"/>
                  <a:ea typeface="Inter SemiBold"/>
                  <a:cs typeface="Inter SemiBold"/>
                </a:rPr>
                <a:t>Q</a:t>
              </a:r>
            </a:p>
          </p:txBody>
        </p:sp>
        <p:sp>
          <p:nvSpPr>
            <p:cNvPr id="125" name="s6 text 76 halo">
              <a:extLst>
                <a:ext uri="{FF2B5EF4-FFF2-40B4-BE49-F238E27FC236}">
                  <a16:creationId xmlns:a16="http://schemas.microsoft.com/office/drawing/2014/main" id="{41A912FB-4273-48E0-BD6C-DCD9039DD7D6}"/>
                </a:ext>
              </a:extLst>
            </p:cNvPr>
            <p:cNvSpPr>
              <a:spLocks noGrp="1"/>
            </p:cNvSpPr>
            <p:nvPr/>
          </p:nvSpPr>
          <p:spPr>
            <a:xfrm>
              <a:off x="3524990" y="3496341"/>
              <a:ext cx="123777" cy="162522"/>
            </a:xfrm>
            <a:prstGeom prst="rect">
              <a:avLst/>
            </a:prstGeom>
            <a:noFill/>
            <a:ln w="0">
              <a:noFill/>
              <a:prstDash val="solid"/>
            </a:ln>
          </p:spPr>
          <p:txBody>
            <a:bodyPr wrap="none" lIns="0" tIns="0" rIns="0" bIns="0" anchor="t">
              <a:noAutofit/>
            </a:bodyPr>
            <a:lstStyle>
              <a:defPPr algn="l">
                <a:defRPr sz="920" b="0" i="0" kern="0" spc="0">
                  <a:ln w="44099">
                    <a:solidFill>
                      <a:srgbClr val="FFFFFF"/>
                    </a:solidFill>
                    <a:prstDash val="solid"/>
                  </a:ln>
                  <a:solidFill>
                    <a:srgbClr val="FFFFFF"/>
                  </a:solidFill>
                  <a:latin typeface="Inter SemiBold"/>
                  <a:ea typeface="Inter SemiBold"/>
                  <a:cs typeface="Inter SemiBold"/>
                </a:defRPr>
              </a:defPPr>
              <a:lvl1pPr algn="l">
                <a:defRPr sz="920" b="0" i="0" kern="0" spc="0">
                  <a:ln w="44099">
                    <a:solidFill>
                      <a:srgbClr val="FFFFFF"/>
                    </a:solidFill>
                    <a:prstDash val="solid"/>
                  </a:ln>
                  <a:solidFill>
                    <a:srgbClr val="FFFFFF"/>
                  </a:solidFill>
                  <a:latin typeface="Inter SemiBold"/>
                  <a:ea typeface="Inter SemiBold"/>
                  <a:cs typeface="Inter SemiBold"/>
                </a:defRPr>
              </a:lvl1pPr>
              <a:lvl2pPr algn="l">
                <a:defRPr sz="920" b="0" i="0" kern="0" spc="0">
                  <a:ln w="44099">
                    <a:solidFill>
                      <a:srgbClr val="FFFFFF"/>
                    </a:solidFill>
                    <a:prstDash val="solid"/>
                  </a:ln>
                  <a:solidFill>
                    <a:srgbClr val="FFFFFF"/>
                  </a:solidFill>
                  <a:latin typeface="Inter SemiBold"/>
                  <a:ea typeface="Inter SemiBold"/>
                  <a:cs typeface="Inter SemiBold"/>
                </a:defRPr>
              </a:lvl2pPr>
              <a:lvl3pPr algn="l">
                <a:defRPr sz="920" b="0" i="0" kern="0" spc="0">
                  <a:ln w="44099">
                    <a:solidFill>
                      <a:srgbClr val="FFFFFF"/>
                    </a:solidFill>
                    <a:prstDash val="solid"/>
                  </a:ln>
                  <a:solidFill>
                    <a:srgbClr val="FFFFFF"/>
                  </a:solidFill>
                  <a:latin typeface="Inter SemiBold"/>
                  <a:ea typeface="Inter SemiBold"/>
                  <a:cs typeface="Inter SemiBold"/>
                </a:defRPr>
              </a:lvl3pPr>
              <a:lvl4pPr algn="l">
                <a:defRPr sz="920" b="0" i="0" kern="0" spc="0">
                  <a:ln w="44099">
                    <a:solidFill>
                      <a:srgbClr val="FFFFFF"/>
                    </a:solidFill>
                    <a:prstDash val="solid"/>
                  </a:ln>
                  <a:solidFill>
                    <a:srgbClr val="FFFFFF"/>
                  </a:solidFill>
                  <a:latin typeface="Inter SemiBold"/>
                  <a:ea typeface="Inter SemiBold"/>
                  <a:cs typeface="Inter SemiBold"/>
                </a:defRPr>
              </a:lvl4pPr>
              <a:lvl5pPr algn="l">
                <a:defRPr sz="920" b="0" i="0" kern="0" spc="0">
                  <a:ln w="44099">
                    <a:solidFill>
                      <a:srgbClr val="FFFFFF"/>
                    </a:solidFill>
                    <a:prstDash val="solid"/>
                  </a:ln>
                  <a:solidFill>
                    <a:srgbClr val="FFFFFF"/>
                  </a:solidFill>
                  <a:latin typeface="Inter SemiBold"/>
                  <a:ea typeface="Inter SemiBold"/>
                  <a:cs typeface="Inter SemiBold"/>
                </a:defRPr>
              </a:lvl5pPr>
              <a:lvl6pPr algn="l">
                <a:defRPr sz="920" b="0" i="0" kern="0" spc="0">
                  <a:ln w="44099">
                    <a:solidFill>
                      <a:srgbClr val="FFFFFF"/>
                    </a:solidFill>
                    <a:prstDash val="solid"/>
                  </a:ln>
                  <a:solidFill>
                    <a:srgbClr val="FFFFFF"/>
                  </a:solidFill>
                  <a:latin typeface="Inter SemiBold"/>
                  <a:ea typeface="Inter SemiBold"/>
                  <a:cs typeface="Inter SemiBold"/>
                </a:defRPr>
              </a:lvl6pPr>
              <a:lvl7pPr algn="l">
                <a:defRPr sz="920" b="0" i="0" kern="0" spc="0">
                  <a:ln w="44099">
                    <a:solidFill>
                      <a:srgbClr val="FFFFFF"/>
                    </a:solidFill>
                    <a:prstDash val="solid"/>
                  </a:ln>
                  <a:solidFill>
                    <a:srgbClr val="FFFFFF"/>
                  </a:solidFill>
                  <a:latin typeface="Inter SemiBold"/>
                  <a:ea typeface="Inter SemiBold"/>
                  <a:cs typeface="Inter SemiBold"/>
                </a:defRPr>
              </a:lvl7pPr>
              <a:lvl8pPr algn="l">
                <a:defRPr sz="920" b="0" i="0" kern="0" spc="0">
                  <a:ln w="44099">
                    <a:solidFill>
                      <a:srgbClr val="FFFFFF"/>
                    </a:solidFill>
                    <a:prstDash val="solid"/>
                  </a:ln>
                  <a:solidFill>
                    <a:srgbClr val="FFFFFF"/>
                  </a:solidFill>
                  <a:latin typeface="Inter SemiBold"/>
                  <a:ea typeface="Inter SemiBold"/>
                  <a:cs typeface="Inter SemiBold"/>
                </a:defRPr>
              </a:lvl8pPr>
              <a:lvl9pPr algn="l">
                <a:defRPr sz="920" b="0" i="0" kern="0" spc="0">
                  <a:ln w="44099">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920" b="0" i="0" kern="0" spc="0">
                  <a:solidFill>
                    <a:srgbClr val="FFFFFF"/>
                  </a:solidFill>
                  <a:latin typeface="Inter SemiBold"/>
                  <a:ea typeface="Inter SemiBold"/>
                  <a:cs typeface="Inter SemiBold"/>
                </a:defRPr>
              </a:pPr>
              <a:r>
                <a:rPr sz="920" b="0" i="0" kern="0" spc="0">
                  <a:ln w="44099">
                    <a:solidFill>
                      <a:srgbClr val="FFFFFF"/>
                    </a:solidFill>
                    <a:prstDash val="solid"/>
                  </a:ln>
                  <a:solidFill>
                    <a:srgbClr val="FFFFFF"/>
                  </a:solidFill>
                  <a:latin typeface="Inter SemiBold"/>
                  <a:ea typeface="Inter SemiBold"/>
                  <a:cs typeface="Inter SemiBold"/>
                </a:rPr>
                <a:t>0</a:t>
              </a:r>
            </a:p>
          </p:txBody>
        </p:sp>
        <p:sp>
          <p:nvSpPr>
            <p:cNvPr id="126" name="s6 text 76">
              <a:extLst>
                <a:ext uri="{FF2B5EF4-FFF2-40B4-BE49-F238E27FC236}">
                  <a16:creationId xmlns:a16="http://schemas.microsoft.com/office/drawing/2014/main" id="{D8768E14-65C7-4DAE-8F9D-5E44C7B117E7}"/>
                </a:ext>
              </a:extLst>
            </p:cNvPr>
            <p:cNvSpPr>
              <a:spLocks noGrp="1"/>
            </p:cNvSpPr>
            <p:nvPr/>
          </p:nvSpPr>
          <p:spPr>
            <a:xfrm>
              <a:off x="3524990" y="3496341"/>
              <a:ext cx="123777" cy="162522"/>
            </a:xfrm>
            <a:prstGeom prst="rect">
              <a:avLst/>
            </a:prstGeom>
            <a:noFill/>
            <a:ln w="0">
              <a:noFill/>
              <a:prstDash val="solid"/>
            </a:ln>
          </p:spPr>
          <p:txBody>
            <a:bodyPr wrap="none" lIns="0" tIns="0" rIns="0" bIns="0" anchor="t">
              <a:noAutofit/>
            </a:bodyPr>
            <a:lstStyle>
              <a:defPPr algn="l">
                <a:defRPr sz="920" b="0" i="0" kern="0" spc="0">
                  <a:solidFill>
                    <a:srgbClr val="7B8BA0"/>
                  </a:solidFill>
                  <a:latin typeface="Inter SemiBold"/>
                  <a:ea typeface="Inter SemiBold"/>
                  <a:cs typeface="Inter SemiBold"/>
                </a:defRPr>
              </a:defPPr>
              <a:lvl1pPr algn="l">
                <a:defRPr sz="920" b="0" i="0" kern="0" spc="0">
                  <a:solidFill>
                    <a:srgbClr val="7B8BA0"/>
                  </a:solidFill>
                  <a:latin typeface="Inter SemiBold"/>
                  <a:ea typeface="Inter SemiBold"/>
                  <a:cs typeface="Inter SemiBold"/>
                </a:defRPr>
              </a:lvl1pPr>
              <a:lvl2pPr algn="l">
                <a:defRPr sz="920" b="0" i="0" kern="0" spc="0">
                  <a:solidFill>
                    <a:srgbClr val="7B8BA0"/>
                  </a:solidFill>
                  <a:latin typeface="Inter SemiBold"/>
                  <a:ea typeface="Inter SemiBold"/>
                  <a:cs typeface="Inter SemiBold"/>
                </a:defRPr>
              </a:lvl2pPr>
              <a:lvl3pPr algn="l">
                <a:defRPr sz="920" b="0" i="0" kern="0" spc="0">
                  <a:solidFill>
                    <a:srgbClr val="7B8BA0"/>
                  </a:solidFill>
                  <a:latin typeface="Inter SemiBold"/>
                  <a:ea typeface="Inter SemiBold"/>
                  <a:cs typeface="Inter SemiBold"/>
                </a:defRPr>
              </a:lvl3pPr>
              <a:lvl4pPr algn="l">
                <a:defRPr sz="920" b="0" i="0" kern="0" spc="0">
                  <a:solidFill>
                    <a:srgbClr val="7B8BA0"/>
                  </a:solidFill>
                  <a:latin typeface="Inter SemiBold"/>
                  <a:ea typeface="Inter SemiBold"/>
                  <a:cs typeface="Inter SemiBold"/>
                </a:defRPr>
              </a:lvl4pPr>
              <a:lvl5pPr algn="l">
                <a:defRPr sz="920" b="0" i="0" kern="0" spc="0">
                  <a:solidFill>
                    <a:srgbClr val="7B8BA0"/>
                  </a:solidFill>
                  <a:latin typeface="Inter SemiBold"/>
                  <a:ea typeface="Inter SemiBold"/>
                  <a:cs typeface="Inter SemiBold"/>
                </a:defRPr>
              </a:lvl5pPr>
              <a:lvl6pPr algn="l">
                <a:defRPr sz="920" b="0" i="0" kern="0" spc="0">
                  <a:solidFill>
                    <a:srgbClr val="7B8BA0"/>
                  </a:solidFill>
                  <a:latin typeface="Inter SemiBold"/>
                  <a:ea typeface="Inter SemiBold"/>
                  <a:cs typeface="Inter SemiBold"/>
                </a:defRPr>
              </a:lvl6pPr>
              <a:lvl7pPr algn="l">
                <a:defRPr sz="920" b="0" i="0" kern="0" spc="0">
                  <a:solidFill>
                    <a:srgbClr val="7B8BA0"/>
                  </a:solidFill>
                  <a:latin typeface="Inter SemiBold"/>
                  <a:ea typeface="Inter SemiBold"/>
                  <a:cs typeface="Inter SemiBold"/>
                </a:defRPr>
              </a:lvl7pPr>
              <a:lvl8pPr algn="l">
                <a:defRPr sz="920" b="0" i="0" kern="0" spc="0">
                  <a:solidFill>
                    <a:srgbClr val="7B8BA0"/>
                  </a:solidFill>
                  <a:latin typeface="Inter SemiBold"/>
                  <a:ea typeface="Inter SemiBold"/>
                  <a:cs typeface="Inter SemiBold"/>
                </a:defRPr>
              </a:lvl8pPr>
              <a:lvl9pPr algn="l">
                <a:defRPr sz="920" b="0" i="0" kern="0" spc="0">
                  <a:solidFill>
                    <a:srgbClr val="7B8BA0"/>
                  </a:solidFill>
                  <a:latin typeface="Inter SemiBold"/>
                  <a:ea typeface="Inter SemiBold"/>
                  <a:cs typeface="Inter SemiBold"/>
                </a:defRPr>
              </a:lvl9pPr>
            </a:lstStyle>
            <a:p>
              <a:pPr algn="l">
                <a:lnSpc>
                  <a:spcPct val="100000"/>
                </a:lnSpc>
                <a:buNone/>
                <a:defRPr sz="920" b="0" i="0" kern="0" spc="0">
                  <a:solidFill>
                    <a:srgbClr val="7B8BA0"/>
                  </a:solidFill>
                  <a:latin typeface="Inter SemiBold"/>
                  <a:ea typeface="Inter SemiBold"/>
                  <a:cs typeface="Inter SemiBold"/>
                </a:defRPr>
              </a:pPr>
              <a:r>
                <a:rPr sz="920" b="0" i="0" kern="0" spc="0">
                  <a:solidFill>
                    <a:srgbClr val="7B8BA0"/>
                  </a:solidFill>
                  <a:latin typeface="Inter SemiBold"/>
                  <a:ea typeface="Inter SemiBold"/>
                  <a:cs typeface="Inter SemiBold"/>
                </a:rPr>
                <a:t>0</a:t>
              </a:r>
            </a:p>
          </p:txBody>
        </p:sp>
        <p:sp>
          <p:nvSpPr>
            <p:cNvPr id="127" name="s6 text 77 halo">
              <a:extLst>
                <a:ext uri="{FF2B5EF4-FFF2-40B4-BE49-F238E27FC236}">
                  <a16:creationId xmlns:a16="http://schemas.microsoft.com/office/drawing/2014/main" id="{8B81FF9B-6F2D-4CC3-ADE0-01A3F1C5DB83}"/>
                </a:ext>
              </a:extLst>
            </p:cNvPr>
            <p:cNvSpPr>
              <a:spLocks noGrp="1"/>
            </p:cNvSpPr>
            <p:nvPr/>
          </p:nvSpPr>
          <p:spPr>
            <a:xfrm>
              <a:off x="3597767" y="3356661"/>
              <a:ext cx="1644415" cy="311526"/>
            </a:xfrm>
            <a:prstGeom prst="rect">
              <a:avLst/>
            </a:prstGeom>
            <a:noFill/>
            <a:ln w="0">
              <a:noFill/>
              <a:prstDash val="solid"/>
            </a:ln>
          </p:spPr>
          <p:txBody>
            <a:bodyPr wrap="none" lIns="0" tIns="0" rIns="0" bIns="0" anchor="t">
              <a:noAutofit/>
            </a:bodyPr>
            <a:lstStyle>
              <a:defPPr algn="l">
                <a:defRPr sz="1763" b="0" i="0" kern="0" spc="-10">
                  <a:ln w="44099">
                    <a:solidFill>
                      <a:srgbClr val="FFFFFF"/>
                    </a:solidFill>
                    <a:prstDash val="solid"/>
                  </a:ln>
                  <a:solidFill>
                    <a:srgbClr val="FFFFFF"/>
                  </a:solidFill>
                  <a:latin typeface="Inter SemiBold"/>
                  <a:ea typeface="Inter SemiBold"/>
                  <a:cs typeface="Inter SemiBold"/>
                </a:defRPr>
              </a:defPPr>
              <a:lvl1pPr algn="l">
                <a:defRPr sz="1763" b="0" i="0" kern="0" spc="-10">
                  <a:ln w="44099">
                    <a:solidFill>
                      <a:srgbClr val="FFFFFF"/>
                    </a:solidFill>
                    <a:prstDash val="solid"/>
                  </a:ln>
                  <a:solidFill>
                    <a:srgbClr val="FFFFFF"/>
                  </a:solidFill>
                  <a:latin typeface="Inter SemiBold"/>
                  <a:ea typeface="Inter SemiBold"/>
                  <a:cs typeface="Inter SemiBold"/>
                </a:defRPr>
              </a:lvl1pPr>
              <a:lvl2pPr algn="l">
                <a:defRPr sz="1763" b="0" i="0" kern="0" spc="-10">
                  <a:ln w="44099">
                    <a:solidFill>
                      <a:srgbClr val="FFFFFF"/>
                    </a:solidFill>
                    <a:prstDash val="solid"/>
                  </a:ln>
                  <a:solidFill>
                    <a:srgbClr val="FFFFFF"/>
                  </a:solidFill>
                  <a:latin typeface="Inter SemiBold"/>
                  <a:ea typeface="Inter SemiBold"/>
                  <a:cs typeface="Inter SemiBold"/>
                </a:defRPr>
              </a:lvl2pPr>
              <a:lvl3pPr algn="l">
                <a:defRPr sz="1763" b="0" i="0" kern="0" spc="-10">
                  <a:ln w="44099">
                    <a:solidFill>
                      <a:srgbClr val="FFFFFF"/>
                    </a:solidFill>
                    <a:prstDash val="solid"/>
                  </a:ln>
                  <a:solidFill>
                    <a:srgbClr val="FFFFFF"/>
                  </a:solidFill>
                  <a:latin typeface="Inter SemiBold"/>
                  <a:ea typeface="Inter SemiBold"/>
                  <a:cs typeface="Inter SemiBold"/>
                </a:defRPr>
              </a:lvl3pPr>
              <a:lvl4pPr algn="l">
                <a:defRPr sz="1763" b="0" i="0" kern="0" spc="-10">
                  <a:ln w="44099">
                    <a:solidFill>
                      <a:srgbClr val="FFFFFF"/>
                    </a:solidFill>
                    <a:prstDash val="solid"/>
                  </a:ln>
                  <a:solidFill>
                    <a:srgbClr val="FFFFFF"/>
                  </a:solidFill>
                  <a:latin typeface="Inter SemiBold"/>
                  <a:ea typeface="Inter SemiBold"/>
                  <a:cs typeface="Inter SemiBold"/>
                </a:defRPr>
              </a:lvl4pPr>
              <a:lvl5pPr algn="l">
                <a:defRPr sz="1763" b="0" i="0" kern="0" spc="-10">
                  <a:ln w="44099">
                    <a:solidFill>
                      <a:srgbClr val="FFFFFF"/>
                    </a:solidFill>
                    <a:prstDash val="solid"/>
                  </a:ln>
                  <a:solidFill>
                    <a:srgbClr val="FFFFFF"/>
                  </a:solidFill>
                  <a:latin typeface="Inter SemiBold"/>
                  <a:ea typeface="Inter SemiBold"/>
                  <a:cs typeface="Inter SemiBold"/>
                </a:defRPr>
              </a:lvl5pPr>
              <a:lvl6pPr algn="l">
                <a:defRPr sz="1763" b="0" i="0" kern="0" spc="-10">
                  <a:ln w="44099">
                    <a:solidFill>
                      <a:srgbClr val="FFFFFF"/>
                    </a:solidFill>
                    <a:prstDash val="solid"/>
                  </a:ln>
                  <a:solidFill>
                    <a:srgbClr val="FFFFFF"/>
                  </a:solidFill>
                  <a:latin typeface="Inter SemiBold"/>
                  <a:ea typeface="Inter SemiBold"/>
                  <a:cs typeface="Inter SemiBold"/>
                </a:defRPr>
              </a:lvl6pPr>
              <a:lvl7pPr algn="l">
                <a:defRPr sz="1763" b="0" i="0" kern="0" spc="-10">
                  <a:ln w="44099">
                    <a:solidFill>
                      <a:srgbClr val="FFFFFF"/>
                    </a:solidFill>
                    <a:prstDash val="solid"/>
                  </a:ln>
                  <a:solidFill>
                    <a:srgbClr val="FFFFFF"/>
                  </a:solidFill>
                  <a:latin typeface="Inter SemiBold"/>
                  <a:ea typeface="Inter SemiBold"/>
                  <a:cs typeface="Inter SemiBold"/>
                </a:defRPr>
              </a:lvl7pPr>
              <a:lvl8pPr algn="l">
                <a:defRPr sz="1763" b="0" i="0" kern="0" spc="-10">
                  <a:ln w="44099">
                    <a:solidFill>
                      <a:srgbClr val="FFFFFF"/>
                    </a:solidFill>
                    <a:prstDash val="solid"/>
                  </a:ln>
                  <a:solidFill>
                    <a:srgbClr val="FFFFFF"/>
                  </a:solidFill>
                  <a:latin typeface="Inter SemiBold"/>
                  <a:ea typeface="Inter SemiBold"/>
                  <a:cs typeface="Inter SemiBold"/>
                </a:defRPr>
              </a:lvl8pPr>
              <a:lvl9pPr algn="l">
                <a:defRPr sz="1763" b="0" i="0" kern="0" spc="-10">
                  <a:ln w="44099">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763" b="0" i="0" kern="0" spc="-10">
                  <a:solidFill>
                    <a:srgbClr val="FFFFFF"/>
                  </a:solidFill>
                  <a:latin typeface="Inter SemiBold"/>
                  <a:ea typeface="Inter SemiBold"/>
                  <a:cs typeface="Inter SemiBold"/>
                </a:defRPr>
              </a:pPr>
              <a:r>
                <a:rPr sz="1763" b="0" i="0" kern="0" spc="-10">
                  <a:ln w="44099">
                    <a:solidFill>
                      <a:srgbClr val="FFFFFF"/>
                    </a:solidFill>
                    <a:prstDash val="solid"/>
                  </a:ln>
                  <a:solidFill>
                    <a:srgbClr val="FFFFFF"/>
                  </a:solidFill>
                  <a:latin typeface="Inter SemiBold"/>
                  <a:ea typeface="Inter SemiBold"/>
                  <a:cs typeface="Inter SemiBold"/>
                </a:rPr>
                <a:t>= 70 thousand</a:t>
              </a:r>
            </a:p>
          </p:txBody>
        </p:sp>
        <p:sp>
          <p:nvSpPr>
            <p:cNvPr id="128" name="s6 text 77">
              <a:extLst>
                <a:ext uri="{FF2B5EF4-FFF2-40B4-BE49-F238E27FC236}">
                  <a16:creationId xmlns:a16="http://schemas.microsoft.com/office/drawing/2014/main" id="{DB3A500C-ED4D-4869-9838-22DE054D2DEA}"/>
                </a:ext>
              </a:extLst>
            </p:cNvPr>
            <p:cNvSpPr>
              <a:spLocks noGrp="1"/>
            </p:cNvSpPr>
            <p:nvPr/>
          </p:nvSpPr>
          <p:spPr>
            <a:xfrm>
              <a:off x="3597767" y="3356661"/>
              <a:ext cx="1644415" cy="311526"/>
            </a:xfrm>
            <a:prstGeom prst="rect">
              <a:avLst/>
            </a:prstGeom>
            <a:noFill/>
            <a:ln w="0">
              <a:noFill/>
              <a:prstDash val="solid"/>
            </a:ln>
          </p:spPr>
          <p:txBody>
            <a:bodyPr wrap="none" lIns="0" tIns="0" rIns="0" bIns="0" anchor="t">
              <a:noAutofit/>
            </a:bodyPr>
            <a:lstStyle>
              <a:defPPr algn="l">
                <a:defRPr sz="1763" b="0" i="0" kern="0" spc="-10">
                  <a:solidFill>
                    <a:srgbClr val="7B8BA0"/>
                  </a:solidFill>
                  <a:latin typeface="Inter SemiBold"/>
                  <a:ea typeface="Inter SemiBold"/>
                  <a:cs typeface="Inter SemiBold"/>
                </a:defRPr>
              </a:defPPr>
              <a:lvl1pPr algn="l">
                <a:defRPr sz="1763" b="0" i="0" kern="0" spc="-10">
                  <a:solidFill>
                    <a:srgbClr val="7B8BA0"/>
                  </a:solidFill>
                  <a:latin typeface="Inter SemiBold"/>
                  <a:ea typeface="Inter SemiBold"/>
                  <a:cs typeface="Inter SemiBold"/>
                </a:defRPr>
              </a:lvl1pPr>
              <a:lvl2pPr algn="l">
                <a:defRPr sz="1763" b="0" i="0" kern="0" spc="-10">
                  <a:solidFill>
                    <a:srgbClr val="7B8BA0"/>
                  </a:solidFill>
                  <a:latin typeface="Inter SemiBold"/>
                  <a:ea typeface="Inter SemiBold"/>
                  <a:cs typeface="Inter SemiBold"/>
                </a:defRPr>
              </a:lvl2pPr>
              <a:lvl3pPr algn="l">
                <a:defRPr sz="1763" b="0" i="0" kern="0" spc="-10">
                  <a:solidFill>
                    <a:srgbClr val="7B8BA0"/>
                  </a:solidFill>
                  <a:latin typeface="Inter SemiBold"/>
                  <a:ea typeface="Inter SemiBold"/>
                  <a:cs typeface="Inter SemiBold"/>
                </a:defRPr>
              </a:lvl3pPr>
              <a:lvl4pPr algn="l">
                <a:defRPr sz="1763" b="0" i="0" kern="0" spc="-10">
                  <a:solidFill>
                    <a:srgbClr val="7B8BA0"/>
                  </a:solidFill>
                  <a:latin typeface="Inter SemiBold"/>
                  <a:ea typeface="Inter SemiBold"/>
                  <a:cs typeface="Inter SemiBold"/>
                </a:defRPr>
              </a:lvl4pPr>
              <a:lvl5pPr algn="l">
                <a:defRPr sz="1763" b="0" i="0" kern="0" spc="-10">
                  <a:solidFill>
                    <a:srgbClr val="7B8BA0"/>
                  </a:solidFill>
                  <a:latin typeface="Inter SemiBold"/>
                  <a:ea typeface="Inter SemiBold"/>
                  <a:cs typeface="Inter SemiBold"/>
                </a:defRPr>
              </a:lvl5pPr>
              <a:lvl6pPr algn="l">
                <a:defRPr sz="1763" b="0" i="0" kern="0" spc="-10">
                  <a:solidFill>
                    <a:srgbClr val="7B8BA0"/>
                  </a:solidFill>
                  <a:latin typeface="Inter SemiBold"/>
                  <a:ea typeface="Inter SemiBold"/>
                  <a:cs typeface="Inter SemiBold"/>
                </a:defRPr>
              </a:lvl6pPr>
              <a:lvl7pPr algn="l">
                <a:defRPr sz="1763" b="0" i="0" kern="0" spc="-10">
                  <a:solidFill>
                    <a:srgbClr val="7B8BA0"/>
                  </a:solidFill>
                  <a:latin typeface="Inter SemiBold"/>
                  <a:ea typeface="Inter SemiBold"/>
                  <a:cs typeface="Inter SemiBold"/>
                </a:defRPr>
              </a:lvl7pPr>
              <a:lvl8pPr algn="l">
                <a:defRPr sz="1763" b="0" i="0" kern="0" spc="-10">
                  <a:solidFill>
                    <a:srgbClr val="7B8BA0"/>
                  </a:solidFill>
                  <a:latin typeface="Inter SemiBold"/>
                  <a:ea typeface="Inter SemiBold"/>
                  <a:cs typeface="Inter SemiBold"/>
                </a:defRPr>
              </a:lvl8pPr>
              <a:lvl9pPr algn="l">
                <a:defRPr sz="1763" b="0" i="0" kern="0" spc="-10">
                  <a:solidFill>
                    <a:srgbClr val="7B8BA0"/>
                  </a:solidFill>
                  <a:latin typeface="Inter SemiBold"/>
                  <a:ea typeface="Inter SemiBold"/>
                  <a:cs typeface="Inter SemiBold"/>
                </a:defRPr>
              </a:lvl9pPr>
            </a:lstStyle>
            <a:p>
              <a:pPr algn="l">
                <a:lnSpc>
                  <a:spcPct val="100000"/>
                </a:lnSpc>
                <a:buNone/>
                <a:defRPr sz="1763" b="0" i="0" kern="0" spc="-10">
                  <a:solidFill>
                    <a:srgbClr val="7B8BA0"/>
                  </a:solidFill>
                  <a:latin typeface="Inter SemiBold"/>
                  <a:ea typeface="Inter SemiBold"/>
                  <a:cs typeface="Inter SemiBold"/>
                </a:defRPr>
              </a:pPr>
              <a:r>
                <a:rPr sz="1763" b="0" i="0" kern="0" spc="-10">
                  <a:solidFill>
                    <a:srgbClr val="7B8BA0"/>
                  </a:solidFill>
                  <a:latin typeface="Inter SemiBold"/>
                  <a:ea typeface="Inter SemiBold"/>
                  <a:cs typeface="Inter SemiBold"/>
                </a:rPr>
                <a:t>= 70 thousand</a:t>
              </a:r>
            </a:p>
          </p:txBody>
        </p:sp>
        <p:sp>
          <p:nvSpPr>
            <p:cNvPr id="129" name="s6 text 78 halo">
              <a:extLst>
                <a:ext uri="{FF2B5EF4-FFF2-40B4-BE49-F238E27FC236}">
                  <a16:creationId xmlns:a16="http://schemas.microsoft.com/office/drawing/2014/main" id="{0AC336B0-0D6A-4FAD-9AFA-35223ACDF293}"/>
                </a:ext>
              </a:extLst>
            </p:cNvPr>
            <p:cNvSpPr>
              <a:spLocks noGrp="1"/>
            </p:cNvSpPr>
            <p:nvPr/>
          </p:nvSpPr>
          <p:spPr>
            <a:xfrm>
              <a:off x="6761778" y="4196826"/>
              <a:ext cx="1569158" cy="268087"/>
            </a:xfrm>
            <a:prstGeom prst="rect">
              <a:avLst/>
            </a:prstGeom>
            <a:noFill/>
            <a:ln w="0">
              <a:noFill/>
              <a:prstDash val="solid"/>
            </a:ln>
          </p:spPr>
          <p:txBody>
            <a:bodyPr wrap="none" lIns="0" tIns="0" rIns="0" bIns="0" anchor="t">
              <a:noAutofit/>
            </a:bodyPr>
            <a:lstStyle>
              <a:defPPr algn="l">
                <a:defRPr sz="1517" b="1" i="0" kern="0" spc="-9">
                  <a:ln w="44099">
                    <a:solidFill>
                      <a:srgbClr val="FFFFFF"/>
                    </a:solidFill>
                    <a:prstDash val="solid"/>
                  </a:ln>
                  <a:solidFill>
                    <a:srgbClr val="FFFFFF"/>
                  </a:solidFill>
                  <a:latin typeface="Inter"/>
                  <a:ea typeface="Inter"/>
                  <a:cs typeface="Inter"/>
                </a:defRPr>
              </a:defPPr>
              <a:lvl1pPr algn="l">
                <a:defRPr sz="1517" b="1" i="0" kern="0" spc="-9">
                  <a:ln w="44099">
                    <a:solidFill>
                      <a:srgbClr val="FFFFFF"/>
                    </a:solidFill>
                    <a:prstDash val="solid"/>
                  </a:ln>
                  <a:solidFill>
                    <a:srgbClr val="FFFFFF"/>
                  </a:solidFill>
                  <a:latin typeface="Inter"/>
                  <a:ea typeface="Inter"/>
                  <a:cs typeface="Inter"/>
                </a:defRPr>
              </a:lvl1pPr>
              <a:lvl2pPr algn="l">
                <a:defRPr sz="1517" b="1" i="0" kern="0" spc="-9">
                  <a:ln w="44099">
                    <a:solidFill>
                      <a:srgbClr val="FFFFFF"/>
                    </a:solidFill>
                    <a:prstDash val="solid"/>
                  </a:ln>
                  <a:solidFill>
                    <a:srgbClr val="FFFFFF"/>
                  </a:solidFill>
                  <a:latin typeface="Inter"/>
                  <a:ea typeface="Inter"/>
                  <a:cs typeface="Inter"/>
                </a:defRPr>
              </a:lvl2pPr>
              <a:lvl3pPr algn="l">
                <a:defRPr sz="1517" b="1" i="0" kern="0" spc="-9">
                  <a:ln w="44099">
                    <a:solidFill>
                      <a:srgbClr val="FFFFFF"/>
                    </a:solidFill>
                    <a:prstDash val="solid"/>
                  </a:ln>
                  <a:solidFill>
                    <a:srgbClr val="FFFFFF"/>
                  </a:solidFill>
                  <a:latin typeface="Inter"/>
                  <a:ea typeface="Inter"/>
                  <a:cs typeface="Inter"/>
                </a:defRPr>
              </a:lvl3pPr>
              <a:lvl4pPr algn="l">
                <a:defRPr sz="1517" b="1" i="0" kern="0" spc="-9">
                  <a:ln w="44099">
                    <a:solidFill>
                      <a:srgbClr val="FFFFFF"/>
                    </a:solidFill>
                    <a:prstDash val="solid"/>
                  </a:ln>
                  <a:solidFill>
                    <a:srgbClr val="FFFFFF"/>
                  </a:solidFill>
                  <a:latin typeface="Inter"/>
                  <a:ea typeface="Inter"/>
                  <a:cs typeface="Inter"/>
                </a:defRPr>
              </a:lvl4pPr>
              <a:lvl5pPr algn="l">
                <a:defRPr sz="1517" b="1" i="0" kern="0" spc="-9">
                  <a:ln w="44099">
                    <a:solidFill>
                      <a:srgbClr val="FFFFFF"/>
                    </a:solidFill>
                    <a:prstDash val="solid"/>
                  </a:ln>
                  <a:solidFill>
                    <a:srgbClr val="FFFFFF"/>
                  </a:solidFill>
                  <a:latin typeface="Inter"/>
                  <a:ea typeface="Inter"/>
                  <a:cs typeface="Inter"/>
                </a:defRPr>
              </a:lvl5pPr>
              <a:lvl6pPr algn="l">
                <a:defRPr sz="1517" b="1" i="0" kern="0" spc="-9">
                  <a:ln w="44099">
                    <a:solidFill>
                      <a:srgbClr val="FFFFFF"/>
                    </a:solidFill>
                    <a:prstDash val="solid"/>
                  </a:ln>
                  <a:solidFill>
                    <a:srgbClr val="FFFFFF"/>
                  </a:solidFill>
                  <a:latin typeface="Inter"/>
                  <a:ea typeface="Inter"/>
                  <a:cs typeface="Inter"/>
                </a:defRPr>
              </a:lvl6pPr>
              <a:lvl7pPr algn="l">
                <a:defRPr sz="1517" b="1" i="0" kern="0" spc="-9">
                  <a:ln w="44099">
                    <a:solidFill>
                      <a:srgbClr val="FFFFFF"/>
                    </a:solidFill>
                    <a:prstDash val="solid"/>
                  </a:ln>
                  <a:solidFill>
                    <a:srgbClr val="FFFFFF"/>
                  </a:solidFill>
                  <a:latin typeface="Inter"/>
                  <a:ea typeface="Inter"/>
                  <a:cs typeface="Inter"/>
                </a:defRPr>
              </a:lvl7pPr>
              <a:lvl8pPr algn="l">
                <a:defRPr sz="1517" b="1" i="0" kern="0" spc="-9">
                  <a:ln w="44099">
                    <a:solidFill>
                      <a:srgbClr val="FFFFFF"/>
                    </a:solidFill>
                    <a:prstDash val="solid"/>
                  </a:ln>
                  <a:solidFill>
                    <a:srgbClr val="FFFFFF"/>
                  </a:solidFill>
                  <a:latin typeface="Inter"/>
                  <a:ea typeface="Inter"/>
                  <a:cs typeface="Inter"/>
                </a:defRPr>
              </a:lvl8pPr>
              <a:lvl9pPr algn="l">
                <a:defRPr sz="1517" b="1" i="0" kern="0" spc="-9">
                  <a:ln w="44099">
                    <a:solidFill>
                      <a:srgbClr val="FFFFFF"/>
                    </a:solidFill>
                    <a:prstDash val="solid"/>
                  </a:ln>
                  <a:solidFill>
                    <a:srgbClr val="FFFFFF"/>
                  </a:solidFill>
                  <a:latin typeface="Inter"/>
                  <a:ea typeface="Inter"/>
                  <a:cs typeface="Inter"/>
                </a:defRPr>
              </a:lvl9pPr>
            </a:lstStyle>
            <a:p>
              <a:pPr algn="l">
                <a:lnSpc>
                  <a:spcPct val="100000"/>
                </a:lnSpc>
                <a:buNone/>
                <a:defRPr sz="1517" b="1" i="0" kern="0" spc="-9">
                  <a:solidFill>
                    <a:srgbClr val="FFFFFF"/>
                  </a:solidFill>
                  <a:latin typeface="Inter"/>
                  <a:ea typeface="Inter"/>
                  <a:cs typeface="Inter"/>
                </a:defRPr>
              </a:pPr>
              <a:r>
                <a:rPr sz="1517" b="1" i="0" kern="0" spc="-9">
                  <a:ln w="44099">
                    <a:solidFill>
                      <a:srgbClr val="FFFFFF"/>
                    </a:solidFill>
                    <a:prstDash val="solid"/>
                  </a:ln>
                  <a:solidFill>
                    <a:srgbClr val="FFFFFF"/>
                  </a:solidFill>
                  <a:latin typeface="Inter"/>
                  <a:ea typeface="Inter"/>
                  <a:cs typeface="Inter"/>
                </a:rPr>
                <a:t>World price $75</a:t>
              </a:r>
            </a:p>
          </p:txBody>
        </p:sp>
        <p:sp>
          <p:nvSpPr>
            <p:cNvPr id="130" name="s6 text 78">
              <a:extLst>
                <a:ext uri="{FF2B5EF4-FFF2-40B4-BE49-F238E27FC236}">
                  <a16:creationId xmlns:a16="http://schemas.microsoft.com/office/drawing/2014/main" id="{BF0923FE-0115-4A57-A7CD-C54BF9BE637C}"/>
                </a:ext>
              </a:extLst>
            </p:cNvPr>
            <p:cNvSpPr>
              <a:spLocks noGrp="1"/>
            </p:cNvSpPr>
            <p:nvPr/>
          </p:nvSpPr>
          <p:spPr>
            <a:xfrm>
              <a:off x="6761778" y="4196826"/>
              <a:ext cx="1569158" cy="268087"/>
            </a:xfrm>
            <a:prstGeom prst="rect">
              <a:avLst/>
            </a:prstGeom>
            <a:noFill/>
            <a:ln w="0">
              <a:noFill/>
              <a:prstDash val="solid"/>
            </a:ln>
          </p:spPr>
          <p:txBody>
            <a:bodyPr wrap="none" lIns="0" tIns="0" rIns="0" bIns="0" anchor="t">
              <a:noAutofit/>
            </a:bodyPr>
            <a:lstStyle>
              <a:defPPr algn="l">
                <a:defRPr sz="1517" b="1" i="0" kern="0" spc="-9">
                  <a:solidFill>
                    <a:srgbClr val="0A2540"/>
                  </a:solidFill>
                  <a:latin typeface="Inter"/>
                  <a:ea typeface="Inter"/>
                  <a:cs typeface="Inter"/>
                </a:defRPr>
              </a:defPPr>
              <a:lvl1pPr algn="l">
                <a:defRPr sz="1517" b="1" i="0" kern="0" spc="-9">
                  <a:solidFill>
                    <a:srgbClr val="0A2540"/>
                  </a:solidFill>
                  <a:latin typeface="Inter"/>
                  <a:ea typeface="Inter"/>
                  <a:cs typeface="Inter"/>
                </a:defRPr>
              </a:lvl1pPr>
              <a:lvl2pPr algn="l">
                <a:defRPr sz="1517" b="1" i="0" kern="0" spc="-9">
                  <a:solidFill>
                    <a:srgbClr val="0A2540"/>
                  </a:solidFill>
                  <a:latin typeface="Inter"/>
                  <a:ea typeface="Inter"/>
                  <a:cs typeface="Inter"/>
                </a:defRPr>
              </a:lvl2pPr>
              <a:lvl3pPr algn="l">
                <a:defRPr sz="1517" b="1" i="0" kern="0" spc="-9">
                  <a:solidFill>
                    <a:srgbClr val="0A2540"/>
                  </a:solidFill>
                  <a:latin typeface="Inter"/>
                  <a:ea typeface="Inter"/>
                  <a:cs typeface="Inter"/>
                </a:defRPr>
              </a:lvl3pPr>
              <a:lvl4pPr algn="l">
                <a:defRPr sz="1517" b="1" i="0" kern="0" spc="-9">
                  <a:solidFill>
                    <a:srgbClr val="0A2540"/>
                  </a:solidFill>
                  <a:latin typeface="Inter"/>
                  <a:ea typeface="Inter"/>
                  <a:cs typeface="Inter"/>
                </a:defRPr>
              </a:lvl4pPr>
              <a:lvl5pPr algn="l">
                <a:defRPr sz="1517" b="1" i="0" kern="0" spc="-9">
                  <a:solidFill>
                    <a:srgbClr val="0A2540"/>
                  </a:solidFill>
                  <a:latin typeface="Inter"/>
                  <a:ea typeface="Inter"/>
                  <a:cs typeface="Inter"/>
                </a:defRPr>
              </a:lvl5pPr>
              <a:lvl6pPr algn="l">
                <a:defRPr sz="1517" b="1" i="0" kern="0" spc="-9">
                  <a:solidFill>
                    <a:srgbClr val="0A2540"/>
                  </a:solidFill>
                  <a:latin typeface="Inter"/>
                  <a:ea typeface="Inter"/>
                  <a:cs typeface="Inter"/>
                </a:defRPr>
              </a:lvl6pPr>
              <a:lvl7pPr algn="l">
                <a:defRPr sz="1517" b="1" i="0" kern="0" spc="-9">
                  <a:solidFill>
                    <a:srgbClr val="0A2540"/>
                  </a:solidFill>
                  <a:latin typeface="Inter"/>
                  <a:ea typeface="Inter"/>
                  <a:cs typeface="Inter"/>
                </a:defRPr>
              </a:lvl7pPr>
              <a:lvl8pPr algn="l">
                <a:defRPr sz="1517" b="1" i="0" kern="0" spc="-9">
                  <a:solidFill>
                    <a:srgbClr val="0A2540"/>
                  </a:solidFill>
                  <a:latin typeface="Inter"/>
                  <a:ea typeface="Inter"/>
                  <a:cs typeface="Inter"/>
                </a:defRPr>
              </a:lvl8pPr>
              <a:lvl9pPr algn="l">
                <a:defRPr sz="1517" b="1" i="0" kern="0" spc="-9">
                  <a:solidFill>
                    <a:srgbClr val="0A2540"/>
                  </a:solidFill>
                  <a:latin typeface="Inter"/>
                  <a:ea typeface="Inter"/>
                  <a:cs typeface="Inter"/>
                </a:defRPr>
              </a:lvl9pPr>
            </a:lstStyle>
            <a:p>
              <a:pPr algn="l">
                <a:lnSpc>
                  <a:spcPct val="100000"/>
                </a:lnSpc>
                <a:buNone/>
                <a:defRPr sz="1517" b="1" i="0" kern="0" spc="-9">
                  <a:solidFill>
                    <a:srgbClr val="0A2540"/>
                  </a:solidFill>
                  <a:latin typeface="Inter"/>
                  <a:ea typeface="Inter"/>
                  <a:cs typeface="Inter"/>
                </a:defRPr>
              </a:pPr>
              <a:r>
                <a:rPr sz="1517" b="1" i="0" kern="0" spc="-9">
                  <a:solidFill>
                    <a:srgbClr val="0A2540"/>
                  </a:solidFill>
                  <a:latin typeface="Inter"/>
                  <a:ea typeface="Inter"/>
                  <a:cs typeface="Inter"/>
                </a:rPr>
                <a:t>World price $75</a:t>
              </a:r>
            </a:p>
          </p:txBody>
        </p:sp>
      </p:grpSp>
      <p:sp>
        <p:nvSpPr>
          <p:cNvPr id="48" name="s6 text 1">
            <a:extLst>
              <a:ext uri="{FF2B5EF4-FFF2-40B4-BE49-F238E27FC236}">
                <a16:creationId xmlns:a16="http://schemas.microsoft.com/office/drawing/2014/main" id="{925C10E6-601E-41D1-8CDF-18D0D354703E}"/>
              </a:ext>
            </a:extLst>
          </p:cNvPr>
          <p:cNvSpPr>
            <a:spLocks noGrp="1"/>
          </p:cNvSpPr>
          <p:nvPr/>
        </p:nvSpPr>
        <p:spPr>
          <a:xfrm>
            <a:off x="678656" y="483489"/>
            <a:ext cx="4503426" cy="173507"/>
          </a:xfrm>
          <a:prstGeom prst="rect">
            <a:avLst/>
          </a:prstGeom>
          <a:noFill/>
          <a:ln w="0">
            <a:noFill/>
            <a:prstDash val="solid"/>
          </a:ln>
        </p:spPr>
        <p:txBody>
          <a:bodyPr wrap="none" lIns="0" tIns="0" rIns="0" bIns="0" anchor="t">
            <a:noAutofit/>
          </a:bodyPr>
          <a:lstStyle>
            <a:defPPr algn="l">
              <a:defRPr sz="900" b="0" i="0" kern="0" spc="180">
                <a:solidFill>
                  <a:srgbClr val="1D4ED8"/>
                </a:solidFill>
                <a:latin typeface="JetBrains Mono"/>
                <a:ea typeface="JetBrains Mono"/>
                <a:cs typeface="JetBrains Mono"/>
              </a:defRPr>
            </a:defPPr>
            <a:lvl1pPr algn="l">
              <a:defRPr sz="900" b="0" i="0" kern="0" spc="180">
                <a:solidFill>
                  <a:srgbClr val="1D4ED8"/>
                </a:solidFill>
                <a:latin typeface="JetBrains Mono"/>
                <a:ea typeface="JetBrains Mono"/>
                <a:cs typeface="JetBrains Mono"/>
              </a:defRPr>
            </a:lvl1pPr>
            <a:lvl2pPr algn="l">
              <a:defRPr sz="900" b="0" i="0" kern="0" spc="180">
                <a:solidFill>
                  <a:srgbClr val="1D4ED8"/>
                </a:solidFill>
                <a:latin typeface="JetBrains Mono"/>
                <a:ea typeface="JetBrains Mono"/>
                <a:cs typeface="JetBrains Mono"/>
              </a:defRPr>
            </a:lvl2pPr>
            <a:lvl3pPr algn="l">
              <a:defRPr sz="900" b="0" i="0" kern="0" spc="180">
                <a:solidFill>
                  <a:srgbClr val="1D4ED8"/>
                </a:solidFill>
                <a:latin typeface="JetBrains Mono"/>
                <a:ea typeface="JetBrains Mono"/>
                <a:cs typeface="JetBrains Mono"/>
              </a:defRPr>
            </a:lvl3pPr>
            <a:lvl4pPr algn="l">
              <a:defRPr sz="900" b="0" i="0" kern="0" spc="180">
                <a:solidFill>
                  <a:srgbClr val="1D4ED8"/>
                </a:solidFill>
                <a:latin typeface="JetBrains Mono"/>
                <a:ea typeface="JetBrains Mono"/>
                <a:cs typeface="JetBrains Mono"/>
              </a:defRPr>
            </a:lvl4pPr>
            <a:lvl5pPr algn="l">
              <a:defRPr sz="900" b="0" i="0" kern="0" spc="180">
                <a:solidFill>
                  <a:srgbClr val="1D4ED8"/>
                </a:solidFill>
                <a:latin typeface="JetBrains Mono"/>
                <a:ea typeface="JetBrains Mono"/>
                <a:cs typeface="JetBrains Mono"/>
              </a:defRPr>
            </a:lvl5pPr>
            <a:lvl6pPr algn="l">
              <a:defRPr sz="900" b="0" i="0" kern="0" spc="180">
                <a:solidFill>
                  <a:srgbClr val="1D4ED8"/>
                </a:solidFill>
                <a:latin typeface="JetBrains Mono"/>
                <a:ea typeface="JetBrains Mono"/>
                <a:cs typeface="JetBrains Mono"/>
              </a:defRPr>
            </a:lvl6pPr>
            <a:lvl7pPr algn="l">
              <a:defRPr sz="900" b="0" i="0" kern="0" spc="180">
                <a:solidFill>
                  <a:srgbClr val="1D4ED8"/>
                </a:solidFill>
                <a:latin typeface="JetBrains Mono"/>
                <a:ea typeface="JetBrains Mono"/>
                <a:cs typeface="JetBrains Mono"/>
              </a:defRPr>
            </a:lvl7pPr>
            <a:lvl8pPr algn="l">
              <a:defRPr sz="900" b="0" i="0" kern="0" spc="180">
                <a:solidFill>
                  <a:srgbClr val="1D4ED8"/>
                </a:solidFill>
                <a:latin typeface="JetBrains Mono"/>
                <a:ea typeface="JetBrains Mono"/>
                <a:cs typeface="JetBrains Mono"/>
              </a:defRPr>
            </a:lvl8pPr>
            <a:lvl9pPr algn="l">
              <a:defRPr sz="900" b="0" i="0" kern="0" spc="180">
                <a:solidFill>
                  <a:srgbClr val="1D4ED8"/>
                </a:solidFill>
                <a:latin typeface="JetBrains Mono"/>
                <a:ea typeface="JetBrains Mono"/>
                <a:cs typeface="JetBrains Mono"/>
              </a:defRPr>
            </a:lvl9pPr>
          </a:lstStyle>
          <a:p>
            <a:pPr algn="l">
              <a:lnSpc>
                <a:spcPct val="100000"/>
              </a:lnSpc>
              <a:buNone/>
              <a:defRPr sz="900" b="0" i="0" kern="0" spc="180">
                <a:solidFill>
                  <a:srgbClr val="1D4ED8"/>
                </a:solidFill>
                <a:latin typeface="JetBrains Mono"/>
                <a:ea typeface="JetBrains Mono"/>
                <a:cs typeface="JetBrains Mono"/>
              </a:defRPr>
            </a:pPr>
            <a:r>
              <a:rPr sz="900" b="0" i="0" kern="0" spc="180">
                <a:solidFill>
                  <a:srgbClr val="1D4ED8"/>
                </a:solidFill>
                <a:latin typeface="JetBrains Mono"/>
                <a:ea typeface="JetBrains Mono"/>
                <a:cs typeface="JetBrains Mono"/>
              </a:rPr>
              <a:t>QUESTION 5.1 · THE TELEVISION MARKET IN COUNTRY Z</a:t>
            </a:r>
          </a:p>
        </p:txBody>
      </p:sp>
      <p:sp>
        <p:nvSpPr>
          <p:cNvPr id="49" name="s6 text 2">
            <a:extLst>
              <a:ext uri="{FF2B5EF4-FFF2-40B4-BE49-F238E27FC236}">
                <a16:creationId xmlns:a16="http://schemas.microsoft.com/office/drawing/2014/main" id="{510E4466-66B2-442A-B180-71EE3698488B}"/>
              </a:ext>
            </a:extLst>
          </p:cNvPr>
          <p:cNvSpPr>
            <a:spLocks noGrp="1"/>
          </p:cNvSpPr>
          <p:nvPr/>
        </p:nvSpPr>
        <p:spPr>
          <a:xfrm>
            <a:off x="514350" y="684461"/>
            <a:ext cx="4379119" cy="576532"/>
          </a:xfrm>
          <a:prstGeom prst="rect">
            <a:avLst/>
          </a:prstGeom>
          <a:noFill/>
          <a:ln w="0">
            <a:noFill/>
            <a:prstDash val="solid"/>
          </a:ln>
        </p:spPr>
        <p:txBody>
          <a:bodyPr wrap="none" lIns="0" tIns="0" rIns="0" bIns="0" anchor="t">
            <a:noAutofit/>
          </a:bodyPr>
          <a:lstStyle>
            <a:defPPr algn="l">
              <a:defRPr sz="3262" b="0" i="0" kern="0" spc="-104">
                <a:solidFill>
                  <a:srgbClr val="0A2540"/>
                </a:solidFill>
                <a:latin typeface="Inter ExtraBold"/>
                <a:ea typeface="Inter ExtraBold"/>
                <a:cs typeface="Inter ExtraBold"/>
              </a:defRPr>
            </a:defPPr>
            <a:lvl1pPr algn="l">
              <a:defRPr sz="3262" b="0" i="0" kern="0" spc="-104">
                <a:solidFill>
                  <a:srgbClr val="0A2540"/>
                </a:solidFill>
                <a:latin typeface="Inter ExtraBold"/>
                <a:ea typeface="Inter ExtraBold"/>
                <a:cs typeface="Inter ExtraBold"/>
              </a:defRPr>
            </a:lvl1pPr>
            <a:lvl2pPr algn="l">
              <a:defRPr sz="3262" b="0" i="0" kern="0" spc="-104">
                <a:solidFill>
                  <a:srgbClr val="0A2540"/>
                </a:solidFill>
                <a:latin typeface="Inter ExtraBold"/>
                <a:ea typeface="Inter ExtraBold"/>
                <a:cs typeface="Inter ExtraBold"/>
              </a:defRPr>
            </a:lvl2pPr>
            <a:lvl3pPr algn="l">
              <a:defRPr sz="3262" b="0" i="0" kern="0" spc="-104">
                <a:solidFill>
                  <a:srgbClr val="0A2540"/>
                </a:solidFill>
                <a:latin typeface="Inter ExtraBold"/>
                <a:ea typeface="Inter ExtraBold"/>
                <a:cs typeface="Inter ExtraBold"/>
              </a:defRPr>
            </a:lvl3pPr>
            <a:lvl4pPr algn="l">
              <a:defRPr sz="3262" b="0" i="0" kern="0" spc="-104">
                <a:solidFill>
                  <a:srgbClr val="0A2540"/>
                </a:solidFill>
                <a:latin typeface="Inter ExtraBold"/>
                <a:ea typeface="Inter ExtraBold"/>
                <a:cs typeface="Inter ExtraBold"/>
              </a:defRPr>
            </a:lvl4pPr>
            <a:lvl5pPr algn="l">
              <a:defRPr sz="3262" b="0" i="0" kern="0" spc="-104">
                <a:solidFill>
                  <a:srgbClr val="0A2540"/>
                </a:solidFill>
                <a:latin typeface="Inter ExtraBold"/>
                <a:ea typeface="Inter ExtraBold"/>
                <a:cs typeface="Inter ExtraBold"/>
              </a:defRPr>
            </a:lvl5pPr>
            <a:lvl6pPr algn="l">
              <a:defRPr sz="3262" b="0" i="0" kern="0" spc="-104">
                <a:solidFill>
                  <a:srgbClr val="0A2540"/>
                </a:solidFill>
                <a:latin typeface="Inter ExtraBold"/>
                <a:ea typeface="Inter ExtraBold"/>
                <a:cs typeface="Inter ExtraBold"/>
              </a:defRPr>
            </a:lvl6pPr>
            <a:lvl7pPr algn="l">
              <a:defRPr sz="3262" b="0" i="0" kern="0" spc="-104">
                <a:solidFill>
                  <a:srgbClr val="0A2540"/>
                </a:solidFill>
                <a:latin typeface="Inter ExtraBold"/>
                <a:ea typeface="Inter ExtraBold"/>
                <a:cs typeface="Inter ExtraBold"/>
              </a:defRPr>
            </a:lvl7pPr>
            <a:lvl8pPr algn="l">
              <a:defRPr sz="3262" b="0" i="0" kern="0" spc="-104">
                <a:solidFill>
                  <a:srgbClr val="0A2540"/>
                </a:solidFill>
                <a:latin typeface="Inter ExtraBold"/>
                <a:ea typeface="Inter ExtraBold"/>
                <a:cs typeface="Inter ExtraBold"/>
              </a:defRPr>
            </a:lvl8pPr>
            <a:lvl9pPr algn="l">
              <a:defRPr sz="3262" b="0" i="0" kern="0" spc="-104">
                <a:solidFill>
                  <a:srgbClr val="0A2540"/>
                </a:solidFill>
                <a:latin typeface="Inter ExtraBold"/>
                <a:ea typeface="Inter ExtraBold"/>
                <a:cs typeface="Inter ExtraBold"/>
              </a:defRPr>
            </a:lvl9pPr>
          </a:lstStyle>
          <a:p>
            <a:pPr algn="l">
              <a:lnSpc>
                <a:spcPct val="100000"/>
              </a:lnSpc>
              <a:buNone/>
              <a:defRPr sz="3262" b="0" i="0" kern="0" spc="-104">
                <a:solidFill>
                  <a:srgbClr val="0A2540"/>
                </a:solidFill>
                <a:latin typeface="Inter ExtraBold"/>
                <a:ea typeface="Inter ExtraBold"/>
                <a:cs typeface="Inter ExtraBold"/>
              </a:defRPr>
            </a:pPr>
            <a:r>
              <a:rPr sz="3262" b="0" i="0" kern="0" spc="-104">
                <a:solidFill>
                  <a:srgbClr val="0A2540"/>
                </a:solidFill>
                <a:latin typeface="Inter ExtraBold"/>
                <a:ea typeface="Inter ExtraBold"/>
                <a:cs typeface="Inter ExtraBold"/>
              </a:rPr>
              <a:t>Reading the diagram</a:t>
            </a:r>
          </a:p>
        </p:txBody>
      </p:sp>
      <p:sp>
        <p:nvSpPr>
          <p:cNvPr id="50" name="s6 text 3">
            <a:extLst>
              <a:ext uri="{FF2B5EF4-FFF2-40B4-BE49-F238E27FC236}">
                <a16:creationId xmlns:a16="http://schemas.microsoft.com/office/drawing/2014/main" id="{D5E95DAE-9F64-450E-9B19-74DEE743C839}"/>
              </a:ext>
            </a:extLst>
          </p:cNvPr>
          <p:cNvSpPr>
            <a:spLocks noGrp="1"/>
          </p:cNvSpPr>
          <p:nvPr/>
        </p:nvSpPr>
        <p:spPr>
          <a:xfrm>
            <a:off x="9806917" y="1541041"/>
            <a:ext cx="3406521"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Read the two straight lines off the figure (Q</a:t>
            </a:r>
          </a:p>
        </p:txBody>
      </p:sp>
      <p:sp>
        <p:nvSpPr>
          <p:cNvPr id="51" name="s6 text 4">
            <a:extLst>
              <a:ext uri="{FF2B5EF4-FFF2-40B4-BE49-F238E27FC236}">
                <a16:creationId xmlns:a16="http://schemas.microsoft.com/office/drawing/2014/main" id="{47994BF8-2525-4139-A910-25EE822FCF7A}"/>
              </a:ext>
            </a:extLst>
          </p:cNvPr>
          <p:cNvSpPr>
            <a:spLocks noGrp="1"/>
          </p:cNvSpPr>
          <p:nvPr/>
        </p:nvSpPr>
        <p:spPr>
          <a:xfrm>
            <a:off x="9806917" y="1805359"/>
            <a:ext cx="1716500"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in thousands of TVs):</a:t>
            </a:r>
          </a:p>
        </p:txBody>
      </p:sp>
      <p:sp>
        <p:nvSpPr>
          <p:cNvPr id="52" name="s6 text 5">
            <a:extLst>
              <a:ext uri="{FF2B5EF4-FFF2-40B4-BE49-F238E27FC236}">
                <a16:creationId xmlns:a16="http://schemas.microsoft.com/office/drawing/2014/main" id="{A88AADF8-482A-4F7A-A9BF-DC89E13628E6}"/>
              </a:ext>
            </a:extLst>
          </p:cNvPr>
          <p:cNvSpPr>
            <a:spLocks noGrp="1"/>
          </p:cNvSpPr>
          <p:nvPr/>
        </p:nvSpPr>
        <p:spPr>
          <a:xfrm>
            <a:off x="9964080" y="2360438"/>
            <a:ext cx="3190399" cy="314482"/>
          </a:xfrm>
          <a:prstGeom prst="rect">
            <a:avLst/>
          </a:prstGeom>
          <a:noFill/>
          <a:ln w="0">
            <a:noFill/>
            <a:prstDash val="solid"/>
          </a:ln>
        </p:spPr>
        <p:txBody>
          <a:bodyPr wrap="none" lIns="0" tIns="0" rIns="0" bIns="0" anchor="t">
            <a:noAutofit/>
          </a:bodyPr>
          <a:lstStyle>
            <a:defPPr algn="l">
              <a:defRPr sz="1631" b="0" i="0" kern="0" spc="-9">
                <a:solidFill>
                  <a:srgbClr val="0A2540"/>
                </a:solidFill>
                <a:latin typeface="JetBrains Mono"/>
                <a:ea typeface="JetBrains Mono"/>
                <a:cs typeface="JetBrains Mono"/>
              </a:defRPr>
            </a:defPPr>
            <a:lvl1pPr algn="l">
              <a:defRPr sz="1631" b="0" i="0" kern="0" spc="-9">
                <a:solidFill>
                  <a:srgbClr val="0A2540"/>
                </a:solidFill>
                <a:latin typeface="JetBrains Mono"/>
                <a:ea typeface="JetBrains Mono"/>
                <a:cs typeface="JetBrains Mono"/>
              </a:defRPr>
            </a:lvl1pPr>
            <a:lvl2pPr algn="l">
              <a:defRPr sz="1631" b="0" i="0" kern="0" spc="-9">
                <a:solidFill>
                  <a:srgbClr val="0A2540"/>
                </a:solidFill>
                <a:latin typeface="JetBrains Mono"/>
                <a:ea typeface="JetBrains Mono"/>
                <a:cs typeface="JetBrains Mono"/>
              </a:defRPr>
            </a:lvl2pPr>
            <a:lvl3pPr algn="l">
              <a:defRPr sz="1631" b="0" i="0" kern="0" spc="-9">
                <a:solidFill>
                  <a:srgbClr val="0A2540"/>
                </a:solidFill>
                <a:latin typeface="JetBrains Mono"/>
                <a:ea typeface="JetBrains Mono"/>
                <a:cs typeface="JetBrains Mono"/>
              </a:defRPr>
            </a:lvl3pPr>
            <a:lvl4pPr algn="l">
              <a:defRPr sz="1631" b="0" i="0" kern="0" spc="-9">
                <a:solidFill>
                  <a:srgbClr val="0A2540"/>
                </a:solidFill>
                <a:latin typeface="JetBrains Mono"/>
                <a:ea typeface="JetBrains Mono"/>
                <a:cs typeface="JetBrains Mono"/>
              </a:defRPr>
            </a:lvl4pPr>
            <a:lvl5pPr algn="l">
              <a:defRPr sz="1631" b="0" i="0" kern="0" spc="-9">
                <a:solidFill>
                  <a:srgbClr val="0A2540"/>
                </a:solidFill>
                <a:latin typeface="JetBrains Mono"/>
                <a:ea typeface="JetBrains Mono"/>
                <a:cs typeface="JetBrains Mono"/>
              </a:defRPr>
            </a:lvl5pPr>
            <a:lvl6pPr algn="l">
              <a:defRPr sz="1631" b="0" i="0" kern="0" spc="-9">
                <a:solidFill>
                  <a:srgbClr val="0A2540"/>
                </a:solidFill>
                <a:latin typeface="JetBrains Mono"/>
                <a:ea typeface="JetBrains Mono"/>
                <a:cs typeface="JetBrains Mono"/>
              </a:defRPr>
            </a:lvl6pPr>
            <a:lvl7pPr algn="l">
              <a:defRPr sz="1631" b="0" i="0" kern="0" spc="-9">
                <a:solidFill>
                  <a:srgbClr val="0A2540"/>
                </a:solidFill>
                <a:latin typeface="JetBrains Mono"/>
                <a:ea typeface="JetBrains Mono"/>
                <a:cs typeface="JetBrains Mono"/>
              </a:defRPr>
            </a:lvl7pPr>
            <a:lvl8pPr algn="l">
              <a:defRPr sz="1631" b="0" i="0" kern="0" spc="-9">
                <a:solidFill>
                  <a:srgbClr val="0A2540"/>
                </a:solidFill>
                <a:latin typeface="JetBrains Mono"/>
                <a:ea typeface="JetBrains Mono"/>
                <a:cs typeface="JetBrains Mono"/>
              </a:defRPr>
            </a:lvl8pPr>
            <a:lvl9pPr algn="l">
              <a:defRPr sz="1631" b="0" i="0" kern="0" spc="-9">
                <a:solidFill>
                  <a:srgbClr val="0A2540"/>
                </a:solidFill>
                <a:latin typeface="JetBrains Mono"/>
                <a:ea typeface="JetBrains Mono"/>
                <a:cs typeface="JetBrains Mono"/>
              </a:defRPr>
            </a:lvl9pPr>
          </a:lstStyle>
          <a:p>
            <a:pPr algn="l">
              <a:lnSpc>
                <a:spcPct val="100000"/>
              </a:lnSpc>
              <a:buNone/>
              <a:defRPr sz="1631" b="0" i="0" kern="0" spc="-9">
                <a:solidFill>
                  <a:srgbClr val="0A2540"/>
                </a:solidFill>
                <a:latin typeface="JetBrains Mono"/>
                <a:ea typeface="JetBrains Mono"/>
                <a:cs typeface="JetBrains Mono"/>
              </a:defRPr>
            </a:pPr>
            <a:r>
              <a:rPr sz="1631" b="0" i="0" kern="0" spc="-9">
                <a:solidFill>
                  <a:srgbClr val="0A2540"/>
                </a:solidFill>
                <a:latin typeface="JetBrains Mono"/>
                <a:ea typeface="JetBrains Mono"/>
                <a:cs typeface="JetBrains Mono"/>
              </a:rPr>
              <a:t>Demand:  P = 225 − 1.25 Q</a:t>
            </a:r>
          </a:p>
        </p:txBody>
      </p:sp>
      <p:sp>
        <p:nvSpPr>
          <p:cNvPr id="53" name="s6 text 6">
            <a:extLst>
              <a:ext uri="{FF2B5EF4-FFF2-40B4-BE49-F238E27FC236}">
                <a16:creationId xmlns:a16="http://schemas.microsoft.com/office/drawing/2014/main" id="{C54F64A2-CC1F-402B-8B4A-933E6D32FFF3}"/>
              </a:ext>
            </a:extLst>
          </p:cNvPr>
          <p:cNvSpPr>
            <a:spLocks noGrp="1"/>
          </p:cNvSpPr>
          <p:nvPr/>
        </p:nvSpPr>
        <p:spPr>
          <a:xfrm>
            <a:off x="9964080" y="2903363"/>
            <a:ext cx="3066098" cy="314482"/>
          </a:xfrm>
          <a:prstGeom prst="rect">
            <a:avLst/>
          </a:prstGeom>
          <a:noFill/>
          <a:ln w="0">
            <a:noFill/>
            <a:prstDash val="solid"/>
          </a:ln>
        </p:spPr>
        <p:txBody>
          <a:bodyPr wrap="none" lIns="0" tIns="0" rIns="0" bIns="0" anchor="t">
            <a:noAutofit/>
          </a:bodyPr>
          <a:lstStyle>
            <a:defPPr algn="l">
              <a:defRPr sz="1631" b="0" i="0" kern="0" spc="-9">
                <a:solidFill>
                  <a:srgbClr val="0A2540"/>
                </a:solidFill>
                <a:latin typeface="JetBrains Mono"/>
                <a:ea typeface="JetBrains Mono"/>
                <a:cs typeface="JetBrains Mono"/>
              </a:defRPr>
            </a:defPPr>
            <a:lvl1pPr algn="l">
              <a:defRPr sz="1631" b="0" i="0" kern="0" spc="-9">
                <a:solidFill>
                  <a:srgbClr val="0A2540"/>
                </a:solidFill>
                <a:latin typeface="JetBrains Mono"/>
                <a:ea typeface="JetBrains Mono"/>
                <a:cs typeface="JetBrains Mono"/>
              </a:defRPr>
            </a:lvl1pPr>
            <a:lvl2pPr algn="l">
              <a:defRPr sz="1631" b="0" i="0" kern="0" spc="-9">
                <a:solidFill>
                  <a:srgbClr val="0A2540"/>
                </a:solidFill>
                <a:latin typeface="JetBrains Mono"/>
                <a:ea typeface="JetBrains Mono"/>
                <a:cs typeface="JetBrains Mono"/>
              </a:defRPr>
            </a:lvl2pPr>
            <a:lvl3pPr algn="l">
              <a:defRPr sz="1631" b="0" i="0" kern="0" spc="-9">
                <a:solidFill>
                  <a:srgbClr val="0A2540"/>
                </a:solidFill>
                <a:latin typeface="JetBrains Mono"/>
                <a:ea typeface="JetBrains Mono"/>
                <a:cs typeface="JetBrains Mono"/>
              </a:defRPr>
            </a:lvl3pPr>
            <a:lvl4pPr algn="l">
              <a:defRPr sz="1631" b="0" i="0" kern="0" spc="-9">
                <a:solidFill>
                  <a:srgbClr val="0A2540"/>
                </a:solidFill>
                <a:latin typeface="JetBrains Mono"/>
                <a:ea typeface="JetBrains Mono"/>
                <a:cs typeface="JetBrains Mono"/>
              </a:defRPr>
            </a:lvl4pPr>
            <a:lvl5pPr algn="l">
              <a:defRPr sz="1631" b="0" i="0" kern="0" spc="-9">
                <a:solidFill>
                  <a:srgbClr val="0A2540"/>
                </a:solidFill>
                <a:latin typeface="JetBrains Mono"/>
                <a:ea typeface="JetBrains Mono"/>
                <a:cs typeface="JetBrains Mono"/>
              </a:defRPr>
            </a:lvl5pPr>
            <a:lvl6pPr algn="l">
              <a:defRPr sz="1631" b="0" i="0" kern="0" spc="-9">
                <a:solidFill>
                  <a:srgbClr val="0A2540"/>
                </a:solidFill>
                <a:latin typeface="JetBrains Mono"/>
                <a:ea typeface="JetBrains Mono"/>
                <a:cs typeface="JetBrains Mono"/>
              </a:defRPr>
            </a:lvl6pPr>
            <a:lvl7pPr algn="l">
              <a:defRPr sz="1631" b="0" i="0" kern="0" spc="-9">
                <a:solidFill>
                  <a:srgbClr val="0A2540"/>
                </a:solidFill>
                <a:latin typeface="JetBrains Mono"/>
                <a:ea typeface="JetBrains Mono"/>
                <a:cs typeface="JetBrains Mono"/>
              </a:defRPr>
            </a:lvl7pPr>
            <a:lvl8pPr algn="l">
              <a:defRPr sz="1631" b="0" i="0" kern="0" spc="-9">
                <a:solidFill>
                  <a:srgbClr val="0A2540"/>
                </a:solidFill>
                <a:latin typeface="JetBrains Mono"/>
                <a:ea typeface="JetBrains Mono"/>
                <a:cs typeface="JetBrains Mono"/>
              </a:defRPr>
            </a:lvl8pPr>
            <a:lvl9pPr algn="l">
              <a:defRPr sz="1631" b="0" i="0" kern="0" spc="-9">
                <a:solidFill>
                  <a:srgbClr val="0A2540"/>
                </a:solidFill>
                <a:latin typeface="JetBrains Mono"/>
                <a:ea typeface="JetBrains Mono"/>
                <a:cs typeface="JetBrains Mono"/>
              </a:defRPr>
            </a:lvl9pPr>
          </a:lstStyle>
          <a:p>
            <a:pPr algn="l">
              <a:lnSpc>
                <a:spcPct val="100000"/>
              </a:lnSpc>
              <a:buNone/>
              <a:defRPr sz="1631" b="0" i="0" kern="0" spc="-9">
                <a:solidFill>
                  <a:srgbClr val="0A2540"/>
                </a:solidFill>
                <a:latin typeface="JetBrains Mono"/>
                <a:ea typeface="JetBrains Mono"/>
                <a:cs typeface="JetBrains Mono"/>
              </a:defRPr>
            </a:pPr>
            <a:r>
              <a:rPr sz="1631" b="0" i="0" kern="0" spc="-9">
                <a:solidFill>
                  <a:srgbClr val="0A2540"/>
                </a:solidFill>
                <a:latin typeface="JetBrains Mono"/>
                <a:ea typeface="JetBrains Mono"/>
                <a:cs typeface="JetBrains Mono"/>
              </a:rPr>
              <a:t>Supply:  P = 50 + 1.25 Q</a:t>
            </a:r>
          </a:p>
        </p:txBody>
      </p:sp>
      <p:sp>
        <p:nvSpPr>
          <p:cNvPr id="54" name="s6 text 7">
            <a:extLst>
              <a:ext uri="{FF2B5EF4-FFF2-40B4-BE49-F238E27FC236}">
                <a16:creationId xmlns:a16="http://schemas.microsoft.com/office/drawing/2014/main" id="{4D4BBD8F-489A-4EFB-8492-DED792C59119}"/>
              </a:ext>
            </a:extLst>
          </p:cNvPr>
          <p:cNvSpPr>
            <a:spLocks noGrp="1"/>
          </p:cNvSpPr>
          <p:nvPr/>
        </p:nvSpPr>
        <p:spPr>
          <a:xfrm>
            <a:off x="9949792" y="3364483"/>
            <a:ext cx="959739" cy="308146"/>
          </a:xfrm>
          <a:prstGeom prst="rect">
            <a:avLst/>
          </a:prstGeom>
          <a:noFill/>
          <a:ln w="0">
            <a:noFill/>
            <a:prstDash val="solid"/>
          </a:ln>
        </p:spPr>
        <p:txBody>
          <a:bodyPr wrap="none" lIns="0" tIns="0" rIns="0" bIns="0" anchor="t">
            <a:noAutofit/>
          </a:bodyPr>
          <a:lstStyle>
            <a:defPPr algn="l">
              <a:defRPr sz="1744" b="1" i="0" kern="0" spc="-9">
                <a:solidFill>
                  <a:srgbClr val="0A2540"/>
                </a:solidFill>
                <a:latin typeface="Inter"/>
                <a:ea typeface="Inter"/>
                <a:cs typeface="Inter"/>
              </a:defRPr>
            </a:defPPr>
            <a:lvl1pPr algn="l">
              <a:defRPr sz="1744" b="1" i="0" kern="0" spc="-9">
                <a:solidFill>
                  <a:srgbClr val="0A2540"/>
                </a:solidFill>
                <a:latin typeface="Inter"/>
                <a:ea typeface="Inter"/>
                <a:cs typeface="Inter"/>
              </a:defRPr>
            </a:lvl1pPr>
            <a:lvl2pPr algn="l">
              <a:defRPr sz="1744" b="1" i="0" kern="0" spc="-9">
                <a:solidFill>
                  <a:srgbClr val="0A2540"/>
                </a:solidFill>
                <a:latin typeface="Inter"/>
                <a:ea typeface="Inter"/>
                <a:cs typeface="Inter"/>
              </a:defRPr>
            </a:lvl2pPr>
            <a:lvl3pPr algn="l">
              <a:defRPr sz="1744" b="1" i="0" kern="0" spc="-9">
                <a:solidFill>
                  <a:srgbClr val="0A2540"/>
                </a:solidFill>
                <a:latin typeface="Inter"/>
                <a:ea typeface="Inter"/>
                <a:cs typeface="Inter"/>
              </a:defRPr>
            </a:lvl3pPr>
            <a:lvl4pPr algn="l">
              <a:defRPr sz="1744" b="1" i="0" kern="0" spc="-9">
                <a:solidFill>
                  <a:srgbClr val="0A2540"/>
                </a:solidFill>
                <a:latin typeface="Inter"/>
                <a:ea typeface="Inter"/>
                <a:cs typeface="Inter"/>
              </a:defRPr>
            </a:lvl4pPr>
            <a:lvl5pPr algn="l">
              <a:defRPr sz="1744" b="1" i="0" kern="0" spc="-9">
                <a:solidFill>
                  <a:srgbClr val="0A2540"/>
                </a:solidFill>
                <a:latin typeface="Inter"/>
                <a:ea typeface="Inter"/>
                <a:cs typeface="Inter"/>
              </a:defRPr>
            </a:lvl5pPr>
            <a:lvl6pPr algn="l">
              <a:defRPr sz="1744" b="1" i="0" kern="0" spc="-9">
                <a:solidFill>
                  <a:srgbClr val="0A2540"/>
                </a:solidFill>
                <a:latin typeface="Inter"/>
                <a:ea typeface="Inter"/>
                <a:cs typeface="Inter"/>
              </a:defRPr>
            </a:lvl6pPr>
            <a:lvl7pPr algn="l">
              <a:defRPr sz="1744" b="1" i="0" kern="0" spc="-9">
                <a:solidFill>
                  <a:srgbClr val="0A2540"/>
                </a:solidFill>
                <a:latin typeface="Inter"/>
                <a:ea typeface="Inter"/>
                <a:cs typeface="Inter"/>
              </a:defRPr>
            </a:lvl7pPr>
            <a:lvl8pPr algn="l">
              <a:defRPr sz="1744" b="1" i="0" kern="0" spc="-9">
                <a:solidFill>
                  <a:srgbClr val="0A2540"/>
                </a:solidFill>
                <a:latin typeface="Inter"/>
                <a:ea typeface="Inter"/>
                <a:cs typeface="Inter"/>
              </a:defRPr>
            </a:lvl8pPr>
            <a:lvl9pPr algn="l">
              <a:defRPr sz="1744" b="1" i="0" kern="0" spc="-9">
                <a:solidFill>
                  <a:srgbClr val="0A2540"/>
                </a:solidFill>
                <a:latin typeface="Inter"/>
                <a:ea typeface="Inter"/>
                <a:cs typeface="Inter"/>
              </a:defRPr>
            </a:lvl9pPr>
          </a:lstStyle>
          <a:p>
            <a:pPr algn="l">
              <a:lnSpc>
                <a:spcPct val="100000"/>
              </a:lnSpc>
              <a:buNone/>
              <a:defRPr sz="1744" b="1" i="0" kern="0" spc="-9">
                <a:solidFill>
                  <a:srgbClr val="0A2540"/>
                </a:solidFill>
                <a:latin typeface="Inter"/>
                <a:ea typeface="Inter"/>
                <a:cs typeface="Inter"/>
              </a:defRPr>
            </a:pPr>
            <a:r>
              <a:rPr sz="1744" b="1" i="0" kern="0" spc="-9">
                <a:solidFill>
                  <a:srgbClr val="0A2540"/>
                </a:solidFill>
                <a:latin typeface="Inter"/>
                <a:ea typeface="Inter"/>
                <a:cs typeface="Inter"/>
              </a:rPr>
              <a:t>Autarky</a:t>
            </a:r>
          </a:p>
        </p:txBody>
      </p:sp>
      <p:sp>
        <p:nvSpPr>
          <p:cNvPr id="55" name="s6 text 8">
            <a:extLst>
              <a:ext uri="{FF2B5EF4-FFF2-40B4-BE49-F238E27FC236}">
                <a16:creationId xmlns:a16="http://schemas.microsoft.com/office/drawing/2014/main" id="{612A0250-A4E9-44CC-88A2-F73F41D33EBB}"/>
              </a:ext>
            </a:extLst>
          </p:cNvPr>
          <p:cNvSpPr>
            <a:spLocks noGrp="1"/>
          </p:cNvSpPr>
          <p:nvPr/>
        </p:nvSpPr>
        <p:spPr>
          <a:xfrm>
            <a:off x="10874100" y="3364483"/>
            <a:ext cx="169358" cy="308146"/>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Inter"/>
                <a:ea typeface="Inter"/>
                <a:cs typeface="Inter"/>
              </a:defRPr>
            </a:defPPr>
            <a:lvl1pPr algn="l">
              <a:defRPr sz="1744" b="0" i="0" kern="0" spc="0">
                <a:solidFill>
                  <a:srgbClr val="0A2540"/>
                </a:solidFill>
                <a:latin typeface="Inter"/>
                <a:ea typeface="Inter"/>
                <a:cs typeface="Inter"/>
              </a:defRPr>
            </a:lvl1pPr>
            <a:lvl2pPr algn="l">
              <a:defRPr sz="1744" b="0" i="0" kern="0" spc="0">
                <a:solidFill>
                  <a:srgbClr val="0A2540"/>
                </a:solidFill>
                <a:latin typeface="Inter"/>
                <a:ea typeface="Inter"/>
                <a:cs typeface="Inter"/>
              </a:defRPr>
            </a:lvl2pPr>
            <a:lvl3pPr algn="l">
              <a:defRPr sz="1744" b="0" i="0" kern="0" spc="0">
                <a:solidFill>
                  <a:srgbClr val="0A2540"/>
                </a:solidFill>
                <a:latin typeface="Inter"/>
                <a:ea typeface="Inter"/>
                <a:cs typeface="Inter"/>
              </a:defRPr>
            </a:lvl3pPr>
            <a:lvl4pPr algn="l">
              <a:defRPr sz="1744" b="0" i="0" kern="0" spc="0">
                <a:solidFill>
                  <a:srgbClr val="0A2540"/>
                </a:solidFill>
                <a:latin typeface="Inter"/>
                <a:ea typeface="Inter"/>
                <a:cs typeface="Inter"/>
              </a:defRPr>
            </a:lvl4pPr>
            <a:lvl5pPr algn="l">
              <a:defRPr sz="1744" b="0" i="0" kern="0" spc="0">
                <a:solidFill>
                  <a:srgbClr val="0A2540"/>
                </a:solidFill>
                <a:latin typeface="Inter"/>
                <a:ea typeface="Inter"/>
                <a:cs typeface="Inter"/>
              </a:defRPr>
            </a:lvl5pPr>
            <a:lvl6pPr algn="l">
              <a:defRPr sz="1744" b="0" i="0" kern="0" spc="0">
                <a:solidFill>
                  <a:srgbClr val="0A2540"/>
                </a:solidFill>
                <a:latin typeface="Inter"/>
                <a:ea typeface="Inter"/>
                <a:cs typeface="Inter"/>
              </a:defRPr>
            </a:lvl6pPr>
            <a:lvl7pPr algn="l">
              <a:defRPr sz="1744" b="0" i="0" kern="0" spc="0">
                <a:solidFill>
                  <a:srgbClr val="0A2540"/>
                </a:solidFill>
                <a:latin typeface="Inter"/>
                <a:ea typeface="Inter"/>
                <a:cs typeface="Inter"/>
              </a:defRPr>
            </a:lvl7pPr>
            <a:lvl8pPr algn="l">
              <a:defRPr sz="1744" b="0" i="0" kern="0" spc="0">
                <a:solidFill>
                  <a:srgbClr val="0A2540"/>
                </a:solidFill>
                <a:latin typeface="Inter"/>
                <a:ea typeface="Inter"/>
                <a:cs typeface="Inter"/>
              </a:defRPr>
            </a:lvl8pPr>
            <a:lvl9pPr algn="l">
              <a:defRPr sz="1744" b="0" i="0" kern="0" spc="0">
                <a:solidFill>
                  <a:srgbClr val="0A2540"/>
                </a:solidFill>
                <a:latin typeface="Inter"/>
                <a:ea typeface="Inter"/>
                <a:cs typeface="Inter"/>
              </a:defRPr>
            </a:lvl9pPr>
          </a:lstStyle>
          <a:p>
            <a:pPr algn="l">
              <a:lnSpc>
                <a:spcPct val="100000"/>
              </a:lnSpc>
              <a:buNone/>
              <a:defRPr sz="1744" b="0" i="0" kern="0" spc="0">
                <a:solidFill>
                  <a:srgbClr val="0A2540"/>
                </a:solidFill>
                <a:latin typeface="Inter"/>
                <a:ea typeface="Inter"/>
                <a:cs typeface="Inter"/>
              </a:defRPr>
            </a:pPr>
            <a:r>
              <a:rPr sz="1744" b="0" i="0" kern="0" spc="0">
                <a:solidFill>
                  <a:srgbClr val="0A2540"/>
                </a:solidFill>
                <a:latin typeface="Inter"/>
                <a:ea typeface="Inter"/>
                <a:cs typeface="Inter"/>
              </a:rPr>
              <a:t>(</a:t>
            </a:r>
          </a:p>
        </p:txBody>
      </p:sp>
      <p:sp>
        <p:nvSpPr>
          <p:cNvPr id="56" name="s6 text 9">
            <a:extLst>
              <a:ext uri="{FF2B5EF4-FFF2-40B4-BE49-F238E27FC236}">
                <a16:creationId xmlns:a16="http://schemas.microsoft.com/office/drawing/2014/main" id="{E19B0F31-82C5-46D8-8831-5A259498287B}"/>
              </a:ext>
            </a:extLst>
          </p:cNvPr>
          <p:cNvSpPr>
            <a:spLocks noGrp="1"/>
          </p:cNvSpPr>
          <p:nvPr/>
        </p:nvSpPr>
        <p:spPr>
          <a:xfrm>
            <a:off x="10953824" y="3366686"/>
            <a:ext cx="707822"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D = S</a:t>
            </a:r>
          </a:p>
        </p:txBody>
      </p:sp>
      <p:sp>
        <p:nvSpPr>
          <p:cNvPr id="57" name="s6 text 10">
            <a:extLst>
              <a:ext uri="{FF2B5EF4-FFF2-40B4-BE49-F238E27FC236}">
                <a16:creationId xmlns:a16="http://schemas.microsoft.com/office/drawing/2014/main" id="{16E22DC6-97C5-4D93-9048-CDFA9D9A2D56}"/>
              </a:ext>
            </a:extLst>
          </p:cNvPr>
          <p:cNvSpPr>
            <a:spLocks noGrp="1"/>
          </p:cNvSpPr>
          <p:nvPr/>
        </p:nvSpPr>
        <p:spPr>
          <a:xfrm>
            <a:off x="11572316" y="3364483"/>
            <a:ext cx="233172" cy="308146"/>
          </a:xfrm>
          <a:prstGeom prst="rect">
            <a:avLst/>
          </a:prstGeom>
          <a:noFill/>
          <a:ln w="0">
            <a:noFill/>
            <a:prstDash val="solid"/>
          </a:ln>
        </p:spPr>
        <p:txBody>
          <a:bodyPr wrap="none" lIns="0" tIns="0" rIns="0" bIns="0" anchor="t">
            <a:noAutofit/>
          </a:bodyPr>
          <a:lstStyle>
            <a:defPPr algn="l">
              <a:defRPr sz="1744" b="0" i="0" kern="0" spc="-18">
                <a:solidFill>
                  <a:srgbClr val="0A2540"/>
                </a:solidFill>
                <a:latin typeface="Inter"/>
                <a:ea typeface="Inter"/>
                <a:cs typeface="Inter"/>
              </a:defRPr>
            </a:defPPr>
            <a:lvl1pPr algn="l">
              <a:defRPr sz="1744" b="0" i="0" kern="0" spc="-18">
                <a:solidFill>
                  <a:srgbClr val="0A2540"/>
                </a:solidFill>
                <a:latin typeface="Inter"/>
                <a:ea typeface="Inter"/>
                <a:cs typeface="Inter"/>
              </a:defRPr>
            </a:lvl1pPr>
            <a:lvl2pPr algn="l">
              <a:defRPr sz="1744" b="0" i="0" kern="0" spc="-18">
                <a:solidFill>
                  <a:srgbClr val="0A2540"/>
                </a:solidFill>
                <a:latin typeface="Inter"/>
                <a:ea typeface="Inter"/>
                <a:cs typeface="Inter"/>
              </a:defRPr>
            </a:lvl2pPr>
            <a:lvl3pPr algn="l">
              <a:defRPr sz="1744" b="0" i="0" kern="0" spc="-18">
                <a:solidFill>
                  <a:srgbClr val="0A2540"/>
                </a:solidFill>
                <a:latin typeface="Inter"/>
                <a:ea typeface="Inter"/>
                <a:cs typeface="Inter"/>
              </a:defRPr>
            </a:lvl3pPr>
            <a:lvl4pPr algn="l">
              <a:defRPr sz="1744" b="0" i="0" kern="0" spc="-18">
                <a:solidFill>
                  <a:srgbClr val="0A2540"/>
                </a:solidFill>
                <a:latin typeface="Inter"/>
                <a:ea typeface="Inter"/>
                <a:cs typeface="Inter"/>
              </a:defRPr>
            </a:lvl4pPr>
            <a:lvl5pPr algn="l">
              <a:defRPr sz="1744" b="0" i="0" kern="0" spc="-18">
                <a:solidFill>
                  <a:srgbClr val="0A2540"/>
                </a:solidFill>
                <a:latin typeface="Inter"/>
                <a:ea typeface="Inter"/>
                <a:cs typeface="Inter"/>
              </a:defRPr>
            </a:lvl5pPr>
            <a:lvl6pPr algn="l">
              <a:defRPr sz="1744" b="0" i="0" kern="0" spc="-18">
                <a:solidFill>
                  <a:srgbClr val="0A2540"/>
                </a:solidFill>
                <a:latin typeface="Inter"/>
                <a:ea typeface="Inter"/>
                <a:cs typeface="Inter"/>
              </a:defRPr>
            </a:lvl6pPr>
            <a:lvl7pPr algn="l">
              <a:defRPr sz="1744" b="0" i="0" kern="0" spc="-18">
                <a:solidFill>
                  <a:srgbClr val="0A2540"/>
                </a:solidFill>
                <a:latin typeface="Inter"/>
                <a:ea typeface="Inter"/>
                <a:cs typeface="Inter"/>
              </a:defRPr>
            </a:lvl7pPr>
            <a:lvl8pPr algn="l">
              <a:defRPr sz="1744" b="0" i="0" kern="0" spc="-18">
                <a:solidFill>
                  <a:srgbClr val="0A2540"/>
                </a:solidFill>
                <a:latin typeface="Inter"/>
                <a:ea typeface="Inter"/>
                <a:cs typeface="Inter"/>
              </a:defRPr>
            </a:lvl8pPr>
            <a:lvl9pPr algn="l">
              <a:defRPr sz="1744" b="0" i="0" kern="0" spc="-18">
                <a:solidFill>
                  <a:srgbClr val="0A2540"/>
                </a:solidFill>
                <a:latin typeface="Inter"/>
                <a:ea typeface="Inter"/>
                <a:cs typeface="Inter"/>
              </a:defRPr>
            </a:lvl9pPr>
          </a:lstStyle>
          <a:p>
            <a:pPr algn="l">
              <a:lnSpc>
                <a:spcPct val="100000"/>
              </a:lnSpc>
              <a:buNone/>
              <a:defRPr sz="1744" b="0" i="0" kern="0" spc="-18">
                <a:solidFill>
                  <a:srgbClr val="0A2540"/>
                </a:solidFill>
                <a:latin typeface="Inter"/>
                <a:ea typeface="Inter"/>
                <a:cs typeface="Inter"/>
              </a:defRPr>
            </a:pPr>
            <a:r>
              <a:rPr sz="1744" b="0" i="0" kern="0" spc="-18">
                <a:solidFill>
                  <a:srgbClr val="0A2540"/>
                </a:solidFill>
                <a:latin typeface="Inter"/>
                <a:ea typeface="Inter"/>
                <a:cs typeface="Inter"/>
              </a:rPr>
              <a:t>):</a:t>
            </a:r>
          </a:p>
        </p:txBody>
      </p:sp>
      <p:sp>
        <p:nvSpPr>
          <p:cNvPr id="58" name="s6 text 11">
            <a:extLst>
              <a:ext uri="{FF2B5EF4-FFF2-40B4-BE49-F238E27FC236}">
                <a16:creationId xmlns:a16="http://schemas.microsoft.com/office/drawing/2014/main" id="{698389E6-E8E9-4485-A825-15A49A7644AB}"/>
              </a:ext>
            </a:extLst>
          </p:cNvPr>
          <p:cNvSpPr>
            <a:spLocks noGrp="1"/>
          </p:cNvSpPr>
          <p:nvPr/>
        </p:nvSpPr>
        <p:spPr>
          <a:xfrm>
            <a:off x="11775802" y="3366686"/>
            <a:ext cx="208169" cy="316000"/>
          </a:xfrm>
          <a:prstGeom prst="rect">
            <a:avLst/>
          </a:prstGeom>
          <a:noFill/>
          <a:ln w="0">
            <a:noFill/>
            <a:prstDash val="solid"/>
          </a:ln>
        </p:spPr>
        <p:txBody>
          <a:bodyPr wrap="none" lIns="0" tIns="0" rIns="0" bIns="0" anchor="t">
            <a:noAutofit/>
          </a:bodyPr>
          <a:lstStyle>
            <a:defPPr algn="l">
              <a:defRPr sz="1639" b="0" i="0" kern="0" spc="0">
                <a:solidFill>
                  <a:srgbClr val="0A2540"/>
                </a:solidFill>
                <a:latin typeface="JetBrains Mono"/>
                <a:ea typeface="JetBrains Mono"/>
                <a:cs typeface="JetBrains Mono"/>
              </a:defRPr>
            </a:defPPr>
            <a:lvl1pPr algn="l">
              <a:defRPr sz="1639" b="0" i="0" kern="0" spc="0">
                <a:solidFill>
                  <a:srgbClr val="0A2540"/>
                </a:solidFill>
                <a:latin typeface="JetBrains Mono"/>
                <a:ea typeface="JetBrains Mono"/>
                <a:cs typeface="JetBrains Mono"/>
              </a:defRPr>
            </a:lvl1pPr>
            <a:lvl2pPr algn="l">
              <a:defRPr sz="1639" b="0" i="0" kern="0" spc="0">
                <a:solidFill>
                  <a:srgbClr val="0A2540"/>
                </a:solidFill>
                <a:latin typeface="JetBrains Mono"/>
                <a:ea typeface="JetBrains Mono"/>
                <a:cs typeface="JetBrains Mono"/>
              </a:defRPr>
            </a:lvl2pPr>
            <a:lvl3pPr algn="l">
              <a:defRPr sz="1639" b="0" i="0" kern="0" spc="0">
                <a:solidFill>
                  <a:srgbClr val="0A2540"/>
                </a:solidFill>
                <a:latin typeface="JetBrains Mono"/>
                <a:ea typeface="JetBrains Mono"/>
                <a:cs typeface="JetBrains Mono"/>
              </a:defRPr>
            </a:lvl3pPr>
            <a:lvl4pPr algn="l">
              <a:defRPr sz="1639" b="0" i="0" kern="0" spc="0">
                <a:solidFill>
                  <a:srgbClr val="0A2540"/>
                </a:solidFill>
                <a:latin typeface="JetBrains Mono"/>
                <a:ea typeface="JetBrains Mono"/>
                <a:cs typeface="JetBrains Mono"/>
              </a:defRPr>
            </a:lvl4pPr>
            <a:lvl5pPr algn="l">
              <a:defRPr sz="1639" b="0" i="0" kern="0" spc="0">
                <a:solidFill>
                  <a:srgbClr val="0A2540"/>
                </a:solidFill>
                <a:latin typeface="JetBrains Mono"/>
                <a:ea typeface="JetBrains Mono"/>
                <a:cs typeface="JetBrains Mono"/>
              </a:defRPr>
            </a:lvl5pPr>
            <a:lvl6pPr algn="l">
              <a:defRPr sz="1639" b="0" i="0" kern="0" spc="0">
                <a:solidFill>
                  <a:srgbClr val="0A2540"/>
                </a:solidFill>
                <a:latin typeface="JetBrains Mono"/>
                <a:ea typeface="JetBrains Mono"/>
                <a:cs typeface="JetBrains Mono"/>
              </a:defRPr>
            </a:lvl6pPr>
            <a:lvl7pPr algn="l">
              <a:defRPr sz="1639" b="0" i="0" kern="0" spc="0">
                <a:solidFill>
                  <a:srgbClr val="0A2540"/>
                </a:solidFill>
                <a:latin typeface="JetBrains Mono"/>
                <a:ea typeface="JetBrains Mono"/>
                <a:cs typeface="JetBrains Mono"/>
              </a:defRPr>
            </a:lvl7pPr>
            <a:lvl8pPr algn="l">
              <a:defRPr sz="1639" b="0" i="0" kern="0" spc="0">
                <a:solidFill>
                  <a:srgbClr val="0A2540"/>
                </a:solidFill>
                <a:latin typeface="JetBrains Mono"/>
                <a:ea typeface="JetBrains Mono"/>
                <a:cs typeface="JetBrains Mono"/>
              </a:defRPr>
            </a:lvl8pPr>
            <a:lvl9pPr algn="l">
              <a:defRPr sz="1639" b="0" i="0" kern="0" spc="0">
                <a:solidFill>
                  <a:srgbClr val="0A2540"/>
                </a:solidFill>
                <a:latin typeface="JetBrains Mono"/>
                <a:ea typeface="JetBrains Mono"/>
                <a:cs typeface="JetBrains Mono"/>
              </a:defRPr>
            </a:lvl9pPr>
          </a:lstStyle>
          <a:p>
            <a:pPr algn="l">
              <a:lnSpc>
                <a:spcPct val="100000"/>
              </a:lnSpc>
              <a:buNone/>
              <a:defRPr sz="1639" b="0" i="0" kern="0" spc="0">
                <a:solidFill>
                  <a:srgbClr val="0A2540"/>
                </a:solidFill>
                <a:latin typeface="JetBrains Mono"/>
                <a:ea typeface="JetBrains Mono"/>
                <a:cs typeface="JetBrains Mono"/>
              </a:defRPr>
            </a:pPr>
            <a:r>
              <a:rPr sz="1639" b="0" i="0" kern="0" spc="0">
                <a:solidFill>
                  <a:srgbClr val="0A2540"/>
                </a:solidFill>
                <a:latin typeface="JetBrains Mono"/>
                <a:ea typeface="JetBrains Mono"/>
                <a:cs typeface="JetBrains Mono"/>
              </a:rPr>
              <a:t>Q</a:t>
            </a:r>
          </a:p>
        </p:txBody>
      </p:sp>
      <p:sp>
        <p:nvSpPr>
          <p:cNvPr id="59" name="s6 text 12">
            <a:extLst>
              <a:ext uri="{FF2B5EF4-FFF2-40B4-BE49-F238E27FC236}">
                <a16:creationId xmlns:a16="http://schemas.microsoft.com/office/drawing/2014/main" id="{AC2E2A83-78BE-48EB-AE51-9D0B2B3E0908}"/>
              </a:ext>
            </a:extLst>
          </p:cNvPr>
          <p:cNvSpPr>
            <a:spLocks noGrp="1"/>
          </p:cNvSpPr>
          <p:nvPr/>
        </p:nvSpPr>
        <p:spPr>
          <a:xfrm>
            <a:off x="11899589" y="3450878"/>
            <a:ext cx="173488" cy="263297"/>
          </a:xfrm>
          <a:prstGeom prst="rect">
            <a:avLst/>
          </a:prstGeom>
          <a:noFill/>
          <a:ln w="0">
            <a:noFill/>
            <a:prstDash val="solid"/>
          </a:ln>
        </p:spPr>
        <p:txBody>
          <a:bodyPr wrap="none" lIns="0" tIns="0" rIns="0" bIns="0" anchor="t">
            <a:noAutofit/>
          </a:bodyPr>
          <a:lstStyle>
            <a:defPPr algn="l">
              <a:defRPr sz="1366" b="0" i="0" kern="0" spc="0">
                <a:solidFill>
                  <a:srgbClr val="0A2540"/>
                </a:solidFill>
                <a:latin typeface="JetBrains Mono"/>
                <a:ea typeface="JetBrains Mono"/>
                <a:cs typeface="JetBrains Mono"/>
              </a:defRPr>
            </a:defPPr>
            <a:lvl1pPr algn="l">
              <a:defRPr sz="1366" b="0" i="0" kern="0" spc="0">
                <a:solidFill>
                  <a:srgbClr val="0A2540"/>
                </a:solidFill>
                <a:latin typeface="JetBrains Mono"/>
                <a:ea typeface="JetBrains Mono"/>
                <a:cs typeface="JetBrains Mono"/>
              </a:defRPr>
            </a:lvl1pPr>
            <a:lvl2pPr algn="l">
              <a:defRPr sz="1366" b="0" i="0" kern="0" spc="0">
                <a:solidFill>
                  <a:srgbClr val="0A2540"/>
                </a:solidFill>
                <a:latin typeface="JetBrains Mono"/>
                <a:ea typeface="JetBrains Mono"/>
                <a:cs typeface="JetBrains Mono"/>
              </a:defRPr>
            </a:lvl2pPr>
            <a:lvl3pPr algn="l">
              <a:defRPr sz="1366" b="0" i="0" kern="0" spc="0">
                <a:solidFill>
                  <a:srgbClr val="0A2540"/>
                </a:solidFill>
                <a:latin typeface="JetBrains Mono"/>
                <a:ea typeface="JetBrains Mono"/>
                <a:cs typeface="JetBrains Mono"/>
              </a:defRPr>
            </a:lvl3pPr>
            <a:lvl4pPr algn="l">
              <a:defRPr sz="1366" b="0" i="0" kern="0" spc="0">
                <a:solidFill>
                  <a:srgbClr val="0A2540"/>
                </a:solidFill>
                <a:latin typeface="JetBrains Mono"/>
                <a:ea typeface="JetBrains Mono"/>
                <a:cs typeface="JetBrains Mono"/>
              </a:defRPr>
            </a:lvl4pPr>
            <a:lvl5pPr algn="l">
              <a:defRPr sz="1366" b="0" i="0" kern="0" spc="0">
                <a:solidFill>
                  <a:srgbClr val="0A2540"/>
                </a:solidFill>
                <a:latin typeface="JetBrains Mono"/>
                <a:ea typeface="JetBrains Mono"/>
                <a:cs typeface="JetBrains Mono"/>
              </a:defRPr>
            </a:lvl5pPr>
            <a:lvl6pPr algn="l">
              <a:defRPr sz="1366" b="0" i="0" kern="0" spc="0">
                <a:solidFill>
                  <a:srgbClr val="0A2540"/>
                </a:solidFill>
                <a:latin typeface="JetBrains Mono"/>
                <a:ea typeface="JetBrains Mono"/>
                <a:cs typeface="JetBrains Mono"/>
              </a:defRPr>
            </a:lvl6pPr>
            <a:lvl7pPr algn="l">
              <a:defRPr sz="1366" b="0" i="0" kern="0" spc="0">
                <a:solidFill>
                  <a:srgbClr val="0A2540"/>
                </a:solidFill>
                <a:latin typeface="JetBrains Mono"/>
                <a:ea typeface="JetBrains Mono"/>
                <a:cs typeface="JetBrains Mono"/>
              </a:defRPr>
            </a:lvl7pPr>
            <a:lvl8pPr algn="l">
              <a:defRPr sz="1366" b="0" i="0" kern="0" spc="0">
                <a:solidFill>
                  <a:srgbClr val="0A2540"/>
                </a:solidFill>
                <a:latin typeface="JetBrains Mono"/>
                <a:ea typeface="JetBrains Mono"/>
                <a:cs typeface="JetBrains Mono"/>
              </a:defRPr>
            </a:lvl8pPr>
            <a:lvl9pPr algn="l">
              <a:defRPr sz="1366" b="0" i="0" kern="0" spc="0">
                <a:solidFill>
                  <a:srgbClr val="0A2540"/>
                </a:solidFill>
                <a:latin typeface="JetBrains Mono"/>
                <a:ea typeface="JetBrains Mono"/>
                <a:cs typeface="JetBrains Mono"/>
              </a:defRPr>
            </a:lvl9pPr>
          </a:lstStyle>
          <a:p>
            <a:pPr algn="l">
              <a:lnSpc>
                <a:spcPct val="100000"/>
              </a:lnSpc>
              <a:buNone/>
              <a:defRPr sz="1366" b="0" i="0" kern="0" spc="0">
                <a:solidFill>
                  <a:srgbClr val="0A2540"/>
                </a:solidFill>
                <a:latin typeface="JetBrains Mono"/>
                <a:ea typeface="JetBrains Mono"/>
                <a:cs typeface="JetBrains Mono"/>
              </a:defRPr>
            </a:pPr>
            <a:r>
              <a:rPr sz="1366" b="0" i="0" kern="0" spc="0">
                <a:solidFill>
                  <a:srgbClr val="0A2540"/>
                </a:solidFill>
                <a:latin typeface="JetBrains Mono"/>
                <a:ea typeface="JetBrains Mono"/>
                <a:cs typeface="JetBrains Mono"/>
              </a:rPr>
              <a:t>0</a:t>
            </a:r>
          </a:p>
        </p:txBody>
      </p:sp>
      <p:sp>
        <p:nvSpPr>
          <p:cNvPr id="60" name="s6 text 13">
            <a:extLst>
              <a:ext uri="{FF2B5EF4-FFF2-40B4-BE49-F238E27FC236}">
                <a16:creationId xmlns:a16="http://schemas.microsoft.com/office/drawing/2014/main" id="{FF38CC1D-3A02-42DF-8A5F-2BCF6BD6C207}"/>
              </a:ext>
            </a:extLst>
          </p:cNvPr>
          <p:cNvSpPr>
            <a:spLocks noGrp="1"/>
          </p:cNvSpPr>
          <p:nvPr/>
        </p:nvSpPr>
        <p:spPr>
          <a:xfrm>
            <a:off x="12126198" y="3366686"/>
            <a:ext cx="1082440" cy="316000"/>
          </a:xfrm>
          <a:prstGeom prst="rect">
            <a:avLst/>
          </a:prstGeom>
          <a:noFill/>
          <a:ln w="0">
            <a:noFill/>
            <a:prstDash val="solid"/>
          </a:ln>
        </p:spPr>
        <p:txBody>
          <a:bodyPr wrap="none" lIns="0" tIns="0" rIns="0" bIns="0" anchor="t">
            <a:noAutofit/>
          </a:bodyPr>
          <a:lstStyle>
            <a:defPPr algn="l">
              <a:defRPr sz="1639" b="0" i="0" kern="0" spc="-9">
                <a:solidFill>
                  <a:srgbClr val="0A2540"/>
                </a:solidFill>
                <a:latin typeface="JetBrains Mono"/>
                <a:ea typeface="JetBrains Mono"/>
                <a:cs typeface="JetBrains Mono"/>
              </a:defRPr>
            </a:defPPr>
            <a:lvl1pPr algn="l">
              <a:defRPr sz="1639" b="0" i="0" kern="0" spc="-9">
                <a:solidFill>
                  <a:srgbClr val="0A2540"/>
                </a:solidFill>
                <a:latin typeface="JetBrains Mono"/>
                <a:ea typeface="JetBrains Mono"/>
                <a:cs typeface="JetBrains Mono"/>
              </a:defRPr>
            </a:lvl1pPr>
            <a:lvl2pPr algn="l">
              <a:defRPr sz="1639" b="0" i="0" kern="0" spc="-9">
                <a:solidFill>
                  <a:srgbClr val="0A2540"/>
                </a:solidFill>
                <a:latin typeface="JetBrains Mono"/>
                <a:ea typeface="JetBrains Mono"/>
                <a:cs typeface="JetBrains Mono"/>
              </a:defRPr>
            </a:lvl2pPr>
            <a:lvl3pPr algn="l">
              <a:defRPr sz="1639" b="0" i="0" kern="0" spc="-9">
                <a:solidFill>
                  <a:srgbClr val="0A2540"/>
                </a:solidFill>
                <a:latin typeface="JetBrains Mono"/>
                <a:ea typeface="JetBrains Mono"/>
                <a:cs typeface="JetBrains Mono"/>
              </a:defRPr>
            </a:lvl3pPr>
            <a:lvl4pPr algn="l">
              <a:defRPr sz="1639" b="0" i="0" kern="0" spc="-9">
                <a:solidFill>
                  <a:srgbClr val="0A2540"/>
                </a:solidFill>
                <a:latin typeface="JetBrains Mono"/>
                <a:ea typeface="JetBrains Mono"/>
                <a:cs typeface="JetBrains Mono"/>
              </a:defRPr>
            </a:lvl4pPr>
            <a:lvl5pPr algn="l">
              <a:defRPr sz="1639" b="0" i="0" kern="0" spc="-9">
                <a:solidFill>
                  <a:srgbClr val="0A2540"/>
                </a:solidFill>
                <a:latin typeface="JetBrains Mono"/>
                <a:ea typeface="JetBrains Mono"/>
                <a:cs typeface="JetBrains Mono"/>
              </a:defRPr>
            </a:lvl5pPr>
            <a:lvl6pPr algn="l">
              <a:defRPr sz="1639" b="0" i="0" kern="0" spc="-9">
                <a:solidFill>
                  <a:srgbClr val="0A2540"/>
                </a:solidFill>
                <a:latin typeface="JetBrains Mono"/>
                <a:ea typeface="JetBrains Mono"/>
                <a:cs typeface="JetBrains Mono"/>
              </a:defRPr>
            </a:lvl6pPr>
            <a:lvl7pPr algn="l">
              <a:defRPr sz="1639" b="0" i="0" kern="0" spc="-9">
                <a:solidFill>
                  <a:srgbClr val="0A2540"/>
                </a:solidFill>
                <a:latin typeface="JetBrains Mono"/>
                <a:ea typeface="JetBrains Mono"/>
                <a:cs typeface="JetBrains Mono"/>
              </a:defRPr>
            </a:lvl7pPr>
            <a:lvl8pPr algn="l">
              <a:defRPr sz="1639" b="0" i="0" kern="0" spc="-9">
                <a:solidFill>
                  <a:srgbClr val="0A2540"/>
                </a:solidFill>
                <a:latin typeface="JetBrains Mono"/>
                <a:ea typeface="JetBrains Mono"/>
                <a:cs typeface="JetBrains Mono"/>
              </a:defRPr>
            </a:lvl8pPr>
            <a:lvl9pPr algn="l">
              <a:defRPr sz="1639" b="0" i="0" kern="0" spc="-9">
                <a:solidFill>
                  <a:srgbClr val="0A2540"/>
                </a:solidFill>
                <a:latin typeface="JetBrains Mono"/>
                <a:ea typeface="JetBrains Mono"/>
                <a:cs typeface="JetBrains Mono"/>
              </a:defRPr>
            </a:lvl9pPr>
          </a:lstStyle>
          <a:p>
            <a:pPr algn="l">
              <a:lnSpc>
                <a:spcPct val="100000"/>
              </a:lnSpc>
              <a:buNone/>
              <a:defRPr sz="1639" b="0" i="0" kern="0" spc="-9">
                <a:solidFill>
                  <a:srgbClr val="0A2540"/>
                </a:solidFill>
                <a:latin typeface="JetBrains Mono"/>
                <a:ea typeface="JetBrains Mono"/>
                <a:cs typeface="JetBrains Mono"/>
              </a:defRPr>
            </a:pPr>
            <a:r>
              <a:rPr sz="1639" b="0" i="0" kern="0" spc="-9">
                <a:solidFill>
                  <a:srgbClr val="0A2540"/>
                </a:solidFill>
                <a:latin typeface="JetBrains Mono"/>
                <a:ea typeface="JetBrains Mono"/>
                <a:cs typeface="JetBrains Mono"/>
              </a:rPr>
              <a:t>= 70,000</a:t>
            </a:r>
          </a:p>
        </p:txBody>
      </p:sp>
      <p:sp>
        <p:nvSpPr>
          <p:cNvPr id="61" name="s6 text 14">
            <a:extLst>
              <a:ext uri="{FF2B5EF4-FFF2-40B4-BE49-F238E27FC236}">
                <a16:creationId xmlns:a16="http://schemas.microsoft.com/office/drawing/2014/main" id="{0BC7D12A-0B00-47B5-9F94-A0D0D1DB1685}"/>
              </a:ext>
            </a:extLst>
          </p:cNvPr>
          <p:cNvSpPr>
            <a:spLocks noGrp="1"/>
          </p:cNvSpPr>
          <p:nvPr/>
        </p:nvSpPr>
        <p:spPr>
          <a:xfrm>
            <a:off x="9949792" y="3700239"/>
            <a:ext cx="479393" cy="308146"/>
          </a:xfrm>
          <a:prstGeom prst="rect">
            <a:avLst/>
          </a:prstGeom>
          <a:noFill/>
          <a:ln w="0">
            <a:noFill/>
            <a:prstDash val="solid"/>
          </a:ln>
        </p:spPr>
        <p:txBody>
          <a:bodyPr wrap="none" lIns="0" tIns="0" rIns="0" bIns="0" anchor="t">
            <a:noAutofit/>
          </a:bodyPr>
          <a:lstStyle>
            <a:defPPr algn="l">
              <a:defRPr sz="1744" b="0" i="0" kern="0" spc="-14">
                <a:solidFill>
                  <a:srgbClr val="0A2540"/>
                </a:solidFill>
                <a:latin typeface="Inter"/>
                <a:ea typeface="Inter"/>
                <a:cs typeface="Inter"/>
              </a:defRPr>
            </a:defPPr>
            <a:lvl1pPr algn="l">
              <a:defRPr sz="1744" b="0" i="0" kern="0" spc="-14">
                <a:solidFill>
                  <a:srgbClr val="0A2540"/>
                </a:solidFill>
                <a:latin typeface="Inter"/>
                <a:ea typeface="Inter"/>
                <a:cs typeface="Inter"/>
              </a:defRPr>
            </a:lvl1pPr>
            <a:lvl2pPr algn="l">
              <a:defRPr sz="1744" b="0" i="0" kern="0" spc="-14">
                <a:solidFill>
                  <a:srgbClr val="0A2540"/>
                </a:solidFill>
                <a:latin typeface="Inter"/>
                <a:ea typeface="Inter"/>
                <a:cs typeface="Inter"/>
              </a:defRPr>
            </a:lvl2pPr>
            <a:lvl3pPr algn="l">
              <a:defRPr sz="1744" b="0" i="0" kern="0" spc="-14">
                <a:solidFill>
                  <a:srgbClr val="0A2540"/>
                </a:solidFill>
                <a:latin typeface="Inter"/>
                <a:ea typeface="Inter"/>
                <a:cs typeface="Inter"/>
              </a:defRPr>
            </a:lvl3pPr>
            <a:lvl4pPr algn="l">
              <a:defRPr sz="1744" b="0" i="0" kern="0" spc="-14">
                <a:solidFill>
                  <a:srgbClr val="0A2540"/>
                </a:solidFill>
                <a:latin typeface="Inter"/>
                <a:ea typeface="Inter"/>
                <a:cs typeface="Inter"/>
              </a:defRPr>
            </a:lvl4pPr>
            <a:lvl5pPr algn="l">
              <a:defRPr sz="1744" b="0" i="0" kern="0" spc="-14">
                <a:solidFill>
                  <a:srgbClr val="0A2540"/>
                </a:solidFill>
                <a:latin typeface="Inter"/>
                <a:ea typeface="Inter"/>
                <a:cs typeface="Inter"/>
              </a:defRPr>
            </a:lvl5pPr>
            <a:lvl6pPr algn="l">
              <a:defRPr sz="1744" b="0" i="0" kern="0" spc="-14">
                <a:solidFill>
                  <a:srgbClr val="0A2540"/>
                </a:solidFill>
                <a:latin typeface="Inter"/>
                <a:ea typeface="Inter"/>
                <a:cs typeface="Inter"/>
              </a:defRPr>
            </a:lvl6pPr>
            <a:lvl7pPr algn="l">
              <a:defRPr sz="1744" b="0" i="0" kern="0" spc="-14">
                <a:solidFill>
                  <a:srgbClr val="0A2540"/>
                </a:solidFill>
                <a:latin typeface="Inter"/>
                <a:ea typeface="Inter"/>
                <a:cs typeface="Inter"/>
              </a:defRPr>
            </a:lvl7pPr>
            <a:lvl8pPr algn="l">
              <a:defRPr sz="1744" b="0" i="0" kern="0" spc="-14">
                <a:solidFill>
                  <a:srgbClr val="0A2540"/>
                </a:solidFill>
                <a:latin typeface="Inter"/>
                <a:ea typeface="Inter"/>
                <a:cs typeface="Inter"/>
              </a:defRPr>
            </a:lvl8pPr>
            <a:lvl9pPr algn="l">
              <a:defRPr sz="1744" b="0" i="0" kern="0" spc="-14">
                <a:solidFill>
                  <a:srgbClr val="0A2540"/>
                </a:solidFill>
                <a:latin typeface="Inter"/>
                <a:ea typeface="Inter"/>
                <a:cs typeface="Inter"/>
              </a:defRPr>
            </a:lvl9pPr>
          </a:lstStyle>
          <a:p>
            <a:pPr algn="l">
              <a:lnSpc>
                <a:spcPct val="100000"/>
              </a:lnSpc>
              <a:buNone/>
              <a:defRPr sz="1744" b="0" i="0" kern="0" spc="-14">
                <a:solidFill>
                  <a:srgbClr val="0A2540"/>
                </a:solidFill>
                <a:latin typeface="Inter"/>
                <a:ea typeface="Inter"/>
                <a:cs typeface="Inter"/>
              </a:defRPr>
            </a:pPr>
            <a:r>
              <a:rPr sz="1744" b="0" i="0" kern="0" spc="-14">
                <a:solidFill>
                  <a:srgbClr val="0A2540"/>
                </a:solidFill>
                <a:latin typeface="Inter"/>
                <a:ea typeface="Inter"/>
                <a:cs typeface="Inter"/>
              </a:rPr>
              <a:t>and</a:t>
            </a:r>
          </a:p>
        </p:txBody>
      </p:sp>
      <p:sp>
        <p:nvSpPr>
          <p:cNvPr id="62" name="s6 text 15">
            <a:extLst>
              <a:ext uri="{FF2B5EF4-FFF2-40B4-BE49-F238E27FC236}">
                <a16:creationId xmlns:a16="http://schemas.microsoft.com/office/drawing/2014/main" id="{E603FA42-6E94-4F20-99D1-97E0E1100E76}"/>
              </a:ext>
            </a:extLst>
          </p:cNvPr>
          <p:cNvSpPr>
            <a:spLocks noGrp="1"/>
          </p:cNvSpPr>
          <p:nvPr/>
        </p:nvSpPr>
        <p:spPr>
          <a:xfrm>
            <a:off x="10398397" y="3702443"/>
            <a:ext cx="208169" cy="316000"/>
          </a:xfrm>
          <a:prstGeom prst="rect">
            <a:avLst/>
          </a:prstGeom>
          <a:noFill/>
          <a:ln w="0">
            <a:noFill/>
            <a:prstDash val="solid"/>
          </a:ln>
        </p:spPr>
        <p:txBody>
          <a:bodyPr wrap="none" lIns="0" tIns="0" rIns="0" bIns="0" anchor="t">
            <a:noAutofit/>
          </a:bodyPr>
          <a:lstStyle>
            <a:defPPr algn="l">
              <a:defRPr sz="1639" b="0" i="0" kern="0" spc="0">
                <a:solidFill>
                  <a:srgbClr val="0A2540"/>
                </a:solidFill>
                <a:latin typeface="JetBrains Mono"/>
                <a:ea typeface="JetBrains Mono"/>
                <a:cs typeface="JetBrains Mono"/>
              </a:defRPr>
            </a:defPPr>
            <a:lvl1pPr algn="l">
              <a:defRPr sz="1639" b="0" i="0" kern="0" spc="0">
                <a:solidFill>
                  <a:srgbClr val="0A2540"/>
                </a:solidFill>
                <a:latin typeface="JetBrains Mono"/>
                <a:ea typeface="JetBrains Mono"/>
                <a:cs typeface="JetBrains Mono"/>
              </a:defRPr>
            </a:lvl1pPr>
            <a:lvl2pPr algn="l">
              <a:defRPr sz="1639" b="0" i="0" kern="0" spc="0">
                <a:solidFill>
                  <a:srgbClr val="0A2540"/>
                </a:solidFill>
                <a:latin typeface="JetBrains Mono"/>
                <a:ea typeface="JetBrains Mono"/>
                <a:cs typeface="JetBrains Mono"/>
              </a:defRPr>
            </a:lvl2pPr>
            <a:lvl3pPr algn="l">
              <a:defRPr sz="1639" b="0" i="0" kern="0" spc="0">
                <a:solidFill>
                  <a:srgbClr val="0A2540"/>
                </a:solidFill>
                <a:latin typeface="JetBrains Mono"/>
                <a:ea typeface="JetBrains Mono"/>
                <a:cs typeface="JetBrains Mono"/>
              </a:defRPr>
            </a:lvl3pPr>
            <a:lvl4pPr algn="l">
              <a:defRPr sz="1639" b="0" i="0" kern="0" spc="0">
                <a:solidFill>
                  <a:srgbClr val="0A2540"/>
                </a:solidFill>
                <a:latin typeface="JetBrains Mono"/>
                <a:ea typeface="JetBrains Mono"/>
                <a:cs typeface="JetBrains Mono"/>
              </a:defRPr>
            </a:lvl4pPr>
            <a:lvl5pPr algn="l">
              <a:defRPr sz="1639" b="0" i="0" kern="0" spc="0">
                <a:solidFill>
                  <a:srgbClr val="0A2540"/>
                </a:solidFill>
                <a:latin typeface="JetBrains Mono"/>
                <a:ea typeface="JetBrains Mono"/>
                <a:cs typeface="JetBrains Mono"/>
              </a:defRPr>
            </a:lvl5pPr>
            <a:lvl6pPr algn="l">
              <a:defRPr sz="1639" b="0" i="0" kern="0" spc="0">
                <a:solidFill>
                  <a:srgbClr val="0A2540"/>
                </a:solidFill>
                <a:latin typeface="JetBrains Mono"/>
                <a:ea typeface="JetBrains Mono"/>
                <a:cs typeface="JetBrains Mono"/>
              </a:defRPr>
            </a:lvl6pPr>
            <a:lvl7pPr algn="l">
              <a:defRPr sz="1639" b="0" i="0" kern="0" spc="0">
                <a:solidFill>
                  <a:srgbClr val="0A2540"/>
                </a:solidFill>
                <a:latin typeface="JetBrains Mono"/>
                <a:ea typeface="JetBrains Mono"/>
                <a:cs typeface="JetBrains Mono"/>
              </a:defRPr>
            </a:lvl7pPr>
            <a:lvl8pPr algn="l">
              <a:defRPr sz="1639" b="0" i="0" kern="0" spc="0">
                <a:solidFill>
                  <a:srgbClr val="0A2540"/>
                </a:solidFill>
                <a:latin typeface="JetBrains Mono"/>
                <a:ea typeface="JetBrains Mono"/>
                <a:cs typeface="JetBrains Mono"/>
              </a:defRPr>
            </a:lvl8pPr>
            <a:lvl9pPr algn="l">
              <a:defRPr sz="1639" b="0" i="0" kern="0" spc="0">
                <a:solidFill>
                  <a:srgbClr val="0A2540"/>
                </a:solidFill>
                <a:latin typeface="JetBrains Mono"/>
                <a:ea typeface="JetBrains Mono"/>
                <a:cs typeface="JetBrains Mono"/>
              </a:defRPr>
            </a:lvl9pPr>
          </a:lstStyle>
          <a:p>
            <a:pPr algn="l">
              <a:lnSpc>
                <a:spcPct val="100000"/>
              </a:lnSpc>
              <a:buNone/>
              <a:defRPr sz="1639" b="0" i="0" kern="0" spc="0">
                <a:solidFill>
                  <a:srgbClr val="0A2540"/>
                </a:solidFill>
                <a:latin typeface="JetBrains Mono"/>
                <a:ea typeface="JetBrains Mono"/>
                <a:cs typeface="JetBrains Mono"/>
              </a:defRPr>
            </a:pPr>
            <a:r>
              <a:rPr sz="1639" b="0" i="0" kern="0" spc="0">
                <a:solidFill>
                  <a:srgbClr val="0A2540"/>
                </a:solidFill>
                <a:latin typeface="JetBrains Mono"/>
                <a:ea typeface="JetBrains Mono"/>
                <a:cs typeface="JetBrains Mono"/>
              </a:rPr>
              <a:t>P</a:t>
            </a:r>
          </a:p>
        </p:txBody>
      </p:sp>
      <p:sp>
        <p:nvSpPr>
          <p:cNvPr id="63" name="s6 text 16">
            <a:extLst>
              <a:ext uri="{FF2B5EF4-FFF2-40B4-BE49-F238E27FC236}">
                <a16:creationId xmlns:a16="http://schemas.microsoft.com/office/drawing/2014/main" id="{C0C9F45D-738E-452B-AEC1-D75C6913AD10}"/>
              </a:ext>
            </a:extLst>
          </p:cNvPr>
          <p:cNvSpPr>
            <a:spLocks noGrp="1"/>
          </p:cNvSpPr>
          <p:nvPr/>
        </p:nvSpPr>
        <p:spPr>
          <a:xfrm>
            <a:off x="10522185" y="3786634"/>
            <a:ext cx="173488" cy="263297"/>
          </a:xfrm>
          <a:prstGeom prst="rect">
            <a:avLst/>
          </a:prstGeom>
          <a:noFill/>
          <a:ln w="0">
            <a:noFill/>
            <a:prstDash val="solid"/>
          </a:ln>
        </p:spPr>
        <p:txBody>
          <a:bodyPr wrap="none" lIns="0" tIns="0" rIns="0" bIns="0" anchor="t">
            <a:noAutofit/>
          </a:bodyPr>
          <a:lstStyle>
            <a:defPPr algn="l">
              <a:defRPr sz="1366" b="0" i="0" kern="0" spc="0">
                <a:solidFill>
                  <a:srgbClr val="0A2540"/>
                </a:solidFill>
                <a:latin typeface="JetBrains Mono"/>
                <a:ea typeface="JetBrains Mono"/>
                <a:cs typeface="JetBrains Mono"/>
              </a:defRPr>
            </a:defPPr>
            <a:lvl1pPr algn="l">
              <a:defRPr sz="1366" b="0" i="0" kern="0" spc="0">
                <a:solidFill>
                  <a:srgbClr val="0A2540"/>
                </a:solidFill>
                <a:latin typeface="JetBrains Mono"/>
                <a:ea typeface="JetBrains Mono"/>
                <a:cs typeface="JetBrains Mono"/>
              </a:defRPr>
            </a:lvl1pPr>
            <a:lvl2pPr algn="l">
              <a:defRPr sz="1366" b="0" i="0" kern="0" spc="0">
                <a:solidFill>
                  <a:srgbClr val="0A2540"/>
                </a:solidFill>
                <a:latin typeface="JetBrains Mono"/>
                <a:ea typeface="JetBrains Mono"/>
                <a:cs typeface="JetBrains Mono"/>
              </a:defRPr>
            </a:lvl2pPr>
            <a:lvl3pPr algn="l">
              <a:defRPr sz="1366" b="0" i="0" kern="0" spc="0">
                <a:solidFill>
                  <a:srgbClr val="0A2540"/>
                </a:solidFill>
                <a:latin typeface="JetBrains Mono"/>
                <a:ea typeface="JetBrains Mono"/>
                <a:cs typeface="JetBrains Mono"/>
              </a:defRPr>
            </a:lvl3pPr>
            <a:lvl4pPr algn="l">
              <a:defRPr sz="1366" b="0" i="0" kern="0" spc="0">
                <a:solidFill>
                  <a:srgbClr val="0A2540"/>
                </a:solidFill>
                <a:latin typeface="JetBrains Mono"/>
                <a:ea typeface="JetBrains Mono"/>
                <a:cs typeface="JetBrains Mono"/>
              </a:defRPr>
            </a:lvl4pPr>
            <a:lvl5pPr algn="l">
              <a:defRPr sz="1366" b="0" i="0" kern="0" spc="0">
                <a:solidFill>
                  <a:srgbClr val="0A2540"/>
                </a:solidFill>
                <a:latin typeface="JetBrains Mono"/>
                <a:ea typeface="JetBrains Mono"/>
                <a:cs typeface="JetBrains Mono"/>
              </a:defRPr>
            </a:lvl5pPr>
            <a:lvl6pPr algn="l">
              <a:defRPr sz="1366" b="0" i="0" kern="0" spc="0">
                <a:solidFill>
                  <a:srgbClr val="0A2540"/>
                </a:solidFill>
                <a:latin typeface="JetBrains Mono"/>
                <a:ea typeface="JetBrains Mono"/>
                <a:cs typeface="JetBrains Mono"/>
              </a:defRPr>
            </a:lvl6pPr>
            <a:lvl7pPr algn="l">
              <a:defRPr sz="1366" b="0" i="0" kern="0" spc="0">
                <a:solidFill>
                  <a:srgbClr val="0A2540"/>
                </a:solidFill>
                <a:latin typeface="JetBrains Mono"/>
                <a:ea typeface="JetBrains Mono"/>
                <a:cs typeface="JetBrains Mono"/>
              </a:defRPr>
            </a:lvl7pPr>
            <a:lvl8pPr algn="l">
              <a:defRPr sz="1366" b="0" i="0" kern="0" spc="0">
                <a:solidFill>
                  <a:srgbClr val="0A2540"/>
                </a:solidFill>
                <a:latin typeface="JetBrains Mono"/>
                <a:ea typeface="JetBrains Mono"/>
                <a:cs typeface="JetBrains Mono"/>
              </a:defRPr>
            </a:lvl8pPr>
            <a:lvl9pPr algn="l">
              <a:defRPr sz="1366" b="0" i="0" kern="0" spc="0">
                <a:solidFill>
                  <a:srgbClr val="0A2540"/>
                </a:solidFill>
                <a:latin typeface="JetBrains Mono"/>
                <a:ea typeface="JetBrains Mono"/>
                <a:cs typeface="JetBrains Mono"/>
              </a:defRPr>
            </a:lvl9pPr>
          </a:lstStyle>
          <a:p>
            <a:pPr algn="l">
              <a:lnSpc>
                <a:spcPct val="100000"/>
              </a:lnSpc>
              <a:buNone/>
              <a:defRPr sz="1366" b="0" i="0" kern="0" spc="0">
                <a:solidFill>
                  <a:srgbClr val="0A2540"/>
                </a:solidFill>
                <a:latin typeface="JetBrains Mono"/>
                <a:ea typeface="JetBrains Mono"/>
                <a:cs typeface="JetBrains Mono"/>
              </a:defRPr>
            </a:pPr>
            <a:r>
              <a:rPr sz="1366" b="0" i="0" kern="0" spc="0">
                <a:solidFill>
                  <a:srgbClr val="0A2540"/>
                </a:solidFill>
                <a:latin typeface="JetBrains Mono"/>
                <a:ea typeface="JetBrains Mono"/>
                <a:cs typeface="JetBrains Mono"/>
              </a:rPr>
              <a:t>0</a:t>
            </a:r>
          </a:p>
        </p:txBody>
      </p:sp>
      <p:sp>
        <p:nvSpPr>
          <p:cNvPr id="64" name="s6 text 17">
            <a:extLst>
              <a:ext uri="{FF2B5EF4-FFF2-40B4-BE49-F238E27FC236}">
                <a16:creationId xmlns:a16="http://schemas.microsoft.com/office/drawing/2014/main" id="{27D50DBB-06A2-4DD2-A0AA-70EE86FFE57F}"/>
              </a:ext>
            </a:extLst>
          </p:cNvPr>
          <p:cNvSpPr>
            <a:spLocks noGrp="1"/>
          </p:cNvSpPr>
          <p:nvPr/>
        </p:nvSpPr>
        <p:spPr>
          <a:xfrm>
            <a:off x="10748794" y="3702443"/>
            <a:ext cx="1207408"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 $137.50</a:t>
            </a:r>
          </a:p>
        </p:txBody>
      </p:sp>
      <p:sp>
        <p:nvSpPr>
          <p:cNvPr id="65" name="s6 text 18">
            <a:extLst>
              <a:ext uri="{FF2B5EF4-FFF2-40B4-BE49-F238E27FC236}">
                <a16:creationId xmlns:a16="http://schemas.microsoft.com/office/drawing/2014/main" id="{0B4C04EA-0D1E-4B49-9826-C837A507CF6C}"/>
              </a:ext>
            </a:extLst>
          </p:cNvPr>
          <p:cNvSpPr>
            <a:spLocks noGrp="1"/>
          </p:cNvSpPr>
          <p:nvPr/>
        </p:nvSpPr>
        <p:spPr>
          <a:xfrm>
            <a:off x="11862085" y="3700239"/>
            <a:ext cx="152400" cy="308146"/>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Inter"/>
                <a:ea typeface="Inter"/>
                <a:cs typeface="Inter"/>
              </a:defRPr>
            </a:defPPr>
            <a:lvl1pPr algn="l">
              <a:defRPr sz="1744" b="0" i="0" kern="0" spc="0">
                <a:solidFill>
                  <a:srgbClr val="0A2540"/>
                </a:solidFill>
                <a:latin typeface="Inter"/>
                <a:ea typeface="Inter"/>
                <a:cs typeface="Inter"/>
              </a:defRPr>
            </a:lvl1pPr>
            <a:lvl2pPr algn="l">
              <a:defRPr sz="1744" b="0" i="0" kern="0" spc="0">
                <a:solidFill>
                  <a:srgbClr val="0A2540"/>
                </a:solidFill>
                <a:latin typeface="Inter"/>
                <a:ea typeface="Inter"/>
                <a:cs typeface="Inter"/>
              </a:defRPr>
            </a:lvl2pPr>
            <a:lvl3pPr algn="l">
              <a:defRPr sz="1744" b="0" i="0" kern="0" spc="0">
                <a:solidFill>
                  <a:srgbClr val="0A2540"/>
                </a:solidFill>
                <a:latin typeface="Inter"/>
                <a:ea typeface="Inter"/>
                <a:cs typeface="Inter"/>
              </a:defRPr>
            </a:lvl3pPr>
            <a:lvl4pPr algn="l">
              <a:defRPr sz="1744" b="0" i="0" kern="0" spc="0">
                <a:solidFill>
                  <a:srgbClr val="0A2540"/>
                </a:solidFill>
                <a:latin typeface="Inter"/>
                <a:ea typeface="Inter"/>
                <a:cs typeface="Inter"/>
              </a:defRPr>
            </a:lvl4pPr>
            <a:lvl5pPr algn="l">
              <a:defRPr sz="1744" b="0" i="0" kern="0" spc="0">
                <a:solidFill>
                  <a:srgbClr val="0A2540"/>
                </a:solidFill>
                <a:latin typeface="Inter"/>
                <a:ea typeface="Inter"/>
                <a:cs typeface="Inter"/>
              </a:defRPr>
            </a:lvl5pPr>
            <a:lvl6pPr algn="l">
              <a:defRPr sz="1744" b="0" i="0" kern="0" spc="0">
                <a:solidFill>
                  <a:srgbClr val="0A2540"/>
                </a:solidFill>
                <a:latin typeface="Inter"/>
                <a:ea typeface="Inter"/>
                <a:cs typeface="Inter"/>
              </a:defRPr>
            </a:lvl6pPr>
            <a:lvl7pPr algn="l">
              <a:defRPr sz="1744" b="0" i="0" kern="0" spc="0">
                <a:solidFill>
                  <a:srgbClr val="0A2540"/>
                </a:solidFill>
                <a:latin typeface="Inter"/>
                <a:ea typeface="Inter"/>
                <a:cs typeface="Inter"/>
              </a:defRPr>
            </a:lvl7pPr>
            <a:lvl8pPr algn="l">
              <a:defRPr sz="1744" b="0" i="0" kern="0" spc="0">
                <a:solidFill>
                  <a:srgbClr val="0A2540"/>
                </a:solidFill>
                <a:latin typeface="Inter"/>
                <a:ea typeface="Inter"/>
                <a:cs typeface="Inter"/>
              </a:defRPr>
            </a:lvl8pPr>
            <a:lvl9pPr algn="l">
              <a:defRPr sz="1744" b="0" i="0" kern="0" spc="0">
                <a:solidFill>
                  <a:srgbClr val="0A2540"/>
                </a:solidFill>
                <a:latin typeface="Inter"/>
                <a:ea typeface="Inter"/>
                <a:cs typeface="Inter"/>
              </a:defRPr>
            </a:lvl9pPr>
          </a:lstStyle>
          <a:p>
            <a:pPr algn="l">
              <a:lnSpc>
                <a:spcPct val="100000"/>
              </a:lnSpc>
              <a:buNone/>
              <a:defRPr sz="1744" b="0" i="0" kern="0" spc="0">
                <a:solidFill>
                  <a:srgbClr val="0A2540"/>
                </a:solidFill>
                <a:latin typeface="Inter"/>
                <a:ea typeface="Inter"/>
                <a:cs typeface="Inter"/>
              </a:defRPr>
            </a:pPr>
            <a:r>
              <a:rPr sz="1744" b="0" i="0" kern="0" spc="0">
                <a:solidFill>
                  <a:srgbClr val="0A2540"/>
                </a:solidFill>
                <a:latin typeface="Inter"/>
                <a:ea typeface="Inter"/>
                <a:cs typeface="Inter"/>
              </a:rPr>
              <a:t>.</a:t>
            </a:r>
          </a:p>
        </p:txBody>
      </p:sp>
      <p:sp>
        <p:nvSpPr>
          <p:cNvPr id="66" name="s6 text 19">
            <a:extLst>
              <a:ext uri="{FF2B5EF4-FFF2-40B4-BE49-F238E27FC236}">
                <a16:creationId xmlns:a16="http://schemas.microsoft.com/office/drawing/2014/main" id="{D6ACEA5D-ECFA-43A4-A957-D8310937CE38}"/>
              </a:ext>
            </a:extLst>
          </p:cNvPr>
          <p:cNvSpPr>
            <a:spLocks noGrp="1"/>
          </p:cNvSpPr>
          <p:nvPr/>
        </p:nvSpPr>
        <p:spPr>
          <a:xfrm>
            <a:off x="9949792" y="4093145"/>
            <a:ext cx="1341882" cy="308146"/>
          </a:xfrm>
          <a:prstGeom prst="rect">
            <a:avLst/>
          </a:prstGeom>
          <a:noFill/>
          <a:ln w="0">
            <a:noFill/>
            <a:prstDash val="solid"/>
          </a:ln>
        </p:spPr>
        <p:txBody>
          <a:bodyPr wrap="none" lIns="0" tIns="0" rIns="0" bIns="0" anchor="t">
            <a:noAutofit/>
          </a:bodyPr>
          <a:lstStyle>
            <a:defPPr algn="l">
              <a:defRPr sz="1744" b="1" i="0" kern="0" spc="-9">
                <a:solidFill>
                  <a:srgbClr val="0A2540"/>
                </a:solidFill>
                <a:latin typeface="Inter"/>
                <a:ea typeface="Inter"/>
                <a:cs typeface="Inter"/>
              </a:defRPr>
            </a:defPPr>
            <a:lvl1pPr algn="l">
              <a:defRPr sz="1744" b="1" i="0" kern="0" spc="-9">
                <a:solidFill>
                  <a:srgbClr val="0A2540"/>
                </a:solidFill>
                <a:latin typeface="Inter"/>
                <a:ea typeface="Inter"/>
                <a:cs typeface="Inter"/>
              </a:defRPr>
            </a:lvl1pPr>
            <a:lvl2pPr algn="l">
              <a:defRPr sz="1744" b="1" i="0" kern="0" spc="-9">
                <a:solidFill>
                  <a:srgbClr val="0A2540"/>
                </a:solidFill>
                <a:latin typeface="Inter"/>
                <a:ea typeface="Inter"/>
                <a:cs typeface="Inter"/>
              </a:defRPr>
            </a:lvl2pPr>
            <a:lvl3pPr algn="l">
              <a:defRPr sz="1744" b="1" i="0" kern="0" spc="-9">
                <a:solidFill>
                  <a:srgbClr val="0A2540"/>
                </a:solidFill>
                <a:latin typeface="Inter"/>
                <a:ea typeface="Inter"/>
                <a:cs typeface="Inter"/>
              </a:defRPr>
            </a:lvl3pPr>
            <a:lvl4pPr algn="l">
              <a:defRPr sz="1744" b="1" i="0" kern="0" spc="-9">
                <a:solidFill>
                  <a:srgbClr val="0A2540"/>
                </a:solidFill>
                <a:latin typeface="Inter"/>
                <a:ea typeface="Inter"/>
                <a:cs typeface="Inter"/>
              </a:defRPr>
            </a:lvl4pPr>
            <a:lvl5pPr algn="l">
              <a:defRPr sz="1744" b="1" i="0" kern="0" spc="-9">
                <a:solidFill>
                  <a:srgbClr val="0A2540"/>
                </a:solidFill>
                <a:latin typeface="Inter"/>
                <a:ea typeface="Inter"/>
                <a:cs typeface="Inter"/>
              </a:defRPr>
            </a:lvl5pPr>
            <a:lvl6pPr algn="l">
              <a:defRPr sz="1744" b="1" i="0" kern="0" spc="-9">
                <a:solidFill>
                  <a:srgbClr val="0A2540"/>
                </a:solidFill>
                <a:latin typeface="Inter"/>
                <a:ea typeface="Inter"/>
                <a:cs typeface="Inter"/>
              </a:defRPr>
            </a:lvl6pPr>
            <a:lvl7pPr algn="l">
              <a:defRPr sz="1744" b="1" i="0" kern="0" spc="-9">
                <a:solidFill>
                  <a:srgbClr val="0A2540"/>
                </a:solidFill>
                <a:latin typeface="Inter"/>
                <a:ea typeface="Inter"/>
                <a:cs typeface="Inter"/>
              </a:defRPr>
            </a:lvl7pPr>
            <a:lvl8pPr algn="l">
              <a:defRPr sz="1744" b="1" i="0" kern="0" spc="-9">
                <a:solidFill>
                  <a:srgbClr val="0A2540"/>
                </a:solidFill>
                <a:latin typeface="Inter"/>
                <a:ea typeface="Inter"/>
                <a:cs typeface="Inter"/>
              </a:defRPr>
            </a:lvl8pPr>
            <a:lvl9pPr algn="l">
              <a:defRPr sz="1744" b="1" i="0" kern="0" spc="-9">
                <a:solidFill>
                  <a:srgbClr val="0A2540"/>
                </a:solidFill>
                <a:latin typeface="Inter"/>
                <a:ea typeface="Inter"/>
                <a:cs typeface="Inter"/>
              </a:defRPr>
            </a:lvl9pPr>
          </a:lstStyle>
          <a:p>
            <a:pPr algn="l">
              <a:lnSpc>
                <a:spcPct val="100000"/>
              </a:lnSpc>
              <a:buNone/>
              <a:defRPr sz="1744" b="1" i="0" kern="0" spc="-9">
                <a:solidFill>
                  <a:srgbClr val="0A2540"/>
                </a:solidFill>
                <a:latin typeface="Inter"/>
                <a:ea typeface="Inter"/>
                <a:cs typeface="Inter"/>
              </a:defRPr>
            </a:pPr>
            <a:r>
              <a:rPr sz="1744" b="1" i="0" kern="0" spc="-9">
                <a:solidFill>
                  <a:srgbClr val="0A2540"/>
                </a:solidFill>
                <a:latin typeface="Inter"/>
                <a:ea typeface="Inter"/>
                <a:cs typeface="Inter"/>
              </a:rPr>
              <a:t>World price</a:t>
            </a:r>
          </a:p>
        </p:txBody>
      </p:sp>
      <p:sp>
        <p:nvSpPr>
          <p:cNvPr id="67" name="s6 text 20">
            <a:extLst>
              <a:ext uri="{FF2B5EF4-FFF2-40B4-BE49-F238E27FC236}">
                <a16:creationId xmlns:a16="http://schemas.microsoft.com/office/drawing/2014/main" id="{A905A0F3-70DB-45E4-95ED-F1C80538FEDE}"/>
              </a:ext>
            </a:extLst>
          </p:cNvPr>
          <p:cNvSpPr>
            <a:spLocks noGrp="1"/>
          </p:cNvSpPr>
          <p:nvPr/>
        </p:nvSpPr>
        <p:spPr>
          <a:xfrm>
            <a:off x="11251714" y="4093145"/>
            <a:ext cx="235077" cy="308146"/>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Inter"/>
                <a:ea typeface="Inter"/>
                <a:cs typeface="Inter"/>
              </a:defRPr>
            </a:defPPr>
            <a:lvl1pPr algn="l">
              <a:defRPr sz="1744" b="0" i="0" kern="0" spc="0">
                <a:solidFill>
                  <a:srgbClr val="0A2540"/>
                </a:solidFill>
                <a:latin typeface="Inter"/>
                <a:ea typeface="Inter"/>
                <a:cs typeface="Inter"/>
              </a:defRPr>
            </a:lvl1pPr>
            <a:lvl2pPr algn="l">
              <a:defRPr sz="1744" b="0" i="0" kern="0" spc="0">
                <a:solidFill>
                  <a:srgbClr val="0A2540"/>
                </a:solidFill>
                <a:latin typeface="Inter"/>
                <a:ea typeface="Inter"/>
                <a:cs typeface="Inter"/>
              </a:defRPr>
            </a:lvl2pPr>
            <a:lvl3pPr algn="l">
              <a:defRPr sz="1744" b="0" i="0" kern="0" spc="0">
                <a:solidFill>
                  <a:srgbClr val="0A2540"/>
                </a:solidFill>
                <a:latin typeface="Inter"/>
                <a:ea typeface="Inter"/>
                <a:cs typeface="Inter"/>
              </a:defRPr>
            </a:lvl3pPr>
            <a:lvl4pPr algn="l">
              <a:defRPr sz="1744" b="0" i="0" kern="0" spc="0">
                <a:solidFill>
                  <a:srgbClr val="0A2540"/>
                </a:solidFill>
                <a:latin typeface="Inter"/>
                <a:ea typeface="Inter"/>
                <a:cs typeface="Inter"/>
              </a:defRPr>
            </a:lvl4pPr>
            <a:lvl5pPr algn="l">
              <a:defRPr sz="1744" b="0" i="0" kern="0" spc="0">
                <a:solidFill>
                  <a:srgbClr val="0A2540"/>
                </a:solidFill>
                <a:latin typeface="Inter"/>
                <a:ea typeface="Inter"/>
                <a:cs typeface="Inter"/>
              </a:defRPr>
            </a:lvl5pPr>
            <a:lvl6pPr algn="l">
              <a:defRPr sz="1744" b="0" i="0" kern="0" spc="0">
                <a:solidFill>
                  <a:srgbClr val="0A2540"/>
                </a:solidFill>
                <a:latin typeface="Inter"/>
                <a:ea typeface="Inter"/>
                <a:cs typeface="Inter"/>
              </a:defRPr>
            </a:lvl6pPr>
            <a:lvl7pPr algn="l">
              <a:defRPr sz="1744" b="0" i="0" kern="0" spc="0">
                <a:solidFill>
                  <a:srgbClr val="0A2540"/>
                </a:solidFill>
                <a:latin typeface="Inter"/>
                <a:ea typeface="Inter"/>
                <a:cs typeface="Inter"/>
              </a:defRPr>
            </a:lvl7pPr>
            <a:lvl8pPr algn="l">
              <a:defRPr sz="1744" b="0" i="0" kern="0" spc="0">
                <a:solidFill>
                  <a:srgbClr val="0A2540"/>
                </a:solidFill>
                <a:latin typeface="Inter"/>
                <a:ea typeface="Inter"/>
                <a:cs typeface="Inter"/>
              </a:defRPr>
            </a:lvl8pPr>
            <a:lvl9pPr algn="l">
              <a:defRPr sz="1744" b="0" i="0" kern="0" spc="0">
                <a:solidFill>
                  <a:srgbClr val="0A2540"/>
                </a:solidFill>
                <a:latin typeface="Inter"/>
                <a:ea typeface="Inter"/>
                <a:cs typeface="Inter"/>
              </a:defRPr>
            </a:lvl9pPr>
          </a:lstStyle>
          <a:p>
            <a:pPr algn="l">
              <a:lnSpc>
                <a:spcPct val="100000"/>
              </a:lnSpc>
              <a:buNone/>
              <a:defRPr sz="1744" b="0" i="0" kern="0" spc="0">
                <a:solidFill>
                  <a:srgbClr val="0A2540"/>
                </a:solidFill>
                <a:latin typeface="Inter"/>
                <a:ea typeface="Inter"/>
                <a:cs typeface="Inter"/>
              </a:defRPr>
            </a:pPr>
            <a:r>
              <a:rPr sz="1744" b="0" i="0" kern="0" spc="0">
                <a:solidFill>
                  <a:srgbClr val="0A2540"/>
                </a:solidFill>
                <a:latin typeface="Inter"/>
                <a:ea typeface="Inter"/>
                <a:cs typeface="Inter"/>
              </a:rPr>
              <a:t>=</a:t>
            </a:r>
          </a:p>
        </p:txBody>
      </p:sp>
      <p:sp>
        <p:nvSpPr>
          <p:cNvPr id="68" name="s6 text 21">
            <a:extLst>
              <a:ext uri="{FF2B5EF4-FFF2-40B4-BE49-F238E27FC236}">
                <a16:creationId xmlns:a16="http://schemas.microsoft.com/office/drawing/2014/main" id="{83D0E904-9877-4504-BBEF-B650C85C317F}"/>
              </a:ext>
            </a:extLst>
          </p:cNvPr>
          <p:cNvSpPr>
            <a:spLocks noGrp="1"/>
          </p:cNvSpPr>
          <p:nvPr/>
        </p:nvSpPr>
        <p:spPr>
          <a:xfrm>
            <a:off x="11458240" y="4093145"/>
            <a:ext cx="497967" cy="308146"/>
          </a:xfrm>
          <a:prstGeom prst="rect">
            <a:avLst/>
          </a:prstGeom>
          <a:noFill/>
          <a:ln w="0">
            <a:noFill/>
            <a:prstDash val="solid"/>
          </a:ln>
        </p:spPr>
        <p:txBody>
          <a:bodyPr wrap="none" lIns="0" tIns="0" rIns="0" bIns="0" anchor="t">
            <a:noAutofit/>
          </a:bodyPr>
          <a:lstStyle>
            <a:defPPr algn="l">
              <a:defRPr sz="1744" b="1" i="0" kern="0" spc="-9">
                <a:solidFill>
                  <a:srgbClr val="0A2540"/>
                </a:solidFill>
                <a:latin typeface="Inter"/>
                <a:ea typeface="Inter"/>
                <a:cs typeface="Inter"/>
              </a:defRPr>
            </a:defPPr>
            <a:lvl1pPr algn="l">
              <a:defRPr sz="1744" b="1" i="0" kern="0" spc="-9">
                <a:solidFill>
                  <a:srgbClr val="0A2540"/>
                </a:solidFill>
                <a:latin typeface="Inter"/>
                <a:ea typeface="Inter"/>
                <a:cs typeface="Inter"/>
              </a:defRPr>
            </a:lvl1pPr>
            <a:lvl2pPr algn="l">
              <a:defRPr sz="1744" b="1" i="0" kern="0" spc="-9">
                <a:solidFill>
                  <a:srgbClr val="0A2540"/>
                </a:solidFill>
                <a:latin typeface="Inter"/>
                <a:ea typeface="Inter"/>
                <a:cs typeface="Inter"/>
              </a:defRPr>
            </a:lvl2pPr>
            <a:lvl3pPr algn="l">
              <a:defRPr sz="1744" b="1" i="0" kern="0" spc="-9">
                <a:solidFill>
                  <a:srgbClr val="0A2540"/>
                </a:solidFill>
                <a:latin typeface="Inter"/>
                <a:ea typeface="Inter"/>
                <a:cs typeface="Inter"/>
              </a:defRPr>
            </a:lvl3pPr>
            <a:lvl4pPr algn="l">
              <a:defRPr sz="1744" b="1" i="0" kern="0" spc="-9">
                <a:solidFill>
                  <a:srgbClr val="0A2540"/>
                </a:solidFill>
                <a:latin typeface="Inter"/>
                <a:ea typeface="Inter"/>
                <a:cs typeface="Inter"/>
              </a:defRPr>
            </a:lvl4pPr>
            <a:lvl5pPr algn="l">
              <a:defRPr sz="1744" b="1" i="0" kern="0" spc="-9">
                <a:solidFill>
                  <a:srgbClr val="0A2540"/>
                </a:solidFill>
                <a:latin typeface="Inter"/>
                <a:ea typeface="Inter"/>
                <a:cs typeface="Inter"/>
              </a:defRPr>
            </a:lvl5pPr>
            <a:lvl6pPr algn="l">
              <a:defRPr sz="1744" b="1" i="0" kern="0" spc="-9">
                <a:solidFill>
                  <a:srgbClr val="0A2540"/>
                </a:solidFill>
                <a:latin typeface="Inter"/>
                <a:ea typeface="Inter"/>
                <a:cs typeface="Inter"/>
              </a:defRPr>
            </a:lvl6pPr>
            <a:lvl7pPr algn="l">
              <a:defRPr sz="1744" b="1" i="0" kern="0" spc="-9">
                <a:solidFill>
                  <a:srgbClr val="0A2540"/>
                </a:solidFill>
                <a:latin typeface="Inter"/>
                <a:ea typeface="Inter"/>
                <a:cs typeface="Inter"/>
              </a:defRPr>
            </a:lvl7pPr>
            <a:lvl8pPr algn="l">
              <a:defRPr sz="1744" b="1" i="0" kern="0" spc="-9">
                <a:solidFill>
                  <a:srgbClr val="0A2540"/>
                </a:solidFill>
                <a:latin typeface="Inter"/>
                <a:ea typeface="Inter"/>
                <a:cs typeface="Inter"/>
              </a:defRPr>
            </a:lvl8pPr>
            <a:lvl9pPr algn="l">
              <a:defRPr sz="1744" b="1" i="0" kern="0" spc="-9">
                <a:solidFill>
                  <a:srgbClr val="0A2540"/>
                </a:solidFill>
                <a:latin typeface="Inter"/>
                <a:ea typeface="Inter"/>
                <a:cs typeface="Inter"/>
              </a:defRPr>
            </a:lvl9pPr>
          </a:lstStyle>
          <a:p>
            <a:pPr algn="l">
              <a:lnSpc>
                <a:spcPct val="100000"/>
              </a:lnSpc>
              <a:buNone/>
              <a:defRPr sz="1744" b="1" i="0" kern="0" spc="-9">
                <a:solidFill>
                  <a:srgbClr val="0A2540"/>
                </a:solidFill>
                <a:latin typeface="Inter"/>
                <a:ea typeface="Inter"/>
                <a:cs typeface="Inter"/>
              </a:defRPr>
            </a:pPr>
            <a:r>
              <a:rPr sz="1744" b="1" i="0" kern="0" spc="-9">
                <a:solidFill>
                  <a:srgbClr val="0A2540"/>
                </a:solidFill>
                <a:latin typeface="Inter"/>
                <a:ea typeface="Inter"/>
                <a:cs typeface="Inter"/>
              </a:rPr>
              <a:t>$75</a:t>
            </a:r>
          </a:p>
        </p:txBody>
      </p:sp>
      <p:sp>
        <p:nvSpPr>
          <p:cNvPr id="69" name="s6 text 22">
            <a:extLst>
              <a:ext uri="{FF2B5EF4-FFF2-40B4-BE49-F238E27FC236}">
                <a16:creationId xmlns:a16="http://schemas.microsoft.com/office/drawing/2014/main" id="{9A27D002-DDD6-42AD-9F66-C79695A1F0CE}"/>
              </a:ext>
            </a:extLst>
          </p:cNvPr>
          <p:cNvSpPr>
            <a:spLocks noGrp="1"/>
          </p:cNvSpPr>
          <p:nvPr/>
        </p:nvSpPr>
        <p:spPr>
          <a:xfrm>
            <a:off x="11925347" y="4093145"/>
            <a:ext cx="496633"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 a</a:t>
            </a:r>
          </a:p>
        </p:txBody>
      </p:sp>
      <p:sp>
        <p:nvSpPr>
          <p:cNvPr id="70" name="s6 text 23">
            <a:extLst>
              <a:ext uri="{FF2B5EF4-FFF2-40B4-BE49-F238E27FC236}">
                <a16:creationId xmlns:a16="http://schemas.microsoft.com/office/drawing/2014/main" id="{248C06CE-DA8B-47A0-924A-E912F21AA06B}"/>
              </a:ext>
            </a:extLst>
          </p:cNvPr>
          <p:cNvSpPr>
            <a:spLocks noGrp="1"/>
          </p:cNvSpPr>
          <p:nvPr/>
        </p:nvSpPr>
        <p:spPr>
          <a:xfrm>
            <a:off x="9949792" y="4393183"/>
            <a:ext cx="3196971"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horizontal line, because Z is a</a:t>
            </a:r>
          </a:p>
        </p:txBody>
      </p:sp>
      <p:sp>
        <p:nvSpPr>
          <p:cNvPr id="71" name="s6 text 24">
            <a:extLst>
              <a:ext uri="{FF2B5EF4-FFF2-40B4-BE49-F238E27FC236}">
                <a16:creationId xmlns:a16="http://schemas.microsoft.com/office/drawing/2014/main" id="{4BFFD0CF-7C5D-4E18-9CEF-272C6D844FB5}"/>
              </a:ext>
            </a:extLst>
          </p:cNvPr>
          <p:cNvSpPr>
            <a:spLocks noGrp="1"/>
          </p:cNvSpPr>
          <p:nvPr/>
        </p:nvSpPr>
        <p:spPr>
          <a:xfrm>
            <a:off x="9949792" y="4693220"/>
            <a:ext cx="2733484"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small country and cannot</a:t>
            </a:r>
          </a:p>
        </p:txBody>
      </p:sp>
      <p:sp>
        <p:nvSpPr>
          <p:cNvPr id="72" name="s6 text 25">
            <a:extLst>
              <a:ext uri="{FF2B5EF4-FFF2-40B4-BE49-F238E27FC236}">
                <a16:creationId xmlns:a16="http://schemas.microsoft.com/office/drawing/2014/main" id="{9D71A8E8-A846-42A9-A494-BF3A1F8B7C0C}"/>
              </a:ext>
            </a:extLst>
          </p:cNvPr>
          <p:cNvSpPr>
            <a:spLocks noGrp="1"/>
          </p:cNvSpPr>
          <p:nvPr/>
        </p:nvSpPr>
        <p:spPr>
          <a:xfrm>
            <a:off x="9949792" y="5000402"/>
            <a:ext cx="1307306"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influence it.</a:t>
            </a:r>
          </a:p>
        </p:txBody>
      </p:sp>
      <p:sp>
        <p:nvSpPr>
          <p:cNvPr id="73" name="s6 text 26">
            <a:extLst>
              <a:ext uri="{FF2B5EF4-FFF2-40B4-BE49-F238E27FC236}">
                <a16:creationId xmlns:a16="http://schemas.microsoft.com/office/drawing/2014/main" id="{73F4B7FC-B6BC-4205-89D2-D8880C637936}"/>
              </a:ext>
            </a:extLst>
          </p:cNvPr>
          <p:cNvSpPr>
            <a:spLocks noGrp="1"/>
          </p:cNvSpPr>
          <p:nvPr/>
        </p:nvSpPr>
        <p:spPr>
          <a:xfrm>
            <a:off x="9949792" y="5357589"/>
            <a:ext cx="1965484" cy="308146"/>
          </a:xfrm>
          <a:prstGeom prst="rect">
            <a:avLst/>
          </a:prstGeom>
          <a:noFill/>
          <a:ln w="0">
            <a:noFill/>
            <a:prstDash val="solid"/>
          </a:ln>
        </p:spPr>
        <p:txBody>
          <a:bodyPr wrap="none" lIns="0" tIns="0" rIns="0" bIns="0" anchor="t">
            <a:noAutofit/>
          </a:bodyPr>
          <a:lstStyle>
            <a:defPPr algn="l">
              <a:defRPr sz="1744" b="0" i="0" kern="0" spc="-10">
                <a:solidFill>
                  <a:srgbClr val="0A2540"/>
                </a:solidFill>
                <a:latin typeface="Inter"/>
                <a:ea typeface="Inter"/>
                <a:cs typeface="Inter"/>
              </a:defRPr>
            </a:defPPr>
            <a:lvl1pPr algn="l">
              <a:defRPr sz="1744" b="0" i="0" kern="0" spc="-10">
                <a:solidFill>
                  <a:srgbClr val="0A2540"/>
                </a:solidFill>
                <a:latin typeface="Inter"/>
                <a:ea typeface="Inter"/>
                <a:cs typeface="Inter"/>
              </a:defRPr>
            </a:lvl1pPr>
            <a:lvl2pPr algn="l">
              <a:defRPr sz="1744" b="0" i="0" kern="0" spc="-10">
                <a:solidFill>
                  <a:srgbClr val="0A2540"/>
                </a:solidFill>
                <a:latin typeface="Inter"/>
                <a:ea typeface="Inter"/>
                <a:cs typeface="Inter"/>
              </a:defRPr>
            </a:lvl2pPr>
            <a:lvl3pPr algn="l">
              <a:defRPr sz="1744" b="0" i="0" kern="0" spc="-10">
                <a:solidFill>
                  <a:srgbClr val="0A2540"/>
                </a:solidFill>
                <a:latin typeface="Inter"/>
                <a:ea typeface="Inter"/>
                <a:cs typeface="Inter"/>
              </a:defRPr>
            </a:lvl3pPr>
            <a:lvl4pPr algn="l">
              <a:defRPr sz="1744" b="0" i="0" kern="0" spc="-10">
                <a:solidFill>
                  <a:srgbClr val="0A2540"/>
                </a:solidFill>
                <a:latin typeface="Inter"/>
                <a:ea typeface="Inter"/>
                <a:cs typeface="Inter"/>
              </a:defRPr>
            </a:lvl4pPr>
            <a:lvl5pPr algn="l">
              <a:defRPr sz="1744" b="0" i="0" kern="0" spc="-10">
                <a:solidFill>
                  <a:srgbClr val="0A2540"/>
                </a:solidFill>
                <a:latin typeface="Inter"/>
                <a:ea typeface="Inter"/>
                <a:cs typeface="Inter"/>
              </a:defRPr>
            </a:lvl5pPr>
            <a:lvl6pPr algn="l">
              <a:defRPr sz="1744" b="0" i="0" kern="0" spc="-10">
                <a:solidFill>
                  <a:srgbClr val="0A2540"/>
                </a:solidFill>
                <a:latin typeface="Inter"/>
                <a:ea typeface="Inter"/>
                <a:cs typeface="Inter"/>
              </a:defRPr>
            </a:lvl6pPr>
            <a:lvl7pPr algn="l">
              <a:defRPr sz="1744" b="0" i="0" kern="0" spc="-10">
                <a:solidFill>
                  <a:srgbClr val="0A2540"/>
                </a:solidFill>
                <a:latin typeface="Inter"/>
                <a:ea typeface="Inter"/>
                <a:cs typeface="Inter"/>
              </a:defRPr>
            </a:lvl7pPr>
            <a:lvl8pPr algn="l">
              <a:defRPr sz="1744" b="0" i="0" kern="0" spc="-10">
                <a:solidFill>
                  <a:srgbClr val="0A2540"/>
                </a:solidFill>
                <a:latin typeface="Inter"/>
                <a:ea typeface="Inter"/>
                <a:cs typeface="Inter"/>
              </a:defRPr>
            </a:lvl8pPr>
            <a:lvl9pPr algn="l">
              <a:defRPr sz="1744" b="0" i="0" kern="0" spc="-10">
                <a:solidFill>
                  <a:srgbClr val="0A2540"/>
                </a:solidFill>
                <a:latin typeface="Inter"/>
                <a:ea typeface="Inter"/>
                <a:cs typeface="Inter"/>
              </a:defRPr>
            </a:lvl9pPr>
          </a:lstStyle>
          <a:p>
            <a:pPr algn="l">
              <a:lnSpc>
                <a:spcPct val="100000"/>
              </a:lnSpc>
              <a:buNone/>
              <a:defRPr sz="1744" b="0" i="0" kern="0" spc="-10">
                <a:solidFill>
                  <a:srgbClr val="0A2540"/>
                </a:solidFill>
                <a:latin typeface="Inter"/>
                <a:ea typeface="Inter"/>
                <a:cs typeface="Inter"/>
              </a:defRPr>
            </a:pPr>
            <a:r>
              <a:rPr sz="1744" b="0" i="0" kern="0" spc="-10">
                <a:solidFill>
                  <a:srgbClr val="0A2540"/>
                </a:solidFill>
                <a:latin typeface="Inter"/>
                <a:ea typeface="Inter"/>
                <a:cs typeface="Inter"/>
              </a:rPr>
              <a:t>The world price is</a:t>
            </a:r>
          </a:p>
        </p:txBody>
      </p:sp>
      <p:sp>
        <p:nvSpPr>
          <p:cNvPr id="74" name="s6 text 27">
            <a:extLst>
              <a:ext uri="{FF2B5EF4-FFF2-40B4-BE49-F238E27FC236}">
                <a16:creationId xmlns:a16="http://schemas.microsoft.com/office/drawing/2014/main" id="{3C95C545-1EBE-4BE6-8374-4A18EC61183B}"/>
              </a:ext>
            </a:extLst>
          </p:cNvPr>
          <p:cNvSpPr>
            <a:spLocks noGrp="1"/>
          </p:cNvSpPr>
          <p:nvPr/>
        </p:nvSpPr>
        <p:spPr>
          <a:xfrm>
            <a:off x="11867331" y="5357589"/>
            <a:ext cx="741140" cy="308146"/>
          </a:xfrm>
          <a:prstGeom prst="rect">
            <a:avLst/>
          </a:prstGeom>
          <a:noFill/>
          <a:ln w="0">
            <a:noFill/>
            <a:prstDash val="solid"/>
          </a:ln>
        </p:spPr>
        <p:txBody>
          <a:bodyPr wrap="none" lIns="0" tIns="0" rIns="0" bIns="0" anchor="t">
            <a:noAutofit/>
          </a:bodyPr>
          <a:lstStyle>
            <a:defPPr algn="l">
              <a:defRPr sz="1744" b="1" i="0" kern="0" spc="-9">
                <a:solidFill>
                  <a:srgbClr val="0A2540"/>
                </a:solidFill>
                <a:latin typeface="Inter"/>
                <a:ea typeface="Inter"/>
                <a:cs typeface="Inter"/>
              </a:defRPr>
            </a:defPPr>
            <a:lvl1pPr algn="l">
              <a:defRPr sz="1744" b="1" i="0" kern="0" spc="-9">
                <a:solidFill>
                  <a:srgbClr val="0A2540"/>
                </a:solidFill>
                <a:latin typeface="Inter"/>
                <a:ea typeface="Inter"/>
                <a:cs typeface="Inter"/>
              </a:defRPr>
            </a:lvl1pPr>
            <a:lvl2pPr algn="l">
              <a:defRPr sz="1744" b="1" i="0" kern="0" spc="-9">
                <a:solidFill>
                  <a:srgbClr val="0A2540"/>
                </a:solidFill>
                <a:latin typeface="Inter"/>
                <a:ea typeface="Inter"/>
                <a:cs typeface="Inter"/>
              </a:defRPr>
            </a:lvl2pPr>
            <a:lvl3pPr algn="l">
              <a:defRPr sz="1744" b="1" i="0" kern="0" spc="-9">
                <a:solidFill>
                  <a:srgbClr val="0A2540"/>
                </a:solidFill>
                <a:latin typeface="Inter"/>
                <a:ea typeface="Inter"/>
                <a:cs typeface="Inter"/>
              </a:defRPr>
            </a:lvl3pPr>
            <a:lvl4pPr algn="l">
              <a:defRPr sz="1744" b="1" i="0" kern="0" spc="-9">
                <a:solidFill>
                  <a:srgbClr val="0A2540"/>
                </a:solidFill>
                <a:latin typeface="Inter"/>
                <a:ea typeface="Inter"/>
                <a:cs typeface="Inter"/>
              </a:defRPr>
            </a:lvl4pPr>
            <a:lvl5pPr algn="l">
              <a:defRPr sz="1744" b="1" i="0" kern="0" spc="-9">
                <a:solidFill>
                  <a:srgbClr val="0A2540"/>
                </a:solidFill>
                <a:latin typeface="Inter"/>
                <a:ea typeface="Inter"/>
                <a:cs typeface="Inter"/>
              </a:defRPr>
            </a:lvl5pPr>
            <a:lvl6pPr algn="l">
              <a:defRPr sz="1744" b="1" i="0" kern="0" spc="-9">
                <a:solidFill>
                  <a:srgbClr val="0A2540"/>
                </a:solidFill>
                <a:latin typeface="Inter"/>
                <a:ea typeface="Inter"/>
                <a:cs typeface="Inter"/>
              </a:defRPr>
            </a:lvl6pPr>
            <a:lvl7pPr algn="l">
              <a:defRPr sz="1744" b="1" i="0" kern="0" spc="-9">
                <a:solidFill>
                  <a:srgbClr val="0A2540"/>
                </a:solidFill>
                <a:latin typeface="Inter"/>
                <a:ea typeface="Inter"/>
                <a:cs typeface="Inter"/>
              </a:defRPr>
            </a:lvl7pPr>
            <a:lvl8pPr algn="l">
              <a:defRPr sz="1744" b="1" i="0" kern="0" spc="-9">
                <a:solidFill>
                  <a:srgbClr val="0A2540"/>
                </a:solidFill>
                <a:latin typeface="Inter"/>
                <a:ea typeface="Inter"/>
                <a:cs typeface="Inter"/>
              </a:defRPr>
            </a:lvl8pPr>
            <a:lvl9pPr algn="l">
              <a:defRPr sz="1744" b="1" i="0" kern="0" spc="-9">
                <a:solidFill>
                  <a:srgbClr val="0A2540"/>
                </a:solidFill>
                <a:latin typeface="Inter"/>
                <a:ea typeface="Inter"/>
                <a:cs typeface="Inter"/>
              </a:defRPr>
            </a:lvl9pPr>
          </a:lstStyle>
          <a:p>
            <a:pPr algn="l">
              <a:lnSpc>
                <a:spcPct val="100000"/>
              </a:lnSpc>
              <a:buNone/>
              <a:defRPr sz="1744" b="1" i="0" kern="0" spc="-9">
                <a:solidFill>
                  <a:srgbClr val="0A2540"/>
                </a:solidFill>
                <a:latin typeface="Inter"/>
                <a:ea typeface="Inter"/>
                <a:cs typeface="Inter"/>
              </a:defRPr>
            </a:pPr>
            <a:r>
              <a:rPr sz="1744" b="1" i="0" kern="0" spc="-9">
                <a:solidFill>
                  <a:srgbClr val="0A2540"/>
                </a:solidFill>
                <a:latin typeface="Inter"/>
                <a:ea typeface="Inter"/>
                <a:cs typeface="Inter"/>
              </a:rPr>
              <a:t>below</a:t>
            </a:r>
          </a:p>
        </p:txBody>
      </p:sp>
      <p:sp>
        <p:nvSpPr>
          <p:cNvPr id="75" name="s6 text 28">
            <a:extLst>
              <a:ext uri="{FF2B5EF4-FFF2-40B4-BE49-F238E27FC236}">
                <a16:creationId xmlns:a16="http://schemas.microsoft.com/office/drawing/2014/main" id="{C7FC2DA1-F276-47E8-A497-490A530E72D8}"/>
              </a:ext>
            </a:extLst>
          </p:cNvPr>
          <p:cNvSpPr>
            <a:spLocks noGrp="1"/>
          </p:cNvSpPr>
          <p:nvPr/>
        </p:nvSpPr>
        <p:spPr>
          <a:xfrm>
            <a:off x="12575429" y="5357589"/>
            <a:ext cx="421100"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the</a:t>
            </a:r>
          </a:p>
        </p:txBody>
      </p:sp>
      <p:sp>
        <p:nvSpPr>
          <p:cNvPr id="76" name="s6 text 29">
            <a:extLst>
              <a:ext uri="{FF2B5EF4-FFF2-40B4-BE49-F238E27FC236}">
                <a16:creationId xmlns:a16="http://schemas.microsoft.com/office/drawing/2014/main" id="{9BB7480C-E237-445F-B883-1130443954BD}"/>
              </a:ext>
            </a:extLst>
          </p:cNvPr>
          <p:cNvSpPr>
            <a:spLocks noGrp="1"/>
          </p:cNvSpPr>
          <p:nvPr/>
        </p:nvSpPr>
        <p:spPr>
          <a:xfrm>
            <a:off x="9949792" y="5657627"/>
            <a:ext cx="2561082"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autarky price, so at $75</a:t>
            </a:r>
          </a:p>
        </p:txBody>
      </p:sp>
      <p:sp>
        <p:nvSpPr>
          <p:cNvPr id="77" name="s6 text 30">
            <a:extLst>
              <a:ext uri="{FF2B5EF4-FFF2-40B4-BE49-F238E27FC236}">
                <a16:creationId xmlns:a16="http://schemas.microsoft.com/office/drawing/2014/main" id="{B0375901-AB77-4BCD-A8B6-B6FC9730F4E4}"/>
              </a:ext>
            </a:extLst>
          </p:cNvPr>
          <p:cNvSpPr>
            <a:spLocks noGrp="1"/>
          </p:cNvSpPr>
          <p:nvPr/>
        </p:nvSpPr>
        <p:spPr>
          <a:xfrm>
            <a:off x="9949792" y="5957664"/>
            <a:ext cx="2844356"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domestic consumers want</a:t>
            </a:r>
          </a:p>
        </p:txBody>
      </p:sp>
      <p:sp>
        <p:nvSpPr>
          <p:cNvPr id="78" name="s6 text 31">
            <a:extLst>
              <a:ext uri="{FF2B5EF4-FFF2-40B4-BE49-F238E27FC236}">
                <a16:creationId xmlns:a16="http://schemas.microsoft.com/office/drawing/2014/main" id="{4A1F856D-8B6D-468D-A25A-4EABC403A49C}"/>
              </a:ext>
            </a:extLst>
          </p:cNvPr>
          <p:cNvSpPr>
            <a:spLocks noGrp="1"/>
          </p:cNvSpPr>
          <p:nvPr/>
        </p:nvSpPr>
        <p:spPr>
          <a:xfrm>
            <a:off x="9949792" y="6257702"/>
            <a:ext cx="3301079"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more than domestic producers</a:t>
            </a:r>
          </a:p>
        </p:txBody>
      </p:sp>
      <p:sp>
        <p:nvSpPr>
          <p:cNvPr id="79" name="s6 text 32">
            <a:extLst>
              <a:ext uri="{FF2B5EF4-FFF2-40B4-BE49-F238E27FC236}">
                <a16:creationId xmlns:a16="http://schemas.microsoft.com/office/drawing/2014/main" id="{C59D5DD9-9723-4814-A3D2-AA879A398591}"/>
              </a:ext>
            </a:extLst>
          </p:cNvPr>
          <p:cNvSpPr>
            <a:spLocks noGrp="1"/>
          </p:cNvSpPr>
          <p:nvPr/>
        </p:nvSpPr>
        <p:spPr>
          <a:xfrm>
            <a:off x="9949792" y="6557739"/>
            <a:ext cx="786765" cy="308146"/>
          </a:xfrm>
          <a:prstGeom prst="rect">
            <a:avLst/>
          </a:prstGeom>
          <a:noFill/>
          <a:ln w="0">
            <a:noFill/>
            <a:prstDash val="solid"/>
          </a:ln>
        </p:spPr>
        <p:txBody>
          <a:bodyPr wrap="none" lIns="0" tIns="0" rIns="0" bIns="0" anchor="t">
            <a:noAutofit/>
          </a:bodyPr>
          <a:lstStyle>
            <a:defPPr algn="l">
              <a:defRPr sz="1744" b="0" i="0" kern="0" spc="-11">
                <a:solidFill>
                  <a:srgbClr val="0A2540"/>
                </a:solidFill>
                <a:latin typeface="Inter"/>
                <a:ea typeface="Inter"/>
                <a:cs typeface="Inter"/>
              </a:defRPr>
            </a:defPPr>
            <a:lvl1pPr algn="l">
              <a:defRPr sz="1744" b="0" i="0" kern="0" spc="-11">
                <a:solidFill>
                  <a:srgbClr val="0A2540"/>
                </a:solidFill>
                <a:latin typeface="Inter"/>
                <a:ea typeface="Inter"/>
                <a:cs typeface="Inter"/>
              </a:defRPr>
            </a:lvl1pPr>
            <a:lvl2pPr algn="l">
              <a:defRPr sz="1744" b="0" i="0" kern="0" spc="-11">
                <a:solidFill>
                  <a:srgbClr val="0A2540"/>
                </a:solidFill>
                <a:latin typeface="Inter"/>
                <a:ea typeface="Inter"/>
                <a:cs typeface="Inter"/>
              </a:defRPr>
            </a:lvl2pPr>
            <a:lvl3pPr algn="l">
              <a:defRPr sz="1744" b="0" i="0" kern="0" spc="-11">
                <a:solidFill>
                  <a:srgbClr val="0A2540"/>
                </a:solidFill>
                <a:latin typeface="Inter"/>
                <a:ea typeface="Inter"/>
                <a:cs typeface="Inter"/>
              </a:defRPr>
            </a:lvl3pPr>
            <a:lvl4pPr algn="l">
              <a:defRPr sz="1744" b="0" i="0" kern="0" spc="-11">
                <a:solidFill>
                  <a:srgbClr val="0A2540"/>
                </a:solidFill>
                <a:latin typeface="Inter"/>
                <a:ea typeface="Inter"/>
                <a:cs typeface="Inter"/>
              </a:defRPr>
            </a:lvl4pPr>
            <a:lvl5pPr algn="l">
              <a:defRPr sz="1744" b="0" i="0" kern="0" spc="-11">
                <a:solidFill>
                  <a:srgbClr val="0A2540"/>
                </a:solidFill>
                <a:latin typeface="Inter"/>
                <a:ea typeface="Inter"/>
                <a:cs typeface="Inter"/>
              </a:defRPr>
            </a:lvl5pPr>
            <a:lvl6pPr algn="l">
              <a:defRPr sz="1744" b="0" i="0" kern="0" spc="-11">
                <a:solidFill>
                  <a:srgbClr val="0A2540"/>
                </a:solidFill>
                <a:latin typeface="Inter"/>
                <a:ea typeface="Inter"/>
                <a:cs typeface="Inter"/>
              </a:defRPr>
            </a:lvl6pPr>
            <a:lvl7pPr algn="l">
              <a:defRPr sz="1744" b="0" i="0" kern="0" spc="-11">
                <a:solidFill>
                  <a:srgbClr val="0A2540"/>
                </a:solidFill>
                <a:latin typeface="Inter"/>
                <a:ea typeface="Inter"/>
                <a:cs typeface="Inter"/>
              </a:defRPr>
            </a:lvl7pPr>
            <a:lvl8pPr algn="l">
              <a:defRPr sz="1744" b="0" i="0" kern="0" spc="-11">
                <a:solidFill>
                  <a:srgbClr val="0A2540"/>
                </a:solidFill>
                <a:latin typeface="Inter"/>
                <a:ea typeface="Inter"/>
                <a:cs typeface="Inter"/>
              </a:defRPr>
            </a:lvl8pPr>
            <a:lvl9pPr algn="l">
              <a:defRPr sz="1744" b="0" i="0" kern="0" spc="-11">
                <a:solidFill>
                  <a:srgbClr val="0A2540"/>
                </a:solidFill>
                <a:latin typeface="Inter"/>
                <a:ea typeface="Inter"/>
                <a:cs typeface="Inter"/>
              </a:defRPr>
            </a:lvl9pPr>
          </a:lstStyle>
          <a:p>
            <a:pPr algn="l">
              <a:lnSpc>
                <a:spcPct val="100000"/>
              </a:lnSpc>
              <a:buNone/>
              <a:defRPr sz="1744" b="0" i="0" kern="0" spc="-11">
                <a:solidFill>
                  <a:srgbClr val="0A2540"/>
                </a:solidFill>
                <a:latin typeface="Inter"/>
                <a:ea typeface="Inter"/>
                <a:cs typeface="Inter"/>
              </a:defRPr>
            </a:pPr>
            <a:r>
              <a:rPr sz="1744" b="0" i="0" kern="0" spc="-11">
                <a:solidFill>
                  <a:srgbClr val="0A2540"/>
                </a:solidFill>
                <a:latin typeface="Inter"/>
                <a:ea typeface="Inter"/>
                <a:cs typeface="Inter"/>
              </a:rPr>
              <a:t>supply</a:t>
            </a:r>
          </a:p>
        </p:txBody>
      </p:sp>
      <p:sp>
        <p:nvSpPr>
          <p:cNvPr id="80" name="s6 text 33">
            <a:extLst>
              <a:ext uri="{FF2B5EF4-FFF2-40B4-BE49-F238E27FC236}">
                <a16:creationId xmlns:a16="http://schemas.microsoft.com/office/drawing/2014/main" id="{64E5FEAC-652C-4858-8B52-00C0747BA57E}"/>
              </a:ext>
            </a:extLst>
          </p:cNvPr>
          <p:cNvSpPr>
            <a:spLocks noGrp="1"/>
          </p:cNvSpPr>
          <p:nvPr/>
        </p:nvSpPr>
        <p:spPr>
          <a:xfrm>
            <a:off x="10702291" y="6568174"/>
            <a:ext cx="310039" cy="292851"/>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Arial"/>
                <a:ea typeface="Arial"/>
                <a:cs typeface="Arial"/>
              </a:defRPr>
            </a:defPPr>
            <a:lvl1pPr algn="l">
              <a:defRPr sz="1744" b="0" i="0" kern="0" spc="0">
                <a:solidFill>
                  <a:srgbClr val="0A2540"/>
                </a:solidFill>
                <a:latin typeface="Arial"/>
                <a:ea typeface="Arial"/>
                <a:cs typeface="Arial"/>
              </a:defRPr>
            </a:lvl1pPr>
            <a:lvl2pPr algn="l">
              <a:defRPr sz="1744" b="0" i="0" kern="0" spc="0">
                <a:solidFill>
                  <a:srgbClr val="0A2540"/>
                </a:solidFill>
                <a:latin typeface="Arial"/>
                <a:ea typeface="Arial"/>
                <a:cs typeface="Arial"/>
              </a:defRPr>
            </a:lvl2pPr>
            <a:lvl3pPr algn="l">
              <a:defRPr sz="1744" b="0" i="0" kern="0" spc="0">
                <a:solidFill>
                  <a:srgbClr val="0A2540"/>
                </a:solidFill>
                <a:latin typeface="Arial"/>
                <a:ea typeface="Arial"/>
                <a:cs typeface="Arial"/>
              </a:defRPr>
            </a:lvl3pPr>
            <a:lvl4pPr algn="l">
              <a:defRPr sz="1744" b="0" i="0" kern="0" spc="0">
                <a:solidFill>
                  <a:srgbClr val="0A2540"/>
                </a:solidFill>
                <a:latin typeface="Arial"/>
                <a:ea typeface="Arial"/>
                <a:cs typeface="Arial"/>
              </a:defRPr>
            </a:lvl4pPr>
            <a:lvl5pPr algn="l">
              <a:defRPr sz="1744" b="0" i="0" kern="0" spc="0">
                <a:solidFill>
                  <a:srgbClr val="0A2540"/>
                </a:solidFill>
                <a:latin typeface="Arial"/>
                <a:ea typeface="Arial"/>
                <a:cs typeface="Arial"/>
              </a:defRPr>
            </a:lvl5pPr>
            <a:lvl6pPr algn="l">
              <a:defRPr sz="1744" b="0" i="0" kern="0" spc="0">
                <a:solidFill>
                  <a:srgbClr val="0A2540"/>
                </a:solidFill>
                <a:latin typeface="Arial"/>
                <a:ea typeface="Arial"/>
                <a:cs typeface="Arial"/>
              </a:defRPr>
            </a:lvl6pPr>
            <a:lvl7pPr algn="l">
              <a:defRPr sz="1744" b="0" i="0" kern="0" spc="0">
                <a:solidFill>
                  <a:srgbClr val="0A2540"/>
                </a:solidFill>
                <a:latin typeface="Arial"/>
                <a:ea typeface="Arial"/>
                <a:cs typeface="Arial"/>
              </a:defRPr>
            </a:lvl7pPr>
            <a:lvl8pPr algn="l">
              <a:defRPr sz="1744" b="0" i="0" kern="0" spc="0">
                <a:solidFill>
                  <a:srgbClr val="0A2540"/>
                </a:solidFill>
                <a:latin typeface="Arial"/>
                <a:ea typeface="Arial"/>
                <a:cs typeface="Arial"/>
              </a:defRPr>
            </a:lvl8pPr>
            <a:lvl9pPr algn="l">
              <a:defRPr sz="1744" b="0" i="0" kern="0" spc="0">
                <a:solidFill>
                  <a:srgbClr val="0A2540"/>
                </a:solidFill>
                <a:latin typeface="Arial"/>
                <a:ea typeface="Arial"/>
                <a:cs typeface="Arial"/>
              </a:defRPr>
            </a:lvl9pPr>
          </a:lstStyle>
          <a:p>
            <a:pPr algn="l">
              <a:lnSpc>
                <a:spcPct val="100000"/>
              </a:lnSpc>
              <a:buNone/>
              <a:defRPr sz="1744" b="0" i="0" kern="0" spc="0">
                <a:solidFill>
                  <a:srgbClr val="0A2540"/>
                </a:solidFill>
                <a:latin typeface="Arial"/>
                <a:ea typeface="Arial"/>
                <a:cs typeface="Arial"/>
              </a:defRPr>
            </a:pPr>
            <a:r>
              <a:rPr sz="1744" b="0" i="0" kern="0" spc="0">
                <a:solidFill>
                  <a:srgbClr val="0A2540"/>
                </a:solidFill>
                <a:latin typeface="Arial"/>
                <a:ea typeface="Arial"/>
                <a:cs typeface="Arial"/>
              </a:rPr>
              <a:t>→</a:t>
            </a:r>
          </a:p>
        </p:txBody>
      </p:sp>
      <p:sp>
        <p:nvSpPr>
          <p:cNvPr id="81" name="s6 text 35">
            <a:extLst>
              <a:ext uri="{FF2B5EF4-FFF2-40B4-BE49-F238E27FC236}">
                <a16:creationId xmlns:a16="http://schemas.microsoft.com/office/drawing/2014/main" id="{6CA68CD5-F2EA-47E7-A7AC-F4F6B770E7FF}"/>
              </a:ext>
            </a:extLst>
          </p:cNvPr>
          <p:cNvSpPr>
            <a:spLocks noGrp="1"/>
          </p:cNvSpPr>
          <p:nvPr/>
        </p:nvSpPr>
        <p:spPr>
          <a:xfrm>
            <a:off x="10983850" y="6557739"/>
            <a:ext cx="924116" cy="308146"/>
          </a:xfrm>
          <a:prstGeom prst="rect">
            <a:avLst/>
          </a:prstGeom>
          <a:noFill/>
          <a:ln w="0">
            <a:noFill/>
            <a:prstDash val="solid"/>
          </a:ln>
        </p:spPr>
        <p:txBody>
          <a:bodyPr wrap="none" lIns="0" tIns="0" rIns="0" bIns="0" anchor="t">
            <a:noAutofit/>
          </a:bodyPr>
          <a:lstStyle>
            <a:defPPr algn="l">
              <a:defRPr sz="1744" b="1" i="0" kern="0" spc="-9">
                <a:solidFill>
                  <a:srgbClr val="0A2540"/>
                </a:solidFill>
                <a:latin typeface="Inter"/>
                <a:ea typeface="Inter"/>
                <a:cs typeface="Inter"/>
              </a:defRPr>
            </a:defPPr>
            <a:lvl1pPr algn="l">
              <a:defRPr sz="1744" b="1" i="0" kern="0" spc="-9">
                <a:solidFill>
                  <a:srgbClr val="0A2540"/>
                </a:solidFill>
                <a:latin typeface="Inter"/>
                <a:ea typeface="Inter"/>
                <a:cs typeface="Inter"/>
              </a:defRPr>
            </a:lvl1pPr>
            <a:lvl2pPr algn="l">
              <a:defRPr sz="1744" b="1" i="0" kern="0" spc="-9">
                <a:solidFill>
                  <a:srgbClr val="0A2540"/>
                </a:solidFill>
                <a:latin typeface="Inter"/>
                <a:ea typeface="Inter"/>
                <a:cs typeface="Inter"/>
              </a:defRPr>
            </a:lvl2pPr>
            <a:lvl3pPr algn="l">
              <a:defRPr sz="1744" b="1" i="0" kern="0" spc="-9">
                <a:solidFill>
                  <a:srgbClr val="0A2540"/>
                </a:solidFill>
                <a:latin typeface="Inter"/>
                <a:ea typeface="Inter"/>
                <a:cs typeface="Inter"/>
              </a:defRPr>
            </a:lvl3pPr>
            <a:lvl4pPr algn="l">
              <a:defRPr sz="1744" b="1" i="0" kern="0" spc="-9">
                <a:solidFill>
                  <a:srgbClr val="0A2540"/>
                </a:solidFill>
                <a:latin typeface="Inter"/>
                <a:ea typeface="Inter"/>
                <a:cs typeface="Inter"/>
              </a:defRPr>
            </a:lvl4pPr>
            <a:lvl5pPr algn="l">
              <a:defRPr sz="1744" b="1" i="0" kern="0" spc="-9">
                <a:solidFill>
                  <a:srgbClr val="0A2540"/>
                </a:solidFill>
                <a:latin typeface="Inter"/>
                <a:ea typeface="Inter"/>
                <a:cs typeface="Inter"/>
              </a:defRPr>
            </a:lvl5pPr>
            <a:lvl6pPr algn="l">
              <a:defRPr sz="1744" b="1" i="0" kern="0" spc="-9">
                <a:solidFill>
                  <a:srgbClr val="0A2540"/>
                </a:solidFill>
                <a:latin typeface="Inter"/>
                <a:ea typeface="Inter"/>
                <a:cs typeface="Inter"/>
              </a:defRPr>
            </a:lvl6pPr>
            <a:lvl7pPr algn="l">
              <a:defRPr sz="1744" b="1" i="0" kern="0" spc="-9">
                <a:solidFill>
                  <a:srgbClr val="0A2540"/>
                </a:solidFill>
                <a:latin typeface="Inter"/>
                <a:ea typeface="Inter"/>
                <a:cs typeface="Inter"/>
              </a:defRPr>
            </a:lvl7pPr>
            <a:lvl8pPr algn="l">
              <a:defRPr sz="1744" b="1" i="0" kern="0" spc="-9">
                <a:solidFill>
                  <a:srgbClr val="0A2540"/>
                </a:solidFill>
                <a:latin typeface="Inter"/>
                <a:ea typeface="Inter"/>
                <a:cs typeface="Inter"/>
              </a:defRPr>
            </a:lvl8pPr>
            <a:lvl9pPr algn="l">
              <a:defRPr sz="1744" b="1" i="0" kern="0" spc="-9">
                <a:solidFill>
                  <a:srgbClr val="0A2540"/>
                </a:solidFill>
                <a:latin typeface="Inter"/>
                <a:ea typeface="Inter"/>
                <a:cs typeface="Inter"/>
              </a:defRPr>
            </a:lvl9pPr>
          </a:lstStyle>
          <a:p>
            <a:pPr algn="l">
              <a:lnSpc>
                <a:spcPct val="100000"/>
              </a:lnSpc>
              <a:buNone/>
              <a:defRPr sz="1744" b="1" i="0" kern="0" spc="-9">
                <a:solidFill>
                  <a:srgbClr val="0A2540"/>
                </a:solidFill>
                <a:latin typeface="Inter"/>
                <a:ea typeface="Inter"/>
                <a:cs typeface="Inter"/>
              </a:defRPr>
            </a:pPr>
            <a:r>
              <a:rPr sz="1744" b="1" i="0" kern="0" spc="-9">
                <a:solidFill>
                  <a:srgbClr val="0A2540"/>
                </a:solidFill>
                <a:latin typeface="Inter"/>
                <a:ea typeface="Inter"/>
                <a:cs typeface="Inter"/>
              </a:rPr>
              <a:t>imports</a:t>
            </a:r>
          </a:p>
        </p:txBody>
      </p:sp>
      <p:sp>
        <p:nvSpPr>
          <p:cNvPr id="82" name="s6 text 36">
            <a:extLst>
              <a:ext uri="{FF2B5EF4-FFF2-40B4-BE49-F238E27FC236}">
                <a16:creationId xmlns:a16="http://schemas.microsoft.com/office/drawing/2014/main" id="{757213A1-2D5A-4D31-BB30-7269F48D1BEB}"/>
              </a:ext>
            </a:extLst>
          </p:cNvPr>
          <p:cNvSpPr>
            <a:spLocks noGrp="1"/>
          </p:cNvSpPr>
          <p:nvPr/>
        </p:nvSpPr>
        <p:spPr>
          <a:xfrm>
            <a:off x="11811409" y="6557739"/>
            <a:ext cx="152400" cy="308146"/>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Inter"/>
                <a:ea typeface="Inter"/>
                <a:cs typeface="Inter"/>
              </a:defRPr>
            </a:defPPr>
            <a:lvl1pPr algn="l">
              <a:defRPr sz="1744" b="0" i="0" kern="0" spc="0">
                <a:solidFill>
                  <a:srgbClr val="0A2540"/>
                </a:solidFill>
                <a:latin typeface="Inter"/>
                <a:ea typeface="Inter"/>
                <a:cs typeface="Inter"/>
              </a:defRPr>
            </a:lvl1pPr>
            <a:lvl2pPr algn="l">
              <a:defRPr sz="1744" b="0" i="0" kern="0" spc="0">
                <a:solidFill>
                  <a:srgbClr val="0A2540"/>
                </a:solidFill>
                <a:latin typeface="Inter"/>
                <a:ea typeface="Inter"/>
                <a:cs typeface="Inter"/>
              </a:defRPr>
            </a:lvl2pPr>
            <a:lvl3pPr algn="l">
              <a:defRPr sz="1744" b="0" i="0" kern="0" spc="0">
                <a:solidFill>
                  <a:srgbClr val="0A2540"/>
                </a:solidFill>
                <a:latin typeface="Inter"/>
                <a:ea typeface="Inter"/>
                <a:cs typeface="Inter"/>
              </a:defRPr>
            </a:lvl3pPr>
            <a:lvl4pPr algn="l">
              <a:defRPr sz="1744" b="0" i="0" kern="0" spc="0">
                <a:solidFill>
                  <a:srgbClr val="0A2540"/>
                </a:solidFill>
                <a:latin typeface="Inter"/>
                <a:ea typeface="Inter"/>
                <a:cs typeface="Inter"/>
              </a:defRPr>
            </a:lvl4pPr>
            <a:lvl5pPr algn="l">
              <a:defRPr sz="1744" b="0" i="0" kern="0" spc="0">
                <a:solidFill>
                  <a:srgbClr val="0A2540"/>
                </a:solidFill>
                <a:latin typeface="Inter"/>
                <a:ea typeface="Inter"/>
                <a:cs typeface="Inter"/>
              </a:defRPr>
            </a:lvl5pPr>
            <a:lvl6pPr algn="l">
              <a:defRPr sz="1744" b="0" i="0" kern="0" spc="0">
                <a:solidFill>
                  <a:srgbClr val="0A2540"/>
                </a:solidFill>
                <a:latin typeface="Inter"/>
                <a:ea typeface="Inter"/>
                <a:cs typeface="Inter"/>
              </a:defRPr>
            </a:lvl6pPr>
            <a:lvl7pPr algn="l">
              <a:defRPr sz="1744" b="0" i="0" kern="0" spc="0">
                <a:solidFill>
                  <a:srgbClr val="0A2540"/>
                </a:solidFill>
                <a:latin typeface="Inter"/>
                <a:ea typeface="Inter"/>
                <a:cs typeface="Inter"/>
              </a:defRPr>
            </a:lvl7pPr>
            <a:lvl8pPr algn="l">
              <a:defRPr sz="1744" b="0" i="0" kern="0" spc="0">
                <a:solidFill>
                  <a:srgbClr val="0A2540"/>
                </a:solidFill>
                <a:latin typeface="Inter"/>
                <a:ea typeface="Inter"/>
                <a:cs typeface="Inter"/>
              </a:defRPr>
            </a:lvl8pPr>
            <a:lvl9pPr algn="l">
              <a:defRPr sz="1744" b="0" i="0" kern="0" spc="0">
                <a:solidFill>
                  <a:srgbClr val="0A2540"/>
                </a:solidFill>
                <a:latin typeface="Inter"/>
                <a:ea typeface="Inter"/>
                <a:cs typeface="Inter"/>
              </a:defRPr>
            </a:lvl9pPr>
          </a:lstStyle>
          <a:p>
            <a:pPr algn="l">
              <a:lnSpc>
                <a:spcPct val="100000"/>
              </a:lnSpc>
              <a:buNone/>
              <a:defRPr sz="1744" b="0" i="0" kern="0" spc="0">
                <a:solidFill>
                  <a:srgbClr val="0A2540"/>
                </a:solidFill>
                <a:latin typeface="Inter"/>
                <a:ea typeface="Inter"/>
                <a:cs typeface="Inter"/>
              </a:defRPr>
            </a:pPr>
            <a:r>
              <a:rPr sz="1744" b="0" i="0" kern="0" spc="0">
                <a:solidFill>
                  <a:srgbClr val="0A2540"/>
                </a:solidFill>
                <a:latin typeface="Inter"/>
                <a:ea typeface="Inter"/>
                <a:cs typeface="Inter"/>
              </a:rPr>
              <a:t>.</a:t>
            </a:r>
          </a:p>
        </p:txBody>
      </p:sp>
      <p:sp>
        <p:nvSpPr>
          <p:cNvPr id="131" name="s6 text 79">
            <a:extLst>
              <a:ext uri="{FF2B5EF4-FFF2-40B4-BE49-F238E27FC236}">
                <a16:creationId xmlns:a16="http://schemas.microsoft.com/office/drawing/2014/main" id="{FFD290A6-0845-4DF7-8538-4DAC2BCA5DF1}"/>
              </a:ext>
            </a:extLst>
          </p:cNvPr>
          <p:cNvSpPr>
            <a:spLocks noGrp="1"/>
          </p:cNvSpPr>
          <p:nvPr/>
        </p:nvSpPr>
        <p:spPr>
          <a:xfrm>
            <a:off x="664369" y="6648375"/>
            <a:ext cx="5858351" cy="208744"/>
          </a:xfrm>
          <a:prstGeom prst="rect">
            <a:avLst/>
          </a:prstGeom>
          <a:noFill/>
          <a:ln w="0">
            <a:noFill/>
            <a:prstDash val="solid"/>
          </a:ln>
        </p:spPr>
        <p:txBody>
          <a:bodyPr wrap="none" lIns="0" tIns="0" rIns="0" bIns="0" anchor="t">
            <a:noAutofit/>
          </a:bodyPr>
          <a:lstStyle>
            <a:defPPr algn="l">
              <a:defRPr sz="1181" b="0" i="0" kern="0" spc="-9">
                <a:solidFill>
                  <a:srgbClr val="3D4D68"/>
                </a:solidFill>
                <a:latin typeface="Inter"/>
                <a:ea typeface="Inter"/>
                <a:cs typeface="Inter"/>
              </a:defRPr>
            </a:defPPr>
            <a:lvl1pPr algn="l">
              <a:defRPr sz="1181" b="0" i="0" kern="0" spc="-9">
                <a:solidFill>
                  <a:srgbClr val="3D4D68"/>
                </a:solidFill>
                <a:latin typeface="Inter"/>
                <a:ea typeface="Inter"/>
                <a:cs typeface="Inter"/>
              </a:defRPr>
            </a:lvl1pPr>
            <a:lvl2pPr algn="l">
              <a:defRPr sz="1181" b="0" i="0" kern="0" spc="-9">
                <a:solidFill>
                  <a:srgbClr val="3D4D68"/>
                </a:solidFill>
                <a:latin typeface="Inter"/>
                <a:ea typeface="Inter"/>
                <a:cs typeface="Inter"/>
              </a:defRPr>
            </a:lvl2pPr>
            <a:lvl3pPr algn="l">
              <a:defRPr sz="1181" b="0" i="0" kern="0" spc="-9">
                <a:solidFill>
                  <a:srgbClr val="3D4D68"/>
                </a:solidFill>
                <a:latin typeface="Inter"/>
                <a:ea typeface="Inter"/>
                <a:cs typeface="Inter"/>
              </a:defRPr>
            </a:lvl3pPr>
            <a:lvl4pPr algn="l">
              <a:defRPr sz="1181" b="0" i="0" kern="0" spc="-9">
                <a:solidFill>
                  <a:srgbClr val="3D4D68"/>
                </a:solidFill>
                <a:latin typeface="Inter"/>
                <a:ea typeface="Inter"/>
                <a:cs typeface="Inter"/>
              </a:defRPr>
            </a:lvl4pPr>
            <a:lvl5pPr algn="l">
              <a:defRPr sz="1181" b="0" i="0" kern="0" spc="-9">
                <a:solidFill>
                  <a:srgbClr val="3D4D68"/>
                </a:solidFill>
                <a:latin typeface="Inter"/>
                <a:ea typeface="Inter"/>
                <a:cs typeface="Inter"/>
              </a:defRPr>
            </a:lvl5pPr>
            <a:lvl6pPr algn="l">
              <a:defRPr sz="1181" b="0" i="0" kern="0" spc="-9">
                <a:solidFill>
                  <a:srgbClr val="3D4D68"/>
                </a:solidFill>
                <a:latin typeface="Inter"/>
                <a:ea typeface="Inter"/>
                <a:cs typeface="Inter"/>
              </a:defRPr>
            </a:lvl6pPr>
            <a:lvl7pPr algn="l">
              <a:defRPr sz="1181" b="0" i="0" kern="0" spc="-9">
                <a:solidFill>
                  <a:srgbClr val="3D4D68"/>
                </a:solidFill>
                <a:latin typeface="Inter"/>
                <a:ea typeface="Inter"/>
                <a:cs typeface="Inter"/>
              </a:defRPr>
            </a:lvl7pPr>
            <a:lvl8pPr algn="l">
              <a:defRPr sz="1181" b="0" i="0" kern="0" spc="-9">
                <a:solidFill>
                  <a:srgbClr val="3D4D68"/>
                </a:solidFill>
                <a:latin typeface="Inter"/>
                <a:ea typeface="Inter"/>
                <a:cs typeface="Inter"/>
              </a:defRPr>
            </a:lvl8pPr>
            <a:lvl9pPr algn="l">
              <a:defRPr sz="1181" b="0" i="0" kern="0" spc="-9">
                <a:solidFill>
                  <a:srgbClr val="3D4D68"/>
                </a:solidFill>
                <a:latin typeface="Inter"/>
                <a:ea typeface="Inter"/>
                <a:cs typeface="Inter"/>
              </a:defRPr>
            </a:lvl9pPr>
          </a:lstStyle>
          <a:p>
            <a:pPr algn="l">
              <a:lnSpc>
                <a:spcPct val="100000"/>
              </a:lnSpc>
              <a:buNone/>
              <a:defRPr sz="1181" b="0" i="0" kern="0" spc="-9">
                <a:solidFill>
                  <a:srgbClr val="3D4D68"/>
                </a:solidFill>
                <a:latin typeface="Inter"/>
                <a:ea typeface="Inter"/>
                <a:cs typeface="Inter"/>
              </a:defRPr>
            </a:pPr>
            <a:r>
              <a:rPr sz="1181" b="0" i="0" kern="0" spc="-9">
                <a:solidFill>
                  <a:srgbClr val="3D4D68"/>
                </a:solidFill>
                <a:latin typeface="Inter"/>
                <a:ea typeface="Inter"/>
                <a:cs typeface="Inter"/>
              </a:rPr>
              <a:t>Read off the figure: D is P = 225 − 1.25Q and S is P = 50 + 1.25Q (Q in thousands).</a:t>
            </a:r>
          </a:p>
        </p:txBody>
      </p:sp>
      <p:sp>
        <p:nvSpPr>
          <p:cNvPr id="132" name="s6 text 80">
            <a:extLst>
              <a:ext uri="{FF2B5EF4-FFF2-40B4-BE49-F238E27FC236}">
                <a16:creationId xmlns:a16="http://schemas.microsoft.com/office/drawing/2014/main" id="{1654999F-B32E-4174-841B-76CB7E1C9140}"/>
              </a:ext>
            </a:extLst>
          </p:cNvPr>
          <p:cNvSpPr>
            <a:spLocks noGrp="1"/>
          </p:cNvSpPr>
          <p:nvPr/>
        </p:nvSpPr>
        <p:spPr>
          <a:xfrm>
            <a:off x="628650" y="1341025"/>
            <a:ext cx="3550429" cy="151819"/>
          </a:xfrm>
          <a:prstGeom prst="rect">
            <a:avLst/>
          </a:prstGeom>
          <a:noFill/>
          <a:ln w="0">
            <a:noFill/>
            <a:prstDash val="solid"/>
          </a:ln>
        </p:spPr>
        <p:txBody>
          <a:bodyPr wrap="none" lIns="0" tIns="0" rIns="0" bIns="0" anchor="t">
            <a:noAutofit/>
          </a:bodyPr>
          <a:lstStyle>
            <a:defPPr algn="l">
              <a:defRPr sz="787" b="0" i="0" kern="0" spc="118">
                <a:solidFill>
                  <a:srgbClr val="FFFFFF"/>
                </a:solidFill>
                <a:latin typeface="JetBrains Mono"/>
                <a:ea typeface="JetBrains Mono"/>
                <a:cs typeface="JetBrains Mono"/>
              </a:defRPr>
            </a:defPPr>
            <a:lvl1pPr algn="l">
              <a:defRPr sz="787" b="0" i="0" kern="0" spc="118">
                <a:solidFill>
                  <a:srgbClr val="FFFFFF"/>
                </a:solidFill>
                <a:latin typeface="JetBrains Mono"/>
                <a:ea typeface="JetBrains Mono"/>
                <a:cs typeface="JetBrains Mono"/>
              </a:defRPr>
            </a:lvl1pPr>
            <a:lvl2pPr algn="l">
              <a:defRPr sz="787" b="0" i="0" kern="0" spc="118">
                <a:solidFill>
                  <a:srgbClr val="FFFFFF"/>
                </a:solidFill>
                <a:latin typeface="JetBrains Mono"/>
                <a:ea typeface="JetBrains Mono"/>
                <a:cs typeface="JetBrains Mono"/>
              </a:defRPr>
            </a:lvl2pPr>
            <a:lvl3pPr algn="l">
              <a:defRPr sz="787" b="0" i="0" kern="0" spc="118">
                <a:solidFill>
                  <a:srgbClr val="FFFFFF"/>
                </a:solidFill>
                <a:latin typeface="JetBrains Mono"/>
                <a:ea typeface="JetBrains Mono"/>
                <a:cs typeface="JetBrains Mono"/>
              </a:defRPr>
            </a:lvl3pPr>
            <a:lvl4pPr algn="l">
              <a:defRPr sz="787" b="0" i="0" kern="0" spc="118">
                <a:solidFill>
                  <a:srgbClr val="FFFFFF"/>
                </a:solidFill>
                <a:latin typeface="JetBrains Mono"/>
                <a:ea typeface="JetBrains Mono"/>
                <a:cs typeface="JetBrains Mono"/>
              </a:defRPr>
            </a:lvl4pPr>
            <a:lvl5pPr algn="l">
              <a:defRPr sz="787" b="0" i="0" kern="0" spc="118">
                <a:solidFill>
                  <a:srgbClr val="FFFFFF"/>
                </a:solidFill>
                <a:latin typeface="JetBrains Mono"/>
                <a:ea typeface="JetBrains Mono"/>
                <a:cs typeface="JetBrains Mono"/>
              </a:defRPr>
            </a:lvl5pPr>
            <a:lvl6pPr algn="l">
              <a:defRPr sz="787" b="0" i="0" kern="0" spc="118">
                <a:solidFill>
                  <a:srgbClr val="FFFFFF"/>
                </a:solidFill>
                <a:latin typeface="JetBrains Mono"/>
                <a:ea typeface="JetBrains Mono"/>
                <a:cs typeface="JetBrains Mono"/>
              </a:defRPr>
            </a:lvl6pPr>
            <a:lvl7pPr algn="l">
              <a:defRPr sz="787" b="0" i="0" kern="0" spc="118">
                <a:solidFill>
                  <a:srgbClr val="FFFFFF"/>
                </a:solidFill>
                <a:latin typeface="JetBrains Mono"/>
                <a:ea typeface="JetBrains Mono"/>
                <a:cs typeface="JetBrains Mono"/>
              </a:defRPr>
            </a:lvl7pPr>
            <a:lvl8pPr algn="l">
              <a:defRPr sz="787" b="0" i="0" kern="0" spc="118">
                <a:solidFill>
                  <a:srgbClr val="FFFFFF"/>
                </a:solidFill>
                <a:latin typeface="JetBrains Mono"/>
                <a:ea typeface="JetBrains Mono"/>
                <a:cs typeface="JetBrains Mono"/>
              </a:defRPr>
            </a:lvl8pPr>
            <a:lvl9pPr algn="l">
              <a:defRPr sz="787" b="0" i="0" kern="0" spc="118">
                <a:solidFill>
                  <a:srgbClr val="FFFFFF"/>
                </a:solidFill>
                <a:latin typeface="JetBrains Mono"/>
                <a:ea typeface="JetBrains Mono"/>
                <a:cs typeface="JetBrains Mono"/>
              </a:defRPr>
            </a:lvl9pPr>
          </a:lstStyle>
          <a:p>
            <a:pPr algn="l">
              <a:lnSpc>
                <a:spcPct val="100000"/>
              </a:lnSpc>
              <a:buNone/>
              <a:defRPr sz="787" b="0" i="0" kern="0" spc="118">
                <a:solidFill>
                  <a:srgbClr val="FFFFFF"/>
                </a:solidFill>
                <a:latin typeface="JetBrains Mono"/>
                <a:ea typeface="JetBrains Mono"/>
                <a:cs typeface="JetBrains Mono"/>
              </a:defRPr>
            </a:pPr>
            <a:r>
              <a:rPr sz="787" b="0" i="0" kern="0" spc="118">
                <a:solidFill>
                  <a:srgbClr val="FFFFFF"/>
                </a:solidFill>
                <a:latin typeface="JetBrains Mono"/>
                <a:ea typeface="JetBrains Mono"/>
                <a:cs typeface="JetBrains Mono"/>
              </a:rPr>
              <a:t>FIG. 3 · COUNTRY Z: AUTARKY AND THE WORLD PRICE</a:t>
            </a:r>
          </a:p>
        </p:txBody>
      </p:sp>
      <p:sp>
        <p:nvSpPr>
          <p:cNvPr id="133" name="s6 text 81">
            <a:extLst>
              <a:ext uri="{FF2B5EF4-FFF2-40B4-BE49-F238E27FC236}">
                <a16:creationId xmlns:a16="http://schemas.microsoft.com/office/drawing/2014/main" id="{B7144F71-C82A-4D79-82E4-22F3769679CF}"/>
              </a:ext>
            </a:extLst>
          </p:cNvPr>
          <p:cNvSpPr>
            <a:spLocks noGrp="1"/>
          </p:cNvSpPr>
          <p:nvPr/>
        </p:nvSpPr>
        <p:spPr>
          <a:xfrm>
            <a:off x="514350" y="7370207"/>
            <a:ext cx="1906319"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QUESTION 5.1 · COUNTRY Z</a:t>
            </a:r>
          </a:p>
        </p:txBody>
      </p:sp>
      <p:sp>
        <p:nvSpPr>
          <p:cNvPr id="134" name="s6 text 82">
            <a:extLst>
              <a:ext uri="{FF2B5EF4-FFF2-40B4-BE49-F238E27FC236}">
                <a16:creationId xmlns:a16="http://schemas.microsoft.com/office/drawing/2014/main" id="{90DC23FE-7A70-476E-8CF7-3362084B9BCA}"/>
              </a:ext>
            </a:extLst>
          </p:cNvPr>
          <p:cNvSpPr>
            <a:spLocks noGrp="1"/>
          </p:cNvSpPr>
          <p:nvPr/>
        </p:nvSpPr>
        <p:spPr>
          <a:xfrm>
            <a:off x="12732283" y="7370207"/>
            <a:ext cx="498279"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6 / 26</a:t>
            </a:r>
          </a:p>
        </p:txBody>
      </p:sp>
    </p:spTree>
    <p:extLst>
      <p:ext uri="{BB962C8B-B14F-4D97-AF65-F5344CB8AC3E}">
        <p14:creationId xmlns:p14="http://schemas.microsoft.com/office/powerpoint/2010/main" val="1196045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4" name="Blueprint grid">
            <a:extLst>
              <a:ext uri="{FF2B5EF4-FFF2-40B4-BE49-F238E27FC236}">
                <a16:creationId xmlns:a16="http://schemas.microsoft.com/office/drawing/2014/main" id="{19CAD7AD-D35E-41E2-95D2-344449DB631C}"/>
              </a:ext>
            </a:extLst>
          </p:cNvPr>
          <p:cNvSpPr>
            <a:spLocks noGrp="1"/>
          </p:cNvSpPr>
          <p:nvPr/>
        </p:nvSpPr>
        <p:spPr>
          <a:xfrm>
            <a:off x="7144" y="0"/>
            <a:ext cx="7144" cy="7715250"/>
          </a:xfrm>
          <a:prstGeom prst="rect">
            <a:avLst/>
          </a:prstGeom>
          <a:solidFill>
            <a:srgbClr val="0A2540">
              <a:alpha val="5000"/>
            </a:srgbClr>
          </a:solidFill>
          <a:ln w="0">
            <a:noFill/>
            <a:prstDash val="solid"/>
          </a:ln>
        </p:spPr>
      </p:sp>
      <p:sp>
        <p:nvSpPr>
          <p:cNvPr id="2" name="Blueprint grid">
            <a:extLst>
              <a:ext uri="{FF2B5EF4-FFF2-40B4-BE49-F238E27FC236}">
                <a16:creationId xmlns:a16="http://schemas.microsoft.com/office/drawing/2014/main" id="{620171C3-9C18-4EAF-8C3E-0C8113616AE9}"/>
              </a:ext>
            </a:extLst>
          </p:cNvPr>
          <p:cNvSpPr>
            <a:spLocks noGrp="1"/>
          </p:cNvSpPr>
          <p:nvPr/>
        </p:nvSpPr>
        <p:spPr>
          <a:xfrm>
            <a:off x="578644" y="0"/>
            <a:ext cx="7144" cy="7715250"/>
          </a:xfrm>
          <a:prstGeom prst="rect">
            <a:avLst/>
          </a:prstGeom>
          <a:solidFill>
            <a:srgbClr val="0A2540">
              <a:alpha val="5000"/>
            </a:srgbClr>
          </a:solidFill>
          <a:ln w="0">
            <a:noFill/>
            <a:prstDash val="solid"/>
          </a:ln>
        </p:spPr>
      </p:sp>
      <p:sp>
        <p:nvSpPr>
          <p:cNvPr id="3" name="Blueprint grid">
            <a:extLst>
              <a:ext uri="{FF2B5EF4-FFF2-40B4-BE49-F238E27FC236}">
                <a16:creationId xmlns:a16="http://schemas.microsoft.com/office/drawing/2014/main" id="{37D00137-C6B7-4164-A7F2-9458A49B286E}"/>
              </a:ext>
            </a:extLst>
          </p:cNvPr>
          <p:cNvSpPr>
            <a:spLocks noGrp="1"/>
          </p:cNvSpPr>
          <p:nvPr/>
        </p:nvSpPr>
        <p:spPr>
          <a:xfrm>
            <a:off x="9151144" y="0"/>
            <a:ext cx="7144" cy="7715250"/>
          </a:xfrm>
          <a:prstGeom prst="rect">
            <a:avLst/>
          </a:prstGeom>
          <a:solidFill>
            <a:srgbClr val="0A2540">
              <a:alpha val="5000"/>
            </a:srgbClr>
          </a:solidFill>
          <a:ln w="0">
            <a:noFill/>
            <a:prstDash val="solid"/>
          </a:ln>
        </p:spPr>
      </p:sp>
      <p:sp>
        <p:nvSpPr>
          <p:cNvPr id="4" name="Blueprint grid">
            <a:extLst>
              <a:ext uri="{FF2B5EF4-FFF2-40B4-BE49-F238E27FC236}">
                <a16:creationId xmlns:a16="http://schemas.microsoft.com/office/drawing/2014/main" id="{B6E7858C-4DC4-46B3-80FC-C9A682A41538}"/>
              </a:ext>
            </a:extLst>
          </p:cNvPr>
          <p:cNvSpPr>
            <a:spLocks noGrp="1"/>
          </p:cNvSpPr>
          <p:nvPr/>
        </p:nvSpPr>
        <p:spPr>
          <a:xfrm>
            <a:off x="9436894" y="0"/>
            <a:ext cx="7144" cy="7715250"/>
          </a:xfrm>
          <a:prstGeom prst="rect">
            <a:avLst/>
          </a:prstGeom>
          <a:solidFill>
            <a:srgbClr val="0A2540">
              <a:alpha val="5000"/>
            </a:srgbClr>
          </a:solidFill>
          <a:ln w="0">
            <a:noFill/>
            <a:prstDash val="solid"/>
          </a:ln>
        </p:spPr>
      </p:sp>
      <p:sp>
        <p:nvSpPr>
          <p:cNvPr id="5" name="Blueprint grid">
            <a:extLst>
              <a:ext uri="{FF2B5EF4-FFF2-40B4-BE49-F238E27FC236}">
                <a16:creationId xmlns:a16="http://schemas.microsoft.com/office/drawing/2014/main" id="{25987216-0FFE-431B-8EB3-5CDF637E8968}"/>
              </a:ext>
            </a:extLst>
          </p:cNvPr>
          <p:cNvSpPr>
            <a:spLocks noGrp="1"/>
          </p:cNvSpPr>
          <p:nvPr/>
        </p:nvSpPr>
        <p:spPr>
          <a:xfrm>
            <a:off x="9722644" y="0"/>
            <a:ext cx="7144" cy="7715250"/>
          </a:xfrm>
          <a:prstGeom prst="rect">
            <a:avLst/>
          </a:prstGeom>
          <a:solidFill>
            <a:srgbClr val="0A2540">
              <a:alpha val="5000"/>
            </a:srgbClr>
          </a:solidFill>
          <a:ln w="0">
            <a:noFill/>
            <a:prstDash val="solid"/>
          </a:ln>
        </p:spPr>
      </p:sp>
      <p:sp>
        <p:nvSpPr>
          <p:cNvPr id="6" name="Blueprint grid">
            <a:extLst>
              <a:ext uri="{FF2B5EF4-FFF2-40B4-BE49-F238E27FC236}">
                <a16:creationId xmlns:a16="http://schemas.microsoft.com/office/drawing/2014/main" id="{ED5EF598-483B-4BAD-9A18-94CFD633F0FA}"/>
              </a:ext>
            </a:extLst>
          </p:cNvPr>
          <p:cNvSpPr>
            <a:spLocks noGrp="1"/>
          </p:cNvSpPr>
          <p:nvPr/>
        </p:nvSpPr>
        <p:spPr>
          <a:xfrm>
            <a:off x="10008394" y="0"/>
            <a:ext cx="7144" cy="7715250"/>
          </a:xfrm>
          <a:prstGeom prst="rect">
            <a:avLst/>
          </a:prstGeom>
          <a:solidFill>
            <a:srgbClr val="0A2540">
              <a:alpha val="5000"/>
            </a:srgbClr>
          </a:solidFill>
          <a:ln w="0">
            <a:noFill/>
            <a:prstDash val="solid"/>
          </a:ln>
        </p:spPr>
      </p:sp>
      <p:sp>
        <p:nvSpPr>
          <p:cNvPr id="7" name="Blueprint grid">
            <a:extLst>
              <a:ext uri="{FF2B5EF4-FFF2-40B4-BE49-F238E27FC236}">
                <a16:creationId xmlns:a16="http://schemas.microsoft.com/office/drawing/2014/main" id="{8BE80209-5C97-44CA-B72D-3315EABB3D47}"/>
              </a:ext>
            </a:extLst>
          </p:cNvPr>
          <p:cNvSpPr>
            <a:spLocks noGrp="1"/>
          </p:cNvSpPr>
          <p:nvPr/>
        </p:nvSpPr>
        <p:spPr>
          <a:xfrm>
            <a:off x="10294144" y="0"/>
            <a:ext cx="7144" cy="7715250"/>
          </a:xfrm>
          <a:prstGeom prst="rect">
            <a:avLst/>
          </a:prstGeom>
          <a:solidFill>
            <a:srgbClr val="0A2540">
              <a:alpha val="5000"/>
            </a:srgbClr>
          </a:solidFill>
          <a:ln w="0">
            <a:noFill/>
            <a:prstDash val="solid"/>
          </a:ln>
        </p:spPr>
      </p:sp>
      <p:sp>
        <p:nvSpPr>
          <p:cNvPr id="8" name="Blueprint grid">
            <a:extLst>
              <a:ext uri="{FF2B5EF4-FFF2-40B4-BE49-F238E27FC236}">
                <a16:creationId xmlns:a16="http://schemas.microsoft.com/office/drawing/2014/main" id="{BE7A831D-C122-474A-9F13-9B7DAACC1919}"/>
              </a:ext>
            </a:extLst>
          </p:cNvPr>
          <p:cNvSpPr>
            <a:spLocks noGrp="1"/>
          </p:cNvSpPr>
          <p:nvPr/>
        </p:nvSpPr>
        <p:spPr>
          <a:xfrm>
            <a:off x="10579894" y="0"/>
            <a:ext cx="7144" cy="7715250"/>
          </a:xfrm>
          <a:prstGeom prst="rect">
            <a:avLst/>
          </a:prstGeom>
          <a:solidFill>
            <a:srgbClr val="0A2540">
              <a:alpha val="5000"/>
            </a:srgbClr>
          </a:solidFill>
          <a:ln w="0">
            <a:noFill/>
            <a:prstDash val="solid"/>
          </a:ln>
        </p:spPr>
      </p:sp>
      <p:sp>
        <p:nvSpPr>
          <p:cNvPr id="9" name="Blueprint grid">
            <a:extLst>
              <a:ext uri="{FF2B5EF4-FFF2-40B4-BE49-F238E27FC236}">
                <a16:creationId xmlns:a16="http://schemas.microsoft.com/office/drawing/2014/main" id="{ADF6FA9D-5088-42C9-AE3E-5871C5F5C13F}"/>
              </a:ext>
            </a:extLst>
          </p:cNvPr>
          <p:cNvSpPr>
            <a:spLocks noGrp="1"/>
          </p:cNvSpPr>
          <p:nvPr/>
        </p:nvSpPr>
        <p:spPr>
          <a:xfrm>
            <a:off x="10865644" y="0"/>
            <a:ext cx="7144" cy="7715250"/>
          </a:xfrm>
          <a:prstGeom prst="rect">
            <a:avLst/>
          </a:prstGeom>
          <a:solidFill>
            <a:srgbClr val="0A2540">
              <a:alpha val="5000"/>
            </a:srgbClr>
          </a:solidFill>
          <a:ln w="0">
            <a:noFill/>
            <a:prstDash val="solid"/>
          </a:ln>
        </p:spPr>
      </p:sp>
      <p:sp>
        <p:nvSpPr>
          <p:cNvPr id="10" name="Layout surface">
            <a:extLst>
              <a:ext uri="{FF2B5EF4-FFF2-40B4-BE49-F238E27FC236}">
                <a16:creationId xmlns:a16="http://schemas.microsoft.com/office/drawing/2014/main" id="{10FD7971-FEEF-4D81-A87B-FD63158A4025}"/>
              </a:ext>
            </a:extLst>
          </p:cNvPr>
          <p:cNvSpPr>
            <a:spLocks noGrp="1"/>
          </p:cNvSpPr>
          <p:nvPr/>
        </p:nvSpPr>
        <p:spPr>
          <a:xfrm>
            <a:off x="0" y="0"/>
            <a:ext cx="1428750" cy="35719"/>
          </a:xfrm>
          <a:prstGeom prst="rect">
            <a:avLst/>
          </a:prstGeom>
          <a:solidFill>
            <a:srgbClr val="0A2540"/>
          </a:solidFill>
          <a:ln w="0">
            <a:noFill/>
            <a:prstDash val="solid"/>
          </a:ln>
        </p:spPr>
      </p:sp>
      <p:sp>
        <p:nvSpPr>
          <p:cNvPr id="11" name="Layout surface">
            <a:extLst>
              <a:ext uri="{FF2B5EF4-FFF2-40B4-BE49-F238E27FC236}">
                <a16:creationId xmlns:a16="http://schemas.microsoft.com/office/drawing/2014/main" id="{6D914C93-86BE-4D47-974A-A33255195FD5}"/>
              </a:ext>
            </a:extLst>
          </p:cNvPr>
          <p:cNvSpPr>
            <a:spLocks noGrp="1"/>
          </p:cNvSpPr>
          <p:nvPr/>
        </p:nvSpPr>
        <p:spPr>
          <a:xfrm>
            <a:off x="1428750" y="0"/>
            <a:ext cx="1000125" cy="35719"/>
          </a:xfrm>
          <a:prstGeom prst="rect">
            <a:avLst/>
          </a:prstGeom>
          <a:solidFill>
            <a:srgbClr val="1D4ED8"/>
          </a:solidFill>
          <a:ln w="0">
            <a:noFill/>
            <a:prstDash val="solid"/>
          </a:ln>
        </p:spPr>
      </p:sp>
      <p:sp>
        <p:nvSpPr>
          <p:cNvPr id="12" name="Layout surface">
            <a:extLst>
              <a:ext uri="{FF2B5EF4-FFF2-40B4-BE49-F238E27FC236}">
                <a16:creationId xmlns:a16="http://schemas.microsoft.com/office/drawing/2014/main" id="{F2E56EC0-5B75-4DE9-8F9F-0DF1D28C6D34}"/>
              </a:ext>
            </a:extLst>
          </p:cNvPr>
          <p:cNvSpPr>
            <a:spLocks noGrp="1"/>
          </p:cNvSpPr>
          <p:nvPr/>
        </p:nvSpPr>
        <p:spPr>
          <a:xfrm>
            <a:off x="2428875" y="0"/>
            <a:ext cx="11287125" cy="35719"/>
          </a:xfrm>
          <a:prstGeom prst="rect">
            <a:avLst/>
          </a:prstGeom>
          <a:solidFill>
            <a:srgbClr val="0A2540">
              <a:alpha val="16000"/>
            </a:srgbClr>
          </a:solidFill>
          <a:ln w="0">
            <a:noFill/>
            <a:prstDash val="solid"/>
          </a:ln>
        </p:spPr>
      </p:sp>
      <p:sp>
        <p:nvSpPr>
          <p:cNvPr id="13" name="Source layout 5">
            <a:extLst>
              <a:ext uri="{FF2B5EF4-FFF2-40B4-BE49-F238E27FC236}">
                <a16:creationId xmlns:a16="http://schemas.microsoft.com/office/drawing/2014/main" id="{E207FBDE-5AAF-48EF-A314-2E2928F76404}"/>
              </a:ext>
            </a:extLst>
          </p:cNvPr>
          <p:cNvSpPr>
            <a:spLocks noGrp="1"/>
          </p:cNvSpPr>
          <p:nvPr/>
        </p:nvSpPr>
        <p:spPr>
          <a:xfrm>
            <a:off x="514350" y="578644"/>
            <a:ext cx="78581" cy="78581"/>
          </a:xfrm>
          <a:custGeom>
            <a:avLst/>
            <a:gdLst/>
            <a:ahLst/>
            <a:cxnLst/>
            <a:rect l="0" t="0" r="0" b="0"/>
            <a:pathLst>
              <a:path w="78581" h="78581">
                <a:moveTo>
                  <a:pt x="0" y="0"/>
                </a:moveTo>
                <a:lnTo>
                  <a:pt x="78581" y="0"/>
                </a:lnTo>
                <a:lnTo>
                  <a:pt x="78581" y="78581"/>
                </a:lnTo>
                <a:lnTo>
                  <a:pt x="0" y="78581"/>
                </a:lnTo>
                <a:close/>
              </a:path>
            </a:pathLst>
          </a:custGeom>
          <a:solidFill>
            <a:srgbClr val="1D4ED8"/>
          </a:solidFill>
          <a:ln w="7144">
            <a:noFill/>
            <a:prstDash val="solid"/>
          </a:ln>
        </p:spPr>
      </p:sp>
      <p:sp>
        <p:nvSpPr>
          <p:cNvPr id="14" name="Source layout 6">
            <a:extLst>
              <a:ext uri="{FF2B5EF4-FFF2-40B4-BE49-F238E27FC236}">
                <a16:creationId xmlns:a16="http://schemas.microsoft.com/office/drawing/2014/main" id="{A3C4AF44-9CA8-4EEE-97D0-B6B4AAFB2C9C}"/>
              </a:ext>
            </a:extLst>
          </p:cNvPr>
          <p:cNvSpPr>
            <a:spLocks noGrp="1"/>
          </p:cNvSpPr>
          <p:nvPr/>
        </p:nvSpPr>
        <p:spPr>
          <a:xfrm>
            <a:off x="8215311" y="2828925"/>
            <a:ext cx="71438" cy="71437"/>
          </a:xfrm>
          <a:custGeom>
            <a:avLst/>
            <a:gdLst/>
            <a:ahLst/>
            <a:cxnLst/>
            <a:rect l="0" t="0" r="0" b="0"/>
            <a:pathLst>
              <a:path w="71438" h="71437">
                <a:moveTo>
                  <a:pt x="71438" y="35719"/>
                </a:moveTo>
                <a:cubicBezTo>
                  <a:pt x="71437" y="40452"/>
                  <a:pt x="70531" y="45004"/>
                  <a:pt x="68718" y="49382"/>
                </a:cubicBezTo>
                <a:cubicBezTo>
                  <a:pt x="66906" y="53752"/>
                  <a:pt x="64326" y="57617"/>
                  <a:pt x="60976" y="60970"/>
                </a:cubicBezTo>
                <a:cubicBezTo>
                  <a:pt x="57627" y="64318"/>
                  <a:pt x="53764" y="66899"/>
                  <a:pt x="49388" y="68714"/>
                </a:cubicBezTo>
                <a:cubicBezTo>
                  <a:pt x="45011" y="70524"/>
                  <a:pt x="40456" y="71434"/>
                  <a:pt x="35720" y="71437"/>
                </a:cubicBezTo>
                <a:cubicBezTo>
                  <a:pt x="30983" y="71434"/>
                  <a:pt x="26426" y="70524"/>
                  <a:pt x="22050" y="68714"/>
                </a:cubicBezTo>
                <a:cubicBezTo>
                  <a:pt x="17674" y="66899"/>
                  <a:pt x="13811" y="64318"/>
                  <a:pt x="10463" y="60970"/>
                </a:cubicBezTo>
                <a:cubicBezTo>
                  <a:pt x="7113" y="57617"/>
                  <a:pt x="4532" y="53752"/>
                  <a:pt x="2720" y="49382"/>
                </a:cubicBezTo>
                <a:cubicBezTo>
                  <a:pt x="907" y="45004"/>
                  <a:pt x="0" y="40452"/>
                  <a:pt x="1" y="35719"/>
                </a:cubicBezTo>
                <a:cubicBezTo>
                  <a:pt x="0" y="30978"/>
                  <a:pt x="907" y="26423"/>
                  <a:pt x="2720" y="22045"/>
                </a:cubicBezTo>
                <a:cubicBezTo>
                  <a:pt x="4532" y="17667"/>
                  <a:pt x="7113" y="13806"/>
                  <a:pt x="10463" y="10461"/>
                </a:cubicBezTo>
                <a:cubicBezTo>
                  <a:pt x="13811" y="7109"/>
                  <a:pt x="17674" y="4528"/>
                  <a:pt x="22050" y="2714"/>
                </a:cubicBezTo>
                <a:cubicBezTo>
                  <a:pt x="26426" y="904"/>
                  <a:pt x="30983" y="0"/>
                  <a:pt x="35720" y="0"/>
                </a:cubicBezTo>
                <a:cubicBezTo>
                  <a:pt x="40456" y="0"/>
                  <a:pt x="45011" y="904"/>
                  <a:pt x="49388" y="2714"/>
                </a:cubicBezTo>
                <a:cubicBezTo>
                  <a:pt x="53764" y="4528"/>
                  <a:pt x="57627" y="7109"/>
                  <a:pt x="60976" y="10461"/>
                </a:cubicBezTo>
                <a:cubicBezTo>
                  <a:pt x="64326" y="13806"/>
                  <a:pt x="66906" y="17667"/>
                  <a:pt x="68718" y="22045"/>
                </a:cubicBezTo>
                <a:cubicBezTo>
                  <a:pt x="70531" y="26423"/>
                  <a:pt x="71437" y="30978"/>
                  <a:pt x="71438" y="35719"/>
                </a:cubicBezTo>
                <a:close/>
              </a:path>
            </a:pathLst>
          </a:custGeom>
          <a:solidFill>
            <a:srgbClr val="1D4ED8"/>
          </a:solidFill>
          <a:ln w="7144">
            <a:noFill/>
            <a:prstDash val="solid"/>
          </a:ln>
        </p:spPr>
      </p:sp>
      <p:sp>
        <p:nvSpPr>
          <p:cNvPr id="15" name="Source layout 7">
            <a:extLst>
              <a:ext uri="{FF2B5EF4-FFF2-40B4-BE49-F238E27FC236}">
                <a16:creationId xmlns:a16="http://schemas.microsoft.com/office/drawing/2014/main" id="{AD684A3D-C037-4199-BE3E-656EFBDD50D8}"/>
              </a:ext>
            </a:extLst>
          </p:cNvPr>
          <p:cNvSpPr>
            <a:spLocks noGrp="1"/>
          </p:cNvSpPr>
          <p:nvPr/>
        </p:nvSpPr>
        <p:spPr>
          <a:xfrm>
            <a:off x="8265318" y="4536281"/>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16" name="Source layout 8">
            <a:extLst>
              <a:ext uri="{FF2B5EF4-FFF2-40B4-BE49-F238E27FC236}">
                <a16:creationId xmlns:a16="http://schemas.microsoft.com/office/drawing/2014/main" id="{3752FE2F-1EDA-4C31-8895-AF00334104A2}"/>
              </a:ext>
            </a:extLst>
          </p:cNvPr>
          <p:cNvSpPr>
            <a:spLocks noGrp="1"/>
          </p:cNvSpPr>
          <p:nvPr/>
        </p:nvSpPr>
        <p:spPr>
          <a:xfrm>
            <a:off x="8268890" y="4539853"/>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17" name="Source layout 9">
            <a:extLst>
              <a:ext uri="{FF2B5EF4-FFF2-40B4-BE49-F238E27FC236}">
                <a16:creationId xmlns:a16="http://schemas.microsoft.com/office/drawing/2014/main" id="{E39E6882-684C-482A-8EA8-24984B7C3D47}"/>
              </a:ext>
            </a:extLst>
          </p:cNvPr>
          <p:cNvSpPr>
            <a:spLocks noGrp="1"/>
          </p:cNvSpPr>
          <p:nvPr/>
        </p:nvSpPr>
        <p:spPr>
          <a:xfrm>
            <a:off x="8265318" y="5293519"/>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18" name="Source layout 10">
            <a:extLst>
              <a:ext uri="{FF2B5EF4-FFF2-40B4-BE49-F238E27FC236}">
                <a16:creationId xmlns:a16="http://schemas.microsoft.com/office/drawing/2014/main" id="{1B7FFC01-E537-462D-8AD4-B6BC7178D6A3}"/>
              </a:ext>
            </a:extLst>
          </p:cNvPr>
          <p:cNvSpPr>
            <a:spLocks noGrp="1"/>
          </p:cNvSpPr>
          <p:nvPr/>
        </p:nvSpPr>
        <p:spPr>
          <a:xfrm>
            <a:off x="8268890" y="5297090"/>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19" name="Source layout 11">
            <a:extLst>
              <a:ext uri="{FF2B5EF4-FFF2-40B4-BE49-F238E27FC236}">
                <a16:creationId xmlns:a16="http://schemas.microsoft.com/office/drawing/2014/main" id="{1C8C727A-1B32-4138-8129-1BE2AC6211AD}"/>
              </a:ext>
            </a:extLst>
          </p:cNvPr>
          <p:cNvSpPr>
            <a:spLocks noGrp="1"/>
          </p:cNvSpPr>
          <p:nvPr/>
        </p:nvSpPr>
        <p:spPr>
          <a:xfrm>
            <a:off x="514350" y="1328737"/>
            <a:ext cx="7408068" cy="5593556"/>
          </a:xfrm>
          <a:custGeom>
            <a:avLst/>
            <a:gdLst/>
            <a:ahLst/>
            <a:cxnLst/>
            <a:rect l="0" t="0" r="0" b="0"/>
            <a:pathLst>
              <a:path w="7408068" h="5593556">
                <a:moveTo>
                  <a:pt x="0" y="0"/>
                </a:moveTo>
                <a:lnTo>
                  <a:pt x="7408068" y="0"/>
                </a:lnTo>
                <a:lnTo>
                  <a:pt x="7408068" y="5593556"/>
                </a:lnTo>
                <a:lnTo>
                  <a:pt x="0" y="5593556"/>
                </a:lnTo>
                <a:close/>
              </a:path>
            </a:pathLst>
          </a:custGeom>
          <a:solidFill>
            <a:srgbClr val="FFFFFF"/>
          </a:solidFill>
          <a:ln w="7144">
            <a:noFill/>
            <a:prstDash val="solid"/>
          </a:ln>
        </p:spPr>
      </p:sp>
      <p:sp>
        <p:nvSpPr>
          <p:cNvPr id="20" name="Source layout 12">
            <a:extLst>
              <a:ext uri="{FF2B5EF4-FFF2-40B4-BE49-F238E27FC236}">
                <a16:creationId xmlns:a16="http://schemas.microsoft.com/office/drawing/2014/main" id="{91D661A0-1833-4CFA-BEC4-0B0405009EDD}"/>
              </a:ext>
            </a:extLst>
          </p:cNvPr>
          <p:cNvSpPr>
            <a:spLocks noGrp="1"/>
          </p:cNvSpPr>
          <p:nvPr/>
        </p:nvSpPr>
        <p:spPr>
          <a:xfrm>
            <a:off x="517922" y="1332309"/>
            <a:ext cx="7400925" cy="5586412"/>
          </a:xfrm>
          <a:custGeom>
            <a:avLst/>
            <a:gdLst/>
            <a:ahLst/>
            <a:cxnLst/>
            <a:rect l="0" t="0" r="0" b="0"/>
            <a:pathLst>
              <a:path w="7400925" h="5586412">
                <a:moveTo>
                  <a:pt x="0" y="0"/>
                </a:moveTo>
                <a:lnTo>
                  <a:pt x="7400925" y="0"/>
                </a:lnTo>
                <a:lnTo>
                  <a:pt x="7400925" y="5586412"/>
                </a:lnTo>
                <a:lnTo>
                  <a:pt x="0" y="5586412"/>
                </a:lnTo>
                <a:close/>
              </a:path>
            </a:pathLst>
          </a:custGeom>
          <a:noFill/>
          <a:ln w="7144">
            <a:solidFill>
              <a:srgbClr val="0A2540">
                <a:alpha val="34120"/>
              </a:srgbClr>
            </a:solidFill>
            <a:prstDash val="solid"/>
          </a:ln>
        </p:spPr>
      </p:sp>
      <p:sp>
        <p:nvSpPr>
          <p:cNvPr id="21" name="Source layout 45">
            <a:extLst>
              <a:ext uri="{FF2B5EF4-FFF2-40B4-BE49-F238E27FC236}">
                <a16:creationId xmlns:a16="http://schemas.microsoft.com/office/drawing/2014/main" id="{45AAD0A9-2B5D-481F-8EF5-4A4A6875E829}"/>
              </a:ext>
            </a:extLst>
          </p:cNvPr>
          <p:cNvSpPr>
            <a:spLocks noGrp="1"/>
          </p:cNvSpPr>
          <p:nvPr/>
        </p:nvSpPr>
        <p:spPr>
          <a:xfrm>
            <a:off x="521494" y="1335881"/>
            <a:ext cx="3043237" cy="285750"/>
          </a:xfrm>
          <a:custGeom>
            <a:avLst/>
            <a:gdLst/>
            <a:ahLst/>
            <a:cxnLst/>
            <a:rect l="0" t="0" r="0" b="0"/>
            <a:pathLst>
              <a:path w="3043237" h="285750">
                <a:moveTo>
                  <a:pt x="0" y="0"/>
                </a:moveTo>
                <a:lnTo>
                  <a:pt x="3043237" y="0"/>
                </a:lnTo>
                <a:lnTo>
                  <a:pt x="3043237" y="285750"/>
                </a:lnTo>
                <a:lnTo>
                  <a:pt x="0" y="285750"/>
                </a:lnTo>
                <a:close/>
              </a:path>
            </a:pathLst>
          </a:custGeom>
          <a:solidFill>
            <a:srgbClr val="0A2540"/>
          </a:solidFill>
          <a:ln w="7144">
            <a:noFill/>
            <a:prstDash val="solid"/>
          </a:ln>
        </p:spPr>
      </p:sp>
      <p:sp>
        <p:nvSpPr>
          <p:cNvPr id="22" name="Source layout 46">
            <a:extLst>
              <a:ext uri="{FF2B5EF4-FFF2-40B4-BE49-F238E27FC236}">
                <a16:creationId xmlns:a16="http://schemas.microsoft.com/office/drawing/2014/main" id="{CFB4D394-EEBE-4B63-9C8F-261D672BDD25}"/>
              </a:ext>
            </a:extLst>
          </p:cNvPr>
          <p:cNvSpPr>
            <a:spLocks noGrp="1"/>
          </p:cNvSpPr>
          <p:nvPr/>
        </p:nvSpPr>
        <p:spPr>
          <a:xfrm>
            <a:off x="514350" y="7250906"/>
            <a:ext cx="12687299" cy="7144"/>
          </a:xfrm>
          <a:custGeom>
            <a:avLst/>
            <a:gdLst/>
            <a:ahLst/>
            <a:cxnLst/>
            <a:rect l="0" t="0" r="0" b="0"/>
            <a:pathLst>
              <a:path w="12687299" h="7144">
                <a:moveTo>
                  <a:pt x="0" y="0"/>
                </a:moveTo>
                <a:lnTo>
                  <a:pt x="12687299" y="0"/>
                </a:lnTo>
                <a:lnTo>
                  <a:pt x="12687299" y="7144"/>
                </a:lnTo>
                <a:lnTo>
                  <a:pt x="0" y="7144"/>
                </a:lnTo>
                <a:close/>
              </a:path>
            </a:pathLst>
          </a:custGeom>
          <a:solidFill>
            <a:srgbClr val="0A2540">
              <a:alpha val="16080"/>
            </a:srgbClr>
          </a:solidFill>
          <a:ln w="7144">
            <a:noFill/>
            <a:prstDash val="solid"/>
          </a:ln>
        </p:spPr>
      </p:sp>
      <p:grpSp>
        <p:nvGrpSpPr>
          <p:cNvPr id="165" name="Editable diagram: f3b-q51-trade"/>
          <p:cNvGrpSpPr/>
          <p:nvPr/>
        </p:nvGrpSpPr>
        <p:grpSpPr>
          <a:xfrm>
            <a:off x="1052797" y="2355817"/>
            <a:ext cx="6489347" cy="3928586"/>
            <a:chOff x="1052797" y="2355817"/>
            <a:chExt cx="6489347" cy="3928586"/>
          </a:xfrm>
        </p:grpSpPr>
        <p:sp>
          <p:nvSpPr>
            <p:cNvPr id="23" name="f3b-q51-trade · line 1">
              <a:extLst>
                <a:ext uri="{FF2B5EF4-FFF2-40B4-BE49-F238E27FC236}">
                  <a16:creationId xmlns:a16="http://schemas.microsoft.com/office/drawing/2014/main" id="{2AD6A4AB-491B-4F82-8218-369F21E5C0F8}"/>
                </a:ext>
              </a:extLst>
            </p:cNvPr>
            <p:cNvSpPr>
              <a:spLocks noGrp="1"/>
            </p:cNvSpPr>
            <p:nvPr/>
          </p:nvSpPr>
          <p:spPr>
            <a:xfrm>
              <a:off x="1709812" y="5669348"/>
              <a:ext cx="5425425" cy="95"/>
            </a:xfrm>
            <a:custGeom>
              <a:avLst/>
              <a:gdLst/>
              <a:ahLst/>
              <a:cxnLst/>
              <a:rect l="0" t="0" r="0" b="0"/>
              <a:pathLst>
                <a:path w="5425425" h="95">
                  <a:moveTo>
                    <a:pt x="0" y="0"/>
                  </a:moveTo>
                  <a:lnTo>
                    <a:pt x="5425425" y="0"/>
                  </a:lnTo>
                </a:path>
              </a:pathLst>
            </a:custGeom>
            <a:noFill/>
            <a:ln w="14129">
              <a:solidFill>
                <a:srgbClr val="0A2540"/>
              </a:solidFill>
              <a:prstDash val="solid"/>
            </a:ln>
          </p:spPr>
        </p:sp>
        <p:sp>
          <p:nvSpPr>
            <p:cNvPr id="24" name="f3b-q51-trade · line 2">
              <a:extLst>
                <a:ext uri="{FF2B5EF4-FFF2-40B4-BE49-F238E27FC236}">
                  <a16:creationId xmlns:a16="http://schemas.microsoft.com/office/drawing/2014/main" id="{5C1047D2-F9F9-489A-A322-75B9579DE72D}"/>
                </a:ext>
              </a:extLst>
            </p:cNvPr>
            <p:cNvSpPr>
              <a:spLocks noGrp="1"/>
            </p:cNvSpPr>
            <p:nvPr/>
          </p:nvSpPr>
          <p:spPr>
            <a:xfrm>
              <a:off x="1709812" y="2455066"/>
              <a:ext cx="95" cy="3214282"/>
            </a:xfrm>
            <a:custGeom>
              <a:avLst/>
              <a:gdLst/>
              <a:ahLst/>
              <a:cxnLst/>
              <a:rect l="0" t="0" r="0" b="0"/>
              <a:pathLst>
                <a:path w="95" h="3214282">
                  <a:moveTo>
                    <a:pt x="0" y="3214282"/>
                  </a:moveTo>
                  <a:lnTo>
                    <a:pt x="0" y="0"/>
                  </a:lnTo>
                </a:path>
              </a:pathLst>
            </a:custGeom>
            <a:noFill/>
            <a:ln w="14129">
              <a:solidFill>
                <a:srgbClr val="0A2540"/>
              </a:solidFill>
              <a:prstDash val="solid"/>
            </a:ln>
          </p:spPr>
        </p:sp>
        <p:sp>
          <p:nvSpPr>
            <p:cNvPr id="25" name="f3b-q51-trade · line 3">
              <a:extLst>
                <a:ext uri="{FF2B5EF4-FFF2-40B4-BE49-F238E27FC236}">
                  <a16:creationId xmlns:a16="http://schemas.microsoft.com/office/drawing/2014/main" id="{BD998358-3C64-4B65-B19A-B3BDD7D44A3B}"/>
                </a:ext>
              </a:extLst>
            </p:cNvPr>
            <p:cNvSpPr>
              <a:spLocks noGrp="1"/>
            </p:cNvSpPr>
            <p:nvPr/>
          </p:nvSpPr>
          <p:spPr>
            <a:xfrm>
              <a:off x="2387990" y="5669348"/>
              <a:ext cx="95" cy="49450"/>
            </a:xfrm>
            <a:custGeom>
              <a:avLst/>
              <a:gdLst/>
              <a:ahLst/>
              <a:cxnLst/>
              <a:rect l="0" t="0" r="0" b="0"/>
              <a:pathLst>
                <a:path w="95" h="49450">
                  <a:moveTo>
                    <a:pt x="0" y="0"/>
                  </a:moveTo>
                  <a:lnTo>
                    <a:pt x="0" y="49450"/>
                  </a:lnTo>
                </a:path>
              </a:pathLst>
            </a:custGeom>
            <a:noFill/>
            <a:ln w="11303">
              <a:solidFill>
                <a:srgbClr val="0A2540"/>
              </a:solidFill>
              <a:prstDash val="solid"/>
            </a:ln>
          </p:spPr>
        </p:sp>
        <p:sp>
          <p:nvSpPr>
            <p:cNvPr id="26" name="f3b-q51-trade · line 4">
              <a:extLst>
                <a:ext uri="{FF2B5EF4-FFF2-40B4-BE49-F238E27FC236}">
                  <a16:creationId xmlns:a16="http://schemas.microsoft.com/office/drawing/2014/main" id="{F1AB48E4-FE40-4F60-AF72-8A5FF1BE0D86}"/>
                </a:ext>
              </a:extLst>
            </p:cNvPr>
            <p:cNvSpPr>
              <a:spLocks noGrp="1"/>
            </p:cNvSpPr>
            <p:nvPr/>
          </p:nvSpPr>
          <p:spPr>
            <a:xfrm>
              <a:off x="3066169" y="5669348"/>
              <a:ext cx="95" cy="49450"/>
            </a:xfrm>
            <a:custGeom>
              <a:avLst/>
              <a:gdLst/>
              <a:ahLst/>
              <a:cxnLst/>
              <a:rect l="0" t="0" r="0" b="0"/>
              <a:pathLst>
                <a:path w="95" h="49450">
                  <a:moveTo>
                    <a:pt x="0" y="0"/>
                  </a:moveTo>
                  <a:lnTo>
                    <a:pt x="0" y="49450"/>
                  </a:lnTo>
                </a:path>
              </a:pathLst>
            </a:custGeom>
            <a:noFill/>
            <a:ln w="11303">
              <a:solidFill>
                <a:srgbClr val="0A2540"/>
              </a:solidFill>
              <a:prstDash val="solid"/>
            </a:ln>
          </p:spPr>
        </p:sp>
        <p:sp>
          <p:nvSpPr>
            <p:cNvPr id="27" name="f3b-q51-trade · line 5">
              <a:extLst>
                <a:ext uri="{FF2B5EF4-FFF2-40B4-BE49-F238E27FC236}">
                  <a16:creationId xmlns:a16="http://schemas.microsoft.com/office/drawing/2014/main" id="{F249E2D6-2E88-4541-889B-639E6DBA5164}"/>
                </a:ext>
              </a:extLst>
            </p:cNvPr>
            <p:cNvSpPr>
              <a:spLocks noGrp="1"/>
            </p:cNvSpPr>
            <p:nvPr/>
          </p:nvSpPr>
          <p:spPr>
            <a:xfrm>
              <a:off x="3744347" y="5669348"/>
              <a:ext cx="95" cy="49450"/>
            </a:xfrm>
            <a:custGeom>
              <a:avLst/>
              <a:gdLst/>
              <a:ahLst/>
              <a:cxnLst/>
              <a:rect l="0" t="0" r="0" b="0"/>
              <a:pathLst>
                <a:path w="95" h="49450">
                  <a:moveTo>
                    <a:pt x="0" y="0"/>
                  </a:moveTo>
                  <a:lnTo>
                    <a:pt x="0" y="49450"/>
                  </a:lnTo>
                </a:path>
              </a:pathLst>
            </a:custGeom>
            <a:noFill/>
            <a:ln w="11303">
              <a:solidFill>
                <a:srgbClr val="0A2540"/>
              </a:solidFill>
              <a:prstDash val="solid"/>
            </a:ln>
          </p:spPr>
        </p:sp>
        <p:sp>
          <p:nvSpPr>
            <p:cNvPr id="28" name="f3b-q51-trade · line 6">
              <a:extLst>
                <a:ext uri="{FF2B5EF4-FFF2-40B4-BE49-F238E27FC236}">
                  <a16:creationId xmlns:a16="http://schemas.microsoft.com/office/drawing/2014/main" id="{8E8BE7FC-830A-41D8-8C35-D374838ECC3C}"/>
                </a:ext>
              </a:extLst>
            </p:cNvPr>
            <p:cNvSpPr>
              <a:spLocks noGrp="1"/>
            </p:cNvSpPr>
            <p:nvPr/>
          </p:nvSpPr>
          <p:spPr>
            <a:xfrm>
              <a:off x="4422525" y="5669348"/>
              <a:ext cx="95" cy="49450"/>
            </a:xfrm>
            <a:custGeom>
              <a:avLst/>
              <a:gdLst/>
              <a:ahLst/>
              <a:cxnLst/>
              <a:rect l="0" t="0" r="0" b="0"/>
              <a:pathLst>
                <a:path w="95" h="49450">
                  <a:moveTo>
                    <a:pt x="0" y="0"/>
                  </a:moveTo>
                  <a:lnTo>
                    <a:pt x="0" y="49450"/>
                  </a:lnTo>
                </a:path>
              </a:pathLst>
            </a:custGeom>
            <a:noFill/>
            <a:ln w="11303">
              <a:solidFill>
                <a:srgbClr val="0A2540"/>
              </a:solidFill>
              <a:prstDash val="solid"/>
            </a:ln>
          </p:spPr>
        </p:sp>
        <p:sp>
          <p:nvSpPr>
            <p:cNvPr id="29" name="f3b-q51-trade · line 7">
              <a:extLst>
                <a:ext uri="{FF2B5EF4-FFF2-40B4-BE49-F238E27FC236}">
                  <a16:creationId xmlns:a16="http://schemas.microsoft.com/office/drawing/2014/main" id="{466A2DD5-6136-4AB0-A62C-02C9EB41A6A3}"/>
                </a:ext>
              </a:extLst>
            </p:cNvPr>
            <p:cNvSpPr>
              <a:spLocks noGrp="1"/>
            </p:cNvSpPr>
            <p:nvPr/>
          </p:nvSpPr>
          <p:spPr>
            <a:xfrm>
              <a:off x="5100703" y="5669348"/>
              <a:ext cx="95" cy="49450"/>
            </a:xfrm>
            <a:custGeom>
              <a:avLst/>
              <a:gdLst/>
              <a:ahLst/>
              <a:cxnLst/>
              <a:rect l="0" t="0" r="0" b="0"/>
              <a:pathLst>
                <a:path w="95" h="49450">
                  <a:moveTo>
                    <a:pt x="0" y="0"/>
                  </a:moveTo>
                  <a:lnTo>
                    <a:pt x="0" y="49450"/>
                  </a:lnTo>
                </a:path>
              </a:pathLst>
            </a:custGeom>
            <a:noFill/>
            <a:ln w="11303">
              <a:solidFill>
                <a:srgbClr val="0A2540"/>
              </a:solidFill>
              <a:prstDash val="solid"/>
            </a:ln>
          </p:spPr>
        </p:sp>
        <p:sp>
          <p:nvSpPr>
            <p:cNvPr id="30" name="f3b-q51-trade · line 8">
              <a:extLst>
                <a:ext uri="{FF2B5EF4-FFF2-40B4-BE49-F238E27FC236}">
                  <a16:creationId xmlns:a16="http://schemas.microsoft.com/office/drawing/2014/main" id="{6FA771F8-FB0C-4A5E-8D22-F809D2E201B6}"/>
                </a:ext>
              </a:extLst>
            </p:cNvPr>
            <p:cNvSpPr>
              <a:spLocks noGrp="1"/>
            </p:cNvSpPr>
            <p:nvPr/>
          </p:nvSpPr>
          <p:spPr>
            <a:xfrm>
              <a:off x="5778881" y="5669348"/>
              <a:ext cx="95" cy="49450"/>
            </a:xfrm>
            <a:custGeom>
              <a:avLst/>
              <a:gdLst/>
              <a:ahLst/>
              <a:cxnLst/>
              <a:rect l="0" t="0" r="0" b="0"/>
              <a:pathLst>
                <a:path w="95" h="49450">
                  <a:moveTo>
                    <a:pt x="0" y="0"/>
                  </a:moveTo>
                  <a:lnTo>
                    <a:pt x="0" y="49450"/>
                  </a:lnTo>
                </a:path>
              </a:pathLst>
            </a:custGeom>
            <a:noFill/>
            <a:ln w="11303">
              <a:solidFill>
                <a:srgbClr val="0A2540"/>
              </a:solidFill>
              <a:prstDash val="solid"/>
            </a:ln>
          </p:spPr>
        </p:sp>
        <p:sp>
          <p:nvSpPr>
            <p:cNvPr id="31" name="f3b-q51-trade · line 9">
              <a:extLst>
                <a:ext uri="{FF2B5EF4-FFF2-40B4-BE49-F238E27FC236}">
                  <a16:creationId xmlns:a16="http://schemas.microsoft.com/office/drawing/2014/main" id="{E89BE25D-150B-4CA5-9A44-1D31EC2E7125}"/>
                </a:ext>
              </a:extLst>
            </p:cNvPr>
            <p:cNvSpPr>
              <a:spLocks noGrp="1"/>
            </p:cNvSpPr>
            <p:nvPr/>
          </p:nvSpPr>
          <p:spPr>
            <a:xfrm>
              <a:off x="6457059" y="5669348"/>
              <a:ext cx="95" cy="49450"/>
            </a:xfrm>
            <a:custGeom>
              <a:avLst/>
              <a:gdLst/>
              <a:ahLst/>
              <a:cxnLst/>
              <a:rect l="0" t="0" r="0" b="0"/>
              <a:pathLst>
                <a:path w="95" h="49450">
                  <a:moveTo>
                    <a:pt x="0" y="0"/>
                  </a:moveTo>
                  <a:lnTo>
                    <a:pt x="0" y="49450"/>
                  </a:lnTo>
                </a:path>
              </a:pathLst>
            </a:custGeom>
            <a:noFill/>
            <a:ln w="11303">
              <a:solidFill>
                <a:srgbClr val="0A2540"/>
              </a:solidFill>
              <a:prstDash val="solid"/>
            </a:ln>
          </p:spPr>
        </p:sp>
        <p:sp>
          <p:nvSpPr>
            <p:cNvPr id="32" name="f3b-q51-trade · line 10">
              <a:extLst>
                <a:ext uri="{FF2B5EF4-FFF2-40B4-BE49-F238E27FC236}">
                  <a16:creationId xmlns:a16="http://schemas.microsoft.com/office/drawing/2014/main" id="{F0F310F1-E2C8-4104-93C1-EF33429AFA4F}"/>
                </a:ext>
              </a:extLst>
            </p:cNvPr>
            <p:cNvSpPr>
              <a:spLocks noGrp="1"/>
            </p:cNvSpPr>
            <p:nvPr/>
          </p:nvSpPr>
          <p:spPr>
            <a:xfrm>
              <a:off x="7135238" y="5669348"/>
              <a:ext cx="95" cy="49450"/>
            </a:xfrm>
            <a:custGeom>
              <a:avLst/>
              <a:gdLst/>
              <a:ahLst/>
              <a:cxnLst/>
              <a:rect l="0" t="0" r="0" b="0"/>
              <a:pathLst>
                <a:path w="95" h="49450">
                  <a:moveTo>
                    <a:pt x="0" y="0"/>
                  </a:moveTo>
                  <a:lnTo>
                    <a:pt x="0" y="49450"/>
                  </a:lnTo>
                </a:path>
              </a:pathLst>
            </a:custGeom>
            <a:noFill/>
            <a:ln w="11303">
              <a:solidFill>
                <a:srgbClr val="0A2540"/>
              </a:solidFill>
              <a:prstDash val="solid"/>
            </a:ln>
          </p:spPr>
        </p:sp>
        <p:sp>
          <p:nvSpPr>
            <p:cNvPr id="33" name="f3b-q51-trade · line 11">
              <a:extLst>
                <a:ext uri="{FF2B5EF4-FFF2-40B4-BE49-F238E27FC236}">
                  <a16:creationId xmlns:a16="http://schemas.microsoft.com/office/drawing/2014/main" id="{D0BE5373-7C42-4501-ABA7-CB8D79DF9949}"/>
                </a:ext>
              </a:extLst>
            </p:cNvPr>
            <p:cNvSpPr>
              <a:spLocks noGrp="1"/>
            </p:cNvSpPr>
            <p:nvPr/>
          </p:nvSpPr>
          <p:spPr>
            <a:xfrm>
              <a:off x="1660362" y="5210165"/>
              <a:ext cx="49450" cy="95"/>
            </a:xfrm>
            <a:custGeom>
              <a:avLst/>
              <a:gdLst/>
              <a:ahLst/>
              <a:cxnLst/>
              <a:rect l="0" t="0" r="0" b="0"/>
              <a:pathLst>
                <a:path w="49450" h="95">
                  <a:moveTo>
                    <a:pt x="49450" y="0"/>
                  </a:moveTo>
                  <a:lnTo>
                    <a:pt x="0" y="0"/>
                  </a:lnTo>
                </a:path>
              </a:pathLst>
            </a:custGeom>
            <a:noFill/>
            <a:ln w="11303">
              <a:solidFill>
                <a:srgbClr val="0A2540"/>
              </a:solidFill>
              <a:prstDash val="solid"/>
            </a:ln>
          </p:spPr>
        </p:sp>
        <p:sp>
          <p:nvSpPr>
            <p:cNvPr id="34" name="f3b-q51-trade · line 12">
              <a:extLst>
                <a:ext uri="{FF2B5EF4-FFF2-40B4-BE49-F238E27FC236}">
                  <a16:creationId xmlns:a16="http://schemas.microsoft.com/office/drawing/2014/main" id="{042C1033-1413-42F1-815E-A7A6AFC404C3}"/>
                </a:ext>
              </a:extLst>
            </p:cNvPr>
            <p:cNvSpPr>
              <a:spLocks noGrp="1"/>
            </p:cNvSpPr>
            <p:nvPr/>
          </p:nvSpPr>
          <p:spPr>
            <a:xfrm>
              <a:off x="1660362" y="4750982"/>
              <a:ext cx="49450" cy="95"/>
            </a:xfrm>
            <a:custGeom>
              <a:avLst/>
              <a:gdLst/>
              <a:ahLst/>
              <a:cxnLst/>
              <a:rect l="0" t="0" r="0" b="0"/>
              <a:pathLst>
                <a:path w="49450" h="95">
                  <a:moveTo>
                    <a:pt x="49450" y="0"/>
                  </a:moveTo>
                  <a:lnTo>
                    <a:pt x="0" y="0"/>
                  </a:lnTo>
                </a:path>
              </a:pathLst>
            </a:custGeom>
            <a:noFill/>
            <a:ln w="11303">
              <a:solidFill>
                <a:srgbClr val="0A2540"/>
              </a:solidFill>
              <a:prstDash val="solid"/>
            </a:ln>
          </p:spPr>
        </p:sp>
        <p:sp>
          <p:nvSpPr>
            <p:cNvPr id="35" name="f3b-q51-trade · line 13">
              <a:extLst>
                <a:ext uri="{FF2B5EF4-FFF2-40B4-BE49-F238E27FC236}">
                  <a16:creationId xmlns:a16="http://schemas.microsoft.com/office/drawing/2014/main" id="{4653E688-2FF1-4762-965A-E4FD436D722C}"/>
                </a:ext>
              </a:extLst>
            </p:cNvPr>
            <p:cNvSpPr>
              <a:spLocks noGrp="1"/>
            </p:cNvSpPr>
            <p:nvPr/>
          </p:nvSpPr>
          <p:spPr>
            <a:xfrm>
              <a:off x="1660362" y="4291799"/>
              <a:ext cx="49450" cy="95"/>
            </a:xfrm>
            <a:custGeom>
              <a:avLst/>
              <a:gdLst/>
              <a:ahLst/>
              <a:cxnLst/>
              <a:rect l="0" t="0" r="0" b="0"/>
              <a:pathLst>
                <a:path w="49450" h="95">
                  <a:moveTo>
                    <a:pt x="49450" y="0"/>
                  </a:moveTo>
                  <a:lnTo>
                    <a:pt x="0" y="0"/>
                  </a:lnTo>
                </a:path>
              </a:pathLst>
            </a:custGeom>
            <a:noFill/>
            <a:ln w="11303">
              <a:solidFill>
                <a:srgbClr val="0A2540"/>
              </a:solidFill>
              <a:prstDash val="solid"/>
            </a:ln>
          </p:spPr>
        </p:sp>
        <p:sp>
          <p:nvSpPr>
            <p:cNvPr id="36" name="f3b-q51-trade · line 14">
              <a:extLst>
                <a:ext uri="{FF2B5EF4-FFF2-40B4-BE49-F238E27FC236}">
                  <a16:creationId xmlns:a16="http://schemas.microsoft.com/office/drawing/2014/main" id="{043FE841-F8E3-4F52-8C9A-FFC5397A2C43}"/>
                </a:ext>
              </a:extLst>
            </p:cNvPr>
            <p:cNvSpPr>
              <a:spLocks noGrp="1"/>
            </p:cNvSpPr>
            <p:nvPr/>
          </p:nvSpPr>
          <p:spPr>
            <a:xfrm>
              <a:off x="1660362" y="3832616"/>
              <a:ext cx="49450" cy="95"/>
            </a:xfrm>
            <a:custGeom>
              <a:avLst/>
              <a:gdLst/>
              <a:ahLst/>
              <a:cxnLst/>
              <a:rect l="0" t="0" r="0" b="0"/>
              <a:pathLst>
                <a:path w="49450" h="95">
                  <a:moveTo>
                    <a:pt x="49450" y="0"/>
                  </a:moveTo>
                  <a:lnTo>
                    <a:pt x="0" y="0"/>
                  </a:lnTo>
                </a:path>
              </a:pathLst>
            </a:custGeom>
            <a:noFill/>
            <a:ln w="11303">
              <a:solidFill>
                <a:srgbClr val="0A2540"/>
              </a:solidFill>
              <a:prstDash val="solid"/>
            </a:ln>
          </p:spPr>
        </p:sp>
        <p:sp>
          <p:nvSpPr>
            <p:cNvPr id="37" name="f3b-q51-trade · line 15">
              <a:extLst>
                <a:ext uri="{FF2B5EF4-FFF2-40B4-BE49-F238E27FC236}">
                  <a16:creationId xmlns:a16="http://schemas.microsoft.com/office/drawing/2014/main" id="{4FF859DC-2D4B-49CF-B13E-29E545779D8E}"/>
                </a:ext>
              </a:extLst>
            </p:cNvPr>
            <p:cNvSpPr>
              <a:spLocks noGrp="1"/>
            </p:cNvSpPr>
            <p:nvPr/>
          </p:nvSpPr>
          <p:spPr>
            <a:xfrm>
              <a:off x="1660362" y="3373433"/>
              <a:ext cx="49450" cy="95"/>
            </a:xfrm>
            <a:custGeom>
              <a:avLst/>
              <a:gdLst/>
              <a:ahLst/>
              <a:cxnLst/>
              <a:rect l="0" t="0" r="0" b="0"/>
              <a:pathLst>
                <a:path w="49450" h="95">
                  <a:moveTo>
                    <a:pt x="49450" y="0"/>
                  </a:moveTo>
                  <a:lnTo>
                    <a:pt x="0" y="0"/>
                  </a:lnTo>
                </a:path>
              </a:pathLst>
            </a:custGeom>
            <a:noFill/>
            <a:ln w="11303">
              <a:solidFill>
                <a:srgbClr val="0A2540"/>
              </a:solidFill>
              <a:prstDash val="solid"/>
            </a:ln>
          </p:spPr>
        </p:sp>
        <p:sp>
          <p:nvSpPr>
            <p:cNvPr id="38" name="f3b-q51-trade · line 16">
              <a:extLst>
                <a:ext uri="{FF2B5EF4-FFF2-40B4-BE49-F238E27FC236}">
                  <a16:creationId xmlns:a16="http://schemas.microsoft.com/office/drawing/2014/main" id="{7A79EC50-2D31-42CD-AA2D-387125DC1D01}"/>
                </a:ext>
              </a:extLst>
            </p:cNvPr>
            <p:cNvSpPr>
              <a:spLocks noGrp="1"/>
            </p:cNvSpPr>
            <p:nvPr/>
          </p:nvSpPr>
          <p:spPr>
            <a:xfrm>
              <a:off x="1660362" y="2914250"/>
              <a:ext cx="49450" cy="95"/>
            </a:xfrm>
            <a:custGeom>
              <a:avLst/>
              <a:gdLst/>
              <a:ahLst/>
              <a:cxnLst/>
              <a:rect l="0" t="0" r="0" b="0"/>
              <a:pathLst>
                <a:path w="49450" h="95">
                  <a:moveTo>
                    <a:pt x="49450" y="0"/>
                  </a:moveTo>
                  <a:lnTo>
                    <a:pt x="0" y="0"/>
                  </a:lnTo>
                </a:path>
              </a:pathLst>
            </a:custGeom>
            <a:noFill/>
            <a:ln w="11303">
              <a:solidFill>
                <a:srgbClr val="0A2540"/>
              </a:solidFill>
              <a:prstDash val="solid"/>
            </a:ln>
          </p:spPr>
        </p:sp>
        <p:sp>
          <p:nvSpPr>
            <p:cNvPr id="39" name="f3b-q51-trade · line 17">
              <a:extLst>
                <a:ext uri="{FF2B5EF4-FFF2-40B4-BE49-F238E27FC236}">
                  <a16:creationId xmlns:a16="http://schemas.microsoft.com/office/drawing/2014/main" id="{AF0FBFD6-8CA0-4117-84BF-4710DFF94B39}"/>
                </a:ext>
              </a:extLst>
            </p:cNvPr>
            <p:cNvSpPr>
              <a:spLocks noGrp="1"/>
            </p:cNvSpPr>
            <p:nvPr/>
          </p:nvSpPr>
          <p:spPr>
            <a:xfrm>
              <a:off x="1660362" y="2455066"/>
              <a:ext cx="49450" cy="95"/>
            </a:xfrm>
            <a:custGeom>
              <a:avLst/>
              <a:gdLst/>
              <a:ahLst/>
              <a:cxnLst/>
              <a:rect l="0" t="0" r="0" b="0"/>
              <a:pathLst>
                <a:path w="49450" h="95">
                  <a:moveTo>
                    <a:pt x="49450" y="0"/>
                  </a:moveTo>
                  <a:lnTo>
                    <a:pt x="0" y="0"/>
                  </a:lnTo>
                </a:path>
              </a:pathLst>
            </a:custGeom>
            <a:noFill/>
            <a:ln w="11303">
              <a:solidFill>
                <a:srgbClr val="0A2540"/>
              </a:solidFill>
              <a:prstDash val="solid"/>
            </a:ln>
          </p:spPr>
        </p:sp>
        <p:sp>
          <p:nvSpPr>
            <p:cNvPr id="40" name="f3b-q51-trade · line 18">
              <a:extLst>
                <a:ext uri="{FF2B5EF4-FFF2-40B4-BE49-F238E27FC236}">
                  <a16:creationId xmlns:a16="http://schemas.microsoft.com/office/drawing/2014/main" id="{6C49179B-7D28-4DEE-A98D-82E7CC63DA3F}"/>
                </a:ext>
              </a:extLst>
            </p:cNvPr>
            <p:cNvSpPr>
              <a:spLocks noGrp="1"/>
            </p:cNvSpPr>
            <p:nvPr/>
          </p:nvSpPr>
          <p:spPr>
            <a:xfrm>
              <a:off x="3066169" y="2455066"/>
              <a:ext cx="3526527" cy="2387752"/>
            </a:xfrm>
            <a:custGeom>
              <a:avLst/>
              <a:gdLst/>
              <a:ahLst/>
              <a:cxnLst/>
              <a:rect l="0" t="0" r="0" b="0"/>
              <a:pathLst>
                <a:path w="3526527" h="2387752">
                  <a:moveTo>
                    <a:pt x="0" y="0"/>
                  </a:moveTo>
                  <a:lnTo>
                    <a:pt x="3526527" y="2387752"/>
                  </a:lnTo>
                </a:path>
              </a:pathLst>
            </a:custGeom>
            <a:noFill/>
            <a:ln w="24019">
              <a:solidFill>
                <a:srgbClr val="0A2540"/>
              </a:solidFill>
              <a:prstDash val="solid"/>
            </a:ln>
          </p:spPr>
        </p:sp>
        <p:sp>
          <p:nvSpPr>
            <p:cNvPr id="41" name="f3b-q51-trade · line 19">
              <a:extLst>
                <a:ext uri="{FF2B5EF4-FFF2-40B4-BE49-F238E27FC236}">
                  <a16:creationId xmlns:a16="http://schemas.microsoft.com/office/drawing/2014/main" id="{715F7381-8BD6-4B82-84A4-05E9B58E988F}"/>
                </a:ext>
              </a:extLst>
            </p:cNvPr>
            <p:cNvSpPr>
              <a:spLocks noGrp="1"/>
            </p:cNvSpPr>
            <p:nvPr/>
          </p:nvSpPr>
          <p:spPr>
            <a:xfrm>
              <a:off x="1709812" y="2455066"/>
              <a:ext cx="3390891" cy="2295916"/>
            </a:xfrm>
            <a:custGeom>
              <a:avLst/>
              <a:gdLst/>
              <a:ahLst/>
              <a:cxnLst/>
              <a:rect l="0" t="0" r="0" b="0"/>
              <a:pathLst>
                <a:path w="3390891" h="2295916">
                  <a:moveTo>
                    <a:pt x="0" y="2295916"/>
                  </a:moveTo>
                  <a:lnTo>
                    <a:pt x="3390891" y="0"/>
                  </a:lnTo>
                </a:path>
              </a:pathLst>
            </a:custGeom>
            <a:noFill/>
            <a:ln w="24019">
              <a:solidFill>
                <a:srgbClr val="0A2540"/>
              </a:solidFill>
              <a:prstDash val="solid"/>
            </a:ln>
          </p:spPr>
        </p:sp>
        <p:sp>
          <p:nvSpPr>
            <p:cNvPr id="42" name="f3b-q51-trade · line 20">
              <a:extLst>
                <a:ext uri="{FF2B5EF4-FFF2-40B4-BE49-F238E27FC236}">
                  <a16:creationId xmlns:a16="http://schemas.microsoft.com/office/drawing/2014/main" id="{5842AA9A-2C45-4E39-8F79-F8A38F7C21B8}"/>
                </a:ext>
              </a:extLst>
            </p:cNvPr>
            <p:cNvSpPr>
              <a:spLocks noGrp="1"/>
            </p:cNvSpPr>
            <p:nvPr/>
          </p:nvSpPr>
          <p:spPr>
            <a:xfrm>
              <a:off x="1709812" y="3143841"/>
              <a:ext cx="2373624" cy="95"/>
            </a:xfrm>
            <a:custGeom>
              <a:avLst/>
              <a:gdLst/>
              <a:ahLst/>
              <a:cxnLst/>
              <a:rect l="0" t="0" r="0" b="0"/>
              <a:pathLst>
                <a:path w="2373624" h="95">
                  <a:moveTo>
                    <a:pt x="0" y="0"/>
                  </a:moveTo>
                  <a:lnTo>
                    <a:pt x="2373624" y="0"/>
                  </a:lnTo>
                </a:path>
              </a:pathLst>
            </a:custGeom>
            <a:noFill/>
            <a:ln w="12716">
              <a:solidFill>
                <a:srgbClr val="7B8BA0"/>
              </a:solidFill>
              <a:prstDash val="dash"/>
            </a:ln>
          </p:spPr>
        </p:sp>
        <p:sp>
          <p:nvSpPr>
            <p:cNvPr id="43" name="f3b-q51-trade · line 21">
              <a:extLst>
                <a:ext uri="{FF2B5EF4-FFF2-40B4-BE49-F238E27FC236}">
                  <a16:creationId xmlns:a16="http://schemas.microsoft.com/office/drawing/2014/main" id="{BAF581F2-6886-4010-B77A-226615C40A80}"/>
                </a:ext>
              </a:extLst>
            </p:cNvPr>
            <p:cNvSpPr>
              <a:spLocks noGrp="1"/>
            </p:cNvSpPr>
            <p:nvPr/>
          </p:nvSpPr>
          <p:spPr>
            <a:xfrm>
              <a:off x="4083436" y="3143841"/>
              <a:ext cx="95" cy="2525507"/>
            </a:xfrm>
            <a:custGeom>
              <a:avLst/>
              <a:gdLst/>
              <a:ahLst/>
              <a:cxnLst/>
              <a:rect l="0" t="0" r="0" b="0"/>
              <a:pathLst>
                <a:path w="95" h="2525507">
                  <a:moveTo>
                    <a:pt x="0" y="2525507"/>
                  </a:moveTo>
                  <a:lnTo>
                    <a:pt x="0" y="0"/>
                  </a:lnTo>
                </a:path>
              </a:pathLst>
            </a:custGeom>
            <a:noFill/>
            <a:ln w="12716">
              <a:solidFill>
                <a:srgbClr val="7B8BA0"/>
              </a:solidFill>
              <a:prstDash val="dash"/>
            </a:ln>
          </p:spPr>
        </p:sp>
        <p:sp>
          <p:nvSpPr>
            <p:cNvPr id="44" name="f3b-q51-trade · circle 22">
              <a:extLst>
                <a:ext uri="{FF2B5EF4-FFF2-40B4-BE49-F238E27FC236}">
                  <a16:creationId xmlns:a16="http://schemas.microsoft.com/office/drawing/2014/main" id="{4E99728B-ADEF-46A2-B6B2-F73356DD9B5B}"/>
                </a:ext>
              </a:extLst>
            </p:cNvPr>
            <p:cNvSpPr>
              <a:spLocks noGrp="1"/>
            </p:cNvSpPr>
            <p:nvPr/>
          </p:nvSpPr>
          <p:spPr>
            <a:xfrm>
              <a:off x="4041050" y="3101455"/>
              <a:ext cx="84772" cy="84772"/>
            </a:xfrm>
            <a:custGeom>
              <a:avLst/>
              <a:gdLst/>
              <a:ahLst/>
              <a:cxnLst/>
              <a:rect l="0" t="0" r="0" b="0"/>
              <a:pathLst>
                <a:path w="84772" h="84772">
                  <a:moveTo>
                    <a:pt x="84772" y="42386"/>
                  </a:moveTo>
                  <a:cubicBezTo>
                    <a:pt x="84772" y="65795"/>
                    <a:pt x="65795" y="84772"/>
                    <a:pt x="42386" y="84772"/>
                  </a:cubicBezTo>
                  <a:cubicBezTo>
                    <a:pt x="18977" y="84772"/>
                    <a:pt x="0" y="65795"/>
                    <a:pt x="0" y="42386"/>
                  </a:cubicBezTo>
                  <a:cubicBezTo>
                    <a:pt x="0" y="18977"/>
                    <a:pt x="18977" y="0"/>
                    <a:pt x="42386" y="0"/>
                  </a:cubicBezTo>
                  <a:cubicBezTo>
                    <a:pt x="65795" y="0"/>
                    <a:pt x="84772" y="18977"/>
                    <a:pt x="84772" y="42386"/>
                  </a:cubicBezTo>
                  <a:close/>
                </a:path>
              </a:pathLst>
            </a:custGeom>
            <a:solidFill>
              <a:srgbClr val="0A2540"/>
            </a:solidFill>
            <a:ln w="7064">
              <a:noFill/>
              <a:prstDash val="solid"/>
            </a:ln>
          </p:spPr>
        </p:sp>
        <p:sp>
          <p:nvSpPr>
            <p:cNvPr id="45" name="f3b-q51-trade · line 23">
              <a:extLst>
                <a:ext uri="{FF2B5EF4-FFF2-40B4-BE49-F238E27FC236}">
                  <a16:creationId xmlns:a16="http://schemas.microsoft.com/office/drawing/2014/main" id="{63AF8173-1F30-4794-A7BF-07AD2AD7A7E4}"/>
                </a:ext>
              </a:extLst>
            </p:cNvPr>
            <p:cNvSpPr>
              <a:spLocks noGrp="1"/>
            </p:cNvSpPr>
            <p:nvPr/>
          </p:nvSpPr>
          <p:spPr>
            <a:xfrm>
              <a:off x="1709812" y="4291799"/>
              <a:ext cx="5832332" cy="95"/>
            </a:xfrm>
            <a:custGeom>
              <a:avLst/>
              <a:gdLst/>
              <a:ahLst/>
              <a:cxnLst/>
              <a:rect l="0" t="0" r="0" b="0"/>
              <a:pathLst>
                <a:path w="5832332" h="95">
                  <a:moveTo>
                    <a:pt x="0" y="0"/>
                  </a:moveTo>
                  <a:lnTo>
                    <a:pt x="5832332" y="0"/>
                  </a:lnTo>
                </a:path>
              </a:pathLst>
            </a:custGeom>
            <a:noFill/>
            <a:ln w="21193">
              <a:solidFill>
                <a:srgbClr val="0A2540"/>
              </a:solidFill>
              <a:prstDash val="solid"/>
            </a:ln>
          </p:spPr>
        </p:sp>
        <p:sp>
          <p:nvSpPr>
            <p:cNvPr id="46" name="f3b-q51-trade · line 24">
              <a:extLst>
                <a:ext uri="{FF2B5EF4-FFF2-40B4-BE49-F238E27FC236}">
                  <a16:creationId xmlns:a16="http://schemas.microsoft.com/office/drawing/2014/main" id="{AA1EF225-2772-4E64-9C56-CB3861D0DECE}"/>
                </a:ext>
              </a:extLst>
            </p:cNvPr>
            <p:cNvSpPr>
              <a:spLocks noGrp="1"/>
            </p:cNvSpPr>
            <p:nvPr/>
          </p:nvSpPr>
          <p:spPr>
            <a:xfrm>
              <a:off x="2387990" y="4291799"/>
              <a:ext cx="95" cy="1377549"/>
            </a:xfrm>
            <a:custGeom>
              <a:avLst/>
              <a:gdLst/>
              <a:ahLst/>
              <a:cxnLst/>
              <a:rect l="0" t="0" r="0" b="0"/>
              <a:pathLst>
                <a:path w="95" h="1377549">
                  <a:moveTo>
                    <a:pt x="0" y="1377549"/>
                  </a:moveTo>
                  <a:lnTo>
                    <a:pt x="0" y="0"/>
                  </a:lnTo>
                </a:path>
              </a:pathLst>
            </a:custGeom>
            <a:noFill/>
            <a:ln w="12716">
              <a:solidFill>
                <a:srgbClr val="7B8BA0"/>
              </a:solidFill>
              <a:prstDash val="dash"/>
            </a:ln>
          </p:spPr>
        </p:sp>
        <p:sp>
          <p:nvSpPr>
            <p:cNvPr id="47" name="f3b-q51-trade · line 25">
              <a:extLst>
                <a:ext uri="{FF2B5EF4-FFF2-40B4-BE49-F238E27FC236}">
                  <a16:creationId xmlns:a16="http://schemas.microsoft.com/office/drawing/2014/main" id="{42534AE1-2E4E-4B36-8DDD-533EFAA084D3}"/>
                </a:ext>
              </a:extLst>
            </p:cNvPr>
            <p:cNvSpPr>
              <a:spLocks noGrp="1"/>
            </p:cNvSpPr>
            <p:nvPr/>
          </p:nvSpPr>
          <p:spPr>
            <a:xfrm>
              <a:off x="5778881" y="4291799"/>
              <a:ext cx="95" cy="1377549"/>
            </a:xfrm>
            <a:custGeom>
              <a:avLst/>
              <a:gdLst/>
              <a:ahLst/>
              <a:cxnLst/>
              <a:rect l="0" t="0" r="0" b="0"/>
              <a:pathLst>
                <a:path w="95" h="1377549">
                  <a:moveTo>
                    <a:pt x="0" y="1377549"/>
                  </a:moveTo>
                  <a:lnTo>
                    <a:pt x="0" y="0"/>
                  </a:lnTo>
                </a:path>
              </a:pathLst>
            </a:custGeom>
            <a:noFill/>
            <a:ln w="12716">
              <a:solidFill>
                <a:srgbClr val="7B8BA0"/>
              </a:solidFill>
              <a:prstDash val="dash"/>
            </a:ln>
          </p:spPr>
        </p:sp>
        <p:sp>
          <p:nvSpPr>
            <p:cNvPr id="48" name="f3b-q51-trade · circle 26">
              <a:extLst>
                <a:ext uri="{FF2B5EF4-FFF2-40B4-BE49-F238E27FC236}">
                  <a16:creationId xmlns:a16="http://schemas.microsoft.com/office/drawing/2014/main" id="{931DDA65-B5E2-465F-AAA9-033C4D817DFE}"/>
                </a:ext>
              </a:extLst>
            </p:cNvPr>
            <p:cNvSpPr>
              <a:spLocks noGrp="1"/>
            </p:cNvSpPr>
            <p:nvPr/>
          </p:nvSpPr>
          <p:spPr>
            <a:xfrm>
              <a:off x="2345604" y="4249413"/>
              <a:ext cx="84772" cy="84772"/>
            </a:xfrm>
            <a:custGeom>
              <a:avLst/>
              <a:gdLst/>
              <a:ahLst/>
              <a:cxnLst/>
              <a:rect l="0" t="0" r="0" b="0"/>
              <a:pathLst>
                <a:path w="84772" h="84772">
                  <a:moveTo>
                    <a:pt x="84772" y="42386"/>
                  </a:moveTo>
                  <a:cubicBezTo>
                    <a:pt x="84772" y="65795"/>
                    <a:pt x="65795" y="84772"/>
                    <a:pt x="42386" y="84772"/>
                  </a:cubicBezTo>
                  <a:cubicBezTo>
                    <a:pt x="18977" y="84772"/>
                    <a:pt x="0" y="65795"/>
                    <a:pt x="0" y="42386"/>
                  </a:cubicBezTo>
                  <a:cubicBezTo>
                    <a:pt x="0" y="18977"/>
                    <a:pt x="18977" y="0"/>
                    <a:pt x="42386" y="0"/>
                  </a:cubicBezTo>
                  <a:cubicBezTo>
                    <a:pt x="65795" y="0"/>
                    <a:pt x="84772" y="18977"/>
                    <a:pt x="84772" y="42386"/>
                  </a:cubicBezTo>
                  <a:close/>
                </a:path>
              </a:pathLst>
            </a:custGeom>
            <a:solidFill>
              <a:srgbClr val="0A2540"/>
            </a:solidFill>
            <a:ln w="7064">
              <a:noFill/>
              <a:prstDash val="solid"/>
            </a:ln>
          </p:spPr>
        </p:sp>
        <p:sp>
          <p:nvSpPr>
            <p:cNvPr id="49" name="f3b-q51-trade · circle 27">
              <a:extLst>
                <a:ext uri="{FF2B5EF4-FFF2-40B4-BE49-F238E27FC236}">
                  <a16:creationId xmlns:a16="http://schemas.microsoft.com/office/drawing/2014/main" id="{CF44618B-AE69-4AC7-97E9-30EEAFF9630E}"/>
                </a:ext>
              </a:extLst>
            </p:cNvPr>
            <p:cNvSpPr>
              <a:spLocks noGrp="1"/>
            </p:cNvSpPr>
            <p:nvPr/>
          </p:nvSpPr>
          <p:spPr>
            <a:xfrm>
              <a:off x="5736495" y="4249413"/>
              <a:ext cx="84772" cy="84772"/>
            </a:xfrm>
            <a:custGeom>
              <a:avLst/>
              <a:gdLst/>
              <a:ahLst/>
              <a:cxnLst/>
              <a:rect l="0" t="0" r="0" b="0"/>
              <a:pathLst>
                <a:path w="84772" h="84772">
                  <a:moveTo>
                    <a:pt x="84772" y="42386"/>
                  </a:moveTo>
                  <a:cubicBezTo>
                    <a:pt x="84772" y="65795"/>
                    <a:pt x="65795" y="84772"/>
                    <a:pt x="42386" y="84772"/>
                  </a:cubicBezTo>
                  <a:cubicBezTo>
                    <a:pt x="18977" y="84772"/>
                    <a:pt x="0" y="65795"/>
                    <a:pt x="0" y="42386"/>
                  </a:cubicBezTo>
                  <a:cubicBezTo>
                    <a:pt x="0" y="18977"/>
                    <a:pt x="18977" y="0"/>
                    <a:pt x="42386" y="0"/>
                  </a:cubicBezTo>
                  <a:cubicBezTo>
                    <a:pt x="65795" y="0"/>
                    <a:pt x="84772" y="18977"/>
                    <a:pt x="84772" y="42386"/>
                  </a:cubicBezTo>
                  <a:close/>
                </a:path>
              </a:pathLst>
            </a:custGeom>
            <a:solidFill>
              <a:srgbClr val="0A2540"/>
            </a:solidFill>
            <a:ln w="7064">
              <a:noFill/>
              <a:prstDash val="solid"/>
            </a:ln>
          </p:spPr>
        </p:sp>
        <p:sp>
          <p:nvSpPr>
            <p:cNvPr id="50" name="f3b-q51-trade · polygon 28">
              <a:extLst>
                <a:ext uri="{FF2B5EF4-FFF2-40B4-BE49-F238E27FC236}">
                  <a16:creationId xmlns:a16="http://schemas.microsoft.com/office/drawing/2014/main" id="{7E0B093D-05FC-4888-BD3F-9DF3E3EDCFEC}"/>
                </a:ext>
              </a:extLst>
            </p:cNvPr>
            <p:cNvSpPr>
              <a:spLocks noGrp="1"/>
            </p:cNvSpPr>
            <p:nvPr/>
          </p:nvSpPr>
          <p:spPr>
            <a:xfrm>
              <a:off x="1709812" y="4291799"/>
              <a:ext cx="678178" cy="459183"/>
            </a:xfrm>
            <a:custGeom>
              <a:avLst/>
              <a:gdLst/>
              <a:ahLst/>
              <a:cxnLst/>
              <a:rect l="0" t="0" r="0" b="0"/>
              <a:pathLst>
                <a:path w="678178" h="459183">
                  <a:moveTo>
                    <a:pt x="0" y="0"/>
                  </a:moveTo>
                  <a:lnTo>
                    <a:pt x="0" y="459183"/>
                  </a:lnTo>
                  <a:lnTo>
                    <a:pt x="678178" y="0"/>
                  </a:lnTo>
                  <a:close/>
                </a:path>
              </a:pathLst>
            </a:custGeom>
            <a:solidFill>
              <a:srgbClr val="0E9F6E">
                <a:alpha val="32000"/>
              </a:srgbClr>
            </a:solidFill>
            <a:ln w="12716">
              <a:solidFill>
                <a:srgbClr val="0E9F6E"/>
              </a:solidFill>
              <a:prstDash val="solid"/>
            </a:ln>
          </p:spPr>
        </p:sp>
        <p:sp>
          <p:nvSpPr>
            <p:cNvPr id="51" name="f3b-q51-trade · line 29">
              <a:extLst>
                <a:ext uri="{FF2B5EF4-FFF2-40B4-BE49-F238E27FC236}">
                  <a16:creationId xmlns:a16="http://schemas.microsoft.com/office/drawing/2014/main" id="{4B6A662B-B785-436F-B9DF-F6C23D9CE4AB}"/>
                </a:ext>
              </a:extLst>
            </p:cNvPr>
            <p:cNvSpPr>
              <a:spLocks noGrp="1"/>
            </p:cNvSpPr>
            <p:nvPr/>
          </p:nvSpPr>
          <p:spPr>
            <a:xfrm>
              <a:off x="2387990" y="4616759"/>
              <a:ext cx="3390891" cy="95"/>
            </a:xfrm>
            <a:custGeom>
              <a:avLst/>
              <a:gdLst/>
              <a:ahLst/>
              <a:cxnLst/>
              <a:rect l="0" t="0" r="0" b="0"/>
              <a:pathLst>
                <a:path w="3390891" h="95">
                  <a:moveTo>
                    <a:pt x="0" y="0"/>
                  </a:moveTo>
                  <a:lnTo>
                    <a:pt x="3390891" y="0"/>
                  </a:lnTo>
                </a:path>
              </a:pathLst>
            </a:custGeom>
            <a:noFill/>
            <a:ln w="21193">
              <a:solidFill>
                <a:srgbClr val="1D4ED8"/>
              </a:solidFill>
              <a:prstDash val="solid"/>
            </a:ln>
          </p:spPr>
        </p:sp>
        <p:sp>
          <p:nvSpPr>
            <p:cNvPr id="52" name="f3b-q51-trade arrowhead">
              <a:extLst>
                <a:ext uri="{FF2B5EF4-FFF2-40B4-BE49-F238E27FC236}">
                  <a16:creationId xmlns:a16="http://schemas.microsoft.com/office/drawing/2014/main" id="{77784B0B-3BF1-4A01-A1DA-1D2D6801492D}"/>
                </a:ext>
              </a:extLst>
            </p:cNvPr>
            <p:cNvSpPr>
              <a:spLocks noGrp="1"/>
            </p:cNvSpPr>
            <p:nvPr/>
          </p:nvSpPr>
          <p:spPr>
            <a:xfrm>
              <a:off x="2313815" y="4542584"/>
              <a:ext cx="148351" cy="148351"/>
            </a:xfrm>
            <a:custGeom>
              <a:avLst/>
              <a:gdLst/>
              <a:ahLst/>
              <a:cxnLst/>
              <a:rect l="0" t="0" r="0" b="0"/>
              <a:pathLst>
                <a:path w="148351" h="148351">
                  <a:moveTo>
                    <a:pt x="148351" y="0"/>
                  </a:moveTo>
                  <a:lnTo>
                    <a:pt x="0" y="74176"/>
                  </a:lnTo>
                  <a:lnTo>
                    <a:pt x="148351" y="148351"/>
                  </a:lnTo>
                  <a:close/>
                </a:path>
              </a:pathLst>
            </a:custGeom>
            <a:solidFill>
              <a:srgbClr val="1D4ED8"/>
            </a:solidFill>
            <a:ln w="95">
              <a:noFill/>
              <a:prstDash val="solid"/>
            </a:ln>
          </p:spPr>
        </p:sp>
        <p:sp>
          <p:nvSpPr>
            <p:cNvPr id="53" name="f3b-q51-trade arrowhead">
              <a:extLst>
                <a:ext uri="{FF2B5EF4-FFF2-40B4-BE49-F238E27FC236}">
                  <a16:creationId xmlns:a16="http://schemas.microsoft.com/office/drawing/2014/main" id="{BB348720-1C04-464B-ADB4-AD5C85875424}"/>
                </a:ext>
              </a:extLst>
            </p:cNvPr>
            <p:cNvSpPr>
              <a:spLocks noGrp="1"/>
            </p:cNvSpPr>
            <p:nvPr/>
          </p:nvSpPr>
          <p:spPr>
            <a:xfrm>
              <a:off x="5645365" y="4542584"/>
              <a:ext cx="148351" cy="148351"/>
            </a:xfrm>
            <a:custGeom>
              <a:avLst/>
              <a:gdLst/>
              <a:ahLst/>
              <a:cxnLst/>
              <a:rect l="0" t="0" r="0" b="0"/>
              <a:pathLst>
                <a:path w="148351" h="148351">
                  <a:moveTo>
                    <a:pt x="0" y="0"/>
                  </a:moveTo>
                  <a:lnTo>
                    <a:pt x="148351" y="74176"/>
                  </a:lnTo>
                  <a:lnTo>
                    <a:pt x="0" y="148351"/>
                  </a:lnTo>
                  <a:close/>
                </a:path>
              </a:pathLst>
            </a:custGeom>
            <a:solidFill>
              <a:srgbClr val="1D4ED8"/>
            </a:solidFill>
            <a:ln w="95">
              <a:noFill/>
              <a:prstDash val="solid"/>
            </a:ln>
          </p:spPr>
        </p:sp>
        <p:sp>
          <p:nvSpPr>
            <p:cNvPr id="88" name="s7 text 35">
              <a:extLst>
                <a:ext uri="{FF2B5EF4-FFF2-40B4-BE49-F238E27FC236}">
                  <a16:creationId xmlns:a16="http://schemas.microsoft.com/office/drawing/2014/main" id="{65EBA4F9-49F9-4867-AC3F-9E7E336963DC}"/>
                </a:ext>
              </a:extLst>
            </p:cNvPr>
            <p:cNvSpPr>
              <a:spLocks noGrp="1"/>
            </p:cNvSpPr>
            <p:nvPr/>
          </p:nvSpPr>
          <p:spPr>
            <a:xfrm>
              <a:off x="1664236" y="5767850"/>
              <a:ext cx="150672" cy="203377"/>
            </a:xfrm>
            <a:prstGeom prst="rect">
              <a:avLst/>
            </a:prstGeom>
            <a:noFill/>
            <a:ln w="0">
              <a:noFill/>
              <a:prstDash val="solid"/>
            </a:ln>
          </p:spPr>
          <p:txBody>
            <a:bodyPr wrap="none" lIns="0" tIns="0" rIns="0" bIns="0" anchor="t">
              <a:noAutofit/>
            </a:bodyPr>
            <a:lstStyle>
              <a:defPPr algn="l">
                <a:defRPr sz="1151" b="0" i="0" kern="0" spc="0">
                  <a:solidFill>
                    <a:srgbClr val="7B8BA0"/>
                  </a:solidFill>
                  <a:latin typeface="Inter"/>
                  <a:ea typeface="Inter"/>
                  <a:cs typeface="Inter"/>
                </a:defRPr>
              </a:defPPr>
              <a:lvl1pPr algn="l">
                <a:defRPr sz="1151" b="0" i="0" kern="0" spc="0">
                  <a:solidFill>
                    <a:srgbClr val="7B8BA0"/>
                  </a:solidFill>
                  <a:latin typeface="Inter"/>
                  <a:ea typeface="Inter"/>
                  <a:cs typeface="Inter"/>
                </a:defRPr>
              </a:lvl1pPr>
              <a:lvl2pPr algn="l">
                <a:defRPr sz="1151" b="0" i="0" kern="0" spc="0">
                  <a:solidFill>
                    <a:srgbClr val="7B8BA0"/>
                  </a:solidFill>
                  <a:latin typeface="Inter"/>
                  <a:ea typeface="Inter"/>
                  <a:cs typeface="Inter"/>
                </a:defRPr>
              </a:lvl2pPr>
              <a:lvl3pPr algn="l">
                <a:defRPr sz="1151" b="0" i="0" kern="0" spc="0">
                  <a:solidFill>
                    <a:srgbClr val="7B8BA0"/>
                  </a:solidFill>
                  <a:latin typeface="Inter"/>
                  <a:ea typeface="Inter"/>
                  <a:cs typeface="Inter"/>
                </a:defRPr>
              </a:lvl3pPr>
              <a:lvl4pPr algn="l">
                <a:defRPr sz="1151" b="0" i="0" kern="0" spc="0">
                  <a:solidFill>
                    <a:srgbClr val="7B8BA0"/>
                  </a:solidFill>
                  <a:latin typeface="Inter"/>
                  <a:ea typeface="Inter"/>
                  <a:cs typeface="Inter"/>
                </a:defRPr>
              </a:lvl4pPr>
              <a:lvl5pPr algn="l">
                <a:defRPr sz="1151" b="0" i="0" kern="0" spc="0">
                  <a:solidFill>
                    <a:srgbClr val="7B8BA0"/>
                  </a:solidFill>
                  <a:latin typeface="Inter"/>
                  <a:ea typeface="Inter"/>
                  <a:cs typeface="Inter"/>
                </a:defRPr>
              </a:lvl5pPr>
              <a:lvl6pPr algn="l">
                <a:defRPr sz="1151" b="0" i="0" kern="0" spc="0">
                  <a:solidFill>
                    <a:srgbClr val="7B8BA0"/>
                  </a:solidFill>
                  <a:latin typeface="Inter"/>
                  <a:ea typeface="Inter"/>
                  <a:cs typeface="Inter"/>
                </a:defRPr>
              </a:lvl6pPr>
              <a:lvl7pPr algn="l">
                <a:defRPr sz="1151" b="0" i="0" kern="0" spc="0">
                  <a:solidFill>
                    <a:srgbClr val="7B8BA0"/>
                  </a:solidFill>
                  <a:latin typeface="Inter"/>
                  <a:ea typeface="Inter"/>
                  <a:cs typeface="Inter"/>
                </a:defRPr>
              </a:lvl7pPr>
              <a:lvl8pPr algn="l">
                <a:defRPr sz="1151" b="0" i="0" kern="0" spc="0">
                  <a:solidFill>
                    <a:srgbClr val="7B8BA0"/>
                  </a:solidFill>
                  <a:latin typeface="Inter"/>
                  <a:ea typeface="Inter"/>
                  <a:cs typeface="Inter"/>
                </a:defRPr>
              </a:lvl8pPr>
              <a:lvl9pPr algn="l">
                <a:defRPr sz="1151" b="0" i="0" kern="0" spc="0">
                  <a:solidFill>
                    <a:srgbClr val="7B8BA0"/>
                  </a:solidFill>
                  <a:latin typeface="Inter"/>
                  <a:ea typeface="Inter"/>
                  <a:cs typeface="Inter"/>
                </a:defRPr>
              </a:lvl9pPr>
            </a:lstStyle>
            <a:p>
              <a:pPr algn="l">
                <a:lnSpc>
                  <a:spcPct val="100000"/>
                </a:lnSpc>
                <a:buNone/>
                <a:defRPr sz="1151" b="0" i="0" kern="0" spc="0">
                  <a:solidFill>
                    <a:srgbClr val="7B8BA0"/>
                  </a:solidFill>
                  <a:latin typeface="Inter"/>
                  <a:ea typeface="Inter"/>
                  <a:cs typeface="Inter"/>
                </a:defRPr>
              </a:pPr>
              <a:r>
                <a:rPr sz="1151" b="0" i="0" kern="0" spc="0">
                  <a:solidFill>
                    <a:srgbClr val="7B8BA0"/>
                  </a:solidFill>
                  <a:latin typeface="Inter"/>
                  <a:ea typeface="Inter"/>
                  <a:cs typeface="Inter"/>
                </a:rPr>
                <a:t>0</a:t>
              </a:r>
            </a:p>
          </p:txBody>
        </p:sp>
        <p:sp>
          <p:nvSpPr>
            <p:cNvPr id="89" name="s7 text 36">
              <a:extLst>
                <a:ext uri="{FF2B5EF4-FFF2-40B4-BE49-F238E27FC236}">
                  <a16:creationId xmlns:a16="http://schemas.microsoft.com/office/drawing/2014/main" id="{09F465D2-FC12-40C9-9764-0EF2684AB74F}"/>
                </a:ext>
              </a:extLst>
            </p:cNvPr>
            <p:cNvSpPr>
              <a:spLocks noGrp="1"/>
            </p:cNvSpPr>
            <p:nvPr/>
          </p:nvSpPr>
          <p:spPr>
            <a:xfrm>
              <a:off x="2298467" y="5767850"/>
              <a:ext cx="239820" cy="203377"/>
            </a:xfrm>
            <a:prstGeom prst="rect">
              <a:avLst/>
            </a:prstGeom>
            <a:noFill/>
            <a:ln w="0">
              <a:noFill/>
              <a:prstDash val="solid"/>
            </a:ln>
          </p:spPr>
          <p:txBody>
            <a:bodyPr wrap="none" lIns="0" tIns="0" rIns="0" bIns="0" anchor="t">
              <a:noAutofit/>
            </a:bodyPr>
            <a:lstStyle>
              <a:defPPr algn="l">
                <a:defRPr sz="1151" b="0" i="0" kern="0" spc="-9">
                  <a:solidFill>
                    <a:srgbClr val="7B8BA0"/>
                  </a:solidFill>
                  <a:latin typeface="Inter"/>
                  <a:ea typeface="Inter"/>
                  <a:cs typeface="Inter"/>
                </a:defRPr>
              </a:defPPr>
              <a:lvl1pPr algn="l">
                <a:defRPr sz="1151" b="0" i="0" kern="0" spc="-9">
                  <a:solidFill>
                    <a:srgbClr val="7B8BA0"/>
                  </a:solidFill>
                  <a:latin typeface="Inter"/>
                  <a:ea typeface="Inter"/>
                  <a:cs typeface="Inter"/>
                </a:defRPr>
              </a:lvl1pPr>
              <a:lvl2pPr algn="l">
                <a:defRPr sz="1151" b="0" i="0" kern="0" spc="-9">
                  <a:solidFill>
                    <a:srgbClr val="7B8BA0"/>
                  </a:solidFill>
                  <a:latin typeface="Inter"/>
                  <a:ea typeface="Inter"/>
                  <a:cs typeface="Inter"/>
                </a:defRPr>
              </a:lvl2pPr>
              <a:lvl3pPr algn="l">
                <a:defRPr sz="1151" b="0" i="0" kern="0" spc="-9">
                  <a:solidFill>
                    <a:srgbClr val="7B8BA0"/>
                  </a:solidFill>
                  <a:latin typeface="Inter"/>
                  <a:ea typeface="Inter"/>
                  <a:cs typeface="Inter"/>
                </a:defRPr>
              </a:lvl3pPr>
              <a:lvl4pPr algn="l">
                <a:defRPr sz="1151" b="0" i="0" kern="0" spc="-9">
                  <a:solidFill>
                    <a:srgbClr val="7B8BA0"/>
                  </a:solidFill>
                  <a:latin typeface="Inter"/>
                  <a:ea typeface="Inter"/>
                  <a:cs typeface="Inter"/>
                </a:defRPr>
              </a:lvl4pPr>
              <a:lvl5pPr algn="l">
                <a:defRPr sz="1151" b="0" i="0" kern="0" spc="-9">
                  <a:solidFill>
                    <a:srgbClr val="7B8BA0"/>
                  </a:solidFill>
                  <a:latin typeface="Inter"/>
                  <a:ea typeface="Inter"/>
                  <a:cs typeface="Inter"/>
                </a:defRPr>
              </a:lvl5pPr>
              <a:lvl6pPr algn="l">
                <a:defRPr sz="1151" b="0" i="0" kern="0" spc="-9">
                  <a:solidFill>
                    <a:srgbClr val="7B8BA0"/>
                  </a:solidFill>
                  <a:latin typeface="Inter"/>
                  <a:ea typeface="Inter"/>
                  <a:cs typeface="Inter"/>
                </a:defRPr>
              </a:lvl6pPr>
              <a:lvl7pPr algn="l">
                <a:defRPr sz="1151" b="0" i="0" kern="0" spc="-9">
                  <a:solidFill>
                    <a:srgbClr val="7B8BA0"/>
                  </a:solidFill>
                  <a:latin typeface="Inter"/>
                  <a:ea typeface="Inter"/>
                  <a:cs typeface="Inter"/>
                </a:defRPr>
              </a:lvl7pPr>
              <a:lvl8pPr algn="l">
                <a:defRPr sz="1151" b="0" i="0" kern="0" spc="-9">
                  <a:solidFill>
                    <a:srgbClr val="7B8BA0"/>
                  </a:solidFill>
                  <a:latin typeface="Inter"/>
                  <a:ea typeface="Inter"/>
                  <a:cs typeface="Inter"/>
                </a:defRPr>
              </a:lvl8pPr>
              <a:lvl9pPr algn="l">
                <a:defRPr sz="1151" b="0" i="0" kern="0" spc="-9">
                  <a:solidFill>
                    <a:srgbClr val="7B8BA0"/>
                  </a:solidFill>
                  <a:latin typeface="Inter"/>
                  <a:ea typeface="Inter"/>
                  <a:cs typeface="Inter"/>
                </a:defRPr>
              </a:lvl9pPr>
            </a:lstStyle>
            <a:p>
              <a:pPr algn="l">
                <a:lnSpc>
                  <a:spcPct val="100000"/>
                </a:lnSpc>
                <a:buNone/>
                <a:defRPr sz="1151" b="0" i="0" kern="0" spc="-9">
                  <a:solidFill>
                    <a:srgbClr val="7B8BA0"/>
                  </a:solidFill>
                  <a:latin typeface="Inter"/>
                  <a:ea typeface="Inter"/>
                  <a:cs typeface="Inter"/>
                </a:defRPr>
              </a:pPr>
              <a:r>
                <a:rPr sz="1151" b="0" i="0" kern="0" spc="-9">
                  <a:solidFill>
                    <a:srgbClr val="7B8BA0"/>
                  </a:solidFill>
                  <a:latin typeface="Inter"/>
                  <a:ea typeface="Inter"/>
                  <a:cs typeface="Inter"/>
                </a:rPr>
                <a:t>20</a:t>
              </a:r>
            </a:p>
          </p:txBody>
        </p:sp>
        <p:sp>
          <p:nvSpPr>
            <p:cNvPr id="90" name="s7 text 37">
              <a:extLst>
                <a:ext uri="{FF2B5EF4-FFF2-40B4-BE49-F238E27FC236}">
                  <a16:creationId xmlns:a16="http://schemas.microsoft.com/office/drawing/2014/main" id="{2A21D72E-E146-4AF5-89B6-5632C2D4B89F}"/>
                </a:ext>
              </a:extLst>
            </p:cNvPr>
            <p:cNvSpPr>
              <a:spLocks noGrp="1"/>
            </p:cNvSpPr>
            <p:nvPr/>
          </p:nvSpPr>
          <p:spPr>
            <a:xfrm>
              <a:off x="2973886" y="5767850"/>
              <a:ext cx="245059" cy="203377"/>
            </a:xfrm>
            <a:prstGeom prst="rect">
              <a:avLst/>
            </a:prstGeom>
            <a:noFill/>
            <a:ln w="0">
              <a:noFill/>
              <a:prstDash val="solid"/>
            </a:ln>
          </p:spPr>
          <p:txBody>
            <a:bodyPr wrap="none" lIns="0" tIns="0" rIns="0" bIns="0" anchor="t">
              <a:noAutofit/>
            </a:bodyPr>
            <a:lstStyle>
              <a:defPPr algn="l">
                <a:defRPr sz="1151" b="0" i="0" kern="0" spc="-9">
                  <a:solidFill>
                    <a:srgbClr val="7B8BA0"/>
                  </a:solidFill>
                  <a:latin typeface="Inter"/>
                  <a:ea typeface="Inter"/>
                  <a:cs typeface="Inter"/>
                </a:defRPr>
              </a:defPPr>
              <a:lvl1pPr algn="l">
                <a:defRPr sz="1151" b="0" i="0" kern="0" spc="-9">
                  <a:solidFill>
                    <a:srgbClr val="7B8BA0"/>
                  </a:solidFill>
                  <a:latin typeface="Inter"/>
                  <a:ea typeface="Inter"/>
                  <a:cs typeface="Inter"/>
                </a:defRPr>
              </a:lvl1pPr>
              <a:lvl2pPr algn="l">
                <a:defRPr sz="1151" b="0" i="0" kern="0" spc="-9">
                  <a:solidFill>
                    <a:srgbClr val="7B8BA0"/>
                  </a:solidFill>
                  <a:latin typeface="Inter"/>
                  <a:ea typeface="Inter"/>
                  <a:cs typeface="Inter"/>
                </a:defRPr>
              </a:lvl2pPr>
              <a:lvl3pPr algn="l">
                <a:defRPr sz="1151" b="0" i="0" kern="0" spc="-9">
                  <a:solidFill>
                    <a:srgbClr val="7B8BA0"/>
                  </a:solidFill>
                  <a:latin typeface="Inter"/>
                  <a:ea typeface="Inter"/>
                  <a:cs typeface="Inter"/>
                </a:defRPr>
              </a:lvl3pPr>
              <a:lvl4pPr algn="l">
                <a:defRPr sz="1151" b="0" i="0" kern="0" spc="-9">
                  <a:solidFill>
                    <a:srgbClr val="7B8BA0"/>
                  </a:solidFill>
                  <a:latin typeface="Inter"/>
                  <a:ea typeface="Inter"/>
                  <a:cs typeface="Inter"/>
                </a:defRPr>
              </a:lvl4pPr>
              <a:lvl5pPr algn="l">
                <a:defRPr sz="1151" b="0" i="0" kern="0" spc="-9">
                  <a:solidFill>
                    <a:srgbClr val="7B8BA0"/>
                  </a:solidFill>
                  <a:latin typeface="Inter"/>
                  <a:ea typeface="Inter"/>
                  <a:cs typeface="Inter"/>
                </a:defRPr>
              </a:lvl5pPr>
              <a:lvl6pPr algn="l">
                <a:defRPr sz="1151" b="0" i="0" kern="0" spc="-9">
                  <a:solidFill>
                    <a:srgbClr val="7B8BA0"/>
                  </a:solidFill>
                  <a:latin typeface="Inter"/>
                  <a:ea typeface="Inter"/>
                  <a:cs typeface="Inter"/>
                </a:defRPr>
              </a:lvl6pPr>
              <a:lvl7pPr algn="l">
                <a:defRPr sz="1151" b="0" i="0" kern="0" spc="-9">
                  <a:solidFill>
                    <a:srgbClr val="7B8BA0"/>
                  </a:solidFill>
                  <a:latin typeface="Inter"/>
                  <a:ea typeface="Inter"/>
                  <a:cs typeface="Inter"/>
                </a:defRPr>
              </a:lvl7pPr>
              <a:lvl8pPr algn="l">
                <a:defRPr sz="1151" b="0" i="0" kern="0" spc="-9">
                  <a:solidFill>
                    <a:srgbClr val="7B8BA0"/>
                  </a:solidFill>
                  <a:latin typeface="Inter"/>
                  <a:ea typeface="Inter"/>
                  <a:cs typeface="Inter"/>
                </a:defRPr>
              </a:lvl8pPr>
              <a:lvl9pPr algn="l">
                <a:defRPr sz="1151" b="0" i="0" kern="0" spc="-9">
                  <a:solidFill>
                    <a:srgbClr val="7B8BA0"/>
                  </a:solidFill>
                  <a:latin typeface="Inter"/>
                  <a:ea typeface="Inter"/>
                  <a:cs typeface="Inter"/>
                </a:defRPr>
              </a:lvl9pPr>
            </a:lstStyle>
            <a:p>
              <a:pPr algn="l">
                <a:lnSpc>
                  <a:spcPct val="100000"/>
                </a:lnSpc>
                <a:buNone/>
                <a:defRPr sz="1151" b="0" i="0" kern="0" spc="-9">
                  <a:solidFill>
                    <a:srgbClr val="7B8BA0"/>
                  </a:solidFill>
                  <a:latin typeface="Inter"/>
                  <a:ea typeface="Inter"/>
                  <a:cs typeface="Inter"/>
                </a:defRPr>
              </a:pPr>
              <a:r>
                <a:rPr sz="1151" b="0" i="0" kern="0" spc="-9">
                  <a:solidFill>
                    <a:srgbClr val="7B8BA0"/>
                  </a:solidFill>
                  <a:latin typeface="Inter"/>
                  <a:ea typeface="Inter"/>
                  <a:cs typeface="Inter"/>
                </a:rPr>
                <a:t>40</a:t>
              </a:r>
            </a:p>
          </p:txBody>
        </p:sp>
        <p:sp>
          <p:nvSpPr>
            <p:cNvPr id="91" name="s7 text 38">
              <a:extLst>
                <a:ext uri="{FF2B5EF4-FFF2-40B4-BE49-F238E27FC236}">
                  <a16:creationId xmlns:a16="http://schemas.microsoft.com/office/drawing/2014/main" id="{F9626D35-AB4E-4D7E-9AAC-16F4C841F88D}"/>
                </a:ext>
              </a:extLst>
            </p:cNvPr>
            <p:cNvSpPr>
              <a:spLocks noGrp="1"/>
            </p:cNvSpPr>
            <p:nvPr/>
          </p:nvSpPr>
          <p:spPr>
            <a:xfrm>
              <a:off x="3653994" y="5767850"/>
              <a:ext cx="241344" cy="203377"/>
            </a:xfrm>
            <a:prstGeom prst="rect">
              <a:avLst/>
            </a:prstGeom>
            <a:noFill/>
            <a:ln w="0">
              <a:noFill/>
              <a:prstDash val="solid"/>
            </a:ln>
          </p:spPr>
          <p:txBody>
            <a:bodyPr wrap="none" lIns="0" tIns="0" rIns="0" bIns="0" anchor="t">
              <a:noAutofit/>
            </a:bodyPr>
            <a:lstStyle>
              <a:defPPr algn="l">
                <a:defRPr sz="1151" b="0" i="0" kern="0" spc="-9">
                  <a:solidFill>
                    <a:srgbClr val="7B8BA0"/>
                  </a:solidFill>
                  <a:latin typeface="Inter"/>
                  <a:ea typeface="Inter"/>
                  <a:cs typeface="Inter"/>
                </a:defRPr>
              </a:defPPr>
              <a:lvl1pPr algn="l">
                <a:defRPr sz="1151" b="0" i="0" kern="0" spc="-9">
                  <a:solidFill>
                    <a:srgbClr val="7B8BA0"/>
                  </a:solidFill>
                  <a:latin typeface="Inter"/>
                  <a:ea typeface="Inter"/>
                  <a:cs typeface="Inter"/>
                </a:defRPr>
              </a:lvl1pPr>
              <a:lvl2pPr algn="l">
                <a:defRPr sz="1151" b="0" i="0" kern="0" spc="-9">
                  <a:solidFill>
                    <a:srgbClr val="7B8BA0"/>
                  </a:solidFill>
                  <a:latin typeface="Inter"/>
                  <a:ea typeface="Inter"/>
                  <a:cs typeface="Inter"/>
                </a:defRPr>
              </a:lvl2pPr>
              <a:lvl3pPr algn="l">
                <a:defRPr sz="1151" b="0" i="0" kern="0" spc="-9">
                  <a:solidFill>
                    <a:srgbClr val="7B8BA0"/>
                  </a:solidFill>
                  <a:latin typeface="Inter"/>
                  <a:ea typeface="Inter"/>
                  <a:cs typeface="Inter"/>
                </a:defRPr>
              </a:lvl3pPr>
              <a:lvl4pPr algn="l">
                <a:defRPr sz="1151" b="0" i="0" kern="0" spc="-9">
                  <a:solidFill>
                    <a:srgbClr val="7B8BA0"/>
                  </a:solidFill>
                  <a:latin typeface="Inter"/>
                  <a:ea typeface="Inter"/>
                  <a:cs typeface="Inter"/>
                </a:defRPr>
              </a:lvl4pPr>
              <a:lvl5pPr algn="l">
                <a:defRPr sz="1151" b="0" i="0" kern="0" spc="-9">
                  <a:solidFill>
                    <a:srgbClr val="7B8BA0"/>
                  </a:solidFill>
                  <a:latin typeface="Inter"/>
                  <a:ea typeface="Inter"/>
                  <a:cs typeface="Inter"/>
                </a:defRPr>
              </a:lvl5pPr>
              <a:lvl6pPr algn="l">
                <a:defRPr sz="1151" b="0" i="0" kern="0" spc="-9">
                  <a:solidFill>
                    <a:srgbClr val="7B8BA0"/>
                  </a:solidFill>
                  <a:latin typeface="Inter"/>
                  <a:ea typeface="Inter"/>
                  <a:cs typeface="Inter"/>
                </a:defRPr>
              </a:lvl6pPr>
              <a:lvl7pPr algn="l">
                <a:defRPr sz="1151" b="0" i="0" kern="0" spc="-9">
                  <a:solidFill>
                    <a:srgbClr val="7B8BA0"/>
                  </a:solidFill>
                  <a:latin typeface="Inter"/>
                  <a:ea typeface="Inter"/>
                  <a:cs typeface="Inter"/>
                </a:defRPr>
              </a:lvl7pPr>
              <a:lvl8pPr algn="l">
                <a:defRPr sz="1151" b="0" i="0" kern="0" spc="-9">
                  <a:solidFill>
                    <a:srgbClr val="7B8BA0"/>
                  </a:solidFill>
                  <a:latin typeface="Inter"/>
                  <a:ea typeface="Inter"/>
                  <a:cs typeface="Inter"/>
                </a:defRPr>
              </a:lvl8pPr>
              <a:lvl9pPr algn="l">
                <a:defRPr sz="1151" b="0" i="0" kern="0" spc="-9">
                  <a:solidFill>
                    <a:srgbClr val="7B8BA0"/>
                  </a:solidFill>
                  <a:latin typeface="Inter"/>
                  <a:ea typeface="Inter"/>
                  <a:cs typeface="Inter"/>
                </a:defRPr>
              </a:lvl9pPr>
            </a:lstStyle>
            <a:p>
              <a:pPr algn="l">
                <a:lnSpc>
                  <a:spcPct val="100000"/>
                </a:lnSpc>
                <a:buNone/>
                <a:defRPr sz="1151" b="0" i="0" kern="0" spc="-9">
                  <a:solidFill>
                    <a:srgbClr val="7B8BA0"/>
                  </a:solidFill>
                  <a:latin typeface="Inter"/>
                  <a:ea typeface="Inter"/>
                  <a:cs typeface="Inter"/>
                </a:defRPr>
              </a:pPr>
              <a:r>
                <a:rPr sz="1151" b="0" i="0" kern="0" spc="-9">
                  <a:solidFill>
                    <a:srgbClr val="7B8BA0"/>
                  </a:solidFill>
                  <a:latin typeface="Inter"/>
                  <a:ea typeface="Inter"/>
                  <a:cs typeface="Inter"/>
                </a:rPr>
                <a:t>60</a:t>
              </a:r>
            </a:p>
          </p:txBody>
        </p:sp>
        <p:sp>
          <p:nvSpPr>
            <p:cNvPr id="92" name="s7 text 39">
              <a:extLst>
                <a:ext uri="{FF2B5EF4-FFF2-40B4-BE49-F238E27FC236}">
                  <a16:creationId xmlns:a16="http://schemas.microsoft.com/office/drawing/2014/main" id="{233F4A8E-82A5-4EA4-B0F1-EFE2E1A04D56}"/>
                </a:ext>
              </a:extLst>
            </p:cNvPr>
            <p:cNvSpPr>
              <a:spLocks noGrp="1"/>
            </p:cNvSpPr>
            <p:nvPr/>
          </p:nvSpPr>
          <p:spPr>
            <a:xfrm>
              <a:off x="4332315" y="5767850"/>
              <a:ext cx="241059" cy="203377"/>
            </a:xfrm>
            <a:prstGeom prst="rect">
              <a:avLst/>
            </a:prstGeom>
            <a:noFill/>
            <a:ln w="0">
              <a:noFill/>
              <a:prstDash val="solid"/>
            </a:ln>
          </p:spPr>
          <p:txBody>
            <a:bodyPr wrap="none" lIns="0" tIns="0" rIns="0" bIns="0" anchor="t">
              <a:noAutofit/>
            </a:bodyPr>
            <a:lstStyle>
              <a:defPPr algn="l">
                <a:defRPr sz="1151" b="0" i="0" kern="0" spc="-9">
                  <a:solidFill>
                    <a:srgbClr val="7B8BA0"/>
                  </a:solidFill>
                  <a:latin typeface="Inter"/>
                  <a:ea typeface="Inter"/>
                  <a:cs typeface="Inter"/>
                </a:defRPr>
              </a:defPPr>
              <a:lvl1pPr algn="l">
                <a:defRPr sz="1151" b="0" i="0" kern="0" spc="-9">
                  <a:solidFill>
                    <a:srgbClr val="7B8BA0"/>
                  </a:solidFill>
                  <a:latin typeface="Inter"/>
                  <a:ea typeface="Inter"/>
                  <a:cs typeface="Inter"/>
                </a:defRPr>
              </a:lvl1pPr>
              <a:lvl2pPr algn="l">
                <a:defRPr sz="1151" b="0" i="0" kern="0" spc="-9">
                  <a:solidFill>
                    <a:srgbClr val="7B8BA0"/>
                  </a:solidFill>
                  <a:latin typeface="Inter"/>
                  <a:ea typeface="Inter"/>
                  <a:cs typeface="Inter"/>
                </a:defRPr>
              </a:lvl2pPr>
              <a:lvl3pPr algn="l">
                <a:defRPr sz="1151" b="0" i="0" kern="0" spc="-9">
                  <a:solidFill>
                    <a:srgbClr val="7B8BA0"/>
                  </a:solidFill>
                  <a:latin typeface="Inter"/>
                  <a:ea typeface="Inter"/>
                  <a:cs typeface="Inter"/>
                </a:defRPr>
              </a:lvl3pPr>
              <a:lvl4pPr algn="l">
                <a:defRPr sz="1151" b="0" i="0" kern="0" spc="-9">
                  <a:solidFill>
                    <a:srgbClr val="7B8BA0"/>
                  </a:solidFill>
                  <a:latin typeface="Inter"/>
                  <a:ea typeface="Inter"/>
                  <a:cs typeface="Inter"/>
                </a:defRPr>
              </a:lvl4pPr>
              <a:lvl5pPr algn="l">
                <a:defRPr sz="1151" b="0" i="0" kern="0" spc="-9">
                  <a:solidFill>
                    <a:srgbClr val="7B8BA0"/>
                  </a:solidFill>
                  <a:latin typeface="Inter"/>
                  <a:ea typeface="Inter"/>
                  <a:cs typeface="Inter"/>
                </a:defRPr>
              </a:lvl5pPr>
              <a:lvl6pPr algn="l">
                <a:defRPr sz="1151" b="0" i="0" kern="0" spc="-9">
                  <a:solidFill>
                    <a:srgbClr val="7B8BA0"/>
                  </a:solidFill>
                  <a:latin typeface="Inter"/>
                  <a:ea typeface="Inter"/>
                  <a:cs typeface="Inter"/>
                </a:defRPr>
              </a:lvl6pPr>
              <a:lvl7pPr algn="l">
                <a:defRPr sz="1151" b="0" i="0" kern="0" spc="-9">
                  <a:solidFill>
                    <a:srgbClr val="7B8BA0"/>
                  </a:solidFill>
                  <a:latin typeface="Inter"/>
                  <a:ea typeface="Inter"/>
                  <a:cs typeface="Inter"/>
                </a:defRPr>
              </a:lvl7pPr>
              <a:lvl8pPr algn="l">
                <a:defRPr sz="1151" b="0" i="0" kern="0" spc="-9">
                  <a:solidFill>
                    <a:srgbClr val="7B8BA0"/>
                  </a:solidFill>
                  <a:latin typeface="Inter"/>
                  <a:ea typeface="Inter"/>
                  <a:cs typeface="Inter"/>
                </a:defRPr>
              </a:lvl8pPr>
              <a:lvl9pPr algn="l">
                <a:defRPr sz="1151" b="0" i="0" kern="0" spc="-9">
                  <a:solidFill>
                    <a:srgbClr val="7B8BA0"/>
                  </a:solidFill>
                  <a:latin typeface="Inter"/>
                  <a:ea typeface="Inter"/>
                  <a:cs typeface="Inter"/>
                </a:defRPr>
              </a:lvl9pPr>
            </a:lstStyle>
            <a:p>
              <a:pPr algn="l">
                <a:lnSpc>
                  <a:spcPct val="100000"/>
                </a:lnSpc>
                <a:buNone/>
                <a:defRPr sz="1151" b="0" i="0" kern="0" spc="-9">
                  <a:solidFill>
                    <a:srgbClr val="7B8BA0"/>
                  </a:solidFill>
                  <a:latin typeface="Inter"/>
                  <a:ea typeface="Inter"/>
                  <a:cs typeface="Inter"/>
                </a:defRPr>
              </a:pPr>
              <a:r>
                <a:rPr sz="1151" b="0" i="0" kern="0" spc="-9">
                  <a:solidFill>
                    <a:srgbClr val="7B8BA0"/>
                  </a:solidFill>
                  <a:latin typeface="Inter"/>
                  <a:ea typeface="Inter"/>
                  <a:cs typeface="Inter"/>
                </a:rPr>
                <a:t>80</a:t>
              </a:r>
            </a:p>
          </p:txBody>
        </p:sp>
        <p:sp>
          <p:nvSpPr>
            <p:cNvPr id="93" name="s7 text 40">
              <a:extLst>
                <a:ext uri="{FF2B5EF4-FFF2-40B4-BE49-F238E27FC236}">
                  <a16:creationId xmlns:a16="http://schemas.microsoft.com/office/drawing/2014/main" id="{32F18115-A815-46B6-B2D7-03B001D8AB79}"/>
                </a:ext>
              </a:extLst>
            </p:cNvPr>
            <p:cNvSpPr>
              <a:spLocks noGrp="1"/>
            </p:cNvSpPr>
            <p:nvPr/>
          </p:nvSpPr>
          <p:spPr>
            <a:xfrm>
              <a:off x="4980387" y="5767850"/>
              <a:ext cx="302304" cy="203377"/>
            </a:xfrm>
            <a:prstGeom prst="rect">
              <a:avLst/>
            </a:prstGeom>
            <a:noFill/>
            <a:ln w="0">
              <a:noFill/>
              <a:prstDash val="solid"/>
            </a:ln>
          </p:spPr>
          <p:txBody>
            <a:bodyPr wrap="none" lIns="0" tIns="0" rIns="0" bIns="0" anchor="t">
              <a:noAutofit/>
            </a:bodyPr>
            <a:lstStyle>
              <a:defPPr algn="l">
                <a:defRPr sz="1151" b="0" i="0" kern="0" spc="-9">
                  <a:solidFill>
                    <a:srgbClr val="7B8BA0"/>
                  </a:solidFill>
                  <a:latin typeface="Inter"/>
                  <a:ea typeface="Inter"/>
                  <a:cs typeface="Inter"/>
                </a:defRPr>
              </a:defPPr>
              <a:lvl1pPr algn="l">
                <a:defRPr sz="1151" b="0" i="0" kern="0" spc="-9">
                  <a:solidFill>
                    <a:srgbClr val="7B8BA0"/>
                  </a:solidFill>
                  <a:latin typeface="Inter"/>
                  <a:ea typeface="Inter"/>
                  <a:cs typeface="Inter"/>
                </a:defRPr>
              </a:lvl1pPr>
              <a:lvl2pPr algn="l">
                <a:defRPr sz="1151" b="0" i="0" kern="0" spc="-9">
                  <a:solidFill>
                    <a:srgbClr val="7B8BA0"/>
                  </a:solidFill>
                  <a:latin typeface="Inter"/>
                  <a:ea typeface="Inter"/>
                  <a:cs typeface="Inter"/>
                </a:defRPr>
              </a:lvl2pPr>
              <a:lvl3pPr algn="l">
                <a:defRPr sz="1151" b="0" i="0" kern="0" spc="-9">
                  <a:solidFill>
                    <a:srgbClr val="7B8BA0"/>
                  </a:solidFill>
                  <a:latin typeface="Inter"/>
                  <a:ea typeface="Inter"/>
                  <a:cs typeface="Inter"/>
                </a:defRPr>
              </a:lvl3pPr>
              <a:lvl4pPr algn="l">
                <a:defRPr sz="1151" b="0" i="0" kern="0" spc="-9">
                  <a:solidFill>
                    <a:srgbClr val="7B8BA0"/>
                  </a:solidFill>
                  <a:latin typeface="Inter"/>
                  <a:ea typeface="Inter"/>
                  <a:cs typeface="Inter"/>
                </a:defRPr>
              </a:lvl4pPr>
              <a:lvl5pPr algn="l">
                <a:defRPr sz="1151" b="0" i="0" kern="0" spc="-9">
                  <a:solidFill>
                    <a:srgbClr val="7B8BA0"/>
                  </a:solidFill>
                  <a:latin typeface="Inter"/>
                  <a:ea typeface="Inter"/>
                  <a:cs typeface="Inter"/>
                </a:defRPr>
              </a:lvl5pPr>
              <a:lvl6pPr algn="l">
                <a:defRPr sz="1151" b="0" i="0" kern="0" spc="-9">
                  <a:solidFill>
                    <a:srgbClr val="7B8BA0"/>
                  </a:solidFill>
                  <a:latin typeface="Inter"/>
                  <a:ea typeface="Inter"/>
                  <a:cs typeface="Inter"/>
                </a:defRPr>
              </a:lvl6pPr>
              <a:lvl7pPr algn="l">
                <a:defRPr sz="1151" b="0" i="0" kern="0" spc="-9">
                  <a:solidFill>
                    <a:srgbClr val="7B8BA0"/>
                  </a:solidFill>
                  <a:latin typeface="Inter"/>
                  <a:ea typeface="Inter"/>
                  <a:cs typeface="Inter"/>
                </a:defRPr>
              </a:lvl7pPr>
              <a:lvl8pPr algn="l">
                <a:defRPr sz="1151" b="0" i="0" kern="0" spc="-9">
                  <a:solidFill>
                    <a:srgbClr val="7B8BA0"/>
                  </a:solidFill>
                  <a:latin typeface="Inter"/>
                  <a:ea typeface="Inter"/>
                  <a:cs typeface="Inter"/>
                </a:defRPr>
              </a:lvl8pPr>
              <a:lvl9pPr algn="l">
                <a:defRPr sz="1151" b="0" i="0" kern="0" spc="-9">
                  <a:solidFill>
                    <a:srgbClr val="7B8BA0"/>
                  </a:solidFill>
                  <a:latin typeface="Inter"/>
                  <a:ea typeface="Inter"/>
                  <a:cs typeface="Inter"/>
                </a:defRPr>
              </a:lvl9pPr>
            </a:lstStyle>
            <a:p>
              <a:pPr algn="l">
                <a:lnSpc>
                  <a:spcPct val="100000"/>
                </a:lnSpc>
                <a:buNone/>
                <a:defRPr sz="1151" b="0" i="0" kern="0" spc="-9">
                  <a:solidFill>
                    <a:srgbClr val="7B8BA0"/>
                  </a:solidFill>
                  <a:latin typeface="Inter"/>
                  <a:ea typeface="Inter"/>
                  <a:cs typeface="Inter"/>
                </a:defRPr>
              </a:pPr>
              <a:r>
                <a:rPr sz="1151" b="0" i="0" kern="0" spc="-9">
                  <a:solidFill>
                    <a:srgbClr val="7B8BA0"/>
                  </a:solidFill>
                  <a:latin typeface="Inter"/>
                  <a:ea typeface="Inter"/>
                  <a:cs typeface="Inter"/>
                </a:rPr>
                <a:t>100</a:t>
              </a:r>
            </a:p>
          </p:txBody>
        </p:sp>
        <p:sp>
          <p:nvSpPr>
            <p:cNvPr id="94" name="s7 text 41">
              <a:extLst>
                <a:ext uri="{FF2B5EF4-FFF2-40B4-BE49-F238E27FC236}">
                  <a16:creationId xmlns:a16="http://schemas.microsoft.com/office/drawing/2014/main" id="{AE70B35D-14DE-41B7-A450-5FE90647703D}"/>
                </a:ext>
              </a:extLst>
            </p:cNvPr>
            <p:cNvSpPr>
              <a:spLocks noGrp="1"/>
            </p:cNvSpPr>
            <p:nvPr/>
          </p:nvSpPr>
          <p:spPr>
            <a:xfrm>
              <a:off x="5660159" y="5767850"/>
              <a:ext cx="299256" cy="203377"/>
            </a:xfrm>
            <a:prstGeom prst="rect">
              <a:avLst/>
            </a:prstGeom>
            <a:noFill/>
            <a:ln w="0">
              <a:noFill/>
              <a:prstDash val="solid"/>
            </a:ln>
          </p:spPr>
          <p:txBody>
            <a:bodyPr wrap="none" lIns="0" tIns="0" rIns="0" bIns="0" anchor="t">
              <a:noAutofit/>
            </a:bodyPr>
            <a:lstStyle>
              <a:defPPr algn="l">
                <a:defRPr sz="1151" b="0" i="0" kern="0" spc="-9">
                  <a:solidFill>
                    <a:srgbClr val="7B8BA0"/>
                  </a:solidFill>
                  <a:latin typeface="Inter"/>
                  <a:ea typeface="Inter"/>
                  <a:cs typeface="Inter"/>
                </a:defRPr>
              </a:defPPr>
              <a:lvl1pPr algn="l">
                <a:defRPr sz="1151" b="0" i="0" kern="0" spc="-9">
                  <a:solidFill>
                    <a:srgbClr val="7B8BA0"/>
                  </a:solidFill>
                  <a:latin typeface="Inter"/>
                  <a:ea typeface="Inter"/>
                  <a:cs typeface="Inter"/>
                </a:defRPr>
              </a:lvl1pPr>
              <a:lvl2pPr algn="l">
                <a:defRPr sz="1151" b="0" i="0" kern="0" spc="-9">
                  <a:solidFill>
                    <a:srgbClr val="7B8BA0"/>
                  </a:solidFill>
                  <a:latin typeface="Inter"/>
                  <a:ea typeface="Inter"/>
                  <a:cs typeface="Inter"/>
                </a:defRPr>
              </a:lvl2pPr>
              <a:lvl3pPr algn="l">
                <a:defRPr sz="1151" b="0" i="0" kern="0" spc="-9">
                  <a:solidFill>
                    <a:srgbClr val="7B8BA0"/>
                  </a:solidFill>
                  <a:latin typeface="Inter"/>
                  <a:ea typeface="Inter"/>
                  <a:cs typeface="Inter"/>
                </a:defRPr>
              </a:lvl3pPr>
              <a:lvl4pPr algn="l">
                <a:defRPr sz="1151" b="0" i="0" kern="0" spc="-9">
                  <a:solidFill>
                    <a:srgbClr val="7B8BA0"/>
                  </a:solidFill>
                  <a:latin typeface="Inter"/>
                  <a:ea typeface="Inter"/>
                  <a:cs typeface="Inter"/>
                </a:defRPr>
              </a:lvl4pPr>
              <a:lvl5pPr algn="l">
                <a:defRPr sz="1151" b="0" i="0" kern="0" spc="-9">
                  <a:solidFill>
                    <a:srgbClr val="7B8BA0"/>
                  </a:solidFill>
                  <a:latin typeface="Inter"/>
                  <a:ea typeface="Inter"/>
                  <a:cs typeface="Inter"/>
                </a:defRPr>
              </a:lvl5pPr>
              <a:lvl6pPr algn="l">
                <a:defRPr sz="1151" b="0" i="0" kern="0" spc="-9">
                  <a:solidFill>
                    <a:srgbClr val="7B8BA0"/>
                  </a:solidFill>
                  <a:latin typeface="Inter"/>
                  <a:ea typeface="Inter"/>
                  <a:cs typeface="Inter"/>
                </a:defRPr>
              </a:lvl6pPr>
              <a:lvl7pPr algn="l">
                <a:defRPr sz="1151" b="0" i="0" kern="0" spc="-9">
                  <a:solidFill>
                    <a:srgbClr val="7B8BA0"/>
                  </a:solidFill>
                  <a:latin typeface="Inter"/>
                  <a:ea typeface="Inter"/>
                  <a:cs typeface="Inter"/>
                </a:defRPr>
              </a:lvl7pPr>
              <a:lvl8pPr algn="l">
                <a:defRPr sz="1151" b="0" i="0" kern="0" spc="-9">
                  <a:solidFill>
                    <a:srgbClr val="7B8BA0"/>
                  </a:solidFill>
                  <a:latin typeface="Inter"/>
                  <a:ea typeface="Inter"/>
                  <a:cs typeface="Inter"/>
                </a:defRPr>
              </a:lvl8pPr>
              <a:lvl9pPr algn="l">
                <a:defRPr sz="1151" b="0" i="0" kern="0" spc="-9">
                  <a:solidFill>
                    <a:srgbClr val="7B8BA0"/>
                  </a:solidFill>
                  <a:latin typeface="Inter"/>
                  <a:ea typeface="Inter"/>
                  <a:cs typeface="Inter"/>
                </a:defRPr>
              </a:lvl9pPr>
            </a:lstStyle>
            <a:p>
              <a:pPr algn="l">
                <a:lnSpc>
                  <a:spcPct val="100000"/>
                </a:lnSpc>
                <a:buNone/>
                <a:defRPr sz="1151" b="0" i="0" kern="0" spc="-9">
                  <a:solidFill>
                    <a:srgbClr val="7B8BA0"/>
                  </a:solidFill>
                  <a:latin typeface="Inter"/>
                  <a:ea typeface="Inter"/>
                  <a:cs typeface="Inter"/>
                </a:defRPr>
              </a:pPr>
              <a:r>
                <a:rPr sz="1151" b="0" i="0" kern="0" spc="-9">
                  <a:solidFill>
                    <a:srgbClr val="7B8BA0"/>
                  </a:solidFill>
                  <a:latin typeface="Inter"/>
                  <a:ea typeface="Inter"/>
                  <a:cs typeface="Inter"/>
                </a:rPr>
                <a:t>120</a:t>
              </a:r>
            </a:p>
          </p:txBody>
        </p:sp>
        <p:sp>
          <p:nvSpPr>
            <p:cNvPr id="95" name="s7 text 42">
              <a:extLst>
                <a:ext uri="{FF2B5EF4-FFF2-40B4-BE49-F238E27FC236}">
                  <a16:creationId xmlns:a16="http://schemas.microsoft.com/office/drawing/2014/main" id="{333BD3BC-92F2-4144-9AC2-6F9C7B2DA314}"/>
                </a:ext>
              </a:extLst>
            </p:cNvPr>
            <p:cNvSpPr>
              <a:spLocks noGrp="1"/>
            </p:cNvSpPr>
            <p:nvPr/>
          </p:nvSpPr>
          <p:spPr>
            <a:xfrm>
              <a:off x="6335690" y="5767850"/>
              <a:ext cx="304495" cy="203377"/>
            </a:xfrm>
            <a:prstGeom prst="rect">
              <a:avLst/>
            </a:prstGeom>
            <a:noFill/>
            <a:ln w="0">
              <a:noFill/>
              <a:prstDash val="solid"/>
            </a:ln>
          </p:spPr>
          <p:txBody>
            <a:bodyPr wrap="none" lIns="0" tIns="0" rIns="0" bIns="0" anchor="t">
              <a:noAutofit/>
            </a:bodyPr>
            <a:lstStyle>
              <a:defPPr algn="l">
                <a:defRPr sz="1151" b="0" i="0" kern="0" spc="-9">
                  <a:solidFill>
                    <a:srgbClr val="7B8BA0"/>
                  </a:solidFill>
                  <a:latin typeface="Inter"/>
                  <a:ea typeface="Inter"/>
                  <a:cs typeface="Inter"/>
                </a:defRPr>
              </a:defPPr>
              <a:lvl1pPr algn="l">
                <a:defRPr sz="1151" b="0" i="0" kern="0" spc="-9">
                  <a:solidFill>
                    <a:srgbClr val="7B8BA0"/>
                  </a:solidFill>
                  <a:latin typeface="Inter"/>
                  <a:ea typeface="Inter"/>
                  <a:cs typeface="Inter"/>
                </a:defRPr>
              </a:lvl1pPr>
              <a:lvl2pPr algn="l">
                <a:defRPr sz="1151" b="0" i="0" kern="0" spc="-9">
                  <a:solidFill>
                    <a:srgbClr val="7B8BA0"/>
                  </a:solidFill>
                  <a:latin typeface="Inter"/>
                  <a:ea typeface="Inter"/>
                  <a:cs typeface="Inter"/>
                </a:defRPr>
              </a:lvl2pPr>
              <a:lvl3pPr algn="l">
                <a:defRPr sz="1151" b="0" i="0" kern="0" spc="-9">
                  <a:solidFill>
                    <a:srgbClr val="7B8BA0"/>
                  </a:solidFill>
                  <a:latin typeface="Inter"/>
                  <a:ea typeface="Inter"/>
                  <a:cs typeface="Inter"/>
                </a:defRPr>
              </a:lvl3pPr>
              <a:lvl4pPr algn="l">
                <a:defRPr sz="1151" b="0" i="0" kern="0" spc="-9">
                  <a:solidFill>
                    <a:srgbClr val="7B8BA0"/>
                  </a:solidFill>
                  <a:latin typeface="Inter"/>
                  <a:ea typeface="Inter"/>
                  <a:cs typeface="Inter"/>
                </a:defRPr>
              </a:lvl4pPr>
              <a:lvl5pPr algn="l">
                <a:defRPr sz="1151" b="0" i="0" kern="0" spc="-9">
                  <a:solidFill>
                    <a:srgbClr val="7B8BA0"/>
                  </a:solidFill>
                  <a:latin typeface="Inter"/>
                  <a:ea typeface="Inter"/>
                  <a:cs typeface="Inter"/>
                </a:defRPr>
              </a:lvl5pPr>
              <a:lvl6pPr algn="l">
                <a:defRPr sz="1151" b="0" i="0" kern="0" spc="-9">
                  <a:solidFill>
                    <a:srgbClr val="7B8BA0"/>
                  </a:solidFill>
                  <a:latin typeface="Inter"/>
                  <a:ea typeface="Inter"/>
                  <a:cs typeface="Inter"/>
                </a:defRPr>
              </a:lvl6pPr>
              <a:lvl7pPr algn="l">
                <a:defRPr sz="1151" b="0" i="0" kern="0" spc="-9">
                  <a:solidFill>
                    <a:srgbClr val="7B8BA0"/>
                  </a:solidFill>
                  <a:latin typeface="Inter"/>
                  <a:ea typeface="Inter"/>
                  <a:cs typeface="Inter"/>
                </a:defRPr>
              </a:lvl7pPr>
              <a:lvl8pPr algn="l">
                <a:defRPr sz="1151" b="0" i="0" kern="0" spc="-9">
                  <a:solidFill>
                    <a:srgbClr val="7B8BA0"/>
                  </a:solidFill>
                  <a:latin typeface="Inter"/>
                  <a:ea typeface="Inter"/>
                  <a:cs typeface="Inter"/>
                </a:defRPr>
              </a:lvl8pPr>
              <a:lvl9pPr algn="l">
                <a:defRPr sz="1151" b="0" i="0" kern="0" spc="-9">
                  <a:solidFill>
                    <a:srgbClr val="7B8BA0"/>
                  </a:solidFill>
                  <a:latin typeface="Inter"/>
                  <a:ea typeface="Inter"/>
                  <a:cs typeface="Inter"/>
                </a:defRPr>
              </a:lvl9pPr>
            </a:lstStyle>
            <a:p>
              <a:pPr algn="l">
                <a:lnSpc>
                  <a:spcPct val="100000"/>
                </a:lnSpc>
                <a:buNone/>
                <a:defRPr sz="1151" b="0" i="0" kern="0" spc="-9">
                  <a:solidFill>
                    <a:srgbClr val="7B8BA0"/>
                  </a:solidFill>
                  <a:latin typeface="Inter"/>
                  <a:ea typeface="Inter"/>
                  <a:cs typeface="Inter"/>
                </a:defRPr>
              </a:pPr>
              <a:r>
                <a:rPr sz="1151" b="0" i="0" kern="0" spc="-9">
                  <a:solidFill>
                    <a:srgbClr val="7B8BA0"/>
                  </a:solidFill>
                  <a:latin typeface="Inter"/>
                  <a:ea typeface="Inter"/>
                  <a:cs typeface="Inter"/>
                </a:rPr>
                <a:t>140</a:t>
              </a:r>
            </a:p>
          </p:txBody>
        </p:sp>
        <p:sp>
          <p:nvSpPr>
            <p:cNvPr id="96" name="s7 text 43">
              <a:extLst>
                <a:ext uri="{FF2B5EF4-FFF2-40B4-BE49-F238E27FC236}">
                  <a16:creationId xmlns:a16="http://schemas.microsoft.com/office/drawing/2014/main" id="{0ECB8A50-0D94-4527-A734-0E051F69BFD9}"/>
                </a:ext>
              </a:extLst>
            </p:cNvPr>
            <p:cNvSpPr>
              <a:spLocks noGrp="1"/>
            </p:cNvSpPr>
            <p:nvPr/>
          </p:nvSpPr>
          <p:spPr>
            <a:xfrm>
              <a:off x="7015798" y="5767850"/>
              <a:ext cx="300780" cy="203377"/>
            </a:xfrm>
            <a:prstGeom prst="rect">
              <a:avLst/>
            </a:prstGeom>
            <a:noFill/>
            <a:ln w="0">
              <a:noFill/>
              <a:prstDash val="solid"/>
            </a:ln>
          </p:spPr>
          <p:txBody>
            <a:bodyPr wrap="none" lIns="0" tIns="0" rIns="0" bIns="0" anchor="t">
              <a:noAutofit/>
            </a:bodyPr>
            <a:lstStyle>
              <a:defPPr algn="l">
                <a:defRPr sz="1151" b="0" i="0" kern="0" spc="-9">
                  <a:solidFill>
                    <a:srgbClr val="7B8BA0"/>
                  </a:solidFill>
                  <a:latin typeface="Inter"/>
                  <a:ea typeface="Inter"/>
                  <a:cs typeface="Inter"/>
                </a:defRPr>
              </a:defPPr>
              <a:lvl1pPr algn="l">
                <a:defRPr sz="1151" b="0" i="0" kern="0" spc="-9">
                  <a:solidFill>
                    <a:srgbClr val="7B8BA0"/>
                  </a:solidFill>
                  <a:latin typeface="Inter"/>
                  <a:ea typeface="Inter"/>
                  <a:cs typeface="Inter"/>
                </a:defRPr>
              </a:lvl1pPr>
              <a:lvl2pPr algn="l">
                <a:defRPr sz="1151" b="0" i="0" kern="0" spc="-9">
                  <a:solidFill>
                    <a:srgbClr val="7B8BA0"/>
                  </a:solidFill>
                  <a:latin typeface="Inter"/>
                  <a:ea typeface="Inter"/>
                  <a:cs typeface="Inter"/>
                </a:defRPr>
              </a:lvl2pPr>
              <a:lvl3pPr algn="l">
                <a:defRPr sz="1151" b="0" i="0" kern="0" spc="-9">
                  <a:solidFill>
                    <a:srgbClr val="7B8BA0"/>
                  </a:solidFill>
                  <a:latin typeface="Inter"/>
                  <a:ea typeface="Inter"/>
                  <a:cs typeface="Inter"/>
                </a:defRPr>
              </a:lvl3pPr>
              <a:lvl4pPr algn="l">
                <a:defRPr sz="1151" b="0" i="0" kern="0" spc="-9">
                  <a:solidFill>
                    <a:srgbClr val="7B8BA0"/>
                  </a:solidFill>
                  <a:latin typeface="Inter"/>
                  <a:ea typeface="Inter"/>
                  <a:cs typeface="Inter"/>
                </a:defRPr>
              </a:lvl4pPr>
              <a:lvl5pPr algn="l">
                <a:defRPr sz="1151" b="0" i="0" kern="0" spc="-9">
                  <a:solidFill>
                    <a:srgbClr val="7B8BA0"/>
                  </a:solidFill>
                  <a:latin typeface="Inter"/>
                  <a:ea typeface="Inter"/>
                  <a:cs typeface="Inter"/>
                </a:defRPr>
              </a:lvl5pPr>
              <a:lvl6pPr algn="l">
                <a:defRPr sz="1151" b="0" i="0" kern="0" spc="-9">
                  <a:solidFill>
                    <a:srgbClr val="7B8BA0"/>
                  </a:solidFill>
                  <a:latin typeface="Inter"/>
                  <a:ea typeface="Inter"/>
                  <a:cs typeface="Inter"/>
                </a:defRPr>
              </a:lvl6pPr>
              <a:lvl7pPr algn="l">
                <a:defRPr sz="1151" b="0" i="0" kern="0" spc="-9">
                  <a:solidFill>
                    <a:srgbClr val="7B8BA0"/>
                  </a:solidFill>
                  <a:latin typeface="Inter"/>
                  <a:ea typeface="Inter"/>
                  <a:cs typeface="Inter"/>
                </a:defRPr>
              </a:lvl7pPr>
              <a:lvl8pPr algn="l">
                <a:defRPr sz="1151" b="0" i="0" kern="0" spc="-9">
                  <a:solidFill>
                    <a:srgbClr val="7B8BA0"/>
                  </a:solidFill>
                  <a:latin typeface="Inter"/>
                  <a:ea typeface="Inter"/>
                  <a:cs typeface="Inter"/>
                </a:defRPr>
              </a:lvl8pPr>
              <a:lvl9pPr algn="l">
                <a:defRPr sz="1151" b="0" i="0" kern="0" spc="-9">
                  <a:solidFill>
                    <a:srgbClr val="7B8BA0"/>
                  </a:solidFill>
                  <a:latin typeface="Inter"/>
                  <a:ea typeface="Inter"/>
                  <a:cs typeface="Inter"/>
                </a:defRPr>
              </a:lvl9pPr>
            </a:lstStyle>
            <a:p>
              <a:pPr algn="l">
                <a:lnSpc>
                  <a:spcPct val="100000"/>
                </a:lnSpc>
                <a:buNone/>
                <a:defRPr sz="1151" b="0" i="0" kern="0" spc="-9">
                  <a:solidFill>
                    <a:srgbClr val="7B8BA0"/>
                  </a:solidFill>
                  <a:latin typeface="Inter"/>
                  <a:ea typeface="Inter"/>
                  <a:cs typeface="Inter"/>
                </a:defRPr>
              </a:pPr>
              <a:r>
                <a:rPr sz="1151" b="0" i="0" kern="0" spc="-9">
                  <a:solidFill>
                    <a:srgbClr val="7B8BA0"/>
                  </a:solidFill>
                  <a:latin typeface="Inter"/>
                  <a:ea typeface="Inter"/>
                  <a:cs typeface="Inter"/>
                </a:rPr>
                <a:t>160</a:t>
              </a:r>
            </a:p>
          </p:txBody>
        </p:sp>
        <p:sp>
          <p:nvSpPr>
            <p:cNvPr id="97" name="s7 text 44">
              <a:extLst>
                <a:ext uri="{FF2B5EF4-FFF2-40B4-BE49-F238E27FC236}">
                  <a16:creationId xmlns:a16="http://schemas.microsoft.com/office/drawing/2014/main" id="{E1CDFE5A-972B-48EF-826B-585FA9B2213D}"/>
                </a:ext>
              </a:extLst>
            </p:cNvPr>
            <p:cNvSpPr>
              <a:spLocks noGrp="1"/>
            </p:cNvSpPr>
            <p:nvPr/>
          </p:nvSpPr>
          <p:spPr>
            <a:xfrm>
              <a:off x="1491559" y="5570057"/>
              <a:ext cx="150672" cy="203377"/>
            </a:xfrm>
            <a:prstGeom prst="rect">
              <a:avLst/>
            </a:prstGeom>
            <a:noFill/>
            <a:ln w="0">
              <a:noFill/>
              <a:prstDash val="solid"/>
            </a:ln>
          </p:spPr>
          <p:txBody>
            <a:bodyPr wrap="none" lIns="0" tIns="0" rIns="0" bIns="0" anchor="t">
              <a:noAutofit/>
            </a:bodyPr>
            <a:lstStyle>
              <a:defPPr algn="l">
                <a:defRPr sz="1151" b="0" i="0" kern="0" spc="0">
                  <a:solidFill>
                    <a:srgbClr val="7B8BA0"/>
                  </a:solidFill>
                  <a:latin typeface="Inter"/>
                  <a:ea typeface="Inter"/>
                  <a:cs typeface="Inter"/>
                </a:defRPr>
              </a:defPPr>
              <a:lvl1pPr algn="l">
                <a:defRPr sz="1151" b="0" i="0" kern="0" spc="0">
                  <a:solidFill>
                    <a:srgbClr val="7B8BA0"/>
                  </a:solidFill>
                  <a:latin typeface="Inter"/>
                  <a:ea typeface="Inter"/>
                  <a:cs typeface="Inter"/>
                </a:defRPr>
              </a:lvl1pPr>
              <a:lvl2pPr algn="l">
                <a:defRPr sz="1151" b="0" i="0" kern="0" spc="0">
                  <a:solidFill>
                    <a:srgbClr val="7B8BA0"/>
                  </a:solidFill>
                  <a:latin typeface="Inter"/>
                  <a:ea typeface="Inter"/>
                  <a:cs typeface="Inter"/>
                </a:defRPr>
              </a:lvl2pPr>
              <a:lvl3pPr algn="l">
                <a:defRPr sz="1151" b="0" i="0" kern="0" spc="0">
                  <a:solidFill>
                    <a:srgbClr val="7B8BA0"/>
                  </a:solidFill>
                  <a:latin typeface="Inter"/>
                  <a:ea typeface="Inter"/>
                  <a:cs typeface="Inter"/>
                </a:defRPr>
              </a:lvl3pPr>
              <a:lvl4pPr algn="l">
                <a:defRPr sz="1151" b="0" i="0" kern="0" spc="0">
                  <a:solidFill>
                    <a:srgbClr val="7B8BA0"/>
                  </a:solidFill>
                  <a:latin typeface="Inter"/>
                  <a:ea typeface="Inter"/>
                  <a:cs typeface="Inter"/>
                </a:defRPr>
              </a:lvl4pPr>
              <a:lvl5pPr algn="l">
                <a:defRPr sz="1151" b="0" i="0" kern="0" spc="0">
                  <a:solidFill>
                    <a:srgbClr val="7B8BA0"/>
                  </a:solidFill>
                  <a:latin typeface="Inter"/>
                  <a:ea typeface="Inter"/>
                  <a:cs typeface="Inter"/>
                </a:defRPr>
              </a:lvl5pPr>
              <a:lvl6pPr algn="l">
                <a:defRPr sz="1151" b="0" i="0" kern="0" spc="0">
                  <a:solidFill>
                    <a:srgbClr val="7B8BA0"/>
                  </a:solidFill>
                  <a:latin typeface="Inter"/>
                  <a:ea typeface="Inter"/>
                  <a:cs typeface="Inter"/>
                </a:defRPr>
              </a:lvl6pPr>
              <a:lvl7pPr algn="l">
                <a:defRPr sz="1151" b="0" i="0" kern="0" spc="0">
                  <a:solidFill>
                    <a:srgbClr val="7B8BA0"/>
                  </a:solidFill>
                  <a:latin typeface="Inter"/>
                  <a:ea typeface="Inter"/>
                  <a:cs typeface="Inter"/>
                </a:defRPr>
              </a:lvl7pPr>
              <a:lvl8pPr algn="l">
                <a:defRPr sz="1151" b="0" i="0" kern="0" spc="0">
                  <a:solidFill>
                    <a:srgbClr val="7B8BA0"/>
                  </a:solidFill>
                  <a:latin typeface="Inter"/>
                  <a:ea typeface="Inter"/>
                  <a:cs typeface="Inter"/>
                </a:defRPr>
              </a:lvl8pPr>
              <a:lvl9pPr algn="l">
                <a:defRPr sz="1151" b="0" i="0" kern="0" spc="0">
                  <a:solidFill>
                    <a:srgbClr val="7B8BA0"/>
                  </a:solidFill>
                  <a:latin typeface="Inter"/>
                  <a:ea typeface="Inter"/>
                  <a:cs typeface="Inter"/>
                </a:defRPr>
              </a:lvl9pPr>
            </a:lstStyle>
            <a:p>
              <a:pPr algn="l">
                <a:lnSpc>
                  <a:spcPct val="100000"/>
                </a:lnSpc>
                <a:buNone/>
                <a:defRPr sz="1151" b="0" i="0" kern="0" spc="0">
                  <a:solidFill>
                    <a:srgbClr val="7B8BA0"/>
                  </a:solidFill>
                  <a:latin typeface="Inter"/>
                  <a:ea typeface="Inter"/>
                  <a:cs typeface="Inter"/>
                </a:defRPr>
              </a:pPr>
              <a:r>
                <a:rPr sz="1151" b="0" i="0" kern="0" spc="0">
                  <a:solidFill>
                    <a:srgbClr val="7B8BA0"/>
                  </a:solidFill>
                  <a:latin typeface="Inter"/>
                  <a:ea typeface="Inter"/>
                  <a:cs typeface="Inter"/>
                </a:rPr>
                <a:t>0</a:t>
              </a:r>
            </a:p>
          </p:txBody>
        </p:sp>
        <p:sp>
          <p:nvSpPr>
            <p:cNvPr id="98" name="s7 text 45">
              <a:extLst>
                <a:ext uri="{FF2B5EF4-FFF2-40B4-BE49-F238E27FC236}">
                  <a16:creationId xmlns:a16="http://schemas.microsoft.com/office/drawing/2014/main" id="{9C6BF24C-49AA-458A-A293-B9D3F65B4ADE}"/>
                </a:ext>
              </a:extLst>
            </p:cNvPr>
            <p:cNvSpPr>
              <a:spLocks noGrp="1"/>
            </p:cNvSpPr>
            <p:nvPr/>
          </p:nvSpPr>
          <p:spPr>
            <a:xfrm>
              <a:off x="1409071" y="5110848"/>
              <a:ext cx="234296" cy="203377"/>
            </a:xfrm>
            <a:prstGeom prst="rect">
              <a:avLst/>
            </a:prstGeom>
            <a:noFill/>
            <a:ln w="0">
              <a:noFill/>
              <a:prstDash val="solid"/>
            </a:ln>
          </p:spPr>
          <p:txBody>
            <a:bodyPr wrap="none" lIns="0" tIns="0" rIns="0" bIns="0" anchor="t">
              <a:noAutofit/>
            </a:bodyPr>
            <a:lstStyle>
              <a:defPPr algn="l">
                <a:defRPr sz="1151" b="0" i="0" kern="0" spc="-9">
                  <a:solidFill>
                    <a:srgbClr val="7B8BA0"/>
                  </a:solidFill>
                  <a:latin typeface="Inter"/>
                  <a:ea typeface="Inter"/>
                  <a:cs typeface="Inter"/>
                </a:defRPr>
              </a:defPPr>
              <a:lvl1pPr algn="l">
                <a:defRPr sz="1151" b="0" i="0" kern="0" spc="-9">
                  <a:solidFill>
                    <a:srgbClr val="7B8BA0"/>
                  </a:solidFill>
                  <a:latin typeface="Inter"/>
                  <a:ea typeface="Inter"/>
                  <a:cs typeface="Inter"/>
                </a:defRPr>
              </a:lvl1pPr>
              <a:lvl2pPr algn="l">
                <a:defRPr sz="1151" b="0" i="0" kern="0" spc="-9">
                  <a:solidFill>
                    <a:srgbClr val="7B8BA0"/>
                  </a:solidFill>
                  <a:latin typeface="Inter"/>
                  <a:ea typeface="Inter"/>
                  <a:cs typeface="Inter"/>
                </a:defRPr>
              </a:lvl2pPr>
              <a:lvl3pPr algn="l">
                <a:defRPr sz="1151" b="0" i="0" kern="0" spc="-9">
                  <a:solidFill>
                    <a:srgbClr val="7B8BA0"/>
                  </a:solidFill>
                  <a:latin typeface="Inter"/>
                  <a:ea typeface="Inter"/>
                  <a:cs typeface="Inter"/>
                </a:defRPr>
              </a:lvl3pPr>
              <a:lvl4pPr algn="l">
                <a:defRPr sz="1151" b="0" i="0" kern="0" spc="-9">
                  <a:solidFill>
                    <a:srgbClr val="7B8BA0"/>
                  </a:solidFill>
                  <a:latin typeface="Inter"/>
                  <a:ea typeface="Inter"/>
                  <a:cs typeface="Inter"/>
                </a:defRPr>
              </a:lvl4pPr>
              <a:lvl5pPr algn="l">
                <a:defRPr sz="1151" b="0" i="0" kern="0" spc="-9">
                  <a:solidFill>
                    <a:srgbClr val="7B8BA0"/>
                  </a:solidFill>
                  <a:latin typeface="Inter"/>
                  <a:ea typeface="Inter"/>
                  <a:cs typeface="Inter"/>
                </a:defRPr>
              </a:lvl5pPr>
              <a:lvl6pPr algn="l">
                <a:defRPr sz="1151" b="0" i="0" kern="0" spc="-9">
                  <a:solidFill>
                    <a:srgbClr val="7B8BA0"/>
                  </a:solidFill>
                  <a:latin typeface="Inter"/>
                  <a:ea typeface="Inter"/>
                  <a:cs typeface="Inter"/>
                </a:defRPr>
              </a:lvl6pPr>
              <a:lvl7pPr algn="l">
                <a:defRPr sz="1151" b="0" i="0" kern="0" spc="-9">
                  <a:solidFill>
                    <a:srgbClr val="7B8BA0"/>
                  </a:solidFill>
                  <a:latin typeface="Inter"/>
                  <a:ea typeface="Inter"/>
                  <a:cs typeface="Inter"/>
                </a:defRPr>
              </a:lvl7pPr>
              <a:lvl8pPr algn="l">
                <a:defRPr sz="1151" b="0" i="0" kern="0" spc="-9">
                  <a:solidFill>
                    <a:srgbClr val="7B8BA0"/>
                  </a:solidFill>
                  <a:latin typeface="Inter"/>
                  <a:ea typeface="Inter"/>
                  <a:cs typeface="Inter"/>
                </a:defRPr>
              </a:lvl8pPr>
              <a:lvl9pPr algn="l">
                <a:defRPr sz="1151" b="0" i="0" kern="0" spc="-9">
                  <a:solidFill>
                    <a:srgbClr val="7B8BA0"/>
                  </a:solidFill>
                  <a:latin typeface="Inter"/>
                  <a:ea typeface="Inter"/>
                  <a:cs typeface="Inter"/>
                </a:defRPr>
              </a:lvl9pPr>
            </a:lstStyle>
            <a:p>
              <a:pPr algn="l">
                <a:lnSpc>
                  <a:spcPct val="100000"/>
                </a:lnSpc>
                <a:buNone/>
                <a:defRPr sz="1151" b="0" i="0" kern="0" spc="-9">
                  <a:solidFill>
                    <a:srgbClr val="7B8BA0"/>
                  </a:solidFill>
                  <a:latin typeface="Inter"/>
                  <a:ea typeface="Inter"/>
                  <a:cs typeface="Inter"/>
                </a:defRPr>
              </a:pPr>
              <a:r>
                <a:rPr sz="1151" b="0" i="0" kern="0" spc="-9">
                  <a:solidFill>
                    <a:srgbClr val="7B8BA0"/>
                  </a:solidFill>
                  <a:latin typeface="Inter"/>
                  <a:ea typeface="Inter"/>
                  <a:cs typeface="Inter"/>
                </a:rPr>
                <a:t>25</a:t>
              </a:r>
            </a:p>
          </p:txBody>
        </p:sp>
        <p:sp>
          <p:nvSpPr>
            <p:cNvPr id="99" name="s7 text 46">
              <a:extLst>
                <a:ext uri="{FF2B5EF4-FFF2-40B4-BE49-F238E27FC236}">
                  <a16:creationId xmlns:a16="http://schemas.microsoft.com/office/drawing/2014/main" id="{7B012EDF-3A7E-43C8-BC29-78C71AF41793}"/>
                </a:ext>
              </a:extLst>
            </p:cNvPr>
            <p:cNvSpPr>
              <a:spLocks noGrp="1"/>
            </p:cNvSpPr>
            <p:nvPr/>
          </p:nvSpPr>
          <p:spPr>
            <a:xfrm>
              <a:off x="1405945" y="4651751"/>
              <a:ext cx="237344" cy="203377"/>
            </a:xfrm>
            <a:prstGeom prst="rect">
              <a:avLst/>
            </a:prstGeom>
            <a:noFill/>
            <a:ln w="0">
              <a:noFill/>
              <a:prstDash val="solid"/>
            </a:ln>
          </p:spPr>
          <p:txBody>
            <a:bodyPr wrap="none" lIns="0" tIns="0" rIns="0" bIns="0" anchor="t">
              <a:noAutofit/>
            </a:bodyPr>
            <a:lstStyle>
              <a:defPPr algn="l">
                <a:defRPr sz="1151" b="0" i="0" kern="0" spc="-9">
                  <a:solidFill>
                    <a:srgbClr val="7B8BA0"/>
                  </a:solidFill>
                  <a:latin typeface="Inter"/>
                  <a:ea typeface="Inter"/>
                  <a:cs typeface="Inter"/>
                </a:defRPr>
              </a:defPPr>
              <a:lvl1pPr algn="l">
                <a:defRPr sz="1151" b="0" i="0" kern="0" spc="-9">
                  <a:solidFill>
                    <a:srgbClr val="7B8BA0"/>
                  </a:solidFill>
                  <a:latin typeface="Inter"/>
                  <a:ea typeface="Inter"/>
                  <a:cs typeface="Inter"/>
                </a:defRPr>
              </a:lvl1pPr>
              <a:lvl2pPr algn="l">
                <a:defRPr sz="1151" b="0" i="0" kern="0" spc="-9">
                  <a:solidFill>
                    <a:srgbClr val="7B8BA0"/>
                  </a:solidFill>
                  <a:latin typeface="Inter"/>
                  <a:ea typeface="Inter"/>
                  <a:cs typeface="Inter"/>
                </a:defRPr>
              </a:lvl2pPr>
              <a:lvl3pPr algn="l">
                <a:defRPr sz="1151" b="0" i="0" kern="0" spc="-9">
                  <a:solidFill>
                    <a:srgbClr val="7B8BA0"/>
                  </a:solidFill>
                  <a:latin typeface="Inter"/>
                  <a:ea typeface="Inter"/>
                  <a:cs typeface="Inter"/>
                </a:defRPr>
              </a:lvl3pPr>
              <a:lvl4pPr algn="l">
                <a:defRPr sz="1151" b="0" i="0" kern="0" spc="-9">
                  <a:solidFill>
                    <a:srgbClr val="7B8BA0"/>
                  </a:solidFill>
                  <a:latin typeface="Inter"/>
                  <a:ea typeface="Inter"/>
                  <a:cs typeface="Inter"/>
                </a:defRPr>
              </a:lvl4pPr>
              <a:lvl5pPr algn="l">
                <a:defRPr sz="1151" b="0" i="0" kern="0" spc="-9">
                  <a:solidFill>
                    <a:srgbClr val="7B8BA0"/>
                  </a:solidFill>
                  <a:latin typeface="Inter"/>
                  <a:ea typeface="Inter"/>
                  <a:cs typeface="Inter"/>
                </a:defRPr>
              </a:lvl5pPr>
              <a:lvl6pPr algn="l">
                <a:defRPr sz="1151" b="0" i="0" kern="0" spc="-9">
                  <a:solidFill>
                    <a:srgbClr val="7B8BA0"/>
                  </a:solidFill>
                  <a:latin typeface="Inter"/>
                  <a:ea typeface="Inter"/>
                  <a:cs typeface="Inter"/>
                </a:defRPr>
              </a:lvl6pPr>
              <a:lvl7pPr algn="l">
                <a:defRPr sz="1151" b="0" i="0" kern="0" spc="-9">
                  <a:solidFill>
                    <a:srgbClr val="7B8BA0"/>
                  </a:solidFill>
                  <a:latin typeface="Inter"/>
                  <a:ea typeface="Inter"/>
                  <a:cs typeface="Inter"/>
                </a:defRPr>
              </a:lvl7pPr>
              <a:lvl8pPr algn="l">
                <a:defRPr sz="1151" b="0" i="0" kern="0" spc="-9">
                  <a:solidFill>
                    <a:srgbClr val="7B8BA0"/>
                  </a:solidFill>
                  <a:latin typeface="Inter"/>
                  <a:ea typeface="Inter"/>
                  <a:cs typeface="Inter"/>
                </a:defRPr>
              </a:lvl8pPr>
              <a:lvl9pPr algn="l">
                <a:defRPr sz="1151" b="0" i="0" kern="0" spc="-9">
                  <a:solidFill>
                    <a:srgbClr val="7B8BA0"/>
                  </a:solidFill>
                  <a:latin typeface="Inter"/>
                  <a:ea typeface="Inter"/>
                  <a:cs typeface="Inter"/>
                </a:defRPr>
              </a:lvl9pPr>
            </a:lstStyle>
            <a:p>
              <a:pPr algn="l">
                <a:lnSpc>
                  <a:spcPct val="100000"/>
                </a:lnSpc>
                <a:buNone/>
                <a:defRPr sz="1151" b="0" i="0" kern="0" spc="-9">
                  <a:solidFill>
                    <a:srgbClr val="7B8BA0"/>
                  </a:solidFill>
                  <a:latin typeface="Inter"/>
                  <a:ea typeface="Inter"/>
                  <a:cs typeface="Inter"/>
                </a:defRPr>
              </a:pPr>
              <a:r>
                <a:rPr sz="1151" b="0" i="0" kern="0" spc="-9">
                  <a:solidFill>
                    <a:srgbClr val="7B8BA0"/>
                  </a:solidFill>
                  <a:latin typeface="Inter"/>
                  <a:ea typeface="Inter"/>
                  <a:cs typeface="Inter"/>
                </a:rPr>
                <a:t>50</a:t>
              </a:r>
            </a:p>
          </p:txBody>
        </p:sp>
        <p:sp>
          <p:nvSpPr>
            <p:cNvPr id="100" name="s7 text 47">
              <a:extLst>
                <a:ext uri="{FF2B5EF4-FFF2-40B4-BE49-F238E27FC236}">
                  <a16:creationId xmlns:a16="http://schemas.microsoft.com/office/drawing/2014/main" id="{3175EBCB-D332-4C9E-A030-0B1192257A04}"/>
                </a:ext>
              </a:extLst>
            </p:cNvPr>
            <p:cNvSpPr>
              <a:spLocks noGrp="1"/>
            </p:cNvSpPr>
            <p:nvPr/>
          </p:nvSpPr>
          <p:spPr>
            <a:xfrm>
              <a:off x="1416884" y="4192542"/>
              <a:ext cx="226485" cy="203377"/>
            </a:xfrm>
            <a:prstGeom prst="rect">
              <a:avLst/>
            </a:prstGeom>
            <a:noFill/>
            <a:ln w="0">
              <a:noFill/>
              <a:prstDash val="solid"/>
            </a:ln>
          </p:spPr>
          <p:txBody>
            <a:bodyPr wrap="none" lIns="0" tIns="0" rIns="0" bIns="0" anchor="t">
              <a:noAutofit/>
            </a:bodyPr>
            <a:lstStyle>
              <a:defPPr algn="l">
                <a:defRPr sz="1151" b="0" i="0" kern="0" spc="-9">
                  <a:solidFill>
                    <a:srgbClr val="7B8BA0"/>
                  </a:solidFill>
                  <a:latin typeface="Inter"/>
                  <a:ea typeface="Inter"/>
                  <a:cs typeface="Inter"/>
                </a:defRPr>
              </a:defPPr>
              <a:lvl1pPr algn="l">
                <a:defRPr sz="1151" b="0" i="0" kern="0" spc="-9">
                  <a:solidFill>
                    <a:srgbClr val="7B8BA0"/>
                  </a:solidFill>
                  <a:latin typeface="Inter"/>
                  <a:ea typeface="Inter"/>
                  <a:cs typeface="Inter"/>
                </a:defRPr>
              </a:lvl1pPr>
              <a:lvl2pPr algn="l">
                <a:defRPr sz="1151" b="0" i="0" kern="0" spc="-9">
                  <a:solidFill>
                    <a:srgbClr val="7B8BA0"/>
                  </a:solidFill>
                  <a:latin typeface="Inter"/>
                  <a:ea typeface="Inter"/>
                  <a:cs typeface="Inter"/>
                </a:defRPr>
              </a:lvl2pPr>
              <a:lvl3pPr algn="l">
                <a:defRPr sz="1151" b="0" i="0" kern="0" spc="-9">
                  <a:solidFill>
                    <a:srgbClr val="7B8BA0"/>
                  </a:solidFill>
                  <a:latin typeface="Inter"/>
                  <a:ea typeface="Inter"/>
                  <a:cs typeface="Inter"/>
                </a:defRPr>
              </a:lvl3pPr>
              <a:lvl4pPr algn="l">
                <a:defRPr sz="1151" b="0" i="0" kern="0" spc="-9">
                  <a:solidFill>
                    <a:srgbClr val="7B8BA0"/>
                  </a:solidFill>
                  <a:latin typeface="Inter"/>
                  <a:ea typeface="Inter"/>
                  <a:cs typeface="Inter"/>
                </a:defRPr>
              </a:lvl4pPr>
              <a:lvl5pPr algn="l">
                <a:defRPr sz="1151" b="0" i="0" kern="0" spc="-9">
                  <a:solidFill>
                    <a:srgbClr val="7B8BA0"/>
                  </a:solidFill>
                  <a:latin typeface="Inter"/>
                  <a:ea typeface="Inter"/>
                  <a:cs typeface="Inter"/>
                </a:defRPr>
              </a:lvl5pPr>
              <a:lvl6pPr algn="l">
                <a:defRPr sz="1151" b="0" i="0" kern="0" spc="-9">
                  <a:solidFill>
                    <a:srgbClr val="7B8BA0"/>
                  </a:solidFill>
                  <a:latin typeface="Inter"/>
                  <a:ea typeface="Inter"/>
                  <a:cs typeface="Inter"/>
                </a:defRPr>
              </a:lvl6pPr>
              <a:lvl7pPr algn="l">
                <a:defRPr sz="1151" b="0" i="0" kern="0" spc="-9">
                  <a:solidFill>
                    <a:srgbClr val="7B8BA0"/>
                  </a:solidFill>
                  <a:latin typeface="Inter"/>
                  <a:ea typeface="Inter"/>
                  <a:cs typeface="Inter"/>
                </a:defRPr>
              </a:lvl7pPr>
              <a:lvl8pPr algn="l">
                <a:defRPr sz="1151" b="0" i="0" kern="0" spc="-9">
                  <a:solidFill>
                    <a:srgbClr val="7B8BA0"/>
                  </a:solidFill>
                  <a:latin typeface="Inter"/>
                  <a:ea typeface="Inter"/>
                  <a:cs typeface="Inter"/>
                </a:defRPr>
              </a:lvl8pPr>
              <a:lvl9pPr algn="l">
                <a:defRPr sz="1151" b="0" i="0" kern="0" spc="-9">
                  <a:solidFill>
                    <a:srgbClr val="7B8BA0"/>
                  </a:solidFill>
                  <a:latin typeface="Inter"/>
                  <a:ea typeface="Inter"/>
                  <a:cs typeface="Inter"/>
                </a:defRPr>
              </a:lvl9pPr>
            </a:lstStyle>
            <a:p>
              <a:pPr algn="l">
                <a:lnSpc>
                  <a:spcPct val="100000"/>
                </a:lnSpc>
                <a:buNone/>
                <a:defRPr sz="1151" b="0" i="0" kern="0" spc="-9">
                  <a:solidFill>
                    <a:srgbClr val="7B8BA0"/>
                  </a:solidFill>
                  <a:latin typeface="Inter"/>
                  <a:ea typeface="Inter"/>
                  <a:cs typeface="Inter"/>
                </a:defRPr>
              </a:pPr>
              <a:r>
                <a:rPr sz="1151" b="0" i="0" kern="0" spc="-9">
                  <a:solidFill>
                    <a:srgbClr val="7B8BA0"/>
                  </a:solidFill>
                  <a:latin typeface="Inter"/>
                  <a:ea typeface="Inter"/>
                  <a:cs typeface="Inter"/>
                </a:rPr>
                <a:t>75</a:t>
              </a:r>
            </a:p>
          </p:txBody>
        </p:sp>
        <p:sp>
          <p:nvSpPr>
            <p:cNvPr id="101" name="s7 text 48">
              <a:extLst>
                <a:ext uri="{FF2B5EF4-FFF2-40B4-BE49-F238E27FC236}">
                  <a16:creationId xmlns:a16="http://schemas.microsoft.com/office/drawing/2014/main" id="{01624DB9-EA9D-4DB7-8166-17D0E05F3CBA}"/>
                </a:ext>
              </a:extLst>
            </p:cNvPr>
            <p:cNvSpPr>
              <a:spLocks noGrp="1"/>
            </p:cNvSpPr>
            <p:nvPr/>
          </p:nvSpPr>
          <p:spPr>
            <a:xfrm>
              <a:off x="1342210" y="3733332"/>
              <a:ext cx="302304" cy="203377"/>
            </a:xfrm>
            <a:prstGeom prst="rect">
              <a:avLst/>
            </a:prstGeom>
            <a:noFill/>
            <a:ln w="0">
              <a:noFill/>
              <a:prstDash val="solid"/>
            </a:ln>
          </p:spPr>
          <p:txBody>
            <a:bodyPr wrap="none" lIns="0" tIns="0" rIns="0" bIns="0" anchor="t">
              <a:noAutofit/>
            </a:bodyPr>
            <a:lstStyle>
              <a:defPPr algn="l">
                <a:defRPr sz="1151" b="0" i="0" kern="0" spc="-9">
                  <a:solidFill>
                    <a:srgbClr val="7B8BA0"/>
                  </a:solidFill>
                  <a:latin typeface="Inter"/>
                  <a:ea typeface="Inter"/>
                  <a:cs typeface="Inter"/>
                </a:defRPr>
              </a:defPPr>
              <a:lvl1pPr algn="l">
                <a:defRPr sz="1151" b="0" i="0" kern="0" spc="-9">
                  <a:solidFill>
                    <a:srgbClr val="7B8BA0"/>
                  </a:solidFill>
                  <a:latin typeface="Inter"/>
                  <a:ea typeface="Inter"/>
                  <a:cs typeface="Inter"/>
                </a:defRPr>
              </a:lvl1pPr>
              <a:lvl2pPr algn="l">
                <a:defRPr sz="1151" b="0" i="0" kern="0" spc="-9">
                  <a:solidFill>
                    <a:srgbClr val="7B8BA0"/>
                  </a:solidFill>
                  <a:latin typeface="Inter"/>
                  <a:ea typeface="Inter"/>
                  <a:cs typeface="Inter"/>
                </a:defRPr>
              </a:lvl2pPr>
              <a:lvl3pPr algn="l">
                <a:defRPr sz="1151" b="0" i="0" kern="0" spc="-9">
                  <a:solidFill>
                    <a:srgbClr val="7B8BA0"/>
                  </a:solidFill>
                  <a:latin typeface="Inter"/>
                  <a:ea typeface="Inter"/>
                  <a:cs typeface="Inter"/>
                </a:defRPr>
              </a:lvl3pPr>
              <a:lvl4pPr algn="l">
                <a:defRPr sz="1151" b="0" i="0" kern="0" spc="-9">
                  <a:solidFill>
                    <a:srgbClr val="7B8BA0"/>
                  </a:solidFill>
                  <a:latin typeface="Inter"/>
                  <a:ea typeface="Inter"/>
                  <a:cs typeface="Inter"/>
                </a:defRPr>
              </a:lvl4pPr>
              <a:lvl5pPr algn="l">
                <a:defRPr sz="1151" b="0" i="0" kern="0" spc="-9">
                  <a:solidFill>
                    <a:srgbClr val="7B8BA0"/>
                  </a:solidFill>
                  <a:latin typeface="Inter"/>
                  <a:ea typeface="Inter"/>
                  <a:cs typeface="Inter"/>
                </a:defRPr>
              </a:lvl5pPr>
              <a:lvl6pPr algn="l">
                <a:defRPr sz="1151" b="0" i="0" kern="0" spc="-9">
                  <a:solidFill>
                    <a:srgbClr val="7B8BA0"/>
                  </a:solidFill>
                  <a:latin typeface="Inter"/>
                  <a:ea typeface="Inter"/>
                  <a:cs typeface="Inter"/>
                </a:defRPr>
              </a:lvl6pPr>
              <a:lvl7pPr algn="l">
                <a:defRPr sz="1151" b="0" i="0" kern="0" spc="-9">
                  <a:solidFill>
                    <a:srgbClr val="7B8BA0"/>
                  </a:solidFill>
                  <a:latin typeface="Inter"/>
                  <a:ea typeface="Inter"/>
                  <a:cs typeface="Inter"/>
                </a:defRPr>
              </a:lvl7pPr>
              <a:lvl8pPr algn="l">
                <a:defRPr sz="1151" b="0" i="0" kern="0" spc="-9">
                  <a:solidFill>
                    <a:srgbClr val="7B8BA0"/>
                  </a:solidFill>
                  <a:latin typeface="Inter"/>
                  <a:ea typeface="Inter"/>
                  <a:cs typeface="Inter"/>
                </a:defRPr>
              </a:lvl8pPr>
              <a:lvl9pPr algn="l">
                <a:defRPr sz="1151" b="0" i="0" kern="0" spc="-9">
                  <a:solidFill>
                    <a:srgbClr val="7B8BA0"/>
                  </a:solidFill>
                  <a:latin typeface="Inter"/>
                  <a:ea typeface="Inter"/>
                  <a:cs typeface="Inter"/>
                </a:defRPr>
              </a:lvl9pPr>
            </a:lstStyle>
            <a:p>
              <a:pPr algn="l">
                <a:lnSpc>
                  <a:spcPct val="100000"/>
                </a:lnSpc>
                <a:buNone/>
                <a:defRPr sz="1151" b="0" i="0" kern="0" spc="-9">
                  <a:solidFill>
                    <a:srgbClr val="7B8BA0"/>
                  </a:solidFill>
                  <a:latin typeface="Inter"/>
                  <a:ea typeface="Inter"/>
                  <a:cs typeface="Inter"/>
                </a:defRPr>
              </a:pPr>
              <a:r>
                <a:rPr sz="1151" b="0" i="0" kern="0" spc="-9">
                  <a:solidFill>
                    <a:srgbClr val="7B8BA0"/>
                  </a:solidFill>
                  <a:latin typeface="Inter"/>
                  <a:ea typeface="Inter"/>
                  <a:cs typeface="Inter"/>
                </a:rPr>
                <a:t>100</a:t>
              </a:r>
            </a:p>
          </p:txBody>
        </p:sp>
        <p:sp>
          <p:nvSpPr>
            <p:cNvPr id="102" name="s7 text 49">
              <a:extLst>
                <a:ext uri="{FF2B5EF4-FFF2-40B4-BE49-F238E27FC236}">
                  <a16:creationId xmlns:a16="http://schemas.microsoft.com/office/drawing/2014/main" id="{1037361E-D31C-4937-9A82-CC32BA20B95B}"/>
                </a:ext>
              </a:extLst>
            </p:cNvPr>
            <p:cNvSpPr>
              <a:spLocks noGrp="1"/>
            </p:cNvSpPr>
            <p:nvPr/>
          </p:nvSpPr>
          <p:spPr>
            <a:xfrm>
              <a:off x="1350804" y="3274123"/>
              <a:ext cx="293732" cy="203377"/>
            </a:xfrm>
            <a:prstGeom prst="rect">
              <a:avLst/>
            </a:prstGeom>
            <a:noFill/>
            <a:ln w="0">
              <a:noFill/>
              <a:prstDash val="solid"/>
            </a:ln>
          </p:spPr>
          <p:txBody>
            <a:bodyPr wrap="none" lIns="0" tIns="0" rIns="0" bIns="0" anchor="t">
              <a:noAutofit/>
            </a:bodyPr>
            <a:lstStyle>
              <a:defPPr algn="l">
                <a:defRPr sz="1151" b="0" i="0" kern="0" spc="-9">
                  <a:solidFill>
                    <a:srgbClr val="7B8BA0"/>
                  </a:solidFill>
                  <a:latin typeface="Inter"/>
                  <a:ea typeface="Inter"/>
                  <a:cs typeface="Inter"/>
                </a:defRPr>
              </a:defPPr>
              <a:lvl1pPr algn="l">
                <a:defRPr sz="1151" b="0" i="0" kern="0" spc="-9">
                  <a:solidFill>
                    <a:srgbClr val="7B8BA0"/>
                  </a:solidFill>
                  <a:latin typeface="Inter"/>
                  <a:ea typeface="Inter"/>
                  <a:cs typeface="Inter"/>
                </a:defRPr>
              </a:lvl1pPr>
              <a:lvl2pPr algn="l">
                <a:defRPr sz="1151" b="0" i="0" kern="0" spc="-9">
                  <a:solidFill>
                    <a:srgbClr val="7B8BA0"/>
                  </a:solidFill>
                  <a:latin typeface="Inter"/>
                  <a:ea typeface="Inter"/>
                  <a:cs typeface="Inter"/>
                </a:defRPr>
              </a:lvl2pPr>
              <a:lvl3pPr algn="l">
                <a:defRPr sz="1151" b="0" i="0" kern="0" spc="-9">
                  <a:solidFill>
                    <a:srgbClr val="7B8BA0"/>
                  </a:solidFill>
                  <a:latin typeface="Inter"/>
                  <a:ea typeface="Inter"/>
                  <a:cs typeface="Inter"/>
                </a:defRPr>
              </a:lvl3pPr>
              <a:lvl4pPr algn="l">
                <a:defRPr sz="1151" b="0" i="0" kern="0" spc="-9">
                  <a:solidFill>
                    <a:srgbClr val="7B8BA0"/>
                  </a:solidFill>
                  <a:latin typeface="Inter"/>
                  <a:ea typeface="Inter"/>
                  <a:cs typeface="Inter"/>
                </a:defRPr>
              </a:lvl4pPr>
              <a:lvl5pPr algn="l">
                <a:defRPr sz="1151" b="0" i="0" kern="0" spc="-9">
                  <a:solidFill>
                    <a:srgbClr val="7B8BA0"/>
                  </a:solidFill>
                  <a:latin typeface="Inter"/>
                  <a:ea typeface="Inter"/>
                  <a:cs typeface="Inter"/>
                </a:defRPr>
              </a:lvl5pPr>
              <a:lvl6pPr algn="l">
                <a:defRPr sz="1151" b="0" i="0" kern="0" spc="-9">
                  <a:solidFill>
                    <a:srgbClr val="7B8BA0"/>
                  </a:solidFill>
                  <a:latin typeface="Inter"/>
                  <a:ea typeface="Inter"/>
                  <a:cs typeface="Inter"/>
                </a:defRPr>
              </a:lvl6pPr>
              <a:lvl7pPr algn="l">
                <a:defRPr sz="1151" b="0" i="0" kern="0" spc="-9">
                  <a:solidFill>
                    <a:srgbClr val="7B8BA0"/>
                  </a:solidFill>
                  <a:latin typeface="Inter"/>
                  <a:ea typeface="Inter"/>
                  <a:cs typeface="Inter"/>
                </a:defRPr>
              </a:lvl7pPr>
              <a:lvl8pPr algn="l">
                <a:defRPr sz="1151" b="0" i="0" kern="0" spc="-9">
                  <a:solidFill>
                    <a:srgbClr val="7B8BA0"/>
                  </a:solidFill>
                  <a:latin typeface="Inter"/>
                  <a:ea typeface="Inter"/>
                  <a:cs typeface="Inter"/>
                </a:defRPr>
              </a:lvl8pPr>
              <a:lvl9pPr algn="l">
                <a:defRPr sz="1151" b="0" i="0" kern="0" spc="-9">
                  <a:solidFill>
                    <a:srgbClr val="7B8BA0"/>
                  </a:solidFill>
                  <a:latin typeface="Inter"/>
                  <a:ea typeface="Inter"/>
                  <a:cs typeface="Inter"/>
                </a:defRPr>
              </a:lvl9pPr>
            </a:lstStyle>
            <a:p>
              <a:pPr algn="l">
                <a:lnSpc>
                  <a:spcPct val="100000"/>
                </a:lnSpc>
                <a:buNone/>
                <a:defRPr sz="1151" b="0" i="0" kern="0" spc="-9">
                  <a:solidFill>
                    <a:srgbClr val="7B8BA0"/>
                  </a:solidFill>
                  <a:latin typeface="Inter"/>
                  <a:ea typeface="Inter"/>
                  <a:cs typeface="Inter"/>
                </a:defRPr>
              </a:pPr>
              <a:r>
                <a:rPr sz="1151" b="0" i="0" kern="0" spc="-9">
                  <a:solidFill>
                    <a:srgbClr val="7B8BA0"/>
                  </a:solidFill>
                  <a:latin typeface="Inter"/>
                  <a:ea typeface="Inter"/>
                  <a:cs typeface="Inter"/>
                </a:rPr>
                <a:t>125</a:t>
              </a:r>
            </a:p>
          </p:txBody>
        </p:sp>
        <p:sp>
          <p:nvSpPr>
            <p:cNvPr id="103" name="s7 text 50">
              <a:extLst>
                <a:ext uri="{FF2B5EF4-FFF2-40B4-BE49-F238E27FC236}">
                  <a16:creationId xmlns:a16="http://schemas.microsoft.com/office/drawing/2014/main" id="{A85F24AA-A5DB-4BBB-8029-F636DC44BD40}"/>
                </a:ext>
              </a:extLst>
            </p:cNvPr>
            <p:cNvSpPr>
              <a:spLocks noGrp="1"/>
            </p:cNvSpPr>
            <p:nvPr/>
          </p:nvSpPr>
          <p:spPr>
            <a:xfrm>
              <a:off x="1347679" y="2815026"/>
              <a:ext cx="296875" cy="203377"/>
            </a:xfrm>
            <a:prstGeom prst="rect">
              <a:avLst/>
            </a:prstGeom>
            <a:noFill/>
            <a:ln w="0">
              <a:noFill/>
              <a:prstDash val="solid"/>
            </a:ln>
          </p:spPr>
          <p:txBody>
            <a:bodyPr wrap="none" lIns="0" tIns="0" rIns="0" bIns="0" anchor="t">
              <a:noAutofit/>
            </a:bodyPr>
            <a:lstStyle>
              <a:defPPr algn="l">
                <a:defRPr sz="1151" b="0" i="0" kern="0" spc="-9">
                  <a:solidFill>
                    <a:srgbClr val="7B8BA0"/>
                  </a:solidFill>
                  <a:latin typeface="Inter"/>
                  <a:ea typeface="Inter"/>
                  <a:cs typeface="Inter"/>
                </a:defRPr>
              </a:defPPr>
              <a:lvl1pPr algn="l">
                <a:defRPr sz="1151" b="0" i="0" kern="0" spc="-9">
                  <a:solidFill>
                    <a:srgbClr val="7B8BA0"/>
                  </a:solidFill>
                  <a:latin typeface="Inter"/>
                  <a:ea typeface="Inter"/>
                  <a:cs typeface="Inter"/>
                </a:defRPr>
              </a:lvl1pPr>
              <a:lvl2pPr algn="l">
                <a:defRPr sz="1151" b="0" i="0" kern="0" spc="-9">
                  <a:solidFill>
                    <a:srgbClr val="7B8BA0"/>
                  </a:solidFill>
                  <a:latin typeface="Inter"/>
                  <a:ea typeface="Inter"/>
                  <a:cs typeface="Inter"/>
                </a:defRPr>
              </a:lvl2pPr>
              <a:lvl3pPr algn="l">
                <a:defRPr sz="1151" b="0" i="0" kern="0" spc="-9">
                  <a:solidFill>
                    <a:srgbClr val="7B8BA0"/>
                  </a:solidFill>
                  <a:latin typeface="Inter"/>
                  <a:ea typeface="Inter"/>
                  <a:cs typeface="Inter"/>
                </a:defRPr>
              </a:lvl3pPr>
              <a:lvl4pPr algn="l">
                <a:defRPr sz="1151" b="0" i="0" kern="0" spc="-9">
                  <a:solidFill>
                    <a:srgbClr val="7B8BA0"/>
                  </a:solidFill>
                  <a:latin typeface="Inter"/>
                  <a:ea typeface="Inter"/>
                  <a:cs typeface="Inter"/>
                </a:defRPr>
              </a:lvl4pPr>
              <a:lvl5pPr algn="l">
                <a:defRPr sz="1151" b="0" i="0" kern="0" spc="-9">
                  <a:solidFill>
                    <a:srgbClr val="7B8BA0"/>
                  </a:solidFill>
                  <a:latin typeface="Inter"/>
                  <a:ea typeface="Inter"/>
                  <a:cs typeface="Inter"/>
                </a:defRPr>
              </a:lvl5pPr>
              <a:lvl6pPr algn="l">
                <a:defRPr sz="1151" b="0" i="0" kern="0" spc="-9">
                  <a:solidFill>
                    <a:srgbClr val="7B8BA0"/>
                  </a:solidFill>
                  <a:latin typeface="Inter"/>
                  <a:ea typeface="Inter"/>
                  <a:cs typeface="Inter"/>
                </a:defRPr>
              </a:lvl6pPr>
              <a:lvl7pPr algn="l">
                <a:defRPr sz="1151" b="0" i="0" kern="0" spc="-9">
                  <a:solidFill>
                    <a:srgbClr val="7B8BA0"/>
                  </a:solidFill>
                  <a:latin typeface="Inter"/>
                  <a:ea typeface="Inter"/>
                  <a:cs typeface="Inter"/>
                </a:defRPr>
              </a:lvl7pPr>
              <a:lvl8pPr algn="l">
                <a:defRPr sz="1151" b="0" i="0" kern="0" spc="-9">
                  <a:solidFill>
                    <a:srgbClr val="7B8BA0"/>
                  </a:solidFill>
                  <a:latin typeface="Inter"/>
                  <a:ea typeface="Inter"/>
                  <a:cs typeface="Inter"/>
                </a:defRPr>
              </a:lvl8pPr>
              <a:lvl9pPr algn="l">
                <a:defRPr sz="1151" b="0" i="0" kern="0" spc="-9">
                  <a:solidFill>
                    <a:srgbClr val="7B8BA0"/>
                  </a:solidFill>
                  <a:latin typeface="Inter"/>
                  <a:ea typeface="Inter"/>
                  <a:cs typeface="Inter"/>
                </a:defRPr>
              </a:lvl9pPr>
            </a:lstStyle>
            <a:p>
              <a:pPr algn="l">
                <a:lnSpc>
                  <a:spcPct val="100000"/>
                </a:lnSpc>
                <a:buNone/>
                <a:defRPr sz="1151" b="0" i="0" kern="0" spc="-9">
                  <a:solidFill>
                    <a:srgbClr val="7B8BA0"/>
                  </a:solidFill>
                  <a:latin typeface="Inter"/>
                  <a:ea typeface="Inter"/>
                  <a:cs typeface="Inter"/>
                </a:defRPr>
              </a:pPr>
              <a:r>
                <a:rPr sz="1151" b="0" i="0" kern="0" spc="-9">
                  <a:solidFill>
                    <a:srgbClr val="7B8BA0"/>
                  </a:solidFill>
                  <a:latin typeface="Inter"/>
                  <a:ea typeface="Inter"/>
                  <a:cs typeface="Inter"/>
                </a:rPr>
                <a:t>150</a:t>
              </a:r>
            </a:p>
          </p:txBody>
        </p:sp>
        <p:sp>
          <p:nvSpPr>
            <p:cNvPr id="104" name="s7 text 51">
              <a:extLst>
                <a:ext uri="{FF2B5EF4-FFF2-40B4-BE49-F238E27FC236}">
                  <a16:creationId xmlns:a16="http://schemas.microsoft.com/office/drawing/2014/main" id="{98B64EDE-E977-454B-B0CD-2D22F3000CA3}"/>
                </a:ext>
              </a:extLst>
            </p:cNvPr>
            <p:cNvSpPr>
              <a:spLocks noGrp="1"/>
            </p:cNvSpPr>
            <p:nvPr/>
          </p:nvSpPr>
          <p:spPr>
            <a:xfrm>
              <a:off x="1358618" y="2355817"/>
              <a:ext cx="285921" cy="203377"/>
            </a:xfrm>
            <a:prstGeom prst="rect">
              <a:avLst/>
            </a:prstGeom>
            <a:noFill/>
            <a:ln w="0">
              <a:noFill/>
              <a:prstDash val="solid"/>
            </a:ln>
          </p:spPr>
          <p:txBody>
            <a:bodyPr wrap="none" lIns="0" tIns="0" rIns="0" bIns="0" anchor="t">
              <a:noAutofit/>
            </a:bodyPr>
            <a:lstStyle>
              <a:defPPr algn="l">
                <a:defRPr sz="1151" b="0" i="0" kern="0" spc="-9">
                  <a:solidFill>
                    <a:srgbClr val="7B8BA0"/>
                  </a:solidFill>
                  <a:latin typeface="Inter"/>
                  <a:ea typeface="Inter"/>
                  <a:cs typeface="Inter"/>
                </a:defRPr>
              </a:defPPr>
              <a:lvl1pPr algn="l">
                <a:defRPr sz="1151" b="0" i="0" kern="0" spc="-9">
                  <a:solidFill>
                    <a:srgbClr val="7B8BA0"/>
                  </a:solidFill>
                  <a:latin typeface="Inter"/>
                  <a:ea typeface="Inter"/>
                  <a:cs typeface="Inter"/>
                </a:defRPr>
              </a:lvl1pPr>
              <a:lvl2pPr algn="l">
                <a:defRPr sz="1151" b="0" i="0" kern="0" spc="-9">
                  <a:solidFill>
                    <a:srgbClr val="7B8BA0"/>
                  </a:solidFill>
                  <a:latin typeface="Inter"/>
                  <a:ea typeface="Inter"/>
                  <a:cs typeface="Inter"/>
                </a:defRPr>
              </a:lvl2pPr>
              <a:lvl3pPr algn="l">
                <a:defRPr sz="1151" b="0" i="0" kern="0" spc="-9">
                  <a:solidFill>
                    <a:srgbClr val="7B8BA0"/>
                  </a:solidFill>
                  <a:latin typeface="Inter"/>
                  <a:ea typeface="Inter"/>
                  <a:cs typeface="Inter"/>
                </a:defRPr>
              </a:lvl3pPr>
              <a:lvl4pPr algn="l">
                <a:defRPr sz="1151" b="0" i="0" kern="0" spc="-9">
                  <a:solidFill>
                    <a:srgbClr val="7B8BA0"/>
                  </a:solidFill>
                  <a:latin typeface="Inter"/>
                  <a:ea typeface="Inter"/>
                  <a:cs typeface="Inter"/>
                </a:defRPr>
              </a:lvl4pPr>
              <a:lvl5pPr algn="l">
                <a:defRPr sz="1151" b="0" i="0" kern="0" spc="-9">
                  <a:solidFill>
                    <a:srgbClr val="7B8BA0"/>
                  </a:solidFill>
                  <a:latin typeface="Inter"/>
                  <a:ea typeface="Inter"/>
                  <a:cs typeface="Inter"/>
                </a:defRPr>
              </a:lvl5pPr>
              <a:lvl6pPr algn="l">
                <a:defRPr sz="1151" b="0" i="0" kern="0" spc="-9">
                  <a:solidFill>
                    <a:srgbClr val="7B8BA0"/>
                  </a:solidFill>
                  <a:latin typeface="Inter"/>
                  <a:ea typeface="Inter"/>
                  <a:cs typeface="Inter"/>
                </a:defRPr>
              </a:lvl6pPr>
              <a:lvl7pPr algn="l">
                <a:defRPr sz="1151" b="0" i="0" kern="0" spc="-9">
                  <a:solidFill>
                    <a:srgbClr val="7B8BA0"/>
                  </a:solidFill>
                  <a:latin typeface="Inter"/>
                  <a:ea typeface="Inter"/>
                  <a:cs typeface="Inter"/>
                </a:defRPr>
              </a:lvl7pPr>
              <a:lvl8pPr algn="l">
                <a:defRPr sz="1151" b="0" i="0" kern="0" spc="-9">
                  <a:solidFill>
                    <a:srgbClr val="7B8BA0"/>
                  </a:solidFill>
                  <a:latin typeface="Inter"/>
                  <a:ea typeface="Inter"/>
                  <a:cs typeface="Inter"/>
                </a:defRPr>
              </a:lvl8pPr>
              <a:lvl9pPr algn="l">
                <a:defRPr sz="1151" b="0" i="0" kern="0" spc="-9">
                  <a:solidFill>
                    <a:srgbClr val="7B8BA0"/>
                  </a:solidFill>
                  <a:latin typeface="Inter"/>
                  <a:ea typeface="Inter"/>
                  <a:cs typeface="Inter"/>
                </a:defRPr>
              </a:lvl9pPr>
            </a:lstStyle>
            <a:p>
              <a:pPr algn="l">
                <a:lnSpc>
                  <a:spcPct val="100000"/>
                </a:lnSpc>
                <a:buNone/>
                <a:defRPr sz="1151" b="0" i="0" kern="0" spc="-9">
                  <a:solidFill>
                    <a:srgbClr val="7B8BA0"/>
                  </a:solidFill>
                  <a:latin typeface="Inter"/>
                  <a:ea typeface="Inter"/>
                  <a:cs typeface="Inter"/>
                </a:defRPr>
              </a:pPr>
              <a:r>
                <a:rPr sz="1151" b="0" i="0" kern="0" spc="-9">
                  <a:solidFill>
                    <a:srgbClr val="7B8BA0"/>
                  </a:solidFill>
                  <a:latin typeface="Inter"/>
                  <a:ea typeface="Inter"/>
                  <a:cs typeface="Inter"/>
                </a:rPr>
                <a:t>175</a:t>
              </a:r>
            </a:p>
          </p:txBody>
        </p:sp>
        <p:sp>
          <p:nvSpPr>
            <p:cNvPr id="105" name="s7 text 52 halo">
              <a:extLst>
                <a:ext uri="{FF2B5EF4-FFF2-40B4-BE49-F238E27FC236}">
                  <a16:creationId xmlns:a16="http://schemas.microsoft.com/office/drawing/2014/main" id="{4BD09AC0-6FB2-45F3-82DA-83D24C15A367}"/>
                </a:ext>
              </a:extLst>
            </p:cNvPr>
            <p:cNvSpPr>
              <a:spLocks noGrp="1"/>
            </p:cNvSpPr>
            <p:nvPr/>
          </p:nvSpPr>
          <p:spPr>
            <a:xfrm>
              <a:off x="3175809" y="6026753"/>
              <a:ext cx="2599239" cy="257650"/>
            </a:xfrm>
            <a:prstGeom prst="rect">
              <a:avLst/>
            </a:prstGeom>
            <a:noFill/>
            <a:ln w="0">
              <a:noFill/>
              <a:prstDash val="solid"/>
            </a:ln>
          </p:spPr>
          <p:txBody>
            <a:bodyPr wrap="none" lIns="0" tIns="0" rIns="0" bIns="0" anchor="t">
              <a:noAutofit/>
            </a:bodyPr>
            <a:lstStyle>
              <a:defPPr algn="l">
                <a:defRPr sz="1458" b="0" i="0" kern="0" spc="-9">
                  <a:ln w="42386">
                    <a:solidFill>
                      <a:srgbClr val="FFFFFF"/>
                    </a:solidFill>
                    <a:prstDash val="solid"/>
                  </a:ln>
                  <a:solidFill>
                    <a:srgbClr val="FFFFFF"/>
                  </a:solidFill>
                  <a:latin typeface="Inter SemiBold"/>
                  <a:ea typeface="Inter SemiBold"/>
                  <a:cs typeface="Inter SemiBold"/>
                </a:defRPr>
              </a:defPPr>
              <a:lvl1pPr algn="l">
                <a:defRPr sz="1458" b="0" i="0" kern="0" spc="-9">
                  <a:ln w="42386">
                    <a:solidFill>
                      <a:srgbClr val="FFFFFF"/>
                    </a:solidFill>
                    <a:prstDash val="solid"/>
                  </a:ln>
                  <a:solidFill>
                    <a:srgbClr val="FFFFFF"/>
                  </a:solidFill>
                  <a:latin typeface="Inter SemiBold"/>
                  <a:ea typeface="Inter SemiBold"/>
                  <a:cs typeface="Inter SemiBold"/>
                </a:defRPr>
              </a:lvl1pPr>
              <a:lvl2pPr algn="l">
                <a:defRPr sz="1458" b="0" i="0" kern="0" spc="-9">
                  <a:ln w="42386">
                    <a:solidFill>
                      <a:srgbClr val="FFFFFF"/>
                    </a:solidFill>
                    <a:prstDash val="solid"/>
                  </a:ln>
                  <a:solidFill>
                    <a:srgbClr val="FFFFFF"/>
                  </a:solidFill>
                  <a:latin typeface="Inter SemiBold"/>
                  <a:ea typeface="Inter SemiBold"/>
                  <a:cs typeface="Inter SemiBold"/>
                </a:defRPr>
              </a:lvl2pPr>
              <a:lvl3pPr algn="l">
                <a:defRPr sz="1458" b="0" i="0" kern="0" spc="-9">
                  <a:ln w="42386">
                    <a:solidFill>
                      <a:srgbClr val="FFFFFF"/>
                    </a:solidFill>
                    <a:prstDash val="solid"/>
                  </a:ln>
                  <a:solidFill>
                    <a:srgbClr val="FFFFFF"/>
                  </a:solidFill>
                  <a:latin typeface="Inter SemiBold"/>
                  <a:ea typeface="Inter SemiBold"/>
                  <a:cs typeface="Inter SemiBold"/>
                </a:defRPr>
              </a:lvl3pPr>
              <a:lvl4pPr algn="l">
                <a:defRPr sz="1458" b="0" i="0" kern="0" spc="-9">
                  <a:ln w="42386">
                    <a:solidFill>
                      <a:srgbClr val="FFFFFF"/>
                    </a:solidFill>
                    <a:prstDash val="solid"/>
                  </a:ln>
                  <a:solidFill>
                    <a:srgbClr val="FFFFFF"/>
                  </a:solidFill>
                  <a:latin typeface="Inter SemiBold"/>
                  <a:ea typeface="Inter SemiBold"/>
                  <a:cs typeface="Inter SemiBold"/>
                </a:defRPr>
              </a:lvl4pPr>
              <a:lvl5pPr algn="l">
                <a:defRPr sz="1458" b="0" i="0" kern="0" spc="-9">
                  <a:ln w="42386">
                    <a:solidFill>
                      <a:srgbClr val="FFFFFF"/>
                    </a:solidFill>
                    <a:prstDash val="solid"/>
                  </a:ln>
                  <a:solidFill>
                    <a:srgbClr val="FFFFFF"/>
                  </a:solidFill>
                  <a:latin typeface="Inter SemiBold"/>
                  <a:ea typeface="Inter SemiBold"/>
                  <a:cs typeface="Inter SemiBold"/>
                </a:defRPr>
              </a:lvl5pPr>
              <a:lvl6pPr algn="l">
                <a:defRPr sz="1458" b="0" i="0" kern="0" spc="-9">
                  <a:ln w="42386">
                    <a:solidFill>
                      <a:srgbClr val="FFFFFF"/>
                    </a:solidFill>
                    <a:prstDash val="solid"/>
                  </a:ln>
                  <a:solidFill>
                    <a:srgbClr val="FFFFFF"/>
                  </a:solidFill>
                  <a:latin typeface="Inter SemiBold"/>
                  <a:ea typeface="Inter SemiBold"/>
                  <a:cs typeface="Inter SemiBold"/>
                </a:defRPr>
              </a:lvl6pPr>
              <a:lvl7pPr algn="l">
                <a:defRPr sz="1458" b="0" i="0" kern="0" spc="-9">
                  <a:ln w="42386">
                    <a:solidFill>
                      <a:srgbClr val="FFFFFF"/>
                    </a:solidFill>
                    <a:prstDash val="solid"/>
                  </a:ln>
                  <a:solidFill>
                    <a:srgbClr val="FFFFFF"/>
                  </a:solidFill>
                  <a:latin typeface="Inter SemiBold"/>
                  <a:ea typeface="Inter SemiBold"/>
                  <a:cs typeface="Inter SemiBold"/>
                </a:defRPr>
              </a:lvl7pPr>
              <a:lvl8pPr algn="l">
                <a:defRPr sz="1458" b="0" i="0" kern="0" spc="-9">
                  <a:ln w="42386">
                    <a:solidFill>
                      <a:srgbClr val="FFFFFF"/>
                    </a:solidFill>
                    <a:prstDash val="solid"/>
                  </a:ln>
                  <a:solidFill>
                    <a:srgbClr val="FFFFFF"/>
                  </a:solidFill>
                  <a:latin typeface="Inter SemiBold"/>
                  <a:ea typeface="Inter SemiBold"/>
                  <a:cs typeface="Inter SemiBold"/>
                </a:defRPr>
              </a:lvl8pPr>
              <a:lvl9pPr algn="l">
                <a:defRPr sz="1458" b="0" i="0" kern="0" spc="-9">
                  <a:ln w="42386">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458" b="0" i="0" kern="0" spc="-9">
                  <a:solidFill>
                    <a:srgbClr val="FFFFFF"/>
                  </a:solidFill>
                  <a:latin typeface="Inter SemiBold"/>
                  <a:ea typeface="Inter SemiBold"/>
                  <a:cs typeface="Inter SemiBold"/>
                </a:defRPr>
              </a:pPr>
              <a:r>
                <a:rPr sz="1458" b="0" i="0" kern="0" spc="-9">
                  <a:ln w="42386">
                    <a:solidFill>
                      <a:srgbClr val="FFFFFF"/>
                    </a:solidFill>
                    <a:prstDash val="solid"/>
                  </a:ln>
                  <a:solidFill>
                    <a:srgbClr val="FFFFFF"/>
                  </a:solidFill>
                  <a:latin typeface="Inter SemiBold"/>
                  <a:ea typeface="Inter SemiBold"/>
                  <a:cs typeface="Inter SemiBold"/>
                </a:rPr>
                <a:t>Quantity of TVs (thousands)</a:t>
              </a:r>
            </a:p>
          </p:txBody>
        </p:sp>
        <p:sp>
          <p:nvSpPr>
            <p:cNvPr id="106" name="s7 text 52">
              <a:extLst>
                <a:ext uri="{FF2B5EF4-FFF2-40B4-BE49-F238E27FC236}">
                  <a16:creationId xmlns:a16="http://schemas.microsoft.com/office/drawing/2014/main" id="{A2ECDE57-3B6E-4543-A798-EEFC4E959217}"/>
                </a:ext>
              </a:extLst>
            </p:cNvPr>
            <p:cNvSpPr>
              <a:spLocks noGrp="1"/>
            </p:cNvSpPr>
            <p:nvPr/>
          </p:nvSpPr>
          <p:spPr>
            <a:xfrm>
              <a:off x="3175809" y="6026753"/>
              <a:ext cx="2599239" cy="257650"/>
            </a:xfrm>
            <a:prstGeom prst="rect">
              <a:avLst/>
            </a:prstGeom>
            <a:noFill/>
            <a:ln w="0">
              <a:noFill/>
              <a:prstDash val="solid"/>
            </a:ln>
          </p:spPr>
          <p:txBody>
            <a:bodyPr wrap="none" lIns="0" tIns="0" rIns="0" bIns="0" anchor="t">
              <a:noAutofit/>
            </a:bodyPr>
            <a:lstStyle>
              <a:defPPr algn="l">
                <a:defRPr sz="1458" b="0" i="0" kern="0" spc="-9">
                  <a:solidFill>
                    <a:srgbClr val="0A2540"/>
                  </a:solidFill>
                  <a:latin typeface="Inter SemiBold"/>
                  <a:ea typeface="Inter SemiBold"/>
                  <a:cs typeface="Inter SemiBold"/>
                </a:defRPr>
              </a:defPPr>
              <a:lvl1pPr algn="l">
                <a:defRPr sz="1458" b="0" i="0" kern="0" spc="-9">
                  <a:solidFill>
                    <a:srgbClr val="0A2540"/>
                  </a:solidFill>
                  <a:latin typeface="Inter SemiBold"/>
                  <a:ea typeface="Inter SemiBold"/>
                  <a:cs typeface="Inter SemiBold"/>
                </a:defRPr>
              </a:lvl1pPr>
              <a:lvl2pPr algn="l">
                <a:defRPr sz="1458" b="0" i="0" kern="0" spc="-9">
                  <a:solidFill>
                    <a:srgbClr val="0A2540"/>
                  </a:solidFill>
                  <a:latin typeface="Inter SemiBold"/>
                  <a:ea typeface="Inter SemiBold"/>
                  <a:cs typeface="Inter SemiBold"/>
                </a:defRPr>
              </a:lvl2pPr>
              <a:lvl3pPr algn="l">
                <a:defRPr sz="1458" b="0" i="0" kern="0" spc="-9">
                  <a:solidFill>
                    <a:srgbClr val="0A2540"/>
                  </a:solidFill>
                  <a:latin typeface="Inter SemiBold"/>
                  <a:ea typeface="Inter SemiBold"/>
                  <a:cs typeface="Inter SemiBold"/>
                </a:defRPr>
              </a:lvl3pPr>
              <a:lvl4pPr algn="l">
                <a:defRPr sz="1458" b="0" i="0" kern="0" spc="-9">
                  <a:solidFill>
                    <a:srgbClr val="0A2540"/>
                  </a:solidFill>
                  <a:latin typeface="Inter SemiBold"/>
                  <a:ea typeface="Inter SemiBold"/>
                  <a:cs typeface="Inter SemiBold"/>
                </a:defRPr>
              </a:lvl4pPr>
              <a:lvl5pPr algn="l">
                <a:defRPr sz="1458" b="0" i="0" kern="0" spc="-9">
                  <a:solidFill>
                    <a:srgbClr val="0A2540"/>
                  </a:solidFill>
                  <a:latin typeface="Inter SemiBold"/>
                  <a:ea typeface="Inter SemiBold"/>
                  <a:cs typeface="Inter SemiBold"/>
                </a:defRPr>
              </a:lvl5pPr>
              <a:lvl6pPr algn="l">
                <a:defRPr sz="1458" b="0" i="0" kern="0" spc="-9">
                  <a:solidFill>
                    <a:srgbClr val="0A2540"/>
                  </a:solidFill>
                  <a:latin typeface="Inter SemiBold"/>
                  <a:ea typeface="Inter SemiBold"/>
                  <a:cs typeface="Inter SemiBold"/>
                </a:defRPr>
              </a:lvl6pPr>
              <a:lvl7pPr algn="l">
                <a:defRPr sz="1458" b="0" i="0" kern="0" spc="-9">
                  <a:solidFill>
                    <a:srgbClr val="0A2540"/>
                  </a:solidFill>
                  <a:latin typeface="Inter SemiBold"/>
                  <a:ea typeface="Inter SemiBold"/>
                  <a:cs typeface="Inter SemiBold"/>
                </a:defRPr>
              </a:lvl7pPr>
              <a:lvl8pPr algn="l">
                <a:defRPr sz="1458" b="0" i="0" kern="0" spc="-9">
                  <a:solidFill>
                    <a:srgbClr val="0A2540"/>
                  </a:solidFill>
                  <a:latin typeface="Inter SemiBold"/>
                  <a:ea typeface="Inter SemiBold"/>
                  <a:cs typeface="Inter SemiBold"/>
                </a:defRPr>
              </a:lvl8pPr>
              <a:lvl9pPr algn="l">
                <a:defRPr sz="1458" b="0" i="0" kern="0" spc="-9">
                  <a:solidFill>
                    <a:srgbClr val="0A2540"/>
                  </a:solidFill>
                  <a:latin typeface="Inter SemiBold"/>
                  <a:ea typeface="Inter SemiBold"/>
                  <a:cs typeface="Inter SemiBold"/>
                </a:defRPr>
              </a:lvl9pPr>
            </a:lstStyle>
            <a:p>
              <a:pPr algn="l">
                <a:lnSpc>
                  <a:spcPct val="100000"/>
                </a:lnSpc>
                <a:buNone/>
                <a:defRPr sz="1458" b="0" i="0" kern="0" spc="-9">
                  <a:solidFill>
                    <a:srgbClr val="0A2540"/>
                  </a:solidFill>
                  <a:latin typeface="Inter SemiBold"/>
                  <a:ea typeface="Inter SemiBold"/>
                  <a:cs typeface="Inter SemiBold"/>
                </a:defRPr>
              </a:pPr>
              <a:r>
                <a:rPr sz="1458" b="0" i="0" kern="0" spc="-9">
                  <a:solidFill>
                    <a:srgbClr val="0A2540"/>
                  </a:solidFill>
                  <a:latin typeface="Inter SemiBold"/>
                  <a:ea typeface="Inter SemiBold"/>
                  <a:cs typeface="Inter SemiBold"/>
                </a:rPr>
                <a:t>Quantity of TVs (thousands)</a:t>
              </a:r>
            </a:p>
          </p:txBody>
        </p:sp>
        <p:sp>
          <p:nvSpPr>
            <p:cNvPr id="107" name="s7 text 53">
              <a:extLst>
                <a:ext uri="{FF2B5EF4-FFF2-40B4-BE49-F238E27FC236}">
                  <a16:creationId xmlns:a16="http://schemas.microsoft.com/office/drawing/2014/main" id="{D3607BAD-2E8F-40D4-9292-860139F0C4AB}"/>
                </a:ext>
              </a:extLst>
            </p:cNvPr>
            <p:cNvSpPr>
              <a:spLocks noGrp="1"/>
            </p:cNvSpPr>
            <p:nvPr/>
          </p:nvSpPr>
          <p:spPr>
            <a:xfrm rot="-5400000">
              <a:off x="1052797" y="4421084"/>
              <a:ext cx="134160" cy="186677"/>
            </a:xfrm>
            <a:prstGeom prst="rect">
              <a:avLst/>
            </a:prstGeom>
            <a:noFill/>
            <a:ln w="0">
              <a:noFill/>
              <a:prstDash val="solid"/>
            </a:ln>
          </p:spPr>
          <p:txBody>
            <a:bodyPr wrap="none" lIns="0" tIns="0" rIns="0" bIns="0" anchor="t">
              <a:noAutofit/>
            </a:bodyPr>
            <a:lstStyle>
              <a:defPPr algn="l">
                <a:defRPr sz="1056" b="0" i="0" kern="0" spc="0">
                  <a:solidFill>
                    <a:srgbClr val="0A2540"/>
                  </a:solidFill>
                  <a:latin typeface="Inter SemiBold"/>
                  <a:ea typeface="Inter SemiBold"/>
                  <a:cs typeface="Inter SemiBold"/>
                </a:defRPr>
              </a:defPPr>
              <a:lvl1pPr algn="l">
                <a:defRPr sz="1056" b="0" i="0" kern="0" spc="0">
                  <a:solidFill>
                    <a:srgbClr val="0A2540"/>
                  </a:solidFill>
                  <a:latin typeface="Inter SemiBold"/>
                  <a:ea typeface="Inter SemiBold"/>
                  <a:cs typeface="Inter SemiBold"/>
                </a:defRPr>
              </a:lvl1pPr>
              <a:lvl2pPr algn="l">
                <a:defRPr sz="1056" b="0" i="0" kern="0" spc="0">
                  <a:solidFill>
                    <a:srgbClr val="0A2540"/>
                  </a:solidFill>
                  <a:latin typeface="Inter SemiBold"/>
                  <a:ea typeface="Inter SemiBold"/>
                  <a:cs typeface="Inter SemiBold"/>
                </a:defRPr>
              </a:lvl2pPr>
              <a:lvl3pPr algn="l">
                <a:defRPr sz="1056" b="0" i="0" kern="0" spc="0">
                  <a:solidFill>
                    <a:srgbClr val="0A2540"/>
                  </a:solidFill>
                  <a:latin typeface="Inter SemiBold"/>
                  <a:ea typeface="Inter SemiBold"/>
                  <a:cs typeface="Inter SemiBold"/>
                </a:defRPr>
              </a:lvl3pPr>
              <a:lvl4pPr algn="l">
                <a:defRPr sz="1056" b="0" i="0" kern="0" spc="0">
                  <a:solidFill>
                    <a:srgbClr val="0A2540"/>
                  </a:solidFill>
                  <a:latin typeface="Inter SemiBold"/>
                  <a:ea typeface="Inter SemiBold"/>
                  <a:cs typeface="Inter SemiBold"/>
                </a:defRPr>
              </a:lvl4pPr>
              <a:lvl5pPr algn="l">
                <a:defRPr sz="1056" b="0" i="0" kern="0" spc="0">
                  <a:solidFill>
                    <a:srgbClr val="0A2540"/>
                  </a:solidFill>
                  <a:latin typeface="Inter SemiBold"/>
                  <a:ea typeface="Inter SemiBold"/>
                  <a:cs typeface="Inter SemiBold"/>
                </a:defRPr>
              </a:lvl5pPr>
              <a:lvl6pPr algn="l">
                <a:defRPr sz="1056" b="0" i="0" kern="0" spc="0">
                  <a:solidFill>
                    <a:srgbClr val="0A2540"/>
                  </a:solidFill>
                  <a:latin typeface="Inter SemiBold"/>
                  <a:ea typeface="Inter SemiBold"/>
                  <a:cs typeface="Inter SemiBold"/>
                </a:defRPr>
              </a:lvl6pPr>
              <a:lvl7pPr algn="l">
                <a:defRPr sz="1056" b="0" i="0" kern="0" spc="0">
                  <a:solidFill>
                    <a:srgbClr val="0A2540"/>
                  </a:solidFill>
                  <a:latin typeface="Inter SemiBold"/>
                  <a:ea typeface="Inter SemiBold"/>
                  <a:cs typeface="Inter SemiBold"/>
                </a:defRPr>
              </a:lvl7pPr>
              <a:lvl8pPr algn="l">
                <a:defRPr sz="1056" b="0" i="0" kern="0" spc="0">
                  <a:solidFill>
                    <a:srgbClr val="0A2540"/>
                  </a:solidFill>
                  <a:latin typeface="Inter SemiBold"/>
                  <a:ea typeface="Inter SemiBold"/>
                  <a:cs typeface="Inter SemiBold"/>
                </a:defRPr>
              </a:lvl8pPr>
              <a:lvl9pPr algn="l">
                <a:defRPr sz="1056" b="0" i="0" kern="0" spc="0">
                  <a:solidFill>
                    <a:srgbClr val="0A2540"/>
                  </a:solidFill>
                  <a:latin typeface="Inter SemiBold"/>
                  <a:ea typeface="Inter SemiBold"/>
                  <a:cs typeface="Inter SemiBold"/>
                </a:defRPr>
              </a:lvl9pPr>
            </a:lstStyle>
            <a:p>
              <a:pPr algn="l">
                <a:lnSpc>
                  <a:spcPct val="100000"/>
                </a:lnSpc>
                <a:buNone/>
                <a:defRPr sz="1056" b="0" i="0" kern="0" spc="0">
                  <a:solidFill>
                    <a:srgbClr val="0A2540"/>
                  </a:solidFill>
                  <a:latin typeface="Inter SemiBold"/>
                  <a:ea typeface="Inter SemiBold"/>
                  <a:cs typeface="Inter SemiBold"/>
                </a:defRPr>
              </a:pPr>
              <a:r>
                <a:rPr sz="1056" b="0" i="0" kern="0" spc="0">
                  <a:solidFill>
                    <a:srgbClr val="0A2540"/>
                  </a:solidFill>
                  <a:latin typeface="Inter SemiBold"/>
                  <a:ea typeface="Inter SemiBold"/>
                  <a:cs typeface="Inter SemiBold"/>
                </a:rPr>
                <a:t>P</a:t>
              </a:r>
            </a:p>
          </p:txBody>
        </p:sp>
        <p:sp>
          <p:nvSpPr>
            <p:cNvPr id="108" name="s7 text 54">
              <a:extLst>
                <a:ext uri="{FF2B5EF4-FFF2-40B4-BE49-F238E27FC236}">
                  <a16:creationId xmlns:a16="http://schemas.microsoft.com/office/drawing/2014/main" id="{464B072F-D7B7-417C-8E93-C6FA23D294C2}"/>
                </a:ext>
              </a:extLst>
            </p:cNvPr>
            <p:cNvSpPr>
              <a:spLocks noGrp="1"/>
            </p:cNvSpPr>
            <p:nvPr/>
          </p:nvSpPr>
          <p:spPr>
            <a:xfrm rot="-5400000">
              <a:off x="1052797" y="4352384"/>
              <a:ext cx="134160" cy="186677"/>
            </a:xfrm>
            <a:prstGeom prst="rect">
              <a:avLst/>
            </a:prstGeom>
            <a:noFill/>
            <a:ln w="0">
              <a:noFill/>
              <a:prstDash val="solid"/>
            </a:ln>
          </p:spPr>
          <p:txBody>
            <a:bodyPr wrap="none" lIns="0" tIns="0" rIns="0" bIns="0" anchor="t">
              <a:noAutofit/>
            </a:bodyPr>
            <a:lstStyle>
              <a:defPPr algn="l">
                <a:defRPr sz="1056" b="0" i="0" kern="0" spc="0">
                  <a:solidFill>
                    <a:srgbClr val="0A2540"/>
                  </a:solidFill>
                  <a:latin typeface="Inter SemiBold"/>
                  <a:ea typeface="Inter SemiBold"/>
                  <a:cs typeface="Inter SemiBold"/>
                </a:defRPr>
              </a:defPPr>
              <a:lvl1pPr algn="l">
                <a:defRPr sz="1056" b="0" i="0" kern="0" spc="0">
                  <a:solidFill>
                    <a:srgbClr val="0A2540"/>
                  </a:solidFill>
                  <a:latin typeface="Inter SemiBold"/>
                  <a:ea typeface="Inter SemiBold"/>
                  <a:cs typeface="Inter SemiBold"/>
                </a:defRPr>
              </a:lvl1pPr>
              <a:lvl2pPr algn="l">
                <a:defRPr sz="1056" b="0" i="0" kern="0" spc="0">
                  <a:solidFill>
                    <a:srgbClr val="0A2540"/>
                  </a:solidFill>
                  <a:latin typeface="Inter SemiBold"/>
                  <a:ea typeface="Inter SemiBold"/>
                  <a:cs typeface="Inter SemiBold"/>
                </a:defRPr>
              </a:lvl2pPr>
              <a:lvl3pPr algn="l">
                <a:defRPr sz="1056" b="0" i="0" kern="0" spc="0">
                  <a:solidFill>
                    <a:srgbClr val="0A2540"/>
                  </a:solidFill>
                  <a:latin typeface="Inter SemiBold"/>
                  <a:ea typeface="Inter SemiBold"/>
                  <a:cs typeface="Inter SemiBold"/>
                </a:defRPr>
              </a:lvl3pPr>
              <a:lvl4pPr algn="l">
                <a:defRPr sz="1056" b="0" i="0" kern="0" spc="0">
                  <a:solidFill>
                    <a:srgbClr val="0A2540"/>
                  </a:solidFill>
                  <a:latin typeface="Inter SemiBold"/>
                  <a:ea typeface="Inter SemiBold"/>
                  <a:cs typeface="Inter SemiBold"/>
                </a:defRPr>
              </a:lvl4pPr>
              <a:lvl5pPr algn="l">
                <a:defRPr sz="1056" b="0" i="0" kern="0" spc="0">
                  <a:solidFill>
                    <a:srgbClr val="0A2540"/>
                  </a:solidFill>
                  <a:latin typeface="Inter SemiBold"/>
                  <a:ea typeface="Inter SemiBold"/>
                  <a:cs typeface="Inter SemiBold"/>
                </a:defRPr>
              </a:lvl5pPr>
              <a:lvl6pPr algn="l">
                <a:defRPr sz="1056" b="0" i="0" kern="0" spc="0">
                  <a:solidFill>
                    <a:srgbClr val="0A2540"/>
                  </a:solidFill>
                  <a:latin typeface="Inter SemiBold"/>
                  <a:ea typeface="Inter SemiBold"/>
                  <a:cs typeface="Inter SemiBold"/>
                </a:defRPr>
              </a:lvl6pPr>
              <a:lvl7pPr algn="l">
                <a:defRPr sz="1056" b="0" i="0" kern="0" spc="0">
                  <a:solidFill>
                    <a:srgbClr val="0A2540"/>
                  </a:solidFill>
                  <a:latin typeface="Inter SemiBold"/>
                  <a:ea typeface="Inter SemiBold"/>
                  <a:cs typeface="Inter SemiBold"/>
                </a:defRPr>
              </a:lvl7pPr>
              <a:lvl8pPr algn="l">
                <a:defRPr sz="1056" b="0" i="0" kern="0" spc="0">
                  <a:solidFill>
                    <a:srgbClr val="0A2540"/>
                  </a:solidFill>
                  <a:latin typeface="Inter SemiBold"/>
                  <a:ea typeface="Inter SemiBold"/>
                  <a:cs typeface="Inter SemiBold"/>
                </a:defRPr>
              </a:lvl8pPr>
              <a:lvl9pPr algn="l">
                <a:defRPr sz="1056" b="0" i="0" kern="0" spc="0">
                  <a:solidFill>
                    <a:srgbClr val="0A2540"/>
                  </a:solidFill>
                  <a:latin typeface="Inter SemiBold"/>
                  <a:ea typeface="Inter SemiBold"/>
                  <a:cs typeface="Inter SemiBold"/>
                </a:defRPr>
              </a:lvl9pPr>
            </a:lstStyle>
            <a:p>
              <a:pPr algn="l">
                <a:lnSpc>
                  <a:spcPct val="100000"/>
                </a:lnSpc>
                <a:buNone/>
                <a:defRPr sz="1056" b="0" i="0" kern="0" spc="0">
                  <a:solidFill>
                    <a:srgbClr val="0A2540"/>
                  </a:solidFill>
                  <a:latin typeface="Inter SemiBold"/>
                  <a:ea typeface="Inter SemiBold"/>
                  <a:cs typeface="Inter SemiBold"/>
                </a:defRPr>
              </a:pPr>
              <a:r>
                <a:rPr sz="1056" b="0" i="0" kern="0" spc="0">
                  <a:solidFill>
                    <a:srgbClr val="0A2540"/>
                  </a:solidFill>
                  <a:latin typeface="Inter SemiBold"/>
                  <a:ea typeface="Inter SemiBold"/>
                  <a:cs typeface="Inter SemiBold"/>
                </a:rPr>
                <a:t>r</a:t>
              </a:r>
            </a:p>
          </p:txBody>
        </p:sp>
        <p:sp>
          <p:nvSpPr>
            <p:cNvPr id="109" name="s7 text 55">
              <a:extLst>
                <a:ext uri="{FF2B5EF4-FFF2-40B4-BE49-F238E27FC236}">
                  <a16:creationId xmlns:a16="http://schemas.microsoft.com/office/drawing/2014/main" id="{AE5F6885-FF1E-4C72-8099-4FDD7DF36048}"/>
                </a:ext>
              </a:extLst>
            </p:cNvPr>
            <p:cNvSpPr>
              <a:spLocks noGrp="1"/>
            </p:cNvSpPr>
            <p:nvPr/>
          </p:nvSpPr>
          <p:spPr>
            <a:xfrm rot="-5400000">
              <a:off x="1052797" y="4308531"/>
              <a:ext cx="134160" cy="186677"/>
            </a:xfrm>
            <a:prstGeom prst="rect">
              <a:avLst/>
            </a:prstGeom>
            <a:noFill/>
            <a:ln w="0">
              <a:noFill/>
              <a:prstDash val="solid"/>
            </a:ln>
          </p:spPr>
          <p:txBody>
            <a:bodyPr wrap="none" lIns="0" tIns="0" rIns="0" bIns="0" anchor="t">
              <a:noAutofit/>
            </a:bodyPr>
            <a:lstStyle>
              <a:defPPr algn="l">
                <a:defRPr sz="1056" b="0" i="0" kern="0" spc="0">
                  <a:solidFill>
                    <a:srgbClr val="0A2540"/>
                  </a:solidFill>
                  <a:latin typeface="Inter SemiBold"/>
                  <a:ea typeface="Inter SemiBold"/>
                  <a:cs typeface="Inter SemiBold"/>
                </a:defRPr>
              </a:defPPr>
              <a:lvl1pPr algn="l">
                <a:defRPr sz="1056" b="0" i="0" kern="0" spc="0">
                  <a:solidFill>
                    <a:srgbClr val="0A2540"/>
                  </a:solidFill>
                  <a:latin typeface="Inter SemiBold"/>
                  <a:ea typeface="Inter SemiBold"/>
                  <a:cs typeface="Inter SemiBold"/>
                </a:defRPr>
              </a:lvl1pPr>
              <a:lvl2pPr algn="l">
                <a:defRPr sz="1056" b="0" i="0" kern="0" spc="0">
                  <a:solidFill>
                    <a:srgbClr val="0A2540"/>
                  </a:solidFill>
                  <a:latin typeface="Inter SemiBold"/>
                  <a:ea typeface="Inter SemiBold"/>
                  <a:cs typeface="Inter SemiBold"/>
                </a:defRPr>
              </a:lvl2pPr>
              <a:lvl3pPr algn="l">
                <a:defRPr sz="1056" b="0" i="0" kern="0" spc="0">
                  <a:solidFill>
                    <a:srgbClr val="0A2540"/>
                  </a:solidFill>
                  <a:latin typeface="Inter SemiBold"/>
                  <a:ea typeface="Inter SemiBold"/>
                  <a:cs typeface="Inter SemiBold"/>
                </a:defRPr>
              </a:lvl3pPr>
              <a:lvl4pPr algn="l">
                <a:defRPr sz="1056" b="0" i="0" kern="0" spc="0">
                  <a:solidFill>
                    <a:srgbClr val="0A2540"/>
                  </a:solidFill>
                  <a:latin typeface="Inter SemiBold"/>
                  <a:ea typeface="Inter SemiBold"/>
                  <a:cs typeface="Inter SemiBold"/>
                </a:defRPr>
              </a:lvl4pPr>
              <a:lvl5pPr algn="l">
                <a:defRPr sz="1056" b="0" i="0" kern="0" spc="0">
                  <a:solidFill>
                    <a:srgbClr val="0A2540"/>
                  </a:solidFill>
                  <a:latin typeface="Inter SemiBold"/>
                  <a:ea typeface="Inter SemiBold"/>
                  <a:cs typeface="Inter SemiBold"/>
                </a:defRPr>
              </a:lvl5pPr>
              <a:lvl6pPr algn="l">
                <a:defRPr sz="1056" b="0" i="0" kern="0" spc="0">
                  <a:solidFill>
                    <a:srgbClr val="0A2540"/>
                  </a:solidFill>
                  <a:latin typeface="Inter SemiBold"/>
                  <a:ea typeface="Inter SemiBold"/>
                  <a:cs typeface="Inter SemiBold"/>
                </a:defRPr>
              </a:lvl6pPr>
              <a:lvl7pPr algn="l">
                <a:defRPr sz="1056" b="0" i="0" kern="0" spc="0">
                  <a:solidFill>
                    <a:srgbClr val="0A2540"/>
                  </a:solidFill>
                  <a:latin typeface="Inter SemiBold"/>
                  <a:ea typeface="Inter SemiBold"/>
                  <a:cs typeface="Inter SemiBold"/>
                </a:defRPr>
              </a:lvl7pPr>
              <a:lvl8pPr algn="l">
                <a:defRPr sz="1056" b="0" i="0" kern="0" spc="0">
                  <a:solidFill>
                    <a:srgbClr val="0A2540"/>
                  </a:solidFill>
                  <a:latin typeface="Inter SemiBold"/>
                  <a:ea typeface="Inter SemiBold"/>
                  <a:cs typeface="Inter SemiBold"/>
                </a:defRPr>
              </a:lvl8pPr>
              <a:lvl9pPr algn="l">
                <a:defRPr sz="1056" b="0" i="0" kern="0" spc="0">
                  <a:solidFill>
                    <a:srgbClr val="0A2540"/>
                  </a:solidFill>
                  <a:latin typeface="Inter SemiBold"/>
                  <a:ea typeface="Inter SemiBold"/>
                  <a:cs typeface="Inter SemiBold"/>
                </a:defRPr>
              </a:lvl9pPr>
            </a:lstStyle>
            <a:p>
              <a:pPr algn="l">
                <a:lnSpc>
                  <a:spcPct val="100000"/>
                </a:lnSpc>
                <a:buNone/>
                <a:defRPr sz="1056" b="0" i="0" kern="0" spc="0">
                  <a:solidFill>
                    <a:srgbClr val="0A2540"/>
                  </a:solidFill>
                  <a:latin typeface="Inter SemiBold"/>
                  <a:ea typeface="Inter SemiBold"/>
                  <a:cs typeface="Inter SemiBold"/>
                </a:defRPr>
              </a:pPr>
              <a:r>
                <a:rPr sz="1056" b="0" i="0" kern="0" spc="0">
                  <a:solidFill>
                    <a:srgbClr val="0A2540"/>
                  </a:solidFill>
                  <a:latin typeface="Inter SemiBold"/>
                  <a:ea typeface="Inter SemiBold"/>
                  <a:cs typeface="Inter SemiBold"/>
                </a:rPr>
                <a:t>i</a:t>
              </a:r>
            </a:p>
          </p:txBody>
        </p:sp>
        <p:sp>
          <p:nvSpPr>
            <p:cNvPr id="110" name="s7 text 56">
              <a:extLst>
                <a:ext uri="{FF2B5EF4-FFF2-40B4-BE49-F238E27FC236}">
                  <a16:creationId xmlns:a16="http://schemas.microsoft.com/office/drawing/2014/main" id="{038CBA33-7554-4C0F-8EF2-69DC05CCFDEF}"/>
                </a:ext>
              </a:extLst>
            </p:cNvPr>
            <p:cNvSpPr>
              <a:spLocks noGrp="1"/>
            </p:cNvSpPr>
            <p:nvPr/>
          </p:nvSpPr>
          <p:spPr>
            <a:xfrm rot="-5400000">
              <a:off x="1052797" y="4253057"/>
              <a:ext cx="134160" cy="186677"/>
            </a:xfrm>
            <a:prstGeom prst="rect">
              <a:avLst/>
            </a:prstGeom>
            <a:noFill/>
            <a:ln w="0">
              <a:noFill/>
              <a:prstDash val="solid"/>
            </a:ln>
          </p:spPr>
          <p:txBody>
            <a:bodyPr wrap="none" lIns="0" tIns="0" rIns="0" bIns="0" anchor="t">
              <a:noAutofit/>
            </a:bodyPr>
            <a:lstStyle>
              <a:defPPr algn="l">
                <a:defRPr sz="1056" b="0" i="0" kern="0" spc="0">
                  <a:solidFill>
                    <a:srgbClr val="0A2540"/>
                  </a:solidFill>
                  <a:latin typeface="Inter SemiBold"/>
                  <a:ea typeface="Inter SemiBold"/>
                  <a:cs typeface="Inter SemiBold"/>
                </a:defRPr>
              </a:defPPr>
              <a:lvl1pPr algn="l">
                <a:defRPr sz="1056" b="0" i="0" kern="0" spc="0">
                  <a:solidFill>
                    <a:srgbClr val="0A2540"/>
                  </a:solidFill>
                  <a:latin typeface="Inter SemiBold"/>
                  <a:ea typeface="Inter SemiBold"/>
                  <a:cs typeface="Inter SemiBold"/>
                </a:defRPr>
              </a:lvl1pPr>
              <a:lvl2pPr algn="l">
                <a:defRPr sz="1056" b="0" i="0" kern="0" spc="0">
                  <a:solidFill>
                    <a:srgbClr val="0A2540"/>
                  </a:solidFill>
                  <a:latin typeface="Inter SemiBold"/>
                  <a:ea typeface="Inter SemiBold"/>
                  <a:cs typeface="Inter SemiBold"/>
                </a:defRPr>
              </a:lvl2pPr>
              <a:lvl3pPr algn="l">
                <a:defRPr sz="1056" b="0" i="0" kern="0" spc="0">
                  <a:solidFill>
                    <a:srgbClr val="0A2540"/>
                  </a:solidFill>
                  <a:latin typeface="Inter SemiBold"/>
                  <a:ea typeface="Inter SemiBold"/>
                  <a:cs typeface="Inter SemiBold"/>
                </a:defRPr>
              </a:lvl3pPr>
              <a:lvl4pPr algn="l">
                <a:defRPr sz="1056" b="0" i="0" kern="0" spc="0">
                  <a:solidFill>
                    <a:srgbClr val="0A2540"/>
                  </a:solidFill>
                  <a:latin typeface="Inter SemiBold"/>
                  <a:ea typeface="Inter SemiBold"/>
                  <a:cs typeface="Inter SemiBold"/>
                </a:defRPr>
              </a:lvl4pPr>
              <a:lvl5pPr algn="l">
                <a:defRPr sz="1056" b="0" i="0" kern="0" spc="0">
                  <a:solidFill>
                    <a:srgbClr val="0A2540"/>
                  </a:solidFill>
                  <a:latin typeface="Inter SemiBold"/>
                  <a:ea typeface="Inter SemiBold"/>
                  <a:cs typeface="Inter SemiBold"/>
                </a:defRPr>
              </a:lvl5pPr>
              <a:lvl6pPr algn="l">
                <a:defRPr sz="1056" b="0" i="0" kern="0" spc="0">
                  <a:solidFill>
                    <a:srgbClr val="0A2540"/>
                  </a:solidFill>
                  <a:latin typeface="Inter SemiBold"/>
                  <a:ea typeface="Inter SemiBold"/>
                  <a:cs typeface="Inter SemiBold"/>
                </a:defRPr>
              </a:lvl6pPr>
              <a:lvl7pPr algn="l">
                <a:defRPr sz="1056" b="0" i="0" kern="0" spc="0">
                  <a:solidFill>
                    <a:srgbClr val="0A2540"/>
                  </a:solidFill>
                  <a:latin typeface="Inter SemiBold"/>
                  <a:ea typeface="Inter SemiBold"/>
                  <a:cs typeface="Inter SemiBold"/>
                </a:defRPr>
              </a:lvl7pPr>
              <a:lvl8pPr algn="l">
                <a:defRPr sz="1056" b="0" i="0" kern="0" spc="0">
                  <a:solidFill>
                    <a:srgbClr val="0A2540"/>
                  </a:solidFill>
                  <a:latin typeface="Inter SemiBold"/>
                  <a:ea typeface="Inter SemiBold"/>
                  <a:cs typeface="Inter SemiBold"/>
                </a:defRPr>
              </a:lvl8pPr>
              <a:lvl9pPr algn="l">
                <a:defRPr sz="1056" b="0" i="0" kern="0" spc="0">
                  <a:solidFill>
                    <a:srgbClr val="0A2540"/>
                  </a:solidFill>
                  <a:latin typeface="Inter SemiBold"/>
                  <a:ea typeface="Inter SemiBold"/>
                  <a:cs typeface="Inter SemiBold"/>
                </a:defRPr>
              </a:lvl9pPr>
            </a:lstStyle>
            <a:p>
              <a:pPr algn="l">
                <a:lnSpc>
                  <a:spcPct val="100000"/>
                </a:lnSpc>
                <a:buNone/>
                <a:defRPr sz="1056" b="0" i="0" kern="0" spc="0">
                  <a:solidFill>
                    <a:srgbClr val="0A2540"/>
                  </a:solidFill>
                  <a:latin typeface="Inter SemiBold"/>
                  <a:ea typeface="Inter SemiBold"/>
                  <a:cs typeface="Inter SemiBold"/>
                </a:defRPr>
              </a:pPr>
              <a:r>
                <a:rPr sz="1056" b="0" i="0" kern="0" spc="0">
                  <a:solidFill>
                    <a:srgbClr val="0A2540"/>
                  </a:solidFill>
                  <a:latin typeface="Inter SemiBold"/>
                  <a:ea typeface="Inter SemiBold"/>
                  <a:cs typeface="Inter SemiBold"/>
                </a:rPr>
                <a:t>c</a:t>
              </a:r>
            </a:p>
          </p:txBody>
        </p:sp>
        <p:sp>
          <p:nvSpPr>
            <p:cNvPr id="111" name="s7 text 57">
              <a:extLst>
                <a:ext uri="{FF2B5EF4-FFF2-40B4-BE49-F238E27FC236}">
                  <a16:creationId xmlns:a16="http://schemas.microsoft.com/office/drawing/2014/main" id="{BD16F1FD-9C8A-43D3-B015-E269BB25C470}"/>
                </a:ext>
              </a:extLst>
            </p:cNvPr>
            <p:cNvSpPr>
              <a:spLocks noGrp="1"/>
            </p:cNvSpPr>
            <p:nvPr/>
          </p:nvSpPr>
          <p:spPr>
            <a:xfrm rot="-5400000">
              <a:off x="1052797" y="4175507"/>
              <a:ext cx="134160" cy="186677"/>
            </a:xfrm>
            <a:prstGeom prst="rect">
              <a:avLst/>
            </a:prstGeom>
            <a:noFill/>
            <a:ln w="0">
              <a:noFill/>
              <a:prstDash val="solid"/>
            </a:ln>
          </p:spPr>
          <p:txBody>
            <a:bodyPr wrap="none" lIns="0" tIns="0" rIns="0" bIns="0" anchor="t">
              <a:noAutofit/>
            </a:bodyPr>
            <a:lstStyle>
              <a:defPPr algn="l">
                <a:defRPr sz="1056" b="0" i="0" kern="0" spc="0">
                  <a:solidFill>
                    <a:srgbClr val="0A2540"/>
                  </a:solidFill>
                  <a:latin typeface="Inter SemiBold"/>
                  <a:ea typeface="Inter SemiBold"/>
                  <a:cs typeface="Inter SemiBold"/>
                </a:defRPr>
              </a:defPPr>
              <a:lvl1pPr algn="l">
                <a:defRPr sz="1056" b="0" i="0" kern="0" spc="0">
                  <a:solidFill>
                    <a:srgbClr val="0A2540"/>
                  </a:solidFill>
                  <a:latin typeface="Inter SemiBold"/>
                  <a:ea typeface="Inter SemiBold"/>
                  <a:cs typeface="Inter SemiBold"/>
                </a:defRPr>
              </a:lvl1pPr>
              <a:lvl2pPr algn="l">
                <a:defRPr sz="1056" b="0" i="0" kern="0" spc="0">
                  <a:solidFill>
                    <a:srgbClr val="0A2540"/>
                  </a:solidFill>
                  <a:latin typeface="Inter SemiBold"/>
                  <a:ea typeface="Inter SemiBold"/>
                  <a:cs typeface="Inter SemiBold"/>
                </a:defRPr>
              </a:lvl2pPr>
              <a:lvl3pPr algn="l">
                <a:defRPr sz="1056" b="0" i="0" kern="0" spc="0">
                  <a:solidFill>
                    <a:srgbClr val="0A2540"/>
                  </a:solidFill>
                  <a:latin typeface="Inter SemiBold"/>
                  <a:ea typeface="Inter SemiBold"/>
                  <a:cs typeface="Inter SemiBold"/>
                </a:defRPr>
              </a:lvl3pPr>
              <a:lvl4pPr algn="l">
                <a:defRPr sz="1056" b="0" i="0" kern="0" spc="0">
                  <a:solidFill>
                    <a:srgbClr val="0A2540"/>
                  </a:solidFill>
                  <a:latin typeface="Inter SemiBold"/>
                  <a:ea typeface="Inter SemiBold"/>
                  <a:cs typeface="Inter SemiBold"/>
                </a:defRPr>
              </a:lvl4pPr>
              <a:lvl5pPr algn="l">
                <a:defRPr sz="1056" b="0" i="0" kern="0" spc="0">
                  <a:solidFill>
                    <a:srgbClr val="0A2540"/>
                  </a:solidFill>
                  <a:latin typeface="Inter SemiBold"/>
                  <a:ea typeface="Inter SemiBold"/>
                  <a:cs typeface="Inter SemiBold"/>
                </a:defRPr>
              </a:lvl5pPr>
              <a:lvl6pPr algn="l">
                <a:defRPr sz="1056" b="0" i="0" kern="0" spc="0">
                  <a:solidFill>
                    <a:srgbClr val="0A2540"/>
                  </a:solidFill>
                  <a:latin typeface="Inter SemiBold"/>
                  <a:ea typeface="Inter SemiBold"/>
                  <a:cs typeface="Inter SemiBold"/>
                </a:defRPr>
              </a:lvl6pPr>
              <a:lvl7pPr algn="l">
                <a:defRPr sz="1056" b="0" i="0" kern="0" spc="0">
                  <a:solidFill>
                    <a:srgbClr val="0A2540"/>
                  </a:solidFill>
                  <a:latin typeface="Inter SemiBold"/>
                  <a:ea typeface="Inter SemiBold"/>
                  <a:cs typeface="Inter SemiBold"/>
                </a:defRPr>
              </a:lvl7pPr>
              <a:lvl8pPr algn="l">
                <a:defRPr sz="1056" b="0" i="0" kern="0" spc="0">
                  <a:solidFill>
                    <a:srgbClr val="0A2540"/>
                  </a:solidFill>
                  <a:latin typeface="Inter SemiBold"/>
                  <a:ea typeface="Inter SemiBold"/>
                  <a:cs typeface="Inter SemiBold"/>
                </a:defRPr>
              </a:lvl8pPr>
              <a:lvl9pPr algn="l">
                <a:defRPr sz="1056" b="0" i="0" kern="0" spc="0">
                  <a:solidFill>
                    <a:srgbClr val="0A2540"/>
                  </a:solidFill>
                  <a:latin typeface="Inter SemiBold"/>
                  <a:ea typeface="Inter SemiBold"/>
                  <a:cs typeface="Inter SemiBold"/>
                </a:defRPr>
              </a:lvl9pPr>
            </a:lstStyle>
            <a:p>
              <a:pPr algn="l">
                <a:lnSpc>
                  <a:spcPct val="100000"/>
                </a:lnSpc>
                <a:buNone/>
                <a:defRPr sz="1056" b="0" i="0" kern="0" spc="0">
                  <a:solidFill>
                    <a:srgbClr val="0A2540"/>
                  </a:solidFill>
                  <a:latin typeface="Inter SemiBold"/>
                  <a:ea typeface="Inter SemiBold"/>
                  <a:cs typeface="Inter SemiBold"/>
                </a:defRPr>
              </a:pPr>
              <a:r>
                <a:rPr sz="1056" b="0" i="0" kern="0" spc="0">
                  <a:solidFill>
                    <a:srgbClr val="0A2540"/>
                  </a:solidFill>
                  <a:latin typeface="Inter SemiBold"/>
                  <a:ea typeface="Inter SemiBold"/>
                  <a:cs typeface="Inter SemiBold"/>
                </a:rPr>
                <a:t>e</a:t>
              </a:r>
            </a:p>
          </p:txBody>
        </p:sp>
        <p:sp>
          <p:nvSpPr>
            <p:cNvPr id="112" name="s7 text 59">
              <a:extLst>
                <a:ext uri="{FF2B5EF4-FFF2-40B4-BE49-F238E27FC236}">
                  <a16:creationId xmlns:a16="http://schemas.microsoft.com/office/drawing/2014/main" id="{424ACB05-0B46-41AF-939B-A33BDC5E4D72}"/>
                </a:ext>
              </a:extLst>
            </p:cNvPr>
            <p:cNvSpPr>
              <a:spLocks noGrp="1"/>
            </p:cNvSpPr>
            <p:nvPr/>
          </p:nvSpPr>
          <p:spPr>
            <a:xfrm rot="-5400000">
              <a:off x="1052797" y="4063543"/>
              <a:ext cx="134160" cy="186677"/>
            </a:xfrm>
            <a:prstGeom prst="rect">
              <a:avLst/>
            </a:prstGeom>
            <a:noFill/>
            <a:ln w="0">
              <a:noFill/>
              <a:prstDash val="solid"/>
            </a:ln>
          </p:spPr>
          <p:txBody>
            <a:bodyPr wrap="none" lIns="0" tIns="0" rIns="0" bIns="0" anchor="t">
              <a:noAutofit/>
            </a:bodyPr>
            <a:lstStyle>
              <a:defPPr algn="l">
                <a:defRPr sz="1056" b="0" i="0" kern="0" spc="0">
                  <a:solidFill>
                    <a:srgbClr val="0A2540"/>
                  </a:solidFill>
                  <a:latin typeface="Inter SemiBold"/>
                  <a:ea typeface="Inter SemiBold"/>
                  <a:cs typeface="Inter SemiBold"/>
                </a:defRPr>
              </a:defPPr>
              <a:lvl1pPr algn="l">
                <a:defRPr sz="1056" b="0" i="0" kern="0" spc="0">
                  <a:solidFill>
                    <a:srgbClr val="0A2540"/>
                  </a:solidFill>
                  <a:latin typeface="Inter SemiBold"/>
                  <a:ea typeface="Inter SemiBold"/>
                  <a:cs typeface="Inter SemiBold"/>
                </a:defRPr>
              </a:lvl1pPr>
              <a:lvl2pPr algn="l">
                <a:defRPr sz="1056" b="0" i="0" kern="0" spc="0">
                  <a:solidFill>
                    <a:srgbClr val="0A2540"/>
                  </a:solidFill>
                  <a:latin typeface="Inter SemiBold"/>
                  <a:ea typeface="Inter SemiBold"/>
                  <a:cs typeface="Inter SemiBold"/>
                </a:defRPr>
              </a:lvl2pPr>
              <a:lvl3pPr algn="l">
                <a:defRPr sz="1056" b="0" i="0" kern="0" spc="0">
                  <a:solidFill>
                    <a:srgbClr val="0A2540"/>
                  </a:solidFill>
                  <a:latin typeface="Inter SemiBold"/>
                  <a:ea typeface="Inter SemiBold"/>
                  <a:cs typeface="Inter SemiBold"/>
                </a:defRPr>
              </a:lvl3pPr>
              <a:lvl4pPr algn="l">
                <a:defRPr sz="1056" b="0" i="0" kern="0" spc="0">
                  <a:solidFill>
                    <a:srgbClr val="0A2540"/>
                  </a:solidFill>
                  <a:latin typeface="Inter SemiBold"/>
                  <a:ea typeface="Inter SemiBold"/>
                  <a:cs typeface="Inter SemiBold"/>
                </a:defRPr>
              </a:lvl4pPr>
              <a:lvl5pPr algn="l">
                <a:defRPr sz="1056" b="0" i="0" kern="0" spc="0">
                  <a:solidFill>
                    <a:srgbClr val="0A2540"/>
                  </a:solidFill>
                  <a:latin typeface="Inter SemiBold"/>
                  <a:ea typeface="Inter SemiBold"/>
                  <a:cs typeface="Inter SemiBold"/>
                </a:defRPr>
              </a:lvl5pPr>
              <a:lvl6pPr algn="l">
                <a:defRPr sz="1056" b="0" i="0" kern="0" spc="0">
                  <a:solidFill>
                    <a:srgbClr val="0A2540"/>
                  </a:solidFill>
                  <a:latin typeface="Inter SemiBold"/>
                  <a:ea typeface="Inter SemiBold"/>
                  <a:cs typeface="Inter SemiBold"/>
                </a:defRPr>
              </a:lvl6pPr>
              <a:lvl7pPr algn="l">
                <a:defRPr sz="1056" b="0" i="0" kern="0" spc="0">
                  <a:solidFill>
                    <a:srgbClr val="0A2540"/>
                  </a:solidFill>
                  <a:latin typeface="Inter SemiBold"/>
                  <a:ea typeface="Inter SemiBold"/>
                  <a:cs typeface="Inter SemiBold"/>
                </a:defRPr>
              </a:lvl7pPr>
              <a:lvl8pPr algn="l">
                <a:defRPr sz="1056" b="0" i="0" kern="0" spc="0">
                  <a:solidFill>
                    <a:srgbClr val="0A2540"/>
                  </a:solidFill>
                  <a:latin typeface="Inter SemiBold"/>
                  <a:ea typeface="Inter SemiBold"/>
                  <a:cs typeface="Inter SemiBold"/>
                </a:defRPr>
              </a:lvl8pPr>
              <a:lvl9pPr algn="l">
                <a:defRPr sz="1056" b="0" i="0" kern="0" spc="0">
                  <a:solidFill>
                    <a:srgbClr val="0A2540"/>
                  </a:solidFill>
                  <a:latin typeface="Inter SemiBold"/>
                  <a:ea typeface="Inter SemiBold"/>
                  <a:cs typeface="Inter SemiBold"/>
                </a:defRPr>
              </a:lvl9pPr>
            </a:lstStyle>
            <a:p>
              <a:pPr algn="l">
                <a:lnSpc>
                  <a:spcPct val="100000"/>
                </a:lnSpc>
                <a:buNone/>
                <a:defRPr sz="1056" b="0" i="0" kern="0" spc="0">
                  <a:solidFill>
                    <a:srgbClr val="0A2540"/>
                  </a:solidFill>
                  <a:latin typeface="Inter SemiBold"/>
                  <a:ea typeface="Inter SemiBold"/>
                  <a:cs typeface="Inter SemiBold"/>
                </a:defRPr>
              </a:pPr>
              <a:r>
                <a:rPr sz="1056" b="0" i="0" kern="0" spc="0">
                  <a:solidFill>
                    <a:srgbClr val="0A2540"/>
                  </a:solidFill>
                  <a:latin typeface="Inter SemiBold"/>
                  <a:ea typeface="Inter SemiBold"/>
                  <a:cs typeface="Inter SemiBold"/>
                </a:rPr>
                <a:t>o</a:t>
              </a:r>
            </a:p>
          </p:txBody>
        </p:sp>
        <p:sp>
          <p:nvSpPr>
            <p:cNvPr id="113" name="s7 text 60">
              <a:extLst>
                <a:ext uri="{FF2B5EF4-FFF2-40B4-BE49-F238E27FC236}">
                  <a16:creationId xmlns:a16="http://schemas.microsoft.com/office/drawing/2014/main" id="{52EA053D-2AD1-469A-A354-80DD459DEC94}"/>
                </a:ext>
              </a:extLst>
            </p:cNvPr>
            <p:cNvSpPr>
              <a:spLocks noGrp="1"/>
            </p:cNvSpPr>
            <p:nvPr/>
          </p:nvSpPr>
          <p:spPr>
            <a:xfrm rot="-5400000">
              <a:off x="1052797" y="3997820"/>
              <a:ext cx="134160" cy="186677"/>
            </a:xfrm>
            <a:prstGeom prst="rect">
              <a:avLst/>
            </a:prstGeom>
            <a:noFill/>
            <a:ln w="0">
              <a:noFill/>
              <a:prstDash val="solid"/>
            </a:ln>
          </p:spPr>
          <p:txBody>
            <a:bodyPr wrap="none" lIns="0" tIns="0" rIns="0" bIns="0" anchor="t">
              <a:noAutofit/>
            </a:bodyPr>
            <a:lstStyle>
              <a:defPPr algn="l">
                <a:defRPr sz="1056" b="0" i="0" kern="0" spc="0">
                  <a:solidFill>
                    <a:srgbClr val="0A2540"/>
                  </a:solidFill>
                  <a:latin typeface="Inter SemiBold"/>
                  <a:ea typeface="Inter SemiBold"/>
                  <a:cs typeface="Inter SemiBold"/>
                </a:defRPr>
              </a:defPPr>
              <a:lvl1pPr algn="l">
                <a:defRPr sz="1056" b="0" i="0" kern="0" spc="0">
                  <a:solidFill>
                    <a:srgbClr val="0A2540"/>
                  </a:solidFill>
                  <a:latin typeface="Inter SemiBold"/>
                  <a:ea typeface="Inter SemiBold"/>
                  <a:cs typeface="Inter SemiBold"/>
                </a:defRPr>
              </a:lvl1pPr>
              <a:lvl2pPr algn="l">
                <a:defRPr sz="1056" b="0" i="0" kern="0" spc="0">
                  <a:solidFill>
                    <a:srgbClr val="0A2540"/>
                  </a:solidFill>
                  <a:latin typeface="Inter SemiBold"/>
                  <a:ea typeface="Inter SemiBold"/>
                  <a:cs typeface="Inter SemiBold"/>
                </a:defRPr>
              </a:lvl2pPr>
              <a:lvl3pPr algn="l">
                <a:defRPr sz="1056" b="0" i="0" kern="0" spc="0">
                  <a:solidFill>
                    <a:srgbClr val="0A2540"/>
                  </a:solidFill>
                  <a:latin typeface="Inter SemiBold"/>
                  <a:ea typeface="Inter SemiBold"/>
                  <a:cs typeface="Inter SemiBold"/>
                </a:defRPr>
              </a:lvl3pPr>
              <a:lvl4pPr algn="l">
                <a:defRPr sz="1056" b="0" i="0" kern="0" spc="0">
                  <a:solidFill>
                    <a:srgbClr val="0A2540"/>
                  </a:solidFill>
                  <a:latin typeface="Inter SemiBold"/>
                  <a:ea typeface="Inter SemiBold"/>
                  <a:cs typeface="Inter SemiBold"/>
                </a:defRPr>
              </a:lvl4pPr>
              <a:lvl5pPr algn="l">
                <a:defRPr sz="1056" b="0" i="0" kern="0" spc="0">
                  <a:solidFill>
                    <a:srgbClr val="0A2540"/>
                  </a:solidFill>
                  <a:latin typeface="Inter SemiBold"/>
                  <a:ea typeface="Inter SemiBold"/>
                  <a:cs typeface="Inter SemiBold"/>
                </a:defRPr>
              </a:lvl5pPr>
              <a:lvl6pPr algn="l">
                <a:defRPr sz="1056" b="0" i="0" kern="0" spc="0">
                  <a:solidFill>
                    <a:srgbClr val="0A2540"/>
                  </a:solidFill>
                  <a:latin typeface="Inter SemiBold"/>
                  <a:ea typeface="Inter SemiBold"/>
                  <a:cs typeface="Inter SemiBold"/>
                </a:defRPr>
              </a:lvl6pPr>
              <a:lvl7pPr algn="l">
                <a:defRPr sz="1056" b="0" i="0" kern="0" spc="0">
                  <a:solidFill>
                    <a:srgbClr val="0A2540"/>
                  </a:solidFill>
                  <a:latin typeface="Inter SemiBold"/>
                  <a:ea typeface="Inter SemiBold"/>
                  <a:cs typeface="Inter SemiBold"/>
                </a:defRPr>
              </a:lvl7pPr>
              <a:lvl8pPr algn="l">
                <a:defRPr sz="1056" b="0" i="0" kern="0" spc="0">
                  <a:solidFill>
                    <a:srgbClr val="0A2540"/>
                  </a:solidFill>
                  <a:latin typeface="Inter SemiBold"/>
                  <a:ea typeface="Inter SemiBold"/>
                  <a:cs typeface="Inter SemiBold"/>
                </a:defRPr>
              </a:lvl8pPr>
              <a:lvl9pPr algn="l">
                <a:defRPr sz="1056" b="0" i="0" kern="0" spc="0">
                  <a:solidFill>
                    <a:srgbClr val="0A2540"/>
                  </a:solidFill>
                  <a:latin typeface="Inter SemiBold"/>
                  <a:ea typeface="Inter SemiBold"/>
                  <a:cs typeface="Inter SemiBold"/>
                </a:defRPr>
              </a:lvl9pPr>
            </a:lstStyle>
            <a:p>
              <a:pPr algn="l">
                <a:lnSpc>
                  <a:spcPct val="100000"/>
                </a:lnSpc>
                <a:buNone/>
                <a:defRPr sz="1056" b="0" i="0" kern="0" spc="0">
                  <a:solidFill>
                    <a:srgbClr val="0A2540"/>
                  </a:solidFill>
                  <a:latin typeface="Inter SemiBold"/>
                  <a:ea typeface="Inter SemiBold"/>
                  <a:cs typeface="Inter SemiBold"/>
                </a:defRPr>
              </a:pPr>
              <a:r>
                <a:rPr sz="1056" b="0" i="0" kern="0" spc="0">
                  <a:solidFill>
                    <a:srgbClr val="0A2540"/>
                  </a:solidFill>
                  <a:latin typeface="Inter SemiBold"/>
                  <a:ea typeface="Inter SemiBold"/>
                  <a:cs typeface="Inter SemiBold"/>
                </a:rPr>
                <a:t>f</a:t>
              </a:r>
            </a:p>
          </p:txBody>
        </p:sp>
        <p:sp>
          <p:nvSpPr>
            <p:cNvPr id="114" name="s7 text 62">
              <a:extLst>
                <a:ext uri="{FF2B5EF4-FFF2-40B4-BE49-F238E27FC236}">
                  <a16:creationId xmlns:a16="http://schemas.microsoft.com/office/drawing/2014/main" id="{26207649-0BD4-4F58-A9E0-1EF297F310AE}"/>
                </a:ext>
              </a:extLst>
            </p:cNvPr>
            <p:cNvSpPr>
              <a:spLocks noGrp="1"/>
            </p:cNvSpPr>
            <p:nvPr/>
          </p:nvSpPr>
          <p:spPr>
            <a:xfrm rot="-5400000">
              <a:off x="1052797" y="3895989"/>
              <a:ext cx="134160" cy="186677"/>
            </a:xfrm>
            <a:prstGeom prst="rect">
              <a:avLst/>
            </a:prstGeom>
            <a:noFill/>
            <a:ln w="0">
              <a:noFill/>
              <a:prstDash val="solid"/>
            </a:ln>
          </p:spPr>
          <p:txBody>
            <a:bodyPr wrap="none" lIns="0" tIns="0" rIns="0" bIns="0" anchor="t">
              <a:noAutofit/>
            </a:bodyPr>
            <a:lstStyle>
              <a:defPPr algn="l">
                <a:defRPr sz="1056" b="0" i="0" kern="0" spc="0">
                  <a:solidFill>
                    <a:srgbClr val="0A2540"/>
                  </a:solidFill>
                  <a:latin typeface="Inter SemiBold"/>
                  <a:ea typeface="Inter SemiBold"/>
                  <a:cs typeface="Inter SemiBold"/>
                </a:defRPr>
              </a:defPPr>
              <a:lvl1pPr algn="l">
                <a:defRPr sz="1056" b="0" i="0" kern="0" spc="0">
                  <a:solidFill>
                    <a:srgbClr val="0A2540"/>
                  </a:solidFill>
                  <a:latin typeface="Inter SemiBold"/>
                  <a:ea typeface="Inter SemiBold"/>
                  <a:cs typeface="Inter SemiBold"/>
                </a:defRPr>
              </a:lvl1pPr>
              <a:lvl2pPr algn="l">
                <a:defRPr sz="1056" b="0" i="0" kern="0" spc="0">
                  <a:solidFill>
                    <a:srgbClr val="0A2540"/>
                  </a:solidFill>
                  <a:latin typeface="Inter SemiBold"/>
                  <a:ea typeface="Inter SemiBold"/>
                  <a:cs typeface="Inter SemiBold"/>
                </a:defRPr>
              </a:lvl2pPr>
              <a:lvl3pPr algn="l">
                <a:defRPr sz="1056" b="0" i="0" kern="0" spc="0">
                  <a:solidFill>
                    <a:srgbClr val="0A2540"/>
                  </a:solidFill>
                  <a:latin typeface="Inter SemiBold"/>
                  <a:ea typeface="Inter SemiBold"/>
                  <a:cs typeface="Inter SemiBold"/>
                </a:defRPr>
              </a:lvl3pPr>
              <a:lvl4pPr algn="l">
                <a:defRPr sz="1056" b="0" i="0" kern="0" spc="0">
                  <a:solidFill>
                    <a:srgbClr val="0A2540"/>
                  </a:solidFill>
                  <a:latin typeface="Inter SemiBold"/>
                  <a:ea typeface="Inter SemiBold"/>
                  <a:cs typeface="Inter SemiBold"/>
                </a:defRPr>
              </a:lvl4pPr>
              <a:lvl5pPr algn="l">
                <a:defRPr sz="1056" b="0" i="0" kern="0" spc="0">
                  <a:solidFill>
                    <a:srgbClr val="0A2540"/>
                  </a:solidFill>
                  <a:latin typeface="Inter SemiBold"/>
                  <a:ea typeface="Inter SemiBold"/>
                  <a:cs typeface="Inter SemiBold"/>
                </a:defRPr>
              </a:lvl5pPr>
              <a:lvl6pPr algn="l">
                <a:defRPr sz="1056" b="0" i="0" kern="0" spc="0">
                  <a:solidFill>
                    <a:srgbClr val="0A2540"/>
                  </a:solidFill>
                  <a:latin typeface="Inter SemiBold"/>
                  <a:ea typeface="Inter SemiBold"/>
                  <a:cs typeface="Inter SemiBold"/>
                </a:defRPr>
              </a:lvl6pPr>
              <a:lvl7pPr algn="l">
                <a:defRPr sz="1056" b="0" i="0" kern="0" spc="0">
                  <a:solidFill>
                    <a:srgbClr val="0A2540"/>
                  </a:solidFill>
                  <a:latin typeface="Inter SemiBold"/>
                  <a:ea typeface="Inter SemiBold"/>
                  <a:cs typeface="Inter SemiBold"/>
                </a:defRPr>
              </a:lvl7pPr>
              <a:lvl8pPr algn="l">
                <a:defRPr sz="1056" b="0" i="0" kern="0" spc="0">
                  <a:solidFill>
                    <a:srgbClr val="0A2540"/>
                  </a:solidFill>
                  <a:latin typeface="Inter SemiBold"/>
                  <a:ea typeface="Inter SemiBold"/>
                  <a:cs typeface="Inter SemiBold"/>
                </a:defRPr>
              </a:lvl8pPr>
              <a:lvl9pPr algn="l">
                <a:defRPr sz="1056" b="0" i="0" kern="0" spc="0">
                  <a:solidFill>
                    <a:srgbClr val="0A2540"/>
                  </a:solidFill>
                  <a:latin typeface="Inter SemiBold"/>
                  <a:ea typeface="Inter SemiBold"/>
                  <a:cs typeface="Inter SemiBold"/>
                </a:defRPr>
              </a:lvl9pPr>
            </a:lstStyle>
            <a:p>
              <a:pPr algn="l">
                <a:lnSpc>
                  <a:spcPct val="100000"/>
                </a:lnSpc>
                <a:buNone/>
                <a:defRPr sz="1056" b="0" i="0" kern="0" spc="0">
                  <a:solidFill>
                    <a:srgbClr val="0A2540"/>
                  </a:solidFill>
                  <a:latin typeface="Inter SemiBold"/>
                  <a:ea typeface="Inter SemiBold"/>
                  <a:cs typeface="Inter SemiBold"/>
                </a:defRPr>
              </a:pPr>
              <a:r>
                <a:rPr sz="1056" b="0" i="0" kern="0" spc="0">
                  <a:solidFill>
                    <a:srgbClr val="0A2540"/>
                  </a:solidFill>
                  <a:latin typeface="Inter SemiBold"/>
                  <a:ea typeface="Inter SemiBold"/>
                  <a:cs typeface="Inter SemiBold"/>
                </a:rPr>
                <a:t>T</a:t>
              </a:r>
            </a:p>
          </p:txBody>
        </p:sp>
        <p:sp>
          <p:nvSpPr>
            <p:cNvPr id="115" name="s7 text 63">
              <a:extLst>
                <a:ext uri="{FF2B5EF4-FFF2-40B4-BE49-F238E27FC236}">
                  <a16:creationId xmlns:a16="http://schemas.microsoft.com/office/drawing/2014/main" id="{A8285326-EDA1-4D45-A74F-8C93500FA813}"/>
                </a:ext>
              </a:extLst>
            </p:cNvPr>
            <p:cNvSpPr>
              <a:spLocks noGrp="1"/>
            </p:cNvSpPr>
            <p:nvPr/>
          </p:nvSpPr>
          <p:spPr>
            <a:xfrm rot="-5400000">
              <a:off x="1052797" y="3804101"/>
              <a:ext cx="134160" cy="186677"/>
            </a:xfrm>
            <a:prstGeom prst="rect">
              <a:avLst/>
            </a:prstGeom>
            <a:noFill/>
            <a:ln w="0">
              <a:noFill/>
              <a:prstDash val="solid"/>
            </a:ln>
          </p:spPr>
          <p:txBody>
            <a:bodyPr wrap="none" lIns="0" tIns="0" rIns="0" bIns="0" anchor="t">
              <a:noAutofit/>
            </a:bodyPr>
            <a:lstStyle>
              <a:defPPr algn="l">
                <a:defRPr sz="1056" b="0" i="0" kern="0" spc="0">
                  <a:solidFill>
                    <a:srgbClr val="0A2540"/>
                  </a:solidFill>
                  <a:latin typeface="Inter SemiBold"/>
                  <a:ea typeface="Inter SemiBold"/>
                  <a:cs typeface="Inter SemiBold"/>
                </a:defRPr>
              </a:defPPr>
              <a:lvl1pPr algn="l">
                <a:defRPr sz="1056" b="0" i="0" kern="0" spc="0">
                  <a:solidFill>
                    <a:srgbClr val="0A2540"/>
                  </a:solidFill>
                  <a:latin typeface="Inter SemiBold"/>
                  <a:ea typeface="Inter SemiBold"/>
                  <a:cs typeface="Inter SemiBold"/>
                </a:defRPr>
              </a:lvl1pPr>
              <a:lvl2pPr algn="l">
                <a:defRPr sz="1056" b="0" i="0" kern="0" spc="0">
                  <a:solidFill>
                    <a:srgbClr val="0A2540"/>
                  </a:solidFill>
                  <a:latin typeface="Inter SemiBold"/>
                  <a:ea typeface="Inter SemiBold"/>
                  <a:cs typeface="Inter SemiBold"/>
                </a:defRPr>
              </a:lvl2pPr>
              <a:lvl3pPr algn="l">
                <a:defRPr sz="1056" b="0" i="0" kern="0" spc="0">
                  <a:solidFill>
                    <a:srgbClr val="0A2540"/>
                  </a:solidFill>
                  <a:latin typeface="Inter SemiBold"/>
                  <a:ea typeface="Inter SemiBold"/>
                  <a:cs typeface="Inter SemiBold"/>
                </a:defRPr>
              </a:lvl3pPr>
              <a:lvl4pPr algn="l">
                <a:defRPr sz="1056" b="0" i="0" kern="0" spc="0">
                  <a:solidFill>
                    <a:srgbClr val="0A2540"/>
                  </a:solidFill>
                  <a:latin typeface="Inter SemiBold"/>
                  <a:ea typeface="Inter SemiBold"/>
                  <a:cs typeface="Inter SemiBold"/>
                </a:defRPr>
              </a:lvl4pPr>
              <a:lvl5pPr algn="l">
                <a:defRPr sz="1056" b="0" i="0" kern="0" spc="0">
                  <a:solidFill>
                    <a:srgbClr val="0A2540"/>
                  </a:solidFill>
                  <a:latin typeface="Inter SemiBold"/>
                  <a:ea typeface="Inter SemiBold"/>
                  <a:cs typeface="Inter SemiBold"/>
                </a:defRPr>
              </a:lvl5pPr>
              <a:lvl6pPr algn="l">
                <a:defRPr sz="1056" b="0" i="0" kern="0" spc="0">
                  <a:solidFill>
                    <a:srgbClr val="0A2540"/>
                  </a:solidFill>
                  <a:latin typeface="Inter SemiBold"/>
                  <a:ea typeface="Inter SemiBold"/>
                  <a:cs typeface="Inter SemiBold"/>
                </a:defRPr>
              </a:lvl6pPr>
              <a:lvl7pPr algn="l">
                <a:defRPr sz="1056" b="0" i="0" kern="0" spc="0">
                  <a:solidFill>
                    <a:srgbClr val="0A2540"/>
                  </a:solidFill>
                  <a:latin typeface="Inter SemiBold"/>
                  <a:ea typeface="Inter SemiBold"/>
                  <a:cs typeface="Inter SemiBold"/>
                </a:defRPr>
              </a:lvl7pPr>
              <a:lvl8pPr algn="l">
                <a:defRPr sz="1056" b="0" i="0" kern="0" spc="0">
                  <a:solidFill>
                    <a:srgbClr val="0A2540"/>
                  </a:solidFill>
                  <a:latin typeface="Inter SemiBold"/>
                  <a:ea typeface="Inter SemiBold"/>
                  <a:cs typeface="Inter SemiBold"/>
                </a:defRPr>
              </a:lvl8pPr>
              <a:lvl9pPr algn="l">
                <a:defRPr sz="1056" b="0" i="0" kern="0" spc="0">
                  <a:solidFill>
                    <a:srgbClr val="0A2540"/>
                  </a:solidFill>
                  <a:latin typeface="Inter SemiBold"/>
                  <a:ea typeface="Inter SemiBold"/>
                  <a:cs typeface="Inter SemiBold"/>
                </a:defRPr>
              </a:lvl9pPr>
            </a:lstStyle>
            <a:p>
              <a:pPr algn="l">
                <a:lnSpc>
                  <a:spcPct val="100000"/>
                </a:lnSpc>
                <a:buNone/>
                <a:defRPr sz="1056" b="0" i="0" kern="0" spc="0">
                  <a:solidFill>
                    <a:srgbClr val="0A2540"/>
                  </a:solidFill>
                  <a:latin typeface="Inter SemiBold"/>
                  <a:ea typeface="Inter SemiBold"/>
                  <a:cs typeface="Inter SemiBold"/>
                </a:defRPr>
              </a:pPr>
              <a:r>
                <a:rPr sz="1056" b="0" i="0" kern="0" spc="0">
                  <a:solidFill>
                    <a:srgbClr val="0A2540"/>
                  </a:solidFill>
                  <a:latin typeface="Inter SemiBold"/>
                  <a:ea typeface="Inter SemiBold"/>
                  <a:cs typeface="Inter SemiBold"/>
                </a:rPr>
                <a:t>V</a:t>
              </a:r>
            </a:p>
          </p:txBody>
        </p:sp>
        <p:sp>
          <p:nvSpPr>
            <p:cNvPr id="116" name="s7 text 64">
              <a:extLst>
                <a:ext uri="{FF2B5EF4-FFF2-40B4-BE49-F238E27FC236}">
                  <a16:creationId xmlns:a16="http://schemas.microsoft.com/office/drawing/2014/main" id="{F8B346AA-4B42-4635-A0FC-FE7CBDA057F1}"/>
                </a:ext>
              </a:extLst>
            </p:cNvPr>
            <p:cNvSpPr>
              <a:spLocks noGrp="1"/>
            </p:cNvSpPr>
            <p:nvPr/>
          </p:nvSpPr>
          <p:spPr>
            <a:xfrm rot="-5400000">
              <a:off x="1052797" y="3725747"/>
              <a:ext cx="134160" cy="186677"/>
            </a:xfrm>
            <a:prstGeom prst="rect">
              <a:avLst/>
            </a:prstGeom>
            <a:noFill/>
            <a:ln w="0">
              <a:noFill/>
              <a:prstDash val="solid"/>
            </a:ln>
          </p:spPr>
          <p:txBody>
            <a:bodyPr wrap="none" lIns="0" tIns="0" rIns="0" bIns="0" anchor="t">
              <a:noAutofit/>
            </a:bodyPr>
            <a:lstStyle>
              <a:defPPr algn="l">
                <a:defRPr sz="1056" b="0" i="0" kern="0" spc="0">
                  <a:solidFill>
                    <a:srgbClr val="0A2540"/>
                  </a:solidFill>
                  <a:latin typeface="Inter SemiBold"/>
                  <a:ea typeface="Inter SemiBold"/>
                  <a:cs typeface="Inter SemiBold"/>
                </a:defRPr>
              </a:defPPr>
              <a:lvl1pPr algn="l">
                <a:defRPr sz="1056" b="0" i="0" kern="0" spc="0">
                  <a:solidFill>
                    <a:srgbClr val="0A2540"/>
                  </a:solidFill>
                  <a:latin typeface="Inter SemiBold"/>
                  <a:ea typeface="Inter SemiBold"/>
                  <a:cs typeface="Inter SemiBold"/>
                </a:defRPr>
              </a:lvl1pPr>
              <a:lvl2pPr algn="l">
                <a:defRPr sz="1056" b="0" i="0" kern="0" spc="0">
                  <a:solidFill>
                    <a:srgbClr val="0A2540"/>
                  </a:solidFill>
                  <a:latin typeface="Inter SemiBold"/>
                  <a:ea typeface="Inter SemiBold"/>
                  <a:cs typeface="Inter SemiBold"/>
                </a:defRPr>
              </a:lvl2pPr>
              <a:lvl3pPr algn="l">
                <a:defRPr sz="1056" b="0" i="0" kern="0" spc="0">
                  <a:solidFill>
                    <a:srgbClr val="0A2540"/>
                  </a:solidFill>
                  <a:latin typeface="Inter SemiBold"/>
                  <a:ea typeface="Inter SemiBold"/>
                  <a:cs typeface="Inter SemiBold"/>
                </a:defRPr>
              </a:lvl3pPr>
              <a:lvl4pPr algn="l">
                <a:defRPr sz="1056" b="0" i="0" kern="0" spc="0">
                  <a:solidFill>
                    <a:srgbClr val="0A2540"/>
                  </a:solidFill>
                  <a:latin typeface="Inter SemiBold"/>
                  <a:ea typeface="Inter SemiBold"/>
                  <a:cs typeface="Inter SemiBold"/>
                </a:defRPr>
              </a:lvl4pPr>
              <a:lvl5pPr algn="l">
                <a:defRPr sz="1056" b="0" i="0" kern="0" spc="0">
                  <a:solidFill>
                    <a:srgbClr val="0A2540"/>
                  </a:solidFill>
                  <a:latin typeface="Inter SemiBold"/>
                  <a:ea typeface="Inter SemiBold"/>
                  <a:cs typeface="Inter SemiBold"/>
                </a:defRPr>
              </a:lvl5pPr>
              <a:lvl6pPr algn="l">
                <a:defRPr sz="1056" b="0" i="0" kern="0" spc="0">
                  <a:solidFill>
                    <a:srgbClr val="0A2540"/>
                  </a:solidFill>
                  <a:latin typeface="Inter SemiBold"/>
                  <a:ea typeface="Inter SemiBold"/>
                  <a:cs typeface="Inter SemiBold"/>
                </a:defRPr>
              </a:lvl6pPr>
              <a:lvl7pPr algn="l">
                <a:defRPr sz="1056" b="0" i="0" kern="0" spc="0">
                  <a:solidFill>
                    <a:srgbClr val="0A2540"/>
                  </a:solidFill>
                  <a:latin typeface="Inter SemiBold"/>
                  <a:ea typeface="Inter SemiBold"/>
                  <a:cs typeface="Inter SemiBold"/>
                </a:defRPr>
              </a:lvl7pPr>
              <a:lvl8pPr algn="l">
                <a:defRPr sz="1056" b="0" i="0" kern="0" spc="0">
                  <a:solidFill>
                    <a:srgbClr val="0A2540"/>
                  </a:solidFill>
                  <a:latin typeface="Inter SemiBold"/>
                  <a:ea typeface="Inter SemiBold"/>
                  <a:cs typeface="Inter SemiBold"/>
                </a:defRPr>
              </a:lvl8pPr>
              <a:lvl9pPr algn="l">
                <a:defRPr sz="1056" b="0" i="0" kern="0" spc="0">
                  <a:solidFill>
                    <a:srgbClr val="0A2540"/>
                  </a:solidFill>
                  <a:latin typeface="Inter SemiBold"/>
                  <a:ea typeface="Inter SemiBold"/>
                  <a:cs typeface="Inter SemiBold"/>
                </a:defRPr>
              </a:lvl9pPr>
            </a:lstStyle>
            <a:p>
              <a:pPr algn="l">
                <a:lnSpc>
                  <a:spcPct val="100000"/>
                </a:lnSpc>
                <a:buNone/>
                <a:defRPr sz="1056" b="0" i="0" kern="0" spc="0">
                  <a:solidFill>
                    <a:srgbClr val="0A2540"/>
                  </a:solidFill>
                  <a:latin typeface="Inter SemiBold"/>
                  <a:ea typeface="Inter SemiBold"/>
                  <a:cs typeface="Inter SemiBold"/>
                </a:defRPr>
              </a:pPr>
              <a:r>
                <a:rPr sz="1056" b="0" i="0" kern="0" spc="0">
                  <a:solidFill>
                    <a:srgbClr val="0A2540"/>
                  </a:solidFill>
                  <a:latin typeface="Inter SemiBold"/>
                  <a:ea typeface="Inter SemiBold"/>
                  <a:cs typeface="Inter SemiBold"/>
                </a:rPr>
                <a:t>s</a:t>
              </a:r>
            </a:p>
          </p:txBody>
        </p:sp>
        <p:sp>
          <p:nvSpPr>
            <p:cNvPr id="117" name="s7 text 66">
              <a:extLst>
                <a:ext uri="{FF2B5EF4-FFF2-40B4-BE49-F238E27FC236}">
                  <a16:creationId xmlns:a16="http://schemas.microsoft.com/office/drawing/2014/main" id="{484ABFED-489F-41FB-98D7-6D6C81666075}"/>
                </a:ext>
              </a:extLst>
            </p:cNvPr>
            <p:cNvSpPr>
              <a:spLocks noGrp="1"/>
            </p:cNvSpPr>
            <p:nvPr/>
          </p:nvSpPr>
          <p:spPr>
            <a:xfrm rot="-5400000">
              <a:off x="1052797" y="3632416"/>
              <a:ext cx="134160" cy="186677"/>
            </a:xfrm>
            <a:prstGeom prst="rect">
              <a:avLst/>
            </a:prstGeom>
            <a:noFill/>
            <a:ln w="0">
              <a:noFill/>
              <a:prstDash val="solid"/>
            </a:ln>
          </p:spPr>
          <p:txBody>
            <a:bodyPr wrap="none" lIns="0" tIns="0" rIns="0" bIns="0" anchor="t">
              <a:noAutofit/>
            </a:bodyPr>
            <a:lstStyle>
              <a:defPPr algn="l">
                <a:defRPr sz="1056" b="0" i="0" kern="0" spc="0">
                  <a:solidFill>
                    <a:srgbClr val="0A2540"/>
                  </a:solidFill>
                  <a:latin typeface="Inter SemiBold"/>
                  <a:ea typeface="Inter SemiBold"/>
                  <a:cs typeface="Inter SemiBold"/>
                </a:defRPr>
              </a:defPPr>
              <a:lvl1pPr algn="l">
                <a:defRPr sz="1056" b="0" i="0" kern="0" spc="0">
                  <a:solidFill>
                    <a:srgbClr val="0A2540"/>
                  </a:solidFill>
                  <a:latin typeface="Inter SemiBold"/>
                  <a:ea typeface="Inter SemiBold"/>
                  <a:cs typeface="Inter SemiBold"/>
                </a:defRPr>
              </a:lvl1pPr>
              <a:lvl2pPr algn="l">
                <a:defRPr sz="1056" b="0" i="0" kern="0" spc="0">
                  <a:solidFill>
                    <a:srgbClr val="0A2540"/>
                  </a:solidFill>
                  <a:latin typeface="Inter SemiBold"/>
                  <a:ea typeface="Inter SemiBold"/>
                  <a:cs typeface="Inter SemiBold"/>
                </a:defRPr>
              </a:lvl2pPr>
              <a:lvl3pPr algn="l">
                <a:defRPr sz="1056" b="0" i="0" kern="0" spc="0">
                  <a:solidFill>
                    <a:srgbClr val="0A2540"/>
                  </a:solidFill>
                  <a:latin typeface="Inter SemiBold"/>
                  <a:ea typeface="Inter SemiBold"/>
                  <a:cs typeface="Inter SemiBold"/>
                </a:defRPr>
              </a:lvl3pPr>
              <a:lvl4pPr algn="l">
                <a:defRPr sz="1056" b="0" i="0" kern="0" spc="0">
                  <a:solidFill>
                    <a:srgbClr val="0A2540"/>
                  </a:solidFill>
                  <a:latin typeface="Inter SemiBold"/>
                  <a:ea typeface="Inter SemiBold"/>
                  <a:cs typeface="Inter SemiBold"/>
                </a:defRPr>
              </a:lvl4pPr>
              <a:lvl5pPr algn="l">
                <a:defRPr sz="1056" b="0" i="0" kern="0" spc="0">
                  <a:solidFill>
                    <a:srgbClr val="0A2540"/>
                  </a:solidFill>
                  <a:latin typeface="Inter SemiBold"/>
                  <a:ea typeface="Inter SemiBold"/>
                  <a:cs typeface="Inter SemiBold"/>
                </a:defRPr>
              </a:lvl5pPr>
              <a:lvl6pPr algn="l">
                <a:defRPr sz="1056" b="0" i="0" kern="0" spc="0">
                  <a:solidFill>
                    <a:srgbClr val="0A2540"/>
                  </a:solidFill>
                  <a:latin typeface="Inter SemiBold"/>
                  <a:ea typeface="Inter SemiBold"/>
                  <a:cs typeface="Inter SemiBold"/>
                </a:defRPr>
              </a:lvl6pPr>
              <a:lvl7pPr algn="l">
                <a:defRPr sz="1056" b="0" i="0" kern="0" spc="0">
                  <a:solidFill>
                    <a:srgbClr val="0A2540"/>
                  </a:solidFill>
                  <a:latin typeface="Inter SemiBold"/>
                  <a:ea typeface="Inter SemiBold"/>
                  <a:cs typeface="Inter SemiBold"/>
                </a:defRPr>
              </a:lvl7pPr>
              <a:lvl8pPr algn="l">
                <a:defRPr sz="1056" b="0" i="0" kern="0" spc="0">
                  <a:solidFill>
                    <a:srgbClr val="0A2540"/>
                  </a:solidFill>
                  <a:latin typeface="Inter SemiBold"/>
                  <a:ea typeface="Inter SemiBold"/>
                  <a:cs typeface="Inter SemiBold"/>
                </a:defRPr>
              </a:lvl8pPr>
              <a:lvl9pPr algn="l">
                <a:defRPr sz="1056" b="0" i="0" kern="0" spc="0">
                  <a:solidFill>
                    <a:srgbClr val="0A2540"/>
                  </a:solidFill>
                  <a:latin typeface="Inter SemiBold"/>
                  <a:ea typeface="Inter SemiBold"/>
                  <a:cs typeface="Inter SemiBold"/>
                </a:defRPr>
              </a:lvl9pPr>
            </a:lstStyle>
            <a:p>
              <a:pPr algn="l">
                <a:lnSpc>
                  <a:spcPct val="100000"/>
                </a:lnSpc>
                <a:buNone/>
                <a:defRPr sz="1056" b="0" i="0" kern="0" spc="0">
                  <a:solidFill>
                    <a:srgbClr val="0A2540"/>
                  </a:solidFill>
                  <a:latin typeface="Inter SemiBold"/>
                  <a:ea typeface="Inter SemiBold"/>
                  <a:cs typeface="Inter SemiBold"/>
                </a:defRPr>
              </a:pPr>
              <a:r>
                <a:rPr sz="1056" b="0" i="0" kern="0" spc="0">
                  <a:solidFill>
                    <a:srgbClr val="0A2540"/>
                  </a:solidFill>
                  <a:latin typeface="Inter SemiBold"/>
                  <a:ea typeface="Inter SemiBold"/>
                  <a:cs typeface="Inter SemiBold"/>
                </a:rPr>
                <a:t>(</a:t>
              </a:r>
            </a:p>
          </p:txBody>
        </p:sp>
        <p:sp>
          <p:nvSpPr>
            <p:cNvPr id="118" name="s7 text 67">
              <a:extLst>
                <a:ext uri="{FF2B5EF4-FFF2-40B4-BE49-F238E27FC236}">
                  <a16:creationId xmlns:a16="http://schemas.microsoft.com/office/drawing/2014/main" id="{822B7FCE-B7B9-4436-9027-E6C47E224CA8}"/>
                </a:ext>
              </a:extLst>
            </p:cNvPr>
            <p:cNvSpPr>
              <a:spLocks noGrp="1"/>
            </p:cNvSpPr>
            <p:nvPr/>
          </p:nvSpPr>
          <p:spPr>
            <a:xfrm rot="-5400000">
              <a:off x="1052797" y="3564932"/>
              <a:ext cx="134160" cy="186677"/>
            </a:xfrm>
            <a:prstGeom prst="rect">
              <a:avLst/>
            </a:prstGeom>
            <a:noFill/>
            <a:ln w="0">
              <a:noFill/>
              <a:prstDash val="solid"/>
            </a:ln>
          </p:spPr>
          <p:txBody>
            <a:bodyPr wrap="none" lIns="0" tIns="0" rIns="0" bIns="0" anchor="t">
              <a:noAutofit/>
            </a:bodyPr>
            <a:lstStyle>
              <a:defPPr algn="l">
                <a:defRPr sz="1056" b="0" i="0" kern="0" spc="0">
                  <a:solidFill>
                    <a:srgbClr val="0A2540"/>
                  </a:solidFill>
                  <a:latin typeface="Inter SemiBold"/>
                  <a:ea typeface="Inter SemiBold"/>
                  <a:cs typeface="Inter SemiBold"/>
                </a:defRPr>
              </a:defPPr>
              <a:lvl1pPr algn="l">
                <a:defRPr sz="1056" b="0" i="0" kern="0" spc="0">
                  <a:solidFill>
                    <a:srgbClr val="0A2540"/>
                  </a:solidFill>
                  <a:latin typeface="Inter SemiBold"/>
                  <a:ea typeface="Inter SemiBold"/>
                  <a:cs typeface="Inter SemiBold"/>
                </a:defRPr>
              </a:lvl1pPr>
              <a:lvl2pPr algn="l">
                <a:defRPr sz="1056" b="0" i="0" kern="0" spc="0">
                  <a:solidFill>
                    <a:srgbClr val="0A2540"/>
                  </a:solidFill>
                  <a:latin typeface="Inter SemiBold"/>
                  <a:ea typeface="Inter SemiBold"/>
                  <a:cs typeface="Inter SemiBold"/>
                </a:defRPr>
              </a:lvl2pPr>
              <a:lvl3pPr algn="l">
                <a:defRPr sz="1056" b="0" i="0" kern="0" spc="0">
                  <a:solidFill>
                    <a:srgbClr val="0A2540"/>
                  </a:solidFill>
                  <a:latin typeface="Inter SemiBold"/>
                  <a:ea typeface="Inter SemiBold"/>
                  <a:cs typeface="Inter SemiBold"/>
                </a:defRPr>
              </a:lvl3pPr>
              <a:lvl4pPr algn="l">
                <a:defRPr sz="1056" b="0" i="0" kern="0" spc="0">
                  <a:solidFill>
                    <a:srgbClr val="0A2540"/>
                  </a:solidFill>
                  <a:latin typeface="Inter SemiBold"/>
                  <a:ea typeface="Inter SemiBold"/>
                  <a:cs typeface="Inter SemiBold"/>
                </a:defRPr>
              </a:lvl4pPr>
              <a:lvl5pPr algn="l">
                <a:defRPr sz="1056" b="0" i="0" kern="0" spc="0">
                  <a:solidFill>
                    <a:srgbClr val="0A2540"/>
                  </a:solidFill>
                  <a:latin typeface="Inter SemiBold"/>
                  <a:ea typeface="Inter SemiBold"/>
                  <a:cs typeface="Inter SemiBold"/>
                </a:defRPr>
              </a:lvl5pPr>
              <a:lvl6pPr algn="l">
                <a:defRPr sz="1056" b="0" i="0" kern="0" spc="0">
                  <a:solidFill>
                    <a:srgbClr val="0A2540"/>
                  </a:solidFill>
                  <a:latin typeface="Inter SemiBold"/>
                  <a:ea typeface="Inter SemiBold"/>
                  <a:cs typeface="Inter SemiBold"/>
                </a:defRPr>
              </a:lvl6pPr>
              <a:lvl7pPr algn="l">
                <a:defRPr sz="1056" b="0" i="0" kern="0" spc="0">
                  <a:solidFill>
                    <a:srgbClr val="0A2540"/>
                  </a:solidFill>
                  <a:latin typeface="Inter SemiBold"/>
                  <a:ea typeface="Inter SemiBold"/>
                  <a:cs typeface="Inter SemiBold"/>
                </a:defRPr>
              </a:lvl7pPr>
              <a:lvl8pPr algn="l">
                <a:defRPr sz="1056" b="0" i="0" kern="0" spc="0">
                  <a:solidFill>
                    <a:srgbClr val="0A2540"/>
                  </a:solidFill>
                  <a:latin typeface="Inter SemiBold"/>
                  <a:ea typeface="Inter SemiBold"/>
                  <a:cs typeface="Inter SemiBold"/>
                </a:defRPr>
              </a:lvl8pPr>
              <a:lvl9pPr algn="l">
                <a:defRPr sz="1056" b="0" i="0" kern="0" spc="0">
                  <a:solidFill>
                    <a:srgbClr val="0A2540"/>
                  </a:solidFill>
                  <a:latin typeface="Inter SemiBold"/>
                  <a:ea typeface="Inter SemiBold"/>
                  <a:cs typeface="Inter SemiBold"/>
                </a:defRPr>
              </a:lvl9pPr>
            </a:lstStyle>
            <a:p>
              <a:pPr algn="l">
                <a:lnSpc>
                  <a:spcPct val="100000"/>
                </a:lnSpc>
                <a:buNone/>
                <a:defRPr sz="1056" b="0" i="0" kern="0" spc="0">
                  <a:solidFill>
                    <a:srgbClr val="0A2540"/>
                  </a:solidFill>
                  <a:latin typeface="Inter SemiBold"/>
                  <a:ea typeface="Inter SemiBold"/>
                  <a:cs typeface="Inter SemiBold"/>
                </a:defRPr>
              </a:pPr>
              <a:r>
                <a:rPr sz="1056" b="0" i="0" kern="0" spc="0">
                  <a:solidFill>
                    <a:srgbClr val="0A2540"/>
                  </a:solidFill>
                  <a:latin typeface="Inter SemiBold"/>
                  <a:ea typeface="Inter SemiBold"/>
                  <a:cs typeface="Inter SemiBold"/>
                </a:rPr>
                <a:t>$</a:t>
              </a:r>
            </a:p>
          </p:txBody>
        </p:sp>
        <p:sp>
          <p:nvSpPr>
            <p:cNvPr id="119" name="s7 text 68">
              <a:extLst>
                <a:ext uri="{FF2B5EF4-FFF2-40B4-BE49-F238E27FC236}">
                  <a16:creationId xmlns:a16="http://schemas.microsoft.com/office/drawing/2014/main" id="{837A5E6A-7AAB-4362-B366-5F0EAADF41A7}"/>
                </a:ext>
              </a:extLst>
            </p:cNvPr>
            <p:cNvSpPr>
              <a:spLocks noGrp="1"/>
            </p:cNvSpPr>
            <p:nvPr/>
          </p:nvSpPr>
          <p:spPr>
            <a:xfrm rot="-5400000">
              <a:off x="1052797" y="3497477"/>
              <a:ext cx="134160" cy="186677"/>
            </a:xfrm>
            <a:prstGeom prst="rect">
              <a:avLst/>
            </a:prstGeom>
            <a:noFill/>
            <a:ln w="0">
              <a:noFill/>
              <a:prstDash val="solid"/>
            </a:ln>
          </p:spPr>
          <p:txBody>
            <a:bodyPr wrap="none" lIns="0" tIns="0" rIns="0" bIns="0" anchor="t">
              <a:noAutofit/>
            </a:bodyPr>
            <a:lstStyle>
              <a:defPPr algn="l">
                <a:defRPr sz="1056" b="0" i="0" kern="0" spc="0">
                  <a:solidFill>
                    <a:srgbClr val="0A2540"/>
                  </a:solidFill>
                  <a:latin typeface="Inter SemiBold"/>
                  <a:ea typeface="Inter SemiBold"/>
                  <a:cs typeface="Inter SemiBold"/>
                </a:defRPr>
              </a:defPPr>
              <a:lvl1pPr algn="l">
                <a:defRPr sz="1056" b="0" i="0" kern="0" spc="0">
                  <a:solidFill>
                    <a:srgbClr val="0A2540"/>
                  </a:solidFill>
                  <a:latin typeface="Inter SemiBold"/>
                  <a:ea typeface="Inter SemiBold"/>
                  <a:cs typeface="Inter SemiBold"/>
                </a:defRPr>
              </a:lvl1pPr>
              <a:lvl2pPr algn="l">
                <a:defRPr sz="1056" b="0" i="0" kern="0" spc="0">
                  <a:solidFill>
                    <a:srgbClr val="0A2540"/>
                  </a:solidFill>
                  <a:latin typeface="Inter SemiBold"/>
                  <a:ea typeface="Inter SemiBold"/>
                  <a:cs typeface="Inter SemiBold"/>
                </a:defRPr>
              </a:lvl2pPr>
              <a:lvl3pPr algn="l">
                <a:defRPr sz="1056" b="0" i="0" kern="0" spc="0">
                  <a:solidFill>
                    <a:srgbClr val="0A2540"/>
                  </a:solidFill>
                  <a:latin typeface="Inter SemiBold"/>
                  <a:ea typeface="Inter SemiBold"/>
                  <a:cs typeface="Inter SemiBold"/>
                </a:defRPr>
              </a:lvl3pPr>
              <a:lvl4pPr algn="l">
                <a:defRPr sz="1056" b="0" i="0" kern="0" spc="0">
                  <a:solidFill>
                    <a:srgbClr val="0A2540"/>
                  </a:solidFill>
                  <a:latin typeface="Inter SemiBold"/>
                  <a:ea typeface="Inter SemiBold"/>
                  <a:cs typeface="Inter SemiBold"/>
                </a:defRPr>
              </a:lvl4pPr>
              <a:lvl5pPr algn="l">
                <a:defRPr sz="1056" b="0" i="0" kern="0" spc="0">
                  <a:solidFill>
                    <a:srgbClr val="0A2540"/>
                  </a:solidFill>
                  <a:latin typeface="Inter SemiBold"/>
                  <a:ea typeface="Inter SemiBold"/>
                  <a:cs typeface="Inter SemiBold"/>
                </a:defRPr>
              </a:lvl5pPr>
              <a:lvl6pPr algn="l">
                <a:defRPr sz="1056" b="0" i="0" kern="0" spc="0">
                  <a:solidFill>
                    <a:srgbClr val="0A2540"/>
                  </a:solidFill>
                  <a:latin typeface="Inter SemiBold"/>
                  <a:ea typeface="Inter SemiBold"/>
                  <a:cs typeface="Inter SemiBold"/>
                </a:defRPr>
              </a:lvl6pPr>
              <a:lvl7pPr algn="l">
                <a:defRPr sz="1056" b="0" i="0" kern="0" spc="0">
                  <a:solidFill>
                    <a:srgbClr val="0A2540"/>
                  </a:solidFill>
                  <a:latin typeface="Inter SemiBold"/>
                  <a:ea typeface="Inter SemiBold"/>
                  <a:cs typeface="Inter SemiBold"/>
                </a:defRPr>
              </a:lvl7pPr>
              <a:lvl8pPr algn="l">
                <a:defRPr sz="1056" b="0" i="0" kern="0" spc="0">
                  <a:solidFill>
                    <a:srgbClr val="0A2540"/>
                  </a:solidFill>
                  <a:latin typeface="Inter SemiBold"/>
                  <a:ea typeface="Inter SemiBold"/>
                  <a:cs typeface="Inter SemiBold"/>
                </a:defRPr>
              </a:lvl8pPr>
              <a:lvl9pPr algn="l">
                <a:defRPr sz="1056" b="0" i="0" kern="0" spc="0">
                  <a:solidFill>
                    <a:srgbClr val="0A2540"/>
                  </a:solidFill>
                  <a:latin typeface="Inter SemiBold"/>
                  <a:ea typeface="Inter SemiBold"/>
                  <a:cs typeface="Inter SemiBold"/>
                </a:defRPr>
              </a:lvl9pPr>
            </a:lstStyle>
            <a:p>
              <a:pPr algn="l">
                <a:lnSpc>
                  <a:spcPct val="100000"/>
                </a:lnSpc>
                <a:buNone/>
                <a:defRPr sz="1056" b="0" i="0" kern="0" spc="0">
                  <a:solidFill>
                    <a:srgbClr val="0A2540"/>
                  </a:solidFill>
                  <a:latin typeface="Inter SemiBold"/>
                  <a:ea typeface="Inter SemiBold"/>
                  <a:cs typeface="Inter SemiBold"/>
                </a:defRPr>
              </a:pPr>
              <a:r>
                <a:rPr sz="1056" b="0" i="0" kern="0" spc="0">
                  <a:solidFill>
                    <a:srgbClr val="0A2540"/>
                  </a:solidFill>
                  <a:latin typeface="Inter SemiBold"/>
                  <a:ea typeface="Inter SemiBold"/>
                  <a:cs typeface="Inter SemiBold"/>
                </a:rPr>
                <a:t>)</a:t>
              </a:r>
            </a:p>
          </p:txBody>
        </p:sp>
        <p:sp>
          <p:nvSpPr>
            <p:cNvPr id="120" name="s7 text 69 halo">
              <a:extLst>
                <a:ext uri="{FF2B5EF4-FFF2-40B4-BE49-F238E27FC236}">
                  <a16:creationId xmlns:a16="http://schemas.microsoft.com/office/drawing/2014/main" id="{BFCE032B-64C3-44B2-B90B-3578B75DB642}"/>
                </a:ext>
              </a:extLst>
            </p:cNvPr>
            <p:cNvSpPr>
              <a:spLocks noGrp="1"/>
            </p:cNvSpPr>
            <p:nvPr/>
          </p:nvSpPr>
          <p:spPr>
            <a:xfrm>
              <a:off x="6660508" y="4543175"/>
              <a:ext cx="240659" cy="298405"/>
            </a:xfrm>
            <a:prstGeom prst="rect">
              <a:avLst/>
            </a:prstGeom>
            <a:noFill/>
            <a:ln w="0">
              <a:noFill/>
              <a:prstDash val="solid"/>
            </a:ln>
          </p:spPr>
          <p:txBody>
            <a:bodyPr wrap="none" lIns="0" tIns="0" rIns="0" bIns="0" anchor="t">
              <a:noAutofit/>
            </a:bodyPr>
            <a:lstStyle>
              <a:defPPr algn="l">
                <a:defRPr sz="1689" b="1" i="0" kern="0" spc="0">
                  <a:ln w="42386">
                    <a:solidFill>
                      <a:srgbClr val="FFFFFF"/>
                    </a:solidFill>
                    <a:prstDash val="solid"/>
                  </a:ln>
                  <a:solidFill>
                    <a:srgbClr val="FFFFFF"/>
                  </a:solidFill>
                  <a:latin typeface="Inter"/>
                  <a:ea typeface="Inter"/>
                  <a:cs typeface="Inter"/>
                </a:defRPr>
              </a:defPPr>
              <a:lvl1pPr algn="l">
                <a:defRPr sz="1689" b="1" i="0" kern="0" spc="0">
                  <a:ln w="42386">
                    <a:solidFill>
                      <a:srgbClr val="FFFFFF"/>
                    </a:solidFill>
                    <a:prstDash val="solid"/>
                  </a:ln>
                  <a:solidFill>
                    <a:srgbClr val="FFFFFF"/>
                  </a:solidFill>
                  <a:latin typeface="Inter"/>
                  <a:ea typeface="Inter"/>
                  <a:cs typeface="Inter"/>
                </a:defRPr>
              </a:lvl1pPr>
              <a:lvl2pPr algn="l">
                <a:defRPr sz="1689" b="1" i="0" kern="0" spc="0">
                  <a:ln w="42386">
                    <a:solidFill>
                      <a:srgbClr val="FFFFFF"/>
                    </a:solidFill>
                    <a:prstDash val="solid"/>
                  </a:ln>
                  <a:solidFill>
                    <a:srgbClr val="FFFFFF"/>
                  </a:solidFill>
                  <a:latin typeface="Inter"/>
                  <a:ea typeface="Inter"/>
                  <a:cs typeface="Inter"/>
                </a:defRPr>
              </a:lvl2pPr>
              <a:lvl3pPr algn="l">
                <a:defRPr sz="1689" b="1" i="0" kern="0" spc="0">
                  <a:ln w="42386">
                    <a:solidFill>
                      <a:srgbClr val="FFFFFF"/>
                    </a:solidFill>
                    <a:prstDash val="solid"/>
                  </a:ln>
                  <a:solidFill>
                    <a:srgbClr val="FFFFFF"/>
                  </a:solidFill>
                  <a:latin typeface="Inter"/>
                  <a:ea typeface="Inter"/>
                  <a:cs typeface="Inter"/>
                </a:defRPr>
              </a:lvl3pPr>
              <a:lvl4pPr algn="l">
                <a:defRPr sz="1689" b="1" i="0" kern="0" spc="0">
                  <a:ln w="42386">
                    <a:solidFill>
                      <a:srgbClr val="FFFFFF"/>
                    </a:solidFill>
                    <a:prstDash val="solid"/>
                  </a:ln>
                  <a:solidFill>
                    <a:srgbClr val="FFFFFF"/>
                  </a:solidFill>
                  <a:latin typeface="Inter"/>
                  <a:ea typeface="Inter"/>
                  <a:cs typeface="Inter"/>
                </a:defRPr>
              </a:lvl4pPr>
              <a:lvl5pPr algn="l">
                <a:defRPr sz="1689" b="1" i="0" kern="0" spc="0">
                  <a:ln w="42386">
                    <a:solidFill>
                      <a:srgbClr val="FFFFFF"/>
                    </a:solidFill>
                    <a:prstDash val="solid"/>
                  </a:ln>
                  <a:solidFill>
                    <a:srgbClr val="FFFFFF"/>
                  </a:solidFill>
                  <a:latin typeface="Inter"/>
                  <a:ea typeface="Inter"/>
                  <a:cs typeface="Inter"/>
                </a:defRPr>
              </a:lvl5pPr>
              <a:lvl6pPr algn="l">
                <a:defRPr sz="1689" b="1" i="0" kern="0" spc="0">
                  <a:ln w="42386">
                    <a:solidFill>
                      <a:srgbClr val="FFFFFF"/>
                    </a:solidFill>
                    <a:prstDash val="solid"/>
                  </a:ln>
                  <a:solidFill>
                    <a:srgbClr val="FFFFFF"/>
                  </a:solidFill>
                  <a:latin typeface="Inter"/>
                  <a:ea typeface="Inter"/>
                  <a:cs typeface="Inter"/>
                </a:defRPr>
              </a:lvl6pPr>
              <a:lvl7pPr algn="l">
                <a:defRPr sz="1689" b="1" i="0" kern="0" spc="0">
                  <a:ln w="42386">
                    <a:solidFill>
                      <a:srgbClr val="FFFFFF"/>
                    </a:solidFill>
                    <a:prstDash val="solid"/>
                  </a:ln>
                  <a:solidFill>
                    <a:srgbClr val="FFFFFF"/>
                  </a:solidFill>
                  <a:latin typeface="Inter"/>
                  <a:ea typeface="Inter"/>
                  <a:cs typeface="Inter"/>
                </a:defRPr>
              </a:lvl7pPr>
              <a:lvl8pPr algn="l">
                <a:defRPr sz="1689" b="1" i="0" kern="0" spc="0">
                  <a:ln w="42386">
                    <a:solidFill>
                      <a:srgbClr val="FFFFFF"/>
                    </a:solidFill>
                    <a:prstDash val="solid"/>
                  </a:ln>
                  <a:solidFill>
                    <a:srgbClr val="FFFFFF"/>
                  </a:solidFill>
                  <a:latin typeface="Inter"/>
                  <a:ea typeface="Inter"/>
                  <a:cs typeface="Inter"/>
                </a:defRPr>
              </a:lvl8pPr>
              <a:lvl9pPr algn="l">
                <a:defRPr sz="1689" b="1" i="0" kern="0" spc="0">
                  <a:ln w="42386">
                    <a:solidFill>
                      <a:srgbClr val="FFFFFF"/>
                    </a:solidFill>
                    <a:prstDash val="solid"/>
                  </a:ln>
                  <a:solidFill>
                    <a:srgbClr val="FFFFFF"/>
                  </a:solidFill>
                  <a:latin typeface="Inter"/>
                  <a:ea typeface="Inter"/>
                  <a:cs typeface="Inter"/>
                </a:defRPr>
              </a:lvl9pPr>
            </a:lstStyle>
            <a:p>
              <a:pPr algn="l">
                <a:lnSpc>
                  <a:spcPct val="100000"/>
                </a:lnSpc>
                <a:buNone/>
                <a:defRPr sz="1689" b="1" i="0" kern="0" spc="0">
                  <a:solidFill>
                    <a:srgbClr val="FFFFFF"/>
                  </a:solidFill>
                  <a:latin typeface="Inter"/>
                  <a:ea typeface="Inter"/>
                  <a:cs typeface="Inter"/>
                </a:defRPr>
              </a:pPr>
              <a:r>
                <a:rPr sz="1689" b="1" i="0" kern="0" spc="0">
                  <a:ln w="42386">
                    <a:solidFill>
                      <a:srgbClr val="FFFFFF"/>
                    </a:solidFill>
                    <a:prstDash val="solid"/>
                  </a:ln>
                  <a:solidFill>
                    <a:srgbClr val="FFFFFF"/>
                  </a:solidFill>
                  <a:latin typeface="Inter"/>
                  <a:ea typeface="Inter"/>
                  <a:cs typeface="Inter"/>
                </a:rPr>
                <a:t>D</a:t>
              </a:r>
            </a:p>
          </p:txBody>
        </p:sp>
        <p:sp>
          <p:nvSpPr>
            <p:cNvPr id="121" name="s7 text 69">
              <a:extLst>
                <a:ext uri="{FF2B5EF4-FFF2-40B4-BE49-F238E27FC236}">
                  <a16:creationId xmlns:a16="http://schemas.microsoft.com/office/drawing/2014/main" id="{7A78979E-D6E8-4827-9D29-458C86142D89}"/>
                </a:ext>
              </a:extLst>
            </p:cNvPr>
            <p:cNvSpPr>
              <a:spLocks noGrp="1"/>
            </p:cNvSpPr>
            <p:nvPr/>
          </p:nvSpPr>
          <p:spPr>
            <a:xfrm>
              <a:off x="6660508" y="4543175"/>
              <a:ext cx="240659" cy="298405"/>
            </a:xfrm>
            <a:prstGeom prst="rect">
              <a:avLst/>
            </a:prstGeom>
            <a:noFill/>
            <a:ln w="0">
              <a:noFill/>
              <a:prstDash val="solid"/>
            </a:ln>
          </p:spPr>
          <p:txBody>
            <a:bodyPr wrap="none" lIns="0" tIns="0" rIns="0" bIns="0" anchor="t">
              <a:noAutofit/>
            </a:bodyPr>
            <a:lstStyle>
              <a:defPPr algn="l">
                <a:defRPr sz="1689" b="1" i="0" kern="0" spc="0">
                  <a:solidFill>
                    <a:srgbClr val="0A2540"/>
                  </a:solidFill>
                  <a:latin typeface="Inter"/>
                  <a:ea typeface="Inter"/>
                  <a:cs typeface="Inter"/>
                </a:defRPr>
              </a:defPPr>
              <a:lvl1pPr algn="l">
                <a:defRPr sz="1689" b="1" i="0" kern="0" spc="0">
                  <a:solidFill>
                    <a:srgbClr val="0A2540"/>
                  </a:solidFill>
                  <a:latin typeface="Inter"/>
                  <a:ea typeface="Inter"/>
                  <a:cs typeface="Inter"/>
                </a:defRPr>
              </a:lvl1pPr>
              <a:lvl2pPr algn="l">
                <a:defRPr sz="1689" b="1" i="0" kern="0" spc="0">
                  <a:solidFill>
                    <a:srgbClr val="0A2540"/>
                  </a:solidFill>
                  <a:latin typeface="Inter"/>
                  <a:ea typeface="Inter"/>
                  <a:cs typeface="Inter"/>
                </a:defRPr>
              </a:lvl2pPr>
              <a:lvl3pPr algn="l">
                <a:defRPr sz="1689" b="1" i="0" kern="0" spc="0">
                  <a:solidFill>
                    <a:srgbClr val="0A2540"/>
                  </a:solidFill>
                  <a:latin typeface="Inter"/>
                  <a:ea typeface="Inter"/>
                  <a:cs typeface="Inter"/>
                </a:defRPr>
              </a:lvl3pPr>
              <a:lvl4pPr algn="l">
                <a:defRPr sz="1689" b="1" i="0" kern="0" spc="0">
                  <a:solidFill>
                    <a:srgbClr val="0A2540"/>
                  </a:solidFill>
                  <a:latin typeface="Inter"/>
                  <a:ea typeface="Inter"/>
                  <a:cs typeface="Inter"/>
                </a:defRPr>
              </a:lvl4pPr>
              <a:lvl5pPr algn="l">
                <a:defRPr sz="1689" b="1" i="0" kern="0" spc="0">
                  <a:solidFill>
                    <a:srgbClr val="0A2540"/>
                  </a:solidFill>
                  <a:latin typeface="Inter"/>
                  <a:ea typeface="Inter"/>
                  <a:cs typeface="Inter"/>
                </a:defRPr>
              </a:lvl5pPr>
              <a:lvl6pPr algn="l">
                <a:defRPr sz="1689" b="1" i="0" kern="0" spc="0">
                  <a:solidFill>
                    <a:srgbClr val="0A2540"/>
                  </a:solidFill>
                  <a:latin typeface="Inter"/>
                  <a:ea typeface="Inter"/>
                  <a:cs typeface="Inter"/>
                </a:defRPr>
              </a:lvl6pPr>
              <a:lvl7pPr algn="l">
                <a:defRPr sz="1689" b="1" i="0" kern="0" spc="0">
                  <a:solidFill>
                    <a:srgbClr val="0A2540"/>
                  </a:solidFill>
                  <a:latin typeface="Inter"/>
                  <a:ea typeface="Inter"/>
                  <a:cs typeface="Inter"/>
                </a:defRPr>
              </a:lvl7pPr>
              <a:lvl8pPr algn="l">
                <a:defRPr sz="1689" b="1" i="0" kern="0" spc="0">
                  <a:solidFill>
                    <a:srgbClr val="0A2540"/>
                  </a:solidFill>
                  <a:latin typeface="Inter"/>
                  <a:ea typeface="Inter"/>
                  <a:cs typeface="Inter"/>
                </a:defRPr>
              </a:lvl8pPr>
              <a:lvl9pPr algn="l">
                <a:defRPr sz="1689" b="1" i="0" kern="0" spc="0">
                  <a:solidFill>
                    <a:srgbClr val="0A2540"/>
                  </a:solidFill>
                  <a:latin typeface="Inter"/>
                  <a:ea typeface="Inter"/>
                  <a:cs typeface="Inter"/>
                </a:defRPr>
              </a:lvl9pPr>
            </a:lstStyle>
            <a:p>
              <a:pPr algn="l">
                <a:lnSpc>
                  <a:spcPct val="100000"/>
                </a:lnSpc>
                <a:buNone/>
                <a:defRPr sz="1689" b="1" i="0" kern="0" spc="0">
                  <a:solidFill>
                    <a:srgbClr val="0A2540"/>
                  </a:solidFill>
                  <a:latin typeface="Inter"/>
                  <a:ea typeface="Inter"/>
                  <a:cs typeface="Inter"/>
                </a:defRPr>
              </a:pPr>
              <a:r>
                <a:rPr sz="1689" b="1" i="0" kern="0" spc="0">
                  <a:solidFill>
                    <a:srgbClr val="0A2540"/>
                  </a:solidFill>
                  <a:latin typeface="Inter"/>
                  <a:ea typeface="Inter"/>
                  <a:cs typeface="Inter"/>
                </a:rPr>
                <a:t>D</a:t>
              </a:r>
            </a:p>
          </p:txBody>
        </p:sp>
        <p:sp>
          <p:nvSpPr>
            <p:cNvPr id="122" name="s7 text 70 halo">
              <a:extLst>
                <a:ext uri="{FF2B5EF4-FFF2-40B4-BE49-F238E27FC236}">
                  <a16:creationId xmlns:a16="http://schemas.microsoft.com/office/drawing/2014/main" id="{ABD973BC-9C6D-4F02-A8CA-99B20B962D99}"/>
                </a:ext>
              </a:extLst>
            </p:cNvPr>
            <p:cNvSpPr>
              <a:spLocks noGrp="1"/>
            </p:cNvSpPr>
            <p:nvPr/>
          </p:nvSpPr>
          <p:spPr>
            <a:xfrm>
              <a:off x="4964983" y="2375828"/>
              <a:ext cx="226204" cy="298405"/>
            </a:xfrm>
            <a:prstGeom prst="rect">
              <a:avLst/>
            </a:prstGeom>
            <a:noFill/>
            <a:ln w="0">
              <a:noFill/>
              <a:prstDash val="solid"/>
            </a:ln>
          </p:spPr>
          <p:txBody>
            <a:bodyPr wrap="none" lIns="0" tIns="0" rIns="0" bIns="0" anchor="t">
              <a:noAutofit/>
            </a:bodyPr>
            <a:lstStyle>
              <a:defPPr algn="l">
                <a:defRPr sz="1689" b="1" i="0" kern="0" spc="0">
                  <a:ln w="42386">
                    <a:solidFill>
                      <a:srgbClr val="FFFFFF"/>
                    </a:solidFill>
                    <a:prstDash val="solid"/>
                  </a:ln>
                  <a:solidFill>
                    <a:srgbClr val="FFFFFF"/>
                  </a:solidFill>
                  <a:latin typeface="Inter"/>
                  <a:ea typeface="Inter"/>
                  <a:cs typeface="Inter"/>
                </a:defRPr>
              </a:defPPr>
              <a:lvl1pPr algn="l">
                <a:defRPr sz="1689" b="1" i="0" kern="0" spc="0">
                  <a:ln w="42386">
                    <a:solidFill>
                      <a:srgbClr val="FFFFFF"/>
                    </a:solidFill>
                    <a:prstDash val="solid"/>
                  </a:ln>
                  <a:solidFill>
                    <a:srgbClr val="FFFFFF"/>
                  </a:solidFill>
                  <a:latin typeface="Inter"/>
                  <a:ea typeface="Inter"/>
                  <a:cs typeface="Inter"/>
                </a:defRPr>
              </a:lvl1pPr>
              <a:lvl2pPr algn="l">
                <a:defRPr sz="1689" b="1" i="0" kern="0" spc="0">
                  <a:ln w="42386">
                    <a:solidFill>
                      <a:srgbClr val="FFFFFF"/>
                    </a:solidFill>
                    <a:prstDash val="solid"/>
                  </a:ln>
                  <a:solidFill>
                    <a:srgbClr val="FFFFFF"/>
                  </a:solidFill>
                  <a:latin typeface="Inter"/>
                  <a:ea typeface="Inter"/>
                  <a:cs typeface="Inter"/>
                </a:defRPr>
              </a:lvl2pPr>
              <a:lvl3pPr algn="l">
                <a:defRPr sz="1689" b="1" i="0" kern="0" spc="0">
                  <a:ln w="42386">
                    <a:solidFill>
                      <a:srgbClr val="FFFFFF"/>
                    </a:solidFill>
                    <a:prstDash val="solid"/>
                  </a:ln>
                  <a:solidFill>
                    <a:srgbClr val="FFFFFF"/>
                  </a:solidFill>
                  <a:latin typeface="Inter"/>
                  <a:ea typeface="Inter"/>
                  <a:cs typeface="Inter"/>
                </a:defRPr>
              </a:lvl3pPr>
              <a:lvl4pPr algn="l">
                <a:defRPr sz="1689" b="1" i="0" kern="0" spc="0">
                  <a:ln w="42386">
                    <a:solidFill>
                      <a:srgbClr val="FFFFFF"/>
                    </a:solidFill>
                    <a:prstDash val="solid"/>
                  </a:ln>
                  <a:solidFill>
                    <a:srgbClr val="FFFFFF"/>
                  </a:solidFill>
                  <a:latin typeface="Inter"/>
                  <a:ea typeface="Inter"/>
                  <a:cs typeface="Inter"/>
                </a:defRPr>
              </a:lvl4pPr>
              <a:lvl5pPr algn="l">
                <a:defRPr sz="1689" b="1" i="0" kern="0" spc="0">
                  <a:ln w="42386">
                    <a:solidFill>
                      <a:srgbClr val="FFFFFF"/>
                    </a:solidFill>
                    <a:prstDash val="solid"/>
                  </a:ln>
                  <a:solidFill>
                    <a:srgbClr val="FFFFFF"/>
                  </a:solidFill>
                  <a:latin typeface="Inter"/>
                  <a:ea typeface="Inter"/>
                  <a:cs typeface="Inter"/>
                </a:defRPr>
              </a:lvl5pPr>
              <a:lvl6pPr algn="l">
                <a:defRPr sz="1689" b="1" i="0" kern="0" spc="0">
                  <a:ln w="42386">
                    <a:solidFill>
                      <a:srgbClr val="FFFFFF"/>
                    </a:solidFill>
                    <a:prstDash val="solid"/>
                  </a:ln>
                  <a:solidFill>
                    <a:srgbClr val="FFFFFF"/>
                  </a:solidFill>
                  <a:latin typeface="Inter"/>
                  <a:ea typeface="Inter"/>
                  <a:cs typeface="Inter"/>
                </a:defRPr>
              </a:lvl6pPr>
              <a:lvl7pPr algn="l">
                <a:defRPr sz="1689" b="1" i="0" kern="0" spc="0">
                  <a:ln w="42386">
                    <a:solidFill>
                      <a:srgbClr val="FFFFFF"/>
                    </a:solidFill>
                    <a:prstDash val="solid"/>
                  </a:ln>
                  <a:solidFill>
                    <a:srgbClr val="FFFFFF"/>
                  </a:solidFill>
                  <a:latin typeface="Inter"/>
                  <a:ea typeface="Inter"/>
                  <a:cs typeface="Inter"/>
                </a:defRPr>
              </a:lvl7pPr>
              <a:lvl8pPr algn="l">
                <a:defRPr sz="1689" b="1" i="0" kern="0" spc="0">
                  <a:ln w="42386">
                    <a:solidFill>
                      <a:srgbClr val="FFFFFF"/>
                    </a:solidFill>
                    <a:prstDash val="solid"/>
                  </a:ln>
                  <a:solidFill>
                    <a:srgbClr val="FFFFFF"/>
                  </a:solidFill>
                  <a:latin typeface="Inter"/>
                  <a:ea typeface="Inter"/>
                  <a:cs typeface="Inter"/>
                </a:defRPr>
              </a:lvl8pPr>
              <a:lvl9pPr algn="l">
                <a:defRPr sz="1689" b="1" i="0" kern="0" spc="0">
                  <a:ln w="42386">
                    <a:solidFill>
                      <a:srgbClr val="FFFFFF"/>
                    </a:solidFill>
                    <a:prstDash val="solid"/>
                  </a:ln>
                  <a:solidFill>
                    <a:srgbClr val="FFFFFF"/>
                  </a:solidFill>
                  <a:latin typeface="Inter"/>
                  <a:ea typeface="Inter"/>
                  <a:cs typeface="Inter"/>
                </a:defRPr>
              </a:lvl9pPr>
            </a:lstStyle>
            <a:p>
              <a:pPr algn="l">
                <a:lnSpc>
                  <a:spcPct val="100000"/>
                </a:lnSpc>
                <a:buNone/>
                <a:defRPr sz="1689" b="1" i="0" kern="0" spc="0">
                  <a:solidFill>
                    <a:srgbClr val="FFFFFF"/>
                  </a:solidFill>
                  <a:latin typeface="Inter"/>
                  <a:ea typeface="Inter"/>
                  <a:cs typeface="Inter"/>
                </a:defRPr>
              </a:pPr>
              <a:r>
                <a:rPr sz="1689" b="1" i="0" kern="0" spc="0">
                  <a:ln w="42386">
                    <a:solidFill>
                      <a:srgbClr val="FFFFFF"/>
                    </a:solidFill>
                    <a:prstDash val="solid"/>
                  </a:ln>
                  <a:solidFill>
                    <a:srgbClr val="FFFFFF"/>
                  </a:solidFill>
                  <a:latin typeface="Inter"/>
                  <a:ea typeface="Inter"/>
                  <a:cs typeface="Inter"/>
                </a:rPr>
                <a:t>S</a:t>
              </a:r>
            </a:p>
          </p:txBody>
        </p:sp>
        <p:sp>
          <p:nvSpPr>
            <p:cNvPr id="123" name="s7 text 70">
              <a:extLst>
                <a:ext uri="{FF2B5EF4-FFF2-40B4-BE49-F238E27FC236}">
                  <a16:creationId xmlns:a16="http://schemas.microsoft.com/office/drawing/2014/main" id="{F1B04771-FF76-4404-A854-F9530E874DE1}"/>
                </a:ext>
              </a:extLst>
            </p:cNvPr>
            <p:cNvSpPr>
              <a:spLocks noGrp="1"/>
            </p:cNvSpPr>
            <p:nvPr/>
          </p:nvSpPr>
          <p:spPr>
            <a:xfrm>
              <a:off x="4964983" y="2375828"/>
              <a:ext cx="226204" cy="298405"/>
            </a:xfrm>
            <a:prstGeom prst="rect">
              <a:avLst/>
            </a:prstGeom>
            <a:noFill/>
            <a:ln w="0">
              <a:noFill/>
              <a:prstDash val="solid"/>
            </a:ln>
          </p:spPr>
          <p:txBody>
            <a:bodyPr wrap="none" lIns="0" tIns="0" rIns="0" bIns="0" anchor="t">
              <a:noAutofit/>
            </a:bodyPr>
            <a:lstStyle>
              <a:defPPr algn="l">
                <a:defRPr sz="1689" b="1" i="0" kern="0" spc="0">
                  <a:solidFill>
                    <a:srgbClr val="0A2540"/>
                  </a:solidFill>
                  <a:latin typeface="Inter"/>
                  <a:ea typeface="Inter"/>
                  <a:cs typeface="Inter"/>
                </a:defRPr>
              </a:defPPr>
              <a:lvl1pPr algn="l">
                <a:defRPr sz="1689" b="1" i="0" kern="0" spc="0">
                  <a:solidFill>
                    <a:srgbClr val="0A2540"/>
                  </a:solidFill>
                  <a:latin typeface="Inter"/>
                  <a:ea typeface="Inter"/>
                  <a:cs typeface="Inter"/>
                </a:defRPr>
              </a:lvl1pPr>
              <a:lvl2pPr algn="l">
                <a:defRPr sz="1689" b="1" i="0" kern="0" spc="0">
                  <a:solidFill>
                    <a:srgbClr val="0A2540"/>
                  </a:solidFill>
                  <a:latin typeface="Inter"/>
                  <a:ea typeface="Inter"/>
                  <a:cs typeface="Inter"/>
                </a:defRPr>
              </a:lvl2pPr>
              <a:lvl3pPr algn="l">
                <a:defRPr sz="1689" b="1" i="0" kern="0" spc="0">
                  <a:solidFill>
                    <a:srgbClr val="0A2540"/>
                  </a:solidFill>
                  <a:latin typeface="Inter"/>
                  <a:ea typeface="Inter"/>
                  <a:cs typeface="Inter"/>
                </a:defRPr>
              </a:lvl3pPr>
              <a:lvl4pPr algn="l">
                <a:defRPr sz="1689" b="1" i="0" kern="0" spc="0">
                  <a:solidFill>
                    <a:srgbClr val="0A2540"/>
                  </a:solidFill>
                  <a:latin typeface="Inter"/>
                  <a:ea typeface="Inter"/>
                  <a:cs typeface="Inter"/>
                </a:defRPr>
              </a:lvl4pPr>
              <a:lvl5pPr algn="l">
                <a:defRPr sz="1689" b="1" i="0" kern="0" spc="0">
                  <a:solidFill>
                    <a:srgbClr val="0A2540"/>
                  </a:solidFill>
                  <a:latin typeface="Inter"/>
                  <a:ea typeface="Inter"/>
                  <a:cs typeface="Inter"/>
                </a:defRPr>
              </a:lvl5pPr>
              <a:lvl6pPr algn="l">
                <a:defRPr sz="1689" b="1" i="0" kern="0" spc="0">
                  <a:solidFill>
                    <a:srgbClr val="0A2540"/>
                  </a:solidFill>
                  <a:latin typeface="Inter"/>
                  <a:ea typeface="Inter"/>
                  <a:cs typeface="Inter"/>
                </a:defRPr>
              </a:lvl6pPr>
              <a:lvl7pPr algn="l">
                <a:defRPr sz="1689" b="1" i="0" kern="0" spc="0">
                  <a:solidFill>
                    <a:srgbClr val="0A2540"/>
                  </a:solidFill>
                  <a:latin typeface="Inter"/>
                  <a:ea typeface="Inter"/>
                  <a:cs typeface="Inter"/>
                </a:defRPr>
              </a:lvl7pPr>
              <a:lvl8pPr algn="l">
                <a:defRPr sz="1689" b="1" i="0" kern="0" spc="0">
                  <a:solidFill>
                    <a:srgbClr val="0A2540"/>
                  </a:solidFill>
                  <a:latin typeface="Inter"/>
                  <a:ea typeface="Inter"/>
                  <a:cs typeface="Inter"/>
                </a:defRPr>
              </a:lvl8pPr>
              <a:lvl9pPr algn="l">
                <a:defRPr sz="1689" b="1" i="0" kern="0" spc="0">
                  <a:solidFill>
                    <a:srgbClr val="0A2540"/>
                  </a:solidFill>
                  <a:latin typeface="Inter"/>
                  <a:ea typeface="Inter"/>
                  <a:cs typeface="Inter"/>
                </a:defRPr>
              </a:lvl9pPr>
            </a:lstStyle>
            <a:p>
              <a:pPr algn="l">
                <a:lnSpc>
                  <a:spcPct val="100000"/>
                </a:lnSpc>
                <a:buNone/>
                <a:defRPr sz="1689" b="1" i="0" kern="0" spc="0">
                  <a:solidFill>
                    <a:srgbClr val="0A2540"/>
                  </a:solidFill>
                  <a:latin typeface="Inter"/>
                  <a:ea typeface="Inter"/>
                  <a:cs typeface="Inter"/>
                </a:defRPr>
              </a:pPr>
              <a:r>
                <a:rPr sz="1689" b="1" i="0" kern="0" spc="0">
                  <a:solidFill>
                    <a:srgbClr val="0A2540"/>
                  </a:solidFill>
                  <a:latin typeface="Inter"/>
                  <a:ea typeface="Inter"/>
                  <a:cs typeface="Inter"/>
                </a:rPr>
                <a:t>S</a:t>
              </a:r>
            </a:p>
          </p:txBody>
        </p:sp>
        <p:sp>
          <p:nvSpPr>
            <p:cNvPr id="124" name="s7 text 71 halo">
              <a:extLst>
                <a:ext uri="{FF2B5EF4-FFF2-40B4-BE49-F238E27FC236}">
                  <a16:creationId xmlns:a16="http://schemas.microsoft.com/office/drawing/2014/main" id="{35A0A27C-2749-469D-9697-4D6E9F82D039}"/>
                </a:ext>
              </a:extLst>
            </p:cNvPr>
            <p:cNvSpPr>
              <a:spLocks noGrp="1"/>
            </p:cNvSpPr>
            <p:nvPr/>
          </p:nvSpPr>
          <p:spPr>
            <a:xfrm>
              <a:off x="3538466" y="2514959"/>
              <a:ext cx="1170784" cy="230513"/>
            </a:xfrm>
            <a:prstGeom prst="rect">
              <a:avLst/>
            </a:prstGeom>
            <a:noFill/>
            <a:ln w="0">
              <a:noFill/>
              <a:prstDash val="solid"/>
            </a:ln>
          </p:spPr>
          <p:txBody>
            <a:bodyPr wrap="none" lIns="0" tIns="0" rIns="0" bIns="0" anchor="t">
              <a:noAutofit/>
            </a:bodyPr>
            <a:lstStyle>
              <a:defPPr algn="l">
                <a:defRPr sz="1304" b="1" i="0" kern="0" spc="-9">
                  <a:ln w="42386">
                    <a:solidFill>
                      <a:srgbClr val="FFFFFF"/>
                    </a:solidFill>
                    <a:prstDash val="solid"/>
                  </a:ln>
                  <a:solidFill>
                    <a:srgbClr val="FFFFFF"/>
                  </a:solidFill>
                  <a:latin typeface="Inter"/>
                  <a:ea typeface="Inter"/>
                  <a:cs typeface="Inter"/>
                </a:defRPr>
              </a:defPPr>
              <a:lvl1pPr algn="l">
                <a:defRPr sz="1304" b="1" i="0" kern="0" spc="-9">
                  <a:ln w="42386">
                    <a:solidFill>
                      <a:srgbClr val="FFFFFF"/>
                    </a:solidFill>
                    <a:prstDash val="solid"/>
                  </a:ln>
                  <a:solidFill>
                    <a:srgbClr val="FFFFFF"/>
                  </a:solidFill>
                  <a:latin typeface="Inter"/>
                  <a:ea typeface="Inter"/>
                  <a:cs typeface="Inter"/>
                </a:defRPr>
              </a:lvl1pPr>
              <a:lvl2pPr algn="l">
                <a:defRPr sz="1304" b="1" i="0" kern="0" spc="-9">
                  <a:ln w="42386">
                    <a:solidFill>
                      <a:srgbClr val="FFFFFF"/>
                    </a:solidFill>
                    <a:prstDash val="solid"/>
                  </a:ln>
                  <a:solidFill>
                    <a:srgbClr val="FFFFFF"/>
                  </a:solidFill>
                  <a:latin typeface="Inter"/>
                  <a:ea typeface="Inter"/>
                  <a:cs typeface="Inter"/>
                </a:defRPr>
              </a:lvl2pPr>
              <a:lvl3pPr algn="l">
                <a:defRPr sz="1304" b="1" i="0" kern="0" spc="-9">
                  <a:ln w="42386">
                    <a:solidFill>
                      <a:srgbClr val="FFFFFF"/>
                    </a:solidFill>
                    <a:prstDash val="solid"/>
                  </a:ln>
                  <a:solidFill>
                    <a:srgbClr val="FFFFFF"/>
                  </a:solidFill>
                  <a:latin typeface="Inter"/>
                  <a:ea typeface="Inter"/>
                  <a:cs typeface="Inter"/>
                </a:defRPr>
              </a:lvl3pPr>
              <a:lvl4pPr algn="l">
                <a:defRPr sz="1304" b="1" i="0" kern="0" spc="-9">
                  <a:ln w="42386">
                    <a:solidFill>
                      <a:srgbClr val="FFFFFF"/>
                    </a:solidFill>
                    <a:prstDash val="solid"/>
                  </a:ln>
                  <a:solidFill>
                    <a:srgbClr val="FFFFFF"/>
                  </a:solidFill>
                  <a:latin typeface="Inter"/>
                  <a:ea typeface="Inter"/>
                  <a:cs typeface="Inter"/>
                </a:defRPr>
              </a:lvl4pPr>
              <a:lvl5pPr algn="l">
                <a:defRPr sz="1304" b="1" i="0" kern="0" spc="-9">
                  <a:ln w="42386">
                    <a:solidFill>
                      <a:srgbClr val="FFFFFF"/>
                    </a:solidFill>
                    <a:prstDash val="solid"/>
                  </a:ln>
                  <a:solidFill>
                    <a:srgbClr val="FFFFFF"/>
                  </a:solidFill>
                  <a:latin typeface="Inter"/>
                  <a:ea typeface="Inter"/>
                  <a:cs typeface="Inter"/>
                </a:defRPr>
              </a:lvl5pPr>
              <a:lvl6pPr algn="l">
                <a:defRPr sz="1304" b="1" i="0" kern="0" spc="-9">
                  <a:ln w="42386">
                    <a:solidFill>
                      <a:srgbClr val="FFFFFF"/>
                    </a:solidFill>
                    <a:prstDash val="solid"/>
                  </a:ln>
                  <a:solidFill>
                    <a:srgbClr val="FFFFFF"/>
                  </a:solidFill>
                  <a:latin typeface="Inter"/>
                  <a:ea typeface="Inter"/>
                  <a:cs typeface="Inter"/>
                </a:defRPr>
              </a:lvl6pPr>
              <a:lvl7pPr algn="l">
                <a:defRPr sz="1304" b="1" i="0" kern="0" spc="-9">
                  <a:ln w="42386">
                    <a:solidFill>
                      <a:srgbClr val="FFFFFF"/>
                    </a:solidFill>
                    <a:prstDash val="solid"/>
                  </a:ln>
                  <a:solidFill>
                    <a:srgbClr val="FFFFFF"/>
                  </a:solidFill>
                  <a:latin typeface="Inter"/>
                  <a:ea typeface="Inter"/>
                  <a:cs typeface="Inter"/>
                </a:defRPr>
              </a:lvl7pPr>
              <a:lvl8pPr algn="l">
                <a:defRPr sz="1304" b="1" i="0" kern="0" spc="-9">
                  <a:ln w="42386">
                    <a:solidFill>
                      <a:srgbClr val="FFFFFF"/>
                    </a:solidFill>
                    <a:prstDash val="solid"/>
                  </a:ln>
                  <a:solidFill>
                    <a:srgbClr val="FFFFFF"/>
                  </a:solidFill>
                  <a:latin typeface="Inter"/>
                  <a:ea typeface="Inter"/>
                  <a:cs typeface="Inter"/>
                </a:defRPr>
              </a:lvl8pPr>
              <a:lvl9pPr algn="l">
                <a:defRPr sz="1304" b="1" i="0" kern="0" spc="-9">
                  <a:ln w="42386">
                    <a:solidFill>
                      <a:srgbClr val="FFFFFF"/>
                    </a:solidFill>
                    <a:prstDash val="solid"/>
                  </a:ln>
                  <a:solidFill>
                    <a:srgbClr val="FFFFFF"/>
                  </a:solidFill>
                  <a:latin typeface="Inter"/>
                  <a:ea typeface="Inter"/>
                  <a:cs typeface="Inter"/>
                </a:defRPr>
              </a:lvl9pPr>
            </a:lstStyle>
            <a:p>
              <a:pPr algn="l">
                <a:lnSpc>
                  <a:spcPct val="100000"/>
                </a:lnSpc>
                <a:buNone/>
                <a:defRPr sz="1304" b="1" i="0" kern="0" spc="-9">
                  <a:solidFill>
                    <a:srgbClr val="FFFFFF"/>
                  </a:solidFill>
                  <a:latin typeface="Inter"/>
                  <a:ea typeface="Inter"/>
                  <a:cs typeface="Inter"/>
                </a:defRPr>
              </a:pPr>
              <a:r>
                <a:rPr sz="1304" b="1" i="0" kern="0" spc="-9">
                  <a:ln w="42386">
                    <a:solidFill>
                      <a:srgbClr val="FFFFFF"/>
                    </a:solidFill>
                    <a:prstDash val="solid"/>
                  </a:ln>
                  <a:solidFill>
                    <a:srgbClr val="FFFFFF"/>
                  </a:solidFill>
                  <a:latin typeface="Inter"/>
                  <a:ea typeface="Inter"/>
                  <a:cs typeface="Inter"/>
                </a:rPr>
                <a:t>Autarky price</a:t>
              </a:r>
            </a:p>
          </p:txBody>
        </p:sp>
        <p:sp>
          <p:nvSpPr>
            <p:cNvPr id="125" name="s7 text 71">
              <a:extLst>
                <a:ext uri="{FF2B5EF4-FFF2-40B4-BE49-F238E27FC236}">
                  <a16:creationId xmlns:a16="http://schemas.microsoft.com/office/drawing/2014/main" id="{F1A38105-C067-458C-AE6F-F66BB31E6FB0}"/>
                </a:ext>
              </a:extLst>
            </p:cNvPr>
            <p:cNvSpPr>
              <a:spLocks noGrp="1"/>
            </p:cNvSpPr>
            <p:nvPr/>
          </p:nvSpPr>
          <p:spPr>
            <a:xfrm>
              <a:off x="3538466" y="2514959"/>
              <a:ext cx="1170784" cy="230513"/>
            </a:xfrm>
            <a:prstGeom prst="rect">
              <a:avLst/>
            </a:prstGeom>
            <a:noFill/>
            <a:ln w="0">
              <a:noFill/>
              <a:prstDash val="solid"/>
            </a:ln>
          </p:spPr>
          <p:txBody>
            <a:bodyPr wrap="none" lIns="0" tIns="0" rIns="0" bIns="0" anchor="t">
              <a:noAutofit/>
            </a:bodyPr>
            <a:lstStyle>
              <a:defPPr algn="l">
                <a:defRPr sz="1304" b="1" i="0" kern="0" spc="-9">
                  <a:solidFill>
                    <a:srgbClr val="0A2540"/>
                  </a:solidFill>
                  <a:latin typeface="Inter"/>
                  <a:ea typeface="Inter"/>
                  <a:cs typeface="Inter"/>
                </a:defRPr>
              </a:defPPr>
              <a:lvl1pPr algn="l">
                <a:defRPr sz="1304" b="1" i="0" kern="0" spc="-9">
                  <a:solidFill>
                    <a:srgbClr val="0A2540"/>
                  </a:solidFill>
                  <a:latin typeface="Inter"/>
                  <a:ea typeface="Inter"/>
                  <a:cs typeface="Inter"/>
                </a:defRPr>
              </a:lvl1pPr>
              <a:lvl2pPr algn="l">
                <a:defRPr sz="1304" b="1" i="0" kern="0" spc="-9">
                  <a:solidFill>
                    <a:srgbClr val="0A2540"/>
                  </a:solidFill>
                  <a:latin typeface="Inter"/>
                  <a:ea typeface="Inter"/>
                  <a:cs typeface="Inter"/>
                </a:defRPr>
              </a:lvl2pPr>
              <a:lvl3pPr algn="l">
                <a:defRPr sz="1304" b="1" i="0" kern="0" spc="-9">
                  <a:solidFill>
                    <a:srgbClr val="0A2540"/>
                  </a:solidFill>
                  <a:latin typeface="Inter"/>
                  <a:ea typeface="Inter"/>
                  <a:cs typeface="Inter"/>
                </a:defRPr>
              </a:lvl3pPr>
              <a:lvl4pPr algn="l">
                <a:defRPr sz="1304" b="1" i="0" kern="0" spc="-9">
                  <a:solidFill>
                    <a:srgbClr val="0A2540"/>
                  </a:solidFill>
                  <a:latin typeface="Inter"/>
                  <a:ea typeface="Inter"/>
                  <a:cs typeface="Inter"/>
                </a:defRPr>
              </a:lvl4pPr>
              <a:lvl5pPr algn="l">
                <a:defRPr sz="1304" b="1" i="0" kern="0" spc="-9">
                  <a:solidFill>
                    <a:srgbClr val="0A2540"/>
                  </a:solidFill>
                  <a:latin typeface="Inter"/>
                  <a:ea typeface="Inter"/>
                  <a:cs typeface="Inter"/>
                </a:defRPr>
              </a:lvl5pPr>
              <a:lvl6pPr algn="l">
                <a:defRPr sz="1304" b="1" i="0" kern="0" spc="-9">
                  <a:solidFill>
                    <a:srgbClr val="0A2540"/>
                  </a:solidFill>
                  <a:latin typeface="Inter"/>
                  <a:ea typeface="Inter"/>
                  <a:cs typeface="Inter"/>
                </a:defRPr>
              </a:lvl6pPr>
              <a:lvl7pPr algn="l">
                <a:defRPr sz="1304" b="1" i="0" kern="0" spc="-9">
                  <a:solidFill>
                    <a:srgbClr val="0A2540"/>
                  </a:solidFill>
                  <a:latin typeface="Inter"/>
                  <a:ea typeface="Inter"/>
                  <a:cs typeface="Inter"/>
                </a:defRPr>
              </a:lvl7pPr>
              <a:lvl8pPr algn="l">
                <a:defRPr sz="1304" b="1" i="0" kern="0" spc="-9">
                  <a:solidFill>
                    <a:srgbClr val="0A2540"/>
                  </a:solidFill>
                  <a:latin typeface="Inter"/>
                  <a:ea typeface="Inter"/>
                  <a:cs typeface="Inter"/>
                </a:defRPr>
              </a:lvl8pPr>
              <a:lvl9pPr algn="l">
                <a:defRPr sz="1304" b="1" i="0" kern="0" spc="-9">
                  <a:solidFill>
                    <a:srgbClr val="0A2540"/>
                  </a:solidFill>
                  <a:latin typeface="Inter"/>
                  <a:ea typeface="Inter"/>
                  <a:cs typeface="Inter"/>
                </a:defRPr>
              </a:lvl9pPr>
            </a:lstStyle>
            <a:p>
              <a:pPr algn="l">
                <a:lnSpc>
                  <a:spcPct val="100000"/>
                </a:lnSpc>
                <a:buNone/>
                <a:defRPr sz="1304" b="1" i="0" kern="0" spc="-9">
                  <a:solidFill>
                    <a:srgbClr val="0A2540"/>
                  </a:solidFill>
                  <a:latin typeface="Inter"/>
                  <a:ea typeface="Inter"/>
                  <a:cs typeface="Inter"/>
                </a:defRPr>
              </a:pPr>
              <a:r>
                <a:rPr sz="1304" b="1" i="0" kern="0" spc="-9">
                  <a:solidFill>
                    <a:srgbClr val="0A2540"/>
                  </a:solidFill>
                  <a:latin typeface="Inter"/>
                  <a:ea typeface="Inter"/>
                  <a:cs typeface="Inter"/>
                </a:rPr>
                <a:t>Autarky price</a:t>
              </a:r>
            </a:p>
          </p:txBody>
        </p:sp>
        <p:sp>
          <p:nvSpPr>
            <p:cNvPr id="126" name="s7 text 72 halo">
              <a:extLst>
                <a:ext uri="{FF2B5EF4-FFF2-40B4-BE49-F238E27FC236}">
                  <a16:creationId xmlns:a16="http://schemas.microsoft.com/office/drawing/2014/main" id="{86036A1A-E16D-4669-B0C2-CD5077BDE7F9}"/>
                </a:ext>
              </a:extLst>
            </p:cNvPr>
            <p:cNvSpPr>
              <a:spLocks noGrp="1"/>
            </p:cNvSpPr>
            <p:nvPr/>
          </p:nvSpPr>
          <p:spPr>
            <a:xfrm>
              <a:off x="3771642" y="2753717"/>
              <a:ext cx="697773" cy="230513"/>
            </a:xfrm>
            <a:prstGeom prst="rect">
              <a:avLst/>
            </a:prstGeom>
            <a:noFill/>
            <a:ln w="0">
              <a:noFill/>
              <a:prstDash val="solid"/>
            </a:ln>
          </p:spPr>
          <p:txBody>
            <a:bodyPr wrap="none" lIns="0" tIns="0" rIns="0" bIns="0" anchor="t">
              <a:noAutofit/>
            </a:bodyPr>
            <a:lstStyle>
              <a:defPPr algn="l">
                <a:defRPr sz="1304" b="1" i="0" kern="0" spc="-9">
                  <a:ln w="42386">
                    <a:solidFill>
                      <a:srgbClr val="FFFFFF"/>
                    </a:solidFill>
                    <a:prstDash val="solid"/>
                  </a:ln>
                  <a:solidFill>
                    <a:srgbClr val="FFFFFF"/>
                  </a:solidFill>
                  <a:latin typeface="Inter"/>
                  <a:ea typeface="Inter"/>
                  <a:cs typeface="Inter"/>
                </a:defRPr>
              </a:defPPr>
              <a:lvl1pPr algn="l">
                <a:defRPr sz="1304" b="1" i="0" kern="0" spc="-9">
                  <a:ln w="42386">
                    <a:solidFill>
                      <a:srgbClr val="FFFFFF"/>
                    </a:solidFill>
                    <a:prstDash val="solid"/>
                  </a:ln>
                  <a:solidFill>
                    <a:srgbClr val="FFFFFF"/>
                  </a:solidFill>
                  <a:latin typeface="Inter"/>
                  <a:ea typeface="Inter"/>
                  <a:cs typeface="Inter"/>
                </a:defRPr>
              </a:lvl1pPr>
              <a:lvl2pPr algn="l">
                <a:defRPr sz="1304" b="1" i="0" kern="0" spc="-9">
                  <a:ln w="42386">
                    <a:solidFill>
                      <a:srgbClr val="FFFFFF"/>
                    </a:solidFill>
                    <a:prstDash val="solid"/>
                  </a:ln>
                  <a:solidFill>
                    <a:srgbClr val="FFFFFF"/>
                  </a:solidFill>
                  <a:latin typeface="Inter"/>
                  <a:ea typeface="Inter"/>
                  <a:cs typeface="Inter"/>
                </a:defRPr>
              </a:lvl2pPr>
              <a:lvl3pPr algn="l">
                <a:defRPr sz="1304" b="1" i="0" kern="0" spc="-9">
                  <a:ln w="42386">
                    <a:solidFill>
                      <a:srgbClr val="FFFFFF"/>
                    </a:solidFill>
                    <a:prstDash val="solid"/>
                  </a:ln>
                  <a:solidFill>
                    <a:srgbClr val="FFFFFF"/>
                  </a:solidFill>
                  <a:latin typeface="Inter"/>
                  <a:ea typeface="Inter"/>
                  <a:cs typeface="Inter"/>
                </a:defRPr>
              </a:lvl3pPr>
              <a:lvl4pPr algn="l">
                <a:defRPr sz="1304" b="1" i="0" kern="0" spc="-9">
                  <a:ln w="42386">
                    <a:solidFill>
                      <a:srgbClr val="FFFFFF"/>
                    </a:solidFill>
                    <a:prstDash val="solid"/>
                  </a:ln>
                  <a:solidFill>
                    <a:srgbClr val="FFFFFF"/>
                  </a:solidFill>
                  <a:latin typeface="Inter"/>
                  <a:ea typeface="Inter"/>
                  <a:cs typeface="Inter"/>
                </a:defRPr>
              </a:lvl4pPr>
              <a:lvl5pPr algn="l">
                <a:defRPr sz="1304" b="1" i="0" kern="0" spc="-9">
                  <a:ln w="42386">
                    <a:solidFill>
                      <a:srgbClr val="FFFFFF"/>
                    </a:solidFill>
                    <a:prstDash val="solid"/>
                  </a:ln>
                  <a:solidFill>
                    <a:srgbClr val="FFFFFF"/>
                  </a:solidFill>
                  <a:latin typeface="Inter"/>
                  <a:ea typeface="Inter"/>
                  <a:cs typeface="Inter"/>
                </a:defRPr>
              </a:lvl5pPr>
              <a:lvl6pPr algn="l">
                <a:defRPr sz="1304" b="1" i="0" kern="0" spc="-9">
                  <a:ln w="42386">
                    <a:solidFill>
                      <a:srgbClr val="FFFFFF"/>
                    </a:solidFill>
                    <a:prstDash val="solid"/>
                  </a:ln>
                  <a:solidFill>
                    <a:srgbClr val="FFFFFF"/>
                  </a:solidFill>
                  <a:latin typeface="Inter"/>
                  <a:ea typeface="Inter"/>
                  <a:cs typeface="Inter"/>
                </a:defRPr>
              </a:lvl6pPr>
              <a:lvl7pPr algn="l">
                <a:defRPr sz="1304" b="1" i="0" kern="0" spc="-9">
                  <a:ln w="42386">
                    <a:solidFill>
                      <a:srgbClr val="FFFFFF"/>
                    </a:solidFill>
                    <a:prstDash val="solid"/>
                  </a:ln>
                  <a:solidFill>
                    <a:srgbClr val="FFFFFF"/>
                  </a:solidFill>
                  <a:latin typeface="Inter"/>
                  <a:ea typeface="Inter"/>
                  <a:cs typeface="Inter"/>
                </a:defRPr>
              </a:lvl7pPr>
              <a:lvl8pPr algn="l">
                <a:defRPr sz="1304" b="1" i="0" kern="0" spc="-9">
                  <a:ln w="42386">
                    <a:solidFill>
                      <a:srgbClr val="FFFFFF"/>
                    </a:solidFill>
                    <a:prstDash val="solid"/>
                  </a:ln>
                  <a:solidFill>
                    <a:srgbClr val="FFFFFF"/>
                  </a:solidFill>
                  <a:latin typeface="Inter"/>
                  <a:ea typeface="Inter"/>
                  <a:cs typeface="Inter"/>
                </a:defRPr>
              </a:lvl8pPr>
              <a:lvl9pPr algn="l">
                <a:defRPr sz="1304" b="1" i="0" kern="0" spc="-9">
                  <a:ln w="42386">
                    <a:solidFill>
                      <a:srgbClr val="FFFFFF"/>
                    </a:solidFill>
                    <a:prstDash val="solid"/>
                  </a:ln>
                  <a:solidFill>
                    <a:srgbClr val="FFFFFF"/>
                  </a:solidFill>
                  <a:latin typeface="Inter"/>
                  <a:ea typeface="Inter"/>
                  <a:cs typeface="Inter"/>
                </a:defRPr>
              </a:lvl9pPr>
            </a:lstStyle>
            <a:p>
              <a:pPr algn="l">
                <a:lnSpc>
                  <a:spcPct val="100000"/>
                </a:lnSpc>
                <a:buNone/>
                <a:defRPr sz="1304" b="1" i="0" kern="0" spc="-9">
                  <a:solidFill>
                    <a:srgbClr val="FFFFFF"/>
                  </a:solidFill>
                  <a:latin typeface="Inter"/>
                  <a:ea typeface="Inter"/>
                  <a:cs typeface="Inter"/>
                </a:defRPr>
              </a:pPr>
              <a:r>
                <a:rPr sz="1304" b="1" i="0" kern="0" spc="-9">
                  <a:ln w="42386">
                    <a:solidFill>
                      <a:srgbClr val="FFFFFF"/>
                    </a:solidFill>
                    <a:prstDash val="solid"/>
                  </a:ln>
                  <a:solidFill>
                    <a:srgbClr val="FFFFFF"/>
                  </a:solidFill>
                  <a:latin typeface="Inter"/>
                  <a:ea typeface="Inter"/>
                  <a:cs typeface="Inter"/>
                </a:rPr>
                <a:t>$137.50</a:t>
              </a:r>
            </a:p>
          </p:txBody>
        </p:sp>
        <p:sp>
          <p:nvSpPr>
            <p:cNvPr id="127" name="s7 text 72">
              <a:extLst>
                <a:ext uri="{FF2B5EF4-FFF2-40B4-BE49-F238E27FC236}">
                  <a16:creationId xmlns:a16="http://schemas.microsoft.com/office/drawing/2014/main" id="{180F927F-4BB6-4E4C-9764-68DEADC6529E}"/>
                </a:ext>
              </a:extLst>
            </p:cNvPr>
            <p:cNvSpPr>
              <a:spLocks noGrp="1"/>
            </p:cNvSpPr>
            <p:nvPr/>
          </p:nvSpPr>
          <p:spPr>
            <a:xfrm>
              <a:off x="3771642" y="2753717"/>
              <a:ext cx="697773" cy="230513"/>
            </a:xfrm>
            <a:prstGeom prst="rect">
              <a:avLst/>
            </a:prstGeom>
            <a:noFill/>
            <a:ln w="0">
              <a:noFill/>
              <a:prstDash val="solid"/>
            </a:ln>
          </p:spPr>
          <p:txBody>
            <a:bodyPr wrap="none" lIns="0" tIns="0" rIns="0" bIns="0" anchor="t">
              <a:noAutofit/>
            </a:bodyPr>
            <a:lstStyle>
              <a:defPPr algn="l">
                <a:defRPr sz="1304" b="1" i="0" kern="0" spc="-9">
                  <a:solidFill>
                    <a:srgbClr val="0A2540"/>
                  </a:solidFill>
                  <a:latin typeface="Inter"/>
                  <a:ea typeface="Inter"/>
                  <a:cs typeface="Inter"/>
                </a:defRPr>
              </a:defPPr>
              <a:lvl1pPr algn="l">
                <a:defRPr sz="1304" b="1" i="0" kern="0" spc="-9">
                  <a:solidFill>
                    <a:srgbClr val="0A2540"/>
                  </a:solidFill>
                  <a:latin typeface="Inter"/>
                  <a:ea typeface="Inter"/>
                  <a:cs typeface="Inter"/>
                </a:defRPr>
              </a:lvl1pPr>
              <a:lvl2pPr algn="l">
                <a:defRPr sz="1304" b="1" i="0" kern="0" spc="-9">
                  <a:solidFill>
                    <a:srgbClr val="0A2540"/>
                  </a:solidFill>
                  <a:latin typeface="Inter"/>
                  <a:ea typeface="Inter"/>
                  <a:cs typeface="Inter"/>
                </a:defRPr>
              </a:lvl2pPr>
              <a:lvl3pPr algn="l">
                <a:defRPr sz="1304" b="1" i="0" kern="0" spc="-9">
                  <a:solidFill>
                    <a:srgbClr val="0A2540"/>
                  </a:solidFill>
                  <a:latin typeface="Inter"/>
                  <a:ea typeface="Inter"/>
                  <a:cs typeface="Inter"/>
                </a:defRPr>
              </a:lvl3pPr>
              <a:lvl4pPr algn="l">
                <a:defRPr sz="1304" b="1" i="0" kern="0" spc="-9">
                  <a:solidFill>
                    <a:srgbClr val="0A2540"/>
                  </a:solidFill>
                  <a:latin typeface="Inter"/>
                  <a:ea typeface="Inter"/>
                  <a:cs typeface="Inter"/>
                </a:defRPr>
              </a:lvl4pPr>
              <a:lvl5pPr algn="l">
                <a:defRPr sz="1304" b="1" i="0" kern="0" spc="-9">
                  <a:solidFill>
                    <a:srgbClr val="0A2540"/>
                  </a:solidFill>
                  <a:latin typeface="Inter"/>
                  <a:ea typeface="Inter"/>
                  <a:cs typeface="Inter"/>
                </a:defRPr>
              </a:lvl5pPr>
              <a:lvl6pPr algn="l">
                <a:defRPr sz="1304" b="1" i="0" kern="0" spc="-9">
                  <a:solidFill>
                    <a:srgbClr val="0A2540"/>
                  </a:solidFill>
                  <a:latin typeface="Inter"/>
                  <a:ea typeface="Inter"/>
                  <a:cs typeface="Inter"/>
                </a:defRPr>
              </a:lvl6pPr>
              <a:lvl7pPr algn="l">
                <a:defRPr sz="1304" b="1" i="0" kern="0" spc="-9">
                  <a:solidFill>
                    <a:srgbClr val="0A2540"/>
                  </a:solidFill>
                  <a:latin typeface="Inter"/>
                  <a:ea typeface="Inter"/>
                  <a:cs typeface="Inter"/>
                </a:defRPr>
              </a:lvl7pPr>
              <a:lvl8pPr algn="l">
                <a:defRPr sz="1304" b="1" i="0" kern="0" spc="-9">
                  <a:solidFill>
                    <a:srgbClr val="0A2540"/>
                  </a:solidFill>
                  <a:latin typeface="Inter"/>
                  <a:ea typeface="Inter"/>
                  <a:cs typeface="Inter"/>
                </a:defRPr>
              </a:lvl8pPr>
              <a:lvl9pPr algn="l">
                <a:defRPr sz="1304" b="1" i="0" kern="0" spc="-9">
                  <a:solidFill>
                    <a:srgbClr val="0A2540"/>
                  </a:solidFill>
                  <a:latin typeface="Inter"/>
                  <a:ea typeface="Inter"/>
                  <a:cs typeface="Inter"/>
                </a:defRPr>
              </a:lvl9pPr>
            </a:lstStyle>
            <a:p>
              <a:pPr algn="l">
                <a:lnSpc>
                  <a:spcPct val="100000"/>
                </a:lnSpc>
                <a:buNone/>
                <a:defRPr sz="1304" b="1" i="0" kern="0" spc="-9">
                  <a:solidFill>
                    <a:srgbClr val="0A2540"/>
                  </a:solidFill>
                  <a:latin typeface="Inter"/>
                  <a:ea typeface="Inter"/>
                  <a:cs typeface="Inter"/>
                </a:defRPr>
              </a:pPr>
              <a:r>
                <a:rPr sz="1304" b="1" i="0" kern="0" spc="-9">
                  <a:solidFill>
                    <a:srgbClr val="0A2540"/>
                  </a:solidFill>
                  <a:latin typeface="Inter"/>
                  <a:ea typeface="Inter"/>
                  <a:cs typeface="Inter"/>
                </a:rPr>
                <a:t>$137.50</a:t>
              </a:r>
            </a:p>
          </p:txBody>
        </p:sp>
        <p:sp>
          <p:nvSpPr>
            <p:cNvPr id="128" name="s7 text 73 halo">
              <a:extLst>
                <a:ext uri="{FF2B5EF4-FFF2-40B4-BE49-F238E27FC236}">
                  <a16:creationId xmlns:a16="http://schemas.microsoft.com/office/drawing/2014/main" id="{B51CC015-BF85-4C38-9ED2-161359EBBE27}"/>
                </a:ext>
              </a:extLst>
            </p:cNvPr>
            <p:cNvSpPr>
              <a:spLocks noGrp="1"/>
            </p:cNvSpPr>
            <p:nvPr/>
          </p:nvSpPr>
          <p:spPr>
            <a:xfrm>
              <a:off x="2685346" y="3219927"/>
              <a:ext cx="252498" cy="299498"/>
            </a:xfrm>
            <a:prstGeom prst="rect">
              <a:avLst/>
            </a:prstGeom>
            <a:noFill/>
            <a:ln w="0">
              <a:noFill/>
              <a:prstDash val="solid"/>
            </a:ln>
          </p:spPr>
          <p:txBody>
            <a:bodyPr wrap="none" lIns="0" tIns="0" rIns="0" bIns="0" anchor="t">
              <a:noAutofit/>
            </a:bodyPr>
            <a:lstStyle>
              <a:defPPr algn="l">
                <a:defRPr sz="1695" b="0" i="0" kern="0" spc="0">
                  <a:ln w="42386">
                    <a:solidFill>
                      <a:srgbClr val="FFFFFF"/>
                    </a:solidFill>
                    <a:prstDash val="solid"/>
                  </a:ln>
                  <a:solidFill>
                    <a:srgbClr val="FFFFFF"/>
                  </a:solidFill>
                  <a:latin typeface="Inter SemiBold"/>
                  <a:ea typeface="Inter SemiBold"/>
                  <a:cs typeface="Inter SemiBold"/>
                </a:defRPr>
              </a:defPPr>
              <a:lvl1pPr algn="l">
                <a:defRPr sz="1695" b="0" i="0" kern="0" spc="0">
                  <a:ln w="42386">
                    <a:solidFill>
                      <a:srgbClr val="FFFFFF"/>
                    </a:solidFill>
                    <a:prstDash val="solid"/>
                  </a:ln>
                  <a:solidFill>
                    <a:srgbClr val="FFFFFF"/>
                  </a:solidFill>
                  <a:latin typeface="Inter SemiBold"/>
                  <a:ea typeface="Inter SemiBold"/>
                  <a:cs typeface="Inter SemiBold"/>
                </a:defRPr>
              </a:lvl1pPr>
              <a:lvl2pPr algn="l">
                <a:defRPr sz="1695" b="0" i="0" kern="0" spc="0">
                  <a:ln w="42386">
                    <a:solidFill>
                      <a:srgbClr val="FFFFFF"/>
                    </a:solidFill>
                    <a:prstDash val="solid"/>
                  </a:ln>
                  <a:solidFill>
                    <a:srgbClr val="FFFFFF"/>
                  </a:solidFill>
                  <a:latin typeface="Inter SemiBold"/>
                  <a:ea typeface="Inter SemiBold"/>
                  <a:cs typeface="Inter SemiBold"/>
                </a:defRPr>
              </a:lvl2pPr>
              <a:lvl3pPr algn="l">
                <a:defRPr sz="1695" b="0" i="0" kern="0" spc="0">
                  <a:ln w="42386">
                    <a:solidFill>
                      <a:srgbClr val="FFFFFF"/>
                    </a:solidFill>
                    <a:prstDash val="solid"/>
                  </a:ln>
                  <a:solidFill>
                    <a:srgbClr val="FFFFFF"/>
                  </a:solidFill>
                  <a:latin typeface="Inter SemiBold"/>
                  <a:ea typeface="Inter SemiBold"/>
                  <a:cs typeface="Inter SemiBold"/>
                </a:defRPr>
              </a:lvl3pPr>
              <a:lvl4pPr algn="l">
                <a:defRPr sz="1695" b="0" i="0" kern="0" spc="0">
                  <a:ln w="42386">
                    <a:solidFill>
                      <a:srgbClr val="FFFFFF"/>
                    </a:solidFill>
                    <a:prstDash val="solid"/>
                  </a:ln>
                  <a:solidFill>
                    <a:srgbClr val="FFFFFF"/>
                  </a:solidFill>
                  <a:latin typeface="Inter SemiBold"/>
                  <a:ea typeface="Inter SemiBold"/>
                  <a:cs typeface="Inter SemiBold"/>
                </a:defRPr>
              </a:lvl4pPr>
              <a:lvl5pPr algn="l">
                <a:defRPr sz="1695" b="0" i="0" kern="0" spc="0">
                  <a:ln w="42386">
                    <a:solidFill>
                      <a:srgbClr val="FFFFFF"/>
                    </a:solidFill>
                    <a:prstDash val="solid"/>
                  </a:ln>
                  <a:solidFill>
                    <a:srgbClr val="FFFFFF"/>
                  </a:solidFill>
                  <a:latin typeface="Inter SemiBold"/>
                  <a:ea typeface="Inter SemiBold"/>
                  <a:cs typeface="Inter SemiBold"/>
                </a:defRPr>
              </a:lvl5pPr>
              <a:lvl6pPr algn="l">
                <a:defRPr sz="1695" b="0" i="0" kern="0" spc="0">
                  <a:ln w="42386">
                    <a:solidFill>
                      <a:srgbClr val="FFFFFF"/>
                    </a:solidFill>
                    <a:prstDash val="solid"/>
                  </a:ln>
                  <a:solidFill>
                    <a:srgbClr val="FFFFFF"/>
                  </a:solidFill>
                  <a:latin typeface="Inter SemiBold"/>
                  <a:ea typeface="Inter SemiBold"/>
                  <a:cs typeface="Inter SemiBold"/>
                </a:defRPr>
              </a:lvl6pPr>
              <a:lvl7pPr algn="l">
                <a:defRPr sz="1695" b="0" i="0" kern="0" spc="0">
                  <a:ln w="42386">
                    <a:solidFill>
                      <a:srgbClr val="FFFFFF"/>
                    </a:solidFill>
                    <a:prstDash val="solid"/>
                  </a:ln>
                  <a:solidFill>
                    <a:srgbClr val="FFFFFF"/>
                  </a:solidFill>
                  <a:latin typeface="Inter SemiBold"/>
                  <a:ea typeface="Inter SemiBold"/>
                  <a:cs typeface="Inter SemiBold"/>
                </a:defRPr>
              </a:lvl7pPr>
              <a:lvl8pPr algn="l">
                <a:defRPr sz="1695" b="0" i="0" kern="0" spc="0">
                  <a:ln w="42386">
                    <a:solidFill>
                      <a:srgbClr val="FFFFFF"/>
                    </a:solidFill>
                    <a:prstDash val="solid"/>
                  </a:ln>
                  <a:solidFill>
                    <a:srgbClr val="FFFFFF"/>
                  </a:solidFill>
                  <a:latin typeface="Inter SemiBold"/>
                  <a:ea typeface="Inter SemiBold"/>
                  <a:cs typeface="Inter SemiBold"/>
                </a:defRPr>
              </a:lvl8pPr>
              <a:lvl9pPr algn="l">
                <a:defRPr sz="1695" b="0" i="0" kern="0" spc="0">
                  <a:ln w="42386">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695" b="0" i="0" kern="0" spc="0">
                  <a:solidFill>
                    <a:srgbClr val="FFFFFF"/>
                  </a:solidFill>
                  <a:latin typeface="Inter SemiBold"/>
                  <a:ea typeface="Inter SemiBold"/>
                  <a:cs typeface="Inter SemiBold"/>
                </a:defRPr>
              </a:pPr>
              <a:r>
                <a:rPr sz="1695" b="0" i="0" kern="0" spc="0">
                  <a:ln w="42386">
                    <a:solidFill>
                      <a:srgbClr val="FFFFFF"/>
                    </a:solidFill>
                    <a:prstDash val="solid"/>
                  </a:ln>
                  <a:solidFill>
                    <a:srgbClr val="FFFFFF"/>
                  </a:solidFill>
                  <a:latin typeface="Inter SemiBold"/>
                  <a:ea typeface="Inter SemiBold"/>
                  <a:cs typeface="Inter SemiBold"/>
                </a:rPr>
                <a:t>Q</a:t>
              </a:r>
            </a:p>
          </p:txBody>
        </p:sp>
        <p:sp>
          <p:nvSpPr>
            <p:cNvPr id="129" name="s7 text 73">
              <a:extLst>
                <a:ext uri="{FF2B5EF4-FFF2-40B4-BE49-F238E27FC236}">
                  <a16:creationId xmlns:a16="http://schemas.microsoft.com/office/drawing/2014/main" id="{9E6EC3C5-2128-4007-8F4B-D993EB6EED38}"/>
                </a:ext>
              </a:extLst>
            </p:cNvPr>
            <p:cNvSpPr>
              <a:spLocks noGrp="1"/>
            </p:cNvSpPr>
            <p:nvPr/>
          </p:nvSpPr>
          <p:spPr>
            <a:xfrm>
              <a:off x="2685346" y="3219927"/>
              <a:ext cx="252498" cy="299498"/>
            </a:xfrm>
            <a:prstGeom prst="rect">
              <a:avLst/>
            </a:prstGeom>
            <a:noFill/>
            <a:ln w="0">
              <a:noFill/>
              <a:prstDash val="solid"/>
            </a:ln>
          </p:spPr>
          <p:txBody>
            <a:bodyPr wrap="none" lIns="0" tIns="0" rIns="0" bIns="0" anchor="t">
              <a:noAutofit/>
            </a:bodyPr>
            <a:lstStyle>
              <a:defPPr algn="l">
                <a:defRPr sz="1695" b="0" i="0" kern="0" spc="0">
                  <a:solidFill>
                    <a:srgbClr val="7B8BA0"/>
                  </a:solidFill>
                  <a:latin typeface="Inter SemiBold"/>
                  <a:ea typeface="Inter SemiBold"/>
                  <a:cs typeface="Inter SemiBold"/>
                </a:defRPr>
              </a:defPPr>
              <a:lvl1pPr algn="l">
                <a:defRPr sz="1695" b="0" i="0" kern="0" spc="0">
                  <a:solidFill>
                    <a:srgbClr val="7B8BA0"/>
                  </a:solidFill>
                  <a:latin typeface="Inter SemiBold"/>
                  <a:ea typeface="Inter SemiBold"/>
                  <a:cs typeface="Inter SemiBold"/>
                </a:defRPr>
              </a:lvl1pPr>
              <a:lvl2pPr algn="l">
                <a:defRPr sz="1695" b="0" i="0" kern="0" spc="0">
                  <a:solidFill>
                    <a:srgbClr val="7B8BA0"/>
                  </a:solidFill>
                  <a:latin typeface="Inter SemiBold"/>
                  <a:ea typeface="Inter SemiBold"/>
                  <a:cs typeface="Inter SemiBold"/>
                </a:defRPr>
              </a:lvl2pPr>
              <a:lvl3pPr algn="l">
                <a:defRPr sz="1695" b="0" i="0" kern="0" spc="0">
                  <a:solidFill>
                    <a:srgbClr val="7B8BA0"/>
                  </a:solidFill>
                  <a:latin typeface="Inter SemiBold"/>
                  <a:ea typeface="Inter SemiBold"/>
                  <a:cs typeface="Inter SemiBold"/>
                </a:defRPr>
              </a:lvl3pPr>
              <a:lvl4pPr algn="l">
                <a:defRPr sz="1695" b="0" i="0" kern="0" spc="0">
                  <a:solidFill>
                    <a:srgbClr val="7B8BA0"/>
                  </a:solidFill>
                  <a:latin typeface="Inter SemiBold"/>
                  <a:ea typeface="Inter SemiBold"/>
                  <a:cs typeface="Inter SemiBold"/>
                </a:defRPr>
              </a:lvl4pPr>
              <a:lvl5pPr algn="l">
                <a:defRPr sz="1695" b="0" i="0" kern="0" spc="0">
                  <a:solidFill>
                    <a:srgbClr val="7B8BA0"/>
                  </a:solidFill>
                  <a:latin typeface="Inter SemiBold"/>
                  <a:ea typeface="Inter SemiBold"/>
                  <a:cs typeface="Inter SemiBold"/>
                </a:defRPr>
              </a:lvl5pPr>
              <a:lvl6pPr algn="l">
                <a:defRPr sz="1695" b="0" i="0" kern="0" spc="0">
                  <a:solidFill>
                    <a:srgbClr val="7B8BA0"/>
                  </a:solidFill>
                  <a:latin typeface="Inter SemiBold"/>
                  <a:ea typeface="Inter SemiBold"/>
                  <a:cs typeface="Inter SemiBold"/>
                </a:defRPr>
              </a:lvl6pPr>
              <a:lvl7pPr algn="l">
                <a:defRPr sz="1695" b="0" i="0" kern="0" spc="0">
                  <a:solidFill>
                    <a:srgbClr val="7B8BA0"/>
                  </a:solidFill>
                  <a:latin typeface="Inter SemiBold"/>
                  <a:ea typeface="Inter SemiBold"/>
                  <a:cs typeface="Inter SemiBold"/>
                </a:defRPr>
              </a:lvl7pPr>
              <a:lvl8pPr algn="l">
                <a:defRPr sz="1695" b="0" i="0" kern="0" spc="0">
                  <a:solidFill>
                    <a:srgbClr val="7B8BA0"/>
                  </a:solidFill>
                  <a:latin typeface="Inter SemiBold"/>
                  <a:ea typeface="Inter SemiBold"/>
                  <a:cs typeface="Inter SemiBold"/>
                </a:defRPr>
              </a:lvl8pPr>
              <a:lvl9pPr algn="l">
                <a:defRPr sz="1695" b="0" i="0" kern="0" spc="0">
                  <a:solidFill>
                    <a:srgbClr val="7B8BA0"/>
                  </a:solidFill>
                  <a:latin typeface="Inter SemiBold"/>
                  <a:ea typeface="Inter SemiBold"/>
                  <a:cs typeface="Inter SemiBold"/>
                </a:defRPr>
              </a:lvl9pPr>
            </a:lstStyle>
            <a:p>
              <a:pPr algn="l">
                <a:lnSpc>
                  <a:spcPct val="100000"/>
                </a:lnSpc>
                <a:buNone/>
                <a:defRPr sz="1695" b="0" i="0" kern="0" spc="0">
                  <a:solidFill>
                    <a:srgbClr val="7B8BA0"/>
                  </a:solidFill>
                  <a:latin typeface="Inter SemiBold"/>
                  <a:ea typeface="Inter SemiBold"/>
                  <a:cs typeface="Inter SemiBold"/>
                </a:defRPr>
              </a:pPr>
              <a:r>
                <a:rPr sz="1695" b="0" i="0" kern="0" spc="0">
                  <a:solidFill>
                    <a:srgbClr val="7B8BA0"/>
                  </a:solidFill>
                  <a:latin typeface="Inter SemiBold"/>
                  <a:ea typeface="Inter SemiBold"/>
                  <a:cs typeface="Inter SemiBold"/>
                </a:rPr>
                <a:t>Q</a:t>
              </a:r>
            </a:p>
          </p:txBody>
        </p:sp>
        <p:sp>
          <p:nvSpPr>
            <p:cNvPr id="130" name="s7 text 74 halo">
              <a:extLst>
                <a:ext uri="{FF2B5EF4-FFF2-40B4-BE49-F238E27FC236}">
                  <a16:creationId xmlns:a16="http://schemas.microsoft.com/office/drawing/2014/main" id="{654AE3A9-AB8D-473C-A100-5A59AAC159B5}"/>
                </a:ext>
              </a:extLst>
            </p:cNvPr>
            <p:cNvSpPr>
              <a:spLocks noGrp="1"/>
            </p:cNvSpPr>
            <p:nvPr/>
          </p:nvSpPr>
          <p:spPr>
            <a:xfrm>
              <a:off x="2810362" y="3354254"/>
              <a:ext cx="119024" cy="156260"/>
            </a:xfrm>
            <a:prstGeom prst="rect">
              <a:avLst/>
            </a:prstGeom>
            <a:noFill/>
            <a:ln w="0">
              <a:noFill/>
              <a:prstDash val="solid"/>
            </a:ln>
          </p:spPr>
          <p:txBody>
            <a:bodyPr wrap="none" lIns="0" tIns="0" rIns="0" bIns="0" anchor="t">
              <a:noAutofit/>
            </a:bodyPr>
            <a:lstStyle>
              <a:defPPr algn="l">
                <a:defRPr sz="884" b="0" i="0" kern="0" spc="0">
                  <a:ln w="42386">
                    <a:solidFill>
                      <a:srgbClr val="FFFFFF"/>
                    </a:solidFill>
                    <a:prstDash val="solid"/>
                  </a:ln>
                  <a:solidFill>
                    <a:srgbClr val="FFFFFF"/>
                  </a:solidFill>
                  <a:latin typeface="Inter SemiBold"/>
                  <a:ea typeface="Inter SemiBold"/>
                  <a:cs typeface="Inter SemiBold"/>
                </a:defRPr>
              </a:defPPr>
              <a:lvl1pPr algn="l">
                <a:defRPr sz="884" b="0" i="0" kern="0" spc="0">
                  <a:ln w="42386">
                    <a:solidFill>
                      <a:srgbClr val="FFFFFF"/>
                    </a:solidFill>
                    <a:prstDash val="solid"/>
                  </a:ln>
                  <a:solidFill>
                    <a:srgbClr val="FFFFFF"/>
                  </a:solidFill>
                  <a:latin typeface="Inter SemiBold"/>
                  <a:ea typeface="Inter SemiBold"/>
                  <a:cs typeface="Inter SemiBold"/>
                </a:defRPr>
              </a:lvl1pPr>
              <a:lvl2pPr algn="l">
                <a:defRPr sz="884" b="0" i="0" kern="0" spc="0">
                  <a:ln w="42386">
                    <a:solidFill>
                      <a:srgbClr val="FFFFFF"/>
                    </a:solidFill>
                    <a:prstDash val="solid"/>
                  </a:ln>
                  <a:solidFill>
                    <a:srgbClr val="FFFFFF"/>
                  </a:solidFill>
                  <a:latin typeface="Inter SemiBold"/>
                  <a:ea typeface="Inter SemiBold"/>
                  <a:cs typeface="Inter SemiBold"/>
                </a:defRPr>
              </a:lvl2pPr>
              <a:lvl3pPr algn="l">
                <a:defRPr sz="884" b="0" i="0" kern="0" spc="0">
                  <a:ln w="42386">
                    <a:solidFill>
                      <a:srgbClr val="FFFFFF"/>
                    </a:solidFill>
                    <a:prstDash val="solid"/>
                  </a:ln>
                  <a:solidFill>
                    <a:srgbClr val="FFFFFF"/>
                  </a:solidFill>
                  <a:latin typeface="Inter SemiBold"/>
                  <a:ea typeface="Inter SemiBold"/>
                  <a:cs typeface="Inter SemiBold"/>
                </a:defRPr>
              </a:lvl3pPr>
              <a:lvl4pPr algn="l">
                <a:defRPr sz="884" b="0" i="0" kern="0" spc="0">
                  <a:ln w="42386">
                    <a:solidFill>
                      <a:srgbClr val="FFFFFF"/>
                    </a:solidFill>
                    <a:prstDash val="solid"/>
                  </a:ln>
                  <a:solidFill>
                    <a:srgbClr val="FFFFFF"/>
                  </a:solidFill>
                  <a:latin typeface="Inter SemiBold"/>
                  <a:ea typeface="Inter SemiBold"/>
                  <a:cs typeface="Inter SemiBold"/>
                </a:defRPr>
              </a:lvl4pPr>
              <a:lvl5pPr algn="l">
                <a:defRPr sz="884" b="0" i="0" kern="0" spc="0">
                  <a:ln w="42386">
                    <a:solidFill>
                      <a:srgbClr val="FFFFFF"/>
                    </a:solidFill>
                    <a:prstDash val="solid"/>
                  </a:ln>
                  <a:solidFill>
                    <a:srgbClr val="FFFFFF"/>
                  </a:solidFill>
                  <a:latin typeface="Inter SemiBold"/>
                  <a:ea typeface="Inter SemiBold"/>
                  <a:cs typeface="Inter SemiBold"/>
                </a:defRPr>
              </a:lvl5pPr>
              <a:lvl6pPr algn="l">
                <a:defRPr sz="884" b="0" i="0" kern="0" spc="0">
                  <a:ln w="42386">
                    <a:solidFill>
                      <a:srgbClr val="FFFFFF"/>
                    </a:solidFill>
                    <a:prstDash val="solid"/>
                  </a:ln>
                  <a:solidFill>
                    <a:srgbClr val="FFFFFF"/>
                  </a:solidFill>
                  <a:latin typeface="Inter SemiBold"/>
                  <a:ea typeface="Inter SemiBold"/>
                  <a:cs typeface="Inter SemiBold"/>
                </a:defRPr>
              </a:lvl6pPr>
              <a:lvl7pPr algn="l">
                <a:defRPr sz="884" b="0" i="0" kern="0" spc="0">
                  <a:ln w="42386">
                    <a:solidFill>
                      <a:srgbClr val="FFFFFF"/>
                    </a:solidFill>
                    <a:prstDash val="solid"/>
                  </a:ln>
                  <a:solidFill>
                    <a:srgbClr val="FFFFFF"/>
                  </a:solidFill>
                  <a:latin typeface="Inter SemiBold"/>
                  <a:ea typeface="Inter SemiBold"/>
                  <a:cs typeface="Inter SemiBold"/>
                </a:defRPr>
              </a:lvl7pPr>
              <a:lvl8pPr algn="l">
                <a:defRPr sz="884" b="0" i="0" kern="0" spc="0">
                  <a:ln w="42386">
                    <a:solidFill>
                      <a:srgbClr val="FFFFFF"/>
                    </a:solidFill>
                    <a:prstDash val="solid"/>
                  </a:ln>
                  <a:solidFill>
                    <a:srgbClr val="FFFFFF"/>
                  </a:solidFill>
                  <a:latin typeface="Inter SemiBold"/>
                  <a:ea typeface="Inter SemiBold"/>
                  <a:cs typeface="Inter SemiBold"/>
                </a:defRPr>
              </a:lvl8pPr>
              <a:lvl9pPr algn="l">
                <a:defRPr sz="884" b="0" i="0" kern="0" spc="0">
                  <a:ln w="42386">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884" b="0" i="0" kern="0" spc="0">
                  <a:solidFill>
                    <a:srgbClr val="FFFFFF"/>
                  </a:solidFill>
                  <a:latin typeface="Inter SemiBold"/>
                  <a:ea typeface="Inter SemiBold"/>
                  <a:cs typeface="Inter SemiBold"/>
                </a:defRPr>
              </a:pPr>
              <a:r>
                <a:rPr sz="884" b="0" i="0" kern="0" spc="0">
                  <a:ln w="42386">
                    <a:solidFill>
                      <a:srgbClr val="FFFFFF"/>
                    </a:solidFill>
                    <a:prstDash val="solid"/>
                  </a:ln>
                  <a:solidFill>
                    <a:srgbClr val="FFFFFF"/>
                  </a:solidFill>
                  <a:latin typeface="Inter SemiBold"/>
                  <a:ea typeface="Inter SemiBold"/>
                  <a:cs typeface="Inter SemiBold"/>
                </a:rPr>
                <a:t>0</a:t>
              </a:r>
            </a:p>
          </p:txBody>
        </p:sp>
        <p:sp>
          <p:nvSpPr>
            <p:cNvPr id="131" name="s7 text 74">
              <a:extLst>
                <a:ext uri="{FF2B5EF4-FFF2-40B4-BE49-F238E27FC236}">
                  <a16:creationId xmlns:a16="http://schemas.microsoft.com/office/drawing/2014/main" id="{A3BEED87-CF15-4515-A4C7-A99EC4527632}"/>
                </a:ext>
              </a:extLst>
            </p:cNvPr>
            <p:cNvSpPr>
              <a:spLocks noGrp="1"/>
            </p:cNvSpPr>
            <p:nvPr/>
          </p:nvSpPr>
          <p:spPr>
            <a:xfrm>
              <a:off x="2810362" y="3354254"/>
              <a:ext cx="119024" cy="156260"/>
            </a:xfrm>
            <a:prstGeom prst="rect">
              <a:avLst/>
            </a:prstGeom>
            <a:noFill/>
            <a:ln w="0">
              <a:noFill/>
              <a:prstDash val="solid"/>
            </a:ln>
          </p:spPr>
          <p:txBody>
            <a:bodyPr wrap="none" lIns="0" tIns="0" rIns="0" bIns="0" anchor="t">
              <a:noAutofit/>
            </a:bodyPr>
            <a:lstStyle>
              <a:defPPr algn="l">
                <a:defRPr sz="884" b="0" i="0" kern="0" spc="0">
                  <a:solidFill>
                    <a:srgbClr val="7B8BA0"/>
                  </a:solidFill>
                  <a:latin typeface="Inter SemiBold"/>
                  <a:ea typeface="Inter SemiBold"/>
                  <a:cs typeface="Inter SemiBold"/>
                </a:defRPr>
              </a:defPPr>
              <a:lvl1pPr algn="l">
                <a:defRPr sz="884" b="0" i="0" kern="0" spc="0">
                  <a:solidFill>
                    <a:srgbClr val="7B8BA0"/>
                  </a:solidFill>
                  <a:latin typeface="Inter SemiBold"/>
                  <a:ea typeface="Inter SemiBold"/>
                  <a:cs typeface="Inter SemiBold"/>
                </a:defRPr>
              </a:lvl1pPr>
              <a:lvl2pPr algn="l">
                <a:defRPr sz="884" b="0" i="0" kern="0" spc="0">
                  <a:solidFill>
                    <a:srgbClr val="7B8BA0"/>
                  </a:solidFill>
                  <a:latin typeface="Inter SemiBold"/>
                  <a:ea typeface="Inter SemiBold"/>
                  <a:cs typeface="Inter SemiBold"/>
                </a:defRPr>
              </a:lvl2pPr>
              <a:lvl3pPr algn="l">
                <a:defRPr sz="884" b="0" i="0" kern="0" spc="0">
                  <a:solidFill>
                    <a:srgbClr val="7B8BA0"/>
                  </a:solidFill>
                  <a:latin typeface="Inter SemiBold"/>
                  <a:ea typeface="Inter SemiBold"/>
                  <a:cs typeface="Inter SemiBold"/>
                </a:defRPr>
              </a:lvl3pPr>
              <a:lvl4pPr algn="l">
                <a:defRPr sz="884" b="0" i="0" kern="0" spc="0">
                  <a:solidFill>
                    <a:srgbClr val="7B8BA0"/>
                  </a:solidFill>
                  <a:latin typeface="Inter SemiBold"/>
                  <a:ea typeface="Inter SemiBold"/>
                  <a:cs typeface="Inter SemiBold"/>
                </a:defRPr>
              </a:lvl4pPr>
              <a:lvl5pPr algn="l">
                <a:defRPr sz="884" b="0" i="0" kern="0" spc="0">
                  <a:solidFill>
                    <a:srgbClr val="7B8BA0"/>
                  </a:solidFill>
                  <a:latin typeface="Inter SemiBold"/>
                  <a:ea typeface="Inter SemiBold"/>
                  <a:cs typeface="Inter SemiBold"/>
                </a:defRPr>
              </a:lvl5pPr>
              <a:lvl6pPr algn="l">
                <a:defRPr sz="884" b="0" i="0" kern="0" spc="0">
                  <a:solidFill>
                    <a:srgbClr val="7B8BA0"/>
                  </a:solidFill>
                  <a:latin typeface="Inter SemiBold"/>
                  <a:ea typeface="Inter SemiBold"/>
                  <a:cs typeface="Inter SemiBold"/>
                </a:defRPr>
              </a:lvl6pPr>
              <a:lvl7pPr algn="l">
                <a:defRPr sz="884" b="0" i="0" kern="0" spc="0">
                  <a:solidFill>
                    <a:srgbClr val="7B8BA0"/>
                  </a:solidFill>
                  <a:latin typeface="Inter SemiBold"/>
                  <a:ea typeface="Inter SemiBold"/>
                  <a:cs typeface="Inter SemiBold"/>
                </a:defRPr>
              </a:lvl7pPr>
              <a:lvl8pPr algn="l">
                <a:defRPr sz="884" b="0" i="0" kern="0" spc="0">
                  <a:solidFill>
                    <a:srgbClr val="7B8BA0"/>
                  </a:solidFill>
                  <a:latin typeface="Inter SemiBold"/>
                  <a:ea typeface="Inter SemiBold"/>
                  <a:cs typeface="Inter SemiBold"/>
                </a:defRPr>
              </a:lvl8pPr>
              <a:lvl9pPr algn="l">
                <a:defRPr sz="884" b="0" i="0" kern="0" spc="0">
                  <a:solidFill>
                    <a:srgbClr val="7B8BA0"/>
                  </a:solidFill>
                  <a:latin typeface="Inter SemiBold"/>
                  <a:ea typeface="Inter SemiBold"/>
                  <a:cs typeface="Inter SemiBold"/>
                </a:defRPr>
              </a:lvl9pPr>
            </a:lstStyle>
            <a:p>
              <a:pPr algn="l">
                <a:lnSpc>
                  <a:spcPct val="100000"/>
                </a:lnSpc>
                <a:buNone/>
                <a:defRPr sz="884" b="0" i="0" kern="0" spc="0">
                  <a:solidFill>
                    <a:srgbClr val="7B8BA0"/>
                  </a:solidFill>
                  <a:latin typeface="Inter SemiBold"/>
                  <a:ea typeface="Inter SemiBold"/>
                  <a:cs typeface="Inter SemiBold"/>
                </a:defRPr>
              </a:pPr>
              <a:r>
                <a:rPr sz="884" b="0" i="0" kern="0" spc="0">
                  <a:solidFill>
                    <a:srgbClr val="7B8BA0"/>
                  </a:solidFill>
                  <a:latin typeface="Inter SemiBold"/>
                  <a:ea typeface="Inter SemiBold"/>
                  <a:cs typeface="Inter SemiBold"/>
                </a:rPr>
                <a:t>0</a:t>
              </a:r>
            </a:p>
          </p:txBody>
        </p:sp>
        <p:sp>
          <p:nvSpPr>
            <p:cNvPr id="132" name="s7 text 75 halo">
              <a:extLst>
                <a:ext uri="{FF2B5EF4-FFF2-40B4-BE49-F238E27FC236}">
                  <a16:creationId xmlns:a16="http://schemas.microsoft.com/office/drawing/2014/main" id="{00D9C987-4560-4E9C-9964-4FF8FB87000A}"/>
                </a:ext>
              </a:extLst>
            </p:cNvPr>
            <p:cNvSpPr>
              <a:spLocks noGrp="1"/>
            </p:cNvSpPr>
            <p:nvPr/>
          </p:nvSpPr>
          <p:spPr>
            <a:xfrm>
              <a:off x="2880348" y="3219927"/>
              <a:ext cx="1580950" cy="299498"/>
            </a:xfrm>
            <a:prstGeom prst="rect">
              <a:avLst/>
            </a:prstGeom>
            <a:noFill/>
            <a:ln w="0">
              <a:noFill/>
              <a:prstDash val="solid"/>
            </a:ln>
          </p:spPr>
          <p:txBody>
            <a:bodyPr wrap="none" lIns="0" tIns="0" rIns="0" bIns="0" anchor="t">
              <a:noAutofit/>
            </a:bodyPr>
            <a:lstStyle>
              <a:defPPr algn="l">
                <a:defRPr sz="1695" b="0" i="0" kern="0" spc="-9">
                  <a:ln w="42386">
                    <a:solidFill>
                      <a:srgbClr val="FFFFFF"/>
                    </a:solidFill>
                    <a:prstDash val="solid"/>
                  </a:ln>
                  <a:solidFill>
                    <a:srgbClr val="FFFFFF"/>
                  </a:solidFill>
                  <a:latin typeface="Inter SemiBold"/>
                  <a:ea typeface="Inter SemiBold"/>
                  <a:cs typeface="Inter SemiBold"/>
                </a:defRPr>
              </a:defPPr>
              <a:lvl1pPr algn="l">
                <a:defRPr sz="1695" b="0" i="0" kern="0" spc="-9">
                  <a:ln w="42386">
                    <a:solidFill>
                      <a:srgbClr val="FFFFFF"/>
                    </a:solidFill>
                    <a:prstDash val="solid"/>
                  </a:ln>
                  <a:solidFill>
                    <a:srgbClr val="FFFFFF"/>
                  </a:solidFill>
                  <a:latin typeface="Inter SemiBold"/>
                  <a:ea typeface="Inter SemiBold"/>
                  <a:cs typeface="Inter SemiBold"/>
                </a:defRPr>
              </a:lvl1pPr>
              <a:lvl2pPr algn="l">
                <a:defRPr sz="1695" b="0" i="0" kern="0" spc="-9">
                  <a:ln w="42386">
                    <a:solidFill>
                      <a:srgbClr val="FFFFFF"/>
                    </a:solidFill>
                    <a:prstDash val="solid"/>
                  </a:ln>
                  <a:solidFill>
                    <a:srgbClr val="FFFFFF"/>
                  </a:solidFill>
                  <a:latin typeface="Inter SemiBold"/>
                  <a:ea typeface="Inter SemiBold"/>
                  <a:cs typeface="Inter SemiBold"/>
                </a:defRPr>
              </a:lvl2pPr>
              <a:lvl3pPr algn="l">
                <a:defRPr sz="1695" b="0" i="0" kern="0" spc="-9">
                  <a:ln w="42386">
                    <a:solidFill>
                      <a:srgbClr val="FFFFFF"/>
                    </a:solidFill>
                    <a:prstDash val="solid"/>
                  </a:ln>
                  <a:solidFill>
                    <a:srgbClr val="FFFFFF"/>
                  </a:solidFill>
                  <a:latin typeface="Inter SemiBold"/>
                  <a:ea typeface="Inter SemiBold"/>
                  <a:cs typeface="Inter SemiBold"/>
                </a:defRPr>
              </a:lvl3pPr>
              <a:lvl4pPr algn="l">
                <a:defRPr sz="1695" b="0" i="0" kern="0" spc="-9">
                  <a:ln w="42386">
                    <a:solidFill>
                      <a:srgbClr val="FFFFFF"/>
                    </a:solidFill>
                    <a:prstDash val="solid"/>
                  </a:ln>
                  <a:solidFill>
                    <a:srgbClr val="FFFFFF"/>
                  </a:solidFill>
                  <a:latin typeface="Inter SemiBold"/>
                  <a:ea typeface="Inter SemiBold"/>
                  <a:cs typeface="Inter SemiBold"/>
                </a:defRPr>
              </a:lvl4pPr>
              <a:lvl5pPr algn="l">
                <a:defRPr sz="1695" b="0" i="0" kern="0" spc="-9">
                  <a:ln w="42386">
                    <a:solidFill>
                      <a:srgbClr val="FFFFFF"/>
                    </a:solidFill>
                    <a:prstDash val="solid"/>
                  </a:ln>
                  <a:solidFill>
                    <a:srgbClr val="FFFFFF"/>
                  </a:solidFill>
                  <a:latin typeface="Inter SemiBold"/>
                  <a:ea typeface="Inter SemiBold"/>
                  <a:cs typeface="Inter SemiBold"/>
                </a:defRPr>
              </a:lvl5pPr>
              <a:lvl6pPr algn="l">
                <a:defRPr sz="1695" b="0" i="0" kern="0" spc="-9">
                  <a:ln w="42386">
                    <a:solidFill>
                      <a:srgbClr val="FFFFFF"/>
                    </a:solidFill>
                    <a:prstDash val="solid"/>
                  </a:ln>
                  <a:solidFill>
                    <a:srgbClr val="FFFFFF"/>
                  </a:solidFill>
                  <a:latin typeface="Inter SemiBold"/>
                  <a:ea typeface="Inter SemiBold"/>
                  <a:cs typeface="Inter SemiBold"/>
                </a:defRPr>
              </a:lvl6pPr>
              <a:lvl7pPr algn="l">
                <a:defRPr sz="1695" b="0" i="0" kern="0" spc="-9">
                  <a:ln w="42386">
                    <a:solidFill>
                      <a:srgbClr val="FFFFFF"/>
                    </a:solidFill>
                    <a:prstDash val="solid"/>
                  </a:ln>
                  <a:solidFill>
                    <a:srgbClr val="FFFFFF"/>
                  </a:solidFill>
                  <a:latin typeface="Inter SemiBold"/>
                  <a:ea typeface="Inter SemiBold"/>
                  <a:cs typeface="Inter SemiBold"/>
                </a:defRPr>
              </a:lvl7pPr>
              <a:lvl8pPr algn="l">
                <a:defRPr sz="1695" b="0" i="0" kern="0" spc="-9">
                  <a:ln w="42386">
                    <a:solidFill>
                      <a:srgbClr val="FFFFFF"/>
                    </a:solidFill>
                    <a:prstDash val="solid"/>
                  </a:ln>
                  <a:solidFill>
                    <a:srgbClr val="FFFFFF"/>
                  </a:solidFill>
                  <a:latin typeface="Inter SemiBold"/>
                  <a:ea typeface="Inter SemiBold"/>
                  <a:cs typeface="Inter SemiBold"/>
                </a:defRPr>
              </a:lvl8pPr>
              <a:lvl9pPr algn="l">
                <a:defRPr sz="1695" b="0" i="0" kern="0" spc="-9">
                  <a:ln w="42386">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695" b="0" i="0" kern="0" spc="-9">
                  <a:solidFill>
                    <a:srgbClr val="FFFFFF"/>
                  </a:solidFill>
                  <a:latin typeface="Inter SemiBold"/>
                  <a:ea typeface="Inter SemiBold"/>
                  <a:cs typeface="Inter SemiBold"/>
                </a:defRPr>
              </a:pPr>
              <a:r>
                <a:rPr sz="1695" b="0" i="0" kern="0" spc="-9">
                  <a:ln w="42386">
                    <a:solidFill>
                      <a:srgbClr val="FFFFFF"/>
                    </a:solidFill>
                    <a:prstDash val="solid"/>
                  </a:ln>
                  <a:solidFill>
                    <a:srgbClr val="FFFFFF"/>
                  </a:solidFill>
                  <a:latin typeface="Inter SemiBold"/>
                  <a:ea typeface="Inter SemiBold"/>
                  <a:cs typeface="Inter SemiBold"/>
                </a:rPr>
                <a:t>= 70 thousand</a:t>
              </a:r>
            </a:p>
          </p:txBody>
        </p:sp>
        <p:sp>
          <p:nvSpPr>
            <p:cNvPr id="133" name="s7 text 75">
              <a:extLst>
                <a:ext uri="{FF2B5EF4-FFF2-40B4-BE49-F238E27FC236}">
                  <a16:creationId xmlns:a16="http://schemas.microsoft.com/office/drawing/2014/main" id="{440B81B3-4A18-48C4-A284-AD0D08D3A378}"/>
                </a:ext>
              </a:extLst>
            </p:cNvPr>
            <p:cNvSpPr>
              <a:spLocks noGrp="1"/>
            </p:cNvSpPr>
            <p:nvPr/>
          </p:nvSpPr>
          <p:spPr>
            <a:xfrm>
              <a:off x="2880348" y="3219927"/>
              <a:ext cx="1580950" cy="299498"/>
            </a:xfrm>
            <a:prstGeom prst="rect">
              <a:avLst/>
            </a:prstGeom>
            <a:noFill/>
            <a:ln w="0">
              <a:noFill/>
              <a:prstDash val="solid"/>
            </a:ln>
          </p:spPr>
          <p:txBody>
            <a:bodyPr wrap="none" lIns="0" tIns="0" rIns="0" bIns="0" anchor="t">
              <a:noAutofit/>
            </a:bodyPr>
            <a:lstStyle>
              <a:defPPr algn="l">
                <a:defRPr sz="1695" b="0" i="0" kern="0" spc="-9">
                  <a:solidFill>
                    <a:srgbClr val="7B8BA0"/>
                  </a:solidFill>
                  <a:latin typeface="Inter SemiBold"/>
                  <a:ea typeface="Inter SemiBold"/>
                  <a:cs typeface="Inter SemiBold"/>
                </a:defRPr>
              </a:defPPr>
              <a:lvl1pPr algn="l">
                <a:defRPr sz="1695" b="0" i="0" kern="0" spc="-9">
                  <a:solidFill>
                    <a:srgbClr val="7B8BA0"/>
                  </a:solidFill>
                  <a:latin typeface="Inter SemiBold"/>
                  <a:ea typeface="Inter SemiBold"/>
                  <a:cs typeface="Inter SemiBold"/>
                </a:defRPr>
              </a:lvl1pPr>
              <a:lvl2pPr algn="l">
                <a:defRPr sz="1695" b="0" i="0" kern="0" spc="-9">
                  <a:solidFill>
                    <a:srgbClr val="7B8BA0"/>
                  </a:solidFill>
                  <a:latin typeface="Inter SemiBold"/>
                  <a:ea typeface="Inter SemiBold"/>
                  <a:cs typeface="Inter SemiBold"/>
                </a:defRPr>
              </a:lvl2pPr>
              <a:lvl3pPr algn="l">
                <a:defRPr sz="1695" b="0" i="0" kern="0" spc="-9">
                  <a:solidFill>
                    <a:srgbClr val="7B8BA0"/>
                  </a:solidFill>
                  <a:latin typeface="Inter SemiBold"/>
                  <a:ea typeface="Inter SemiBold"/>
                  <a:cs typeface="Inter SemiBold"/>
                </a:defRPr>
              </a:lvl3pPr>
              <a:lvl4pPr algn="l">
                <a:defRPr sz="1695" b="0" i="0" kern="0" spc="-9">
                  <a:solidFill>
                    <a:srgbClr val="7B8BA0"/>
                  </a:solidFill>
                  <a:latin typeface="Inter SemiBold"/>
                  <a:ea typeface="Inter SemiBold"/>
                  <a:cs typeface="Inter SemiBold"/>
                </a:defRPr>
              </a:lvl4pPr>
              <a:lvl5pPr algn="l">
                <a:defRPr sz="1695" b="0" i="0" kern="0" spc="-9">
                  <a:solidFill>
                    <a:srgbClr val="7B8BA0"/>
                  </a:solidFill>
                  <a:latin typeface="Inter SemiBold"/>
                  <a:ea typeface="Inter SemiBold"/>
                  <a:cs typeface="Inter SemiBold"/>
                </a:defRPr>
              </a:lvl5pPr>
              <a:lvl6pPr algn="l">
                <a:defRPr sz="1695" b="0" i="0" kern="0" spc="-9">
                  <a:solidFill>
                    <a:srgbClr val="7B8BA0"/>
                  </a:solidFill>
                  <a:latin typeface="Inter SemiBold"/>
                  <a:ea typeface="Inter SemiBold"/>
                  <a:cs typeface="Inter SemiBold"/>
                </a:defRPr>
              </a:lvl6pPr>
              <a:lvl7pPr algn="l">
                <a:defRPr sz="1695" b="0" i="0" kern="0" spc="-9">
                  <a:solidFill>
                    <a:srgbClr val="7B8BA0"/>
                  </a:solidFill>
                  <a:latin typeface="Inter SemiBold"/>
                  <a:ea typeface="Inter SemiBold"/>
                  <a:cs typeface="Inter SemiBold"/>
                </a:defRPr>
              </a:lvl7pPr>
              <a:lvl8pPr algn="l">
                <a:defRPr sz="1695" b="0" i="0" kern="0" spc="-9">
                  <a:solidFill>
                    <a:srgbClr val="7B8BA0"/>
                  </a:solidFill>
                  <a:latin typeface="Inter SemiBold"/>
                  <a:ea typeface="Inter SemiBold"/>
                  <a:cs typeface="Inter SemiBold"/>
                </a:defRPr>
              </a:lvl8pPr>
              <a:lvl9pPr algn="l">
                <a:defRPr sz="1695" b="0" i="0" kern="0" spc="-9">
                  <a:solidFill>
                    <a:srgbClr val="7B8BA0"/>
                  </a:solidFill>
                  <a:latin typeface="Inter SemiBold"/>
                  <a:ea typeface="Inter SemiBold"/>
                  <a:cs typeface="Inter SemiBold"/>
                </a:defRPr>
              </a:lvl9pPr>
            </a:lstStyle>
            <a:p>
              <a:pPr algn="l">
                <a:lnSpc>
                  <a:spcPct val="100000"/>
                </a:lnSpc>
                <a:buNone/>
                <a:defRPr sz="1695" b="0" i="0" kern="0" spc="-9">
                  <a:solidFill>
                    <a:srgbClr val="7B8BA0"/>
                  </a:solidFill>
                  <a:latin typeface="Inter SemiBold"/>
                  <a:ea typeface="Inter SemiBold"/>
                  <a:cs typeface="Inter SemiBold"/>
                </a:defRPr>
              </a:pPr>
              <a:r>
                <a:rPr sz="1695" b="0" i="0" kern="0" spc="-9">
                  <a:solidFill>
                    <a:srgbClr val="7B8BA0"/>
                  </a:solidFill>
                  <a:latin typeface="Inter SemiBold"/>
                  <a:ea typeface="Inter SemiBold"/>
                  <a:cs typeface="Inter SemiBold"/>
                </a:rPr>
                <a:t>= 70 thousand</a:t>
              </a:r>
            </a:p>
          </p:txBody>
        </p:sp>
        <p:sp>
          <p:nvSpPr>
            <p:cNvPr id="134" name="s7 text 76 halo">
              <a:extLst>
                <a:ext uri="{FF2B5EF4-FFF2-40B4-BE49-F238E27FC236}">
                  <a16:creationId xmlns:a16="http://schemas.microsoft.com/office/drawing/2014/main" id="{6C2221E0-DC5F-4694-8495-B6DAF0F63898}"/>
                </a:ext>
              </a:extLst>
            </p:cNvPr>
            <p:cNvSpPr>
              <a:spLocks noGrp="1"/>
            </p:cNvSpPr>
            <p:nvPr/>
          </p:nvSpPr>
          <p:spPr>
            <a:xfrm>
              <a:off x="5922246" y="4027619"/>
              <a:ext cx="1508150" cy="257650"/>
            </a:xfrm>
            <a:prstGeom prst="rect">
              <a:avLst/>
            </a:prstGeom>
            <a:noFill/>
            <a:ln w="0">
              <a:noFill/>
              <a:prstDash val="solid"/>
            </a:ln>
          </p:spPr>
          <p:txBody>
            <a:bodyPr wrap="none" lIns="0" tIns="0" rIns="0" bIns="0" anchor="t">
              <a:noAutofit/>
            </a:bodyPr>
            <a:lstStyle>
              <a:defPPr algn="l">
                <a:defRPr sz="1458" b="1" i="0" kern="0" spc="-9">
                  <a:ln w="42386">
                    <a:solidFill>
                      <a:srgbClr val="FFFFFF"/>
                    </a:solidFill>
                    <a:prstDash val="solid"/>
                  </a:ln>
                  <a:solidFill>
                    <a:srgbClr val="FFFFFF"/>
                  </a:solidFill>
                  <a:latin typeface="Inter"/>
                  <a:ea typeface="Inter"/>
                  <a:cs typeface="Inter"/>
                </a:defRPr>
              </a:defPPr>
              <a:lvl1pPr algn="l">
                <a:defRPr sz="1458" b="1" i="0" kern="0" spc="-9">
                  <a:ln w="42386">
                    <a:solidFill>
                      <a:srgbClr val="FFFFFF"/>
                    </a:solidFill>
                    <a:prstDash val="solid"/>
                  </a:ln>
                  <a:solidFill>
                    <a:srgbClr val="FFFFFF"/>
                  </a:solidFill>
                  <a:latin typeface="Inter"/>
                  <a:ea typeface="Inter"/>
                  <a:cs typeface="Inter"/>
                </a:defRPr>
              </a:lvl1pPr>
              <a:lvl2pPr algn="l">
                <a:defRPr sz="1458" b="1" i="0" kern="0" spc="-9">
                  <a:ln w="42386">
                    <a:solidFill>
                      <a:srgbClr val="FFFFFF"/>
                    </a:solidFill>
                    <a:prstDash val="solid"/>
                  </a:ln>
                  <a:solidFill>
                    <a:srgbClr val="FFFFFF"/>
                  </a:solidFill>
                  <a:latin typeface="Inter"/>
                  <a:ea typeface="Inter"/>
                  <a:cs typeface="Inter"/>
                </a:defRPr>
              </a:lvl2pPr>
              <a:lvl3pPr algn="l">
                <a:defRPr sz="1458" b="1" i="0" kern="0" spc="-9">
                  <a:ln w="42386">
                    <a:solidFill>
                      <a:srgbClr val="FFFFFF"/>
                    </a:solidFill>
                    <a:prstDash val="solid"/>
                  </a:ln>
                  <a:solidFill>
                    <a:srgbClr val="FFFFFF"/>
                  </a:solidFill>
                  <a:latin typeface="Inter"/>
                  <a:ea typeface="Inter"/>
                  <a:cs typeface="Inter"/>
                </a:defRPr>
              </a:lvl3pPr>
              <a:lvl4pPr algn="l">
                <a:defRPr sz="1458" b="1" i="0" kern="0" spc="-9">
                  <a:ln w="42386">
                    <a:solidFill>
                      <a:srgbClr val="FFFFFF"/>
                    </a:solidFill>
                    <a:prstDash val="solid"/>
                  </a:ln>
                  <a:solidFill>
                    <a:srgbClr val="FFFFFF"/>
                  </a:solidFill>
                  <a:latin typeface="Inter"/>
                  <a:ea typeface="Inter"/>
                  <a:cs typeface="Inter"/>
                </a:defRPr>
              </a:lvl4pPr>
              <a:lvl5pPr algn="l">
                <a:defRPr sz="1458" b="1" i="0" kern="0" spc="-9">
                  <a:ln w="42386">
                    <a:solidFill>
                      <a:srgbClr val="FFFFFF"/>
                    </a:solidFill>
                    <a:prstDash val="solid"/>
                  </a:ln>
                  <a:solidFill>
                    <a:srgbClr val="FFFFFF"/>
                  </a:solidFill>
                  <a:latin typeface="Inter"/>
                  <a:ea typeface="Inter"/>
                  <a:cs typeface="Inter"/>
                </a:defRPr>
              </a:lvl5pPr>
              <a:lvl6pPr algn="l">
                <a:defRPr sz="1458" b="1" i="0" kern="0" spc="-9">
                  <a:ln w="42386">
                    <a:solidFill>
                      <a:srgbClr val="FFFFFF"/>
                    </a:solidFill>
                    <a:prstDash val="solid"/>
                  </a:ln>
                  <a:solidFill>
                    <a:srgbClr val="FFFFFF"/>
                  </a:solidFill>
                  <a:latin typeface="Inter"/>
                  <a:ea typeface="Inter"/>
                  <a:cs typeface="Inter"/>
                </a:defRPr>
              </a:lvl6pPr>
              <a:lvl7pPr algn="l">
                <a:defRPr sz="1458" b="1" i="0" kern="0" spc="-9">
                  <a:ln w="42386">
                    <a:solidFill>
                      <a:srgbClr val="FFFFFF"/>
                    </a:solidFill>
                    <a:prstDash val="solid"/>
                  </a:ln>
                  <a:solidFill>
                    <a:srgbClr val="FFFFFF"/>
                  </a:solidFill>
                  <a:latin typeface="Inter"/>
                  <a:ea typeface="Inter"/>
                  <a:cs typeface="Inter"/>
                </a:defRPr>
              </a:lvl7pPr>
              <a:lvl8pPr algn="l">
                <a:defRPr sz="1458" b="1" i="0" kern="0" spc="-9">
                  <a:ln w="42386">
                    <a:solidFill>
                      <a:srgbClr val="FFFFFF"/>
                    </a:solidFill>
                    <a:prstDash val="solid"/>
                  </a:ln>
                  <a:solidFill>
                    <a:srgbClr val="FFFFFF"/>
                  </a:solidFill>
                  <a:latin typeface="Inter"/>
                  <a:ea typeface="Inter"/>
                  <a:cs typeface="Inter"/>
                </a:defRPr>
              </a:lvl8pPr>
              <a:lvl9pPr algn="l">
                <a:defRPr sz="1458" b="1" i="0" kern="0" spc="-9">
                  <a:ln w="42386">
                    <a:solidFill>
                      <a:srgbClr val="FFFFFF"/>
                    </a:solidFill>
                    <a:prstDash val="solid"/>
                  </a:ln>
                  <a:solidFill>
                    <a:srgbClr val="FFFFFF"/>
                  </a:solidFill>
                  <a:latin typeface="Inter"/>
                  <a:ea typeface="Inter"/>
                  <a:cs typeface="Inter"/>
                </a:defRPr>
              </a:lvl9pPr>
            </a:lstStyle>
            <a:p>
              <a:pPr algn="l">
                <a:lnSpc>
                  <a:spcPct val="100000"/>
                </a:lnSpc>
                <a:buNone/>
                <a:defRPr sz="1458" b="1" i="0" kern="0" spc="-9">
                  <a:solidFill>
                    <a:srgbClr val="FFFFFF"/>
                  </a:solidFill>
                  <a:latin typeface="Inter"/>
                  <a:ea typeface="Inter"/>
                  <a:cs typeface="Inter"/>
                </a:defRPr>
              </a:pPr>
              <a:r>
                <a:rPr sz="1458" b="1" i="0" kern="0" spc="-9">
                  <a:ln w="42386">
                    <a:solidFill>
                      <a:srgbClr val="FFFFFF"/>
                    </a:solidFill>
                    <a:prstDash val="solid"/>
                  </a:ln>
                  <a:solidFill>
                    <a:srgbClr val="FFFFFF"/>
                  </a:solidFill>
                  <a:latin typeface="Inter"/>
                  <a:ea typeface="Inter"/>
                  <a:cs typeface="Inter"/>
                </a:rPr>
                <a:t>World price $75</a:t>
              </a:r>
            </a:p>
          </p:txBody>
        </p:sp>
        <p:sp>
          <p:nvSpPr>
            <p:cNvPr id="135" name="s7 text 76">
              <a:extLst>
                <a:ext uri="{FF2B5EF4-FFF2-40B4-BE49-F238E27FC236}">
                  <a16:creationId xmlns:a16="http://schemas.microsoft.com/office/drawing/2014/main" id="{0D33B336-9D94-47B2-A501-624D9A7EC547}"/>
                </a:ext>
              </a:extLst>
            </p:cNvPr>
            <p:cNvSpPr>
              <a:spLocks noGrp="1"/>
            </p:cNvSpPr>
            <p:nvPr/>
          </p:nvSpPr>
          <p:spPr>
            <a:xfrm>
              <a:off x="5922246" y="4027619"/>
              <a:ext cx="1508150" cy="257650"/>
            </a:xfrm>
            <a:prstGeom prst="rect">
              <a:avLst/>
            </a:prstGeom>
            <a:noFill/>
            <a:ln w="0">
              <a:noFill/>
              <a:prstDash val="solid"/>
            </a:ln>
          </p:spPr>
          <p:txBody>
            <a:bodyPr wrap="none" lIns="0" tIns="0" rIns="0" bIns="0" anchor="t">
              <a:noAutofit/>
            </a:bodyPr>
            <a:lstStyle>
              <a:defPPr algn="l">
                <a:defRPr sz="1458" b="1" i="0" kern="0" spc="-9">
                  <a:solidFill>
                    <a:srgbClr val="0A2540"/>
                  </a:solidFill>
                  <a:latin typeface="Inter"/>
                  <a:ea typeface="Inter"/>
                  <a:cs typeface="Inter"/>
                </a:defRPr>
              </a:defPPr>
              <a:lvl1pPr algn="l">
                <a:defRPr sz="1458" b="1" i="0" kern="0" spc="-9">
                  <a:solidFill>
                    <a:srgbClr val="0A2540"/>
                  </a:solidFill>
                  <a:latin typeface="Inter"/>
                  <a:ea typeface="Inter"/>
                  <a:cs typeface="Inter"/>
                </a:defRPr>
              </a:lvl1pPr>
              <a:lvl2pPr algn="l">
                <a:defRPr sz="1458" b="1" i="0" kern="0" spc="-9">
                  <a:solidFill>
                    <a:srgbClr val="0A2540"/>
                  </a:solidFill>
                  <a:latin typeface="Inter"/>
                  <a:ea typeface="Inter"/>
                  <a:cs typeface="Inter"/>
                </a:defRPr>
              </a:lvl2pPr>
              <a:lvl3pPr algn="l">
                <a:defRPr sz="1458" b="1" i="0" kern="0" spc="-9">
                  <a:solidFill>
                    <a:srgbClr val="0A2540"/>
                  </a:solidFill>
                  <a:latin typeface="Inter"/>
                  <a:ea typeface="Inter"/>
                  <a:cs typeface="Inter"/>
                </a:defRPr>
              </a:lvl3pPr>
              <a:lvl4pPr algn="l">
                <a:defRPr sz="1458" b="1" i="0" kern="0" spc="-9">
                  <a:solidFill>
                    <a:srgbClr val="0A2540"/>
                  </a:solidFill>
                  <a:latin typeface="Inter"/>
                  <a:ea typeface="Inter"/>
                  <a:cs typeface="Inter"/>
                </a:defRPr>
              </a:lvl4pPr>
              <a:lvl5pPr algn="l">
                <a:defRPr sz="1458" b="1" i="0" kern="0" spc="-9">
                  <a:solidFill>
                    <a:srgbClr val="0A2540"/>
                  </a:solidFill>
                  <a:latin typeface="Inter"/>
                  <a:ea typeface="Inter"/>
                  <a:cs typeface="Inter"/>
                </a:defRPr>
              </a:lvl5pPr>
              <a:lvl6pPr algn="l">
                <a:defRPr sz="1458" b="1" i="0" kern="0" spc="-9">
                  <a:solidFill>
                    <a:srgbClr val="0A2540"/>
                  </a:solidFill>
                  <a:latin typeface="Inter"/>
                  <a:ea typeface="Inter"/>
                  <a:cs typeface="Inter"/>
                </a:defRPr>
              </a:lvl6pPr>
              <a:lvl7pPr algn="l">
                <a:defRPr sz="1458" b="1" i="0" kern="0" spc="-9">
                  <a:solidFill>
                    <a:srgbClr val="0A2540"/>
                  </a:solidFill>
                  <a:latin typeface="Inter"/>
                  <a:ea typeface="Inter"/>
                  <a:cs typeface="Inter"/>
                </a:defRPr>
              </a:lvl7pPr>
              <a:lvl8pPr algn="l">
                <a:defRPr sz="1458" b="1" i="0" kern="0" spc="-9">
                  <a:solidFill>
                    <a:srgbClr val="0A2540"/>
                  </a:solidFill>
                  <a:latin typeface="Inter"/>
                  <a:ea typeface="Inter"/>
                  <a:cs typeface="Inter"/>
                </a:defRPr>
              </a:lvl8pPr>
              <a:lvl9pPr algn="l">
                <a:defRPr sz="1458" b="1" i="0" kern="0" spc="-9">
                  <a:solidFill>
                    <a:srgbClr val="0A2540"/>
                  </a:solidFill>
                  <a:latin typeface="Inter"/>
                  <a:ea typeface="Inter"/>
                  <a:cs typeface="Inter"/>
                </a:defRPr>
              </a:lvl9pPr>
            </a:lstStyle>
            <a:p>
              <a:pPr algn="l">
                <a:lnSpc>
                  <a:spcPct val="100000"/>
                </a:lnSpc>
                <a:buNone/>
                <a:defRPr sz="1458" b="1" i="0" kern="0" spc="-9">
                  <a:solidFill>
                    <a:srgbClr val="0A2540"/>
                  </a:solidFill>
                  <a:latin typeface="Inter"/>
                  <a:ea typeface="Inter"/>
                  <a:cs typeface="Inter"/>
                </a:defRPr>
              </a:pPr>
              <a:r>
                <a:rPr sz="1458" b="1" i="0" kern="0" spc="-9">
                  <a:solidFill>
                    <a:srgbClr val="0A2540"/>
                  </a:solidFill>
                  <a:latin typeface="Inter"/>
                  <a:ea typeface="Inter"/>
                  <a:cs typeface="Inter"/>
                </a:rPr>
                <a:t>World price $75</a:t>
              </a:r>
            </a:p>
          </p:txBody>
        </p:sp>
        <p:sp>
          <p:nvSpPr>
            <p:cNvPr id="136" name="s7 text 77 halo">
              <a:extLst>
                <a:ext uri="{FF2B5EF4-FFF2-40B4-BE49-F238E27FC236}">
                  <a16:creationId xmlns:a16="http://schemas.microsoft.com/office/drawing/2014/main" id="{D4F19452-6909-4D47-B14A-4B2E2E53CE0C}"/>
                </a:ext>
              </a:extLst>
            </p:cNvPr>
            <p:cNvSpPr>
              <a:spLocks noGrp="1"/>
            </p:cNvSpPr>
            <p:nvPr/>
          </p:nvSpPr>
          <p:spPr>
            <a:xfrm>
              <a:off x="2421809" y="4162058"/>
              <a:ext cx="269113" cy="318186"/>
            </a:xfrm>
            <a:prstGeom prst="rect">
              <a:avLst/>
            </a:prstGeom>
            <a:noFill/>
            <a:ln w="0">
              <a:noFill/>
              <a:prstDash val="solid"/>
            </a:ln>
          </p:spPr>
          <p:txBody>
            <a:bodyPr wrap="none" lIns="0" tIns="0" rIns="0" bIns="0" anchor="t">
              <a:noAutofit/>
            </a:bodyPr>
            <a:lstStyle>
              <a:defPPr algn="l">
                <a:defRPr sz="1801" b="1" i="0" kern="0" spc="0">
                  <a:ln w="42386">
                    <a:solidFill>
                      <a:srgbClr val="FFFFFF"/>
                    </a:solidFill>
                    <a:prstDash val="solid"/>
                  </a:ln>
                  <a:solidFill>
                    <a:srgbClr val="FFFFFF"/>
                  </a:solidFill>
                  <a:latin typeface="Inter"/>
                  <a:ea typeface="Inter"/>
                  <a:cs typeface="Inter"/>
                </a:defRPr>
              </a:defPPr>
              <a:lvl1pPr algn="l">
                <a:defRPr sz="1801" b="1" i="0" kern="0" spc="0">
                  <a:ln w="42386">
                    <a:solidFill>
                      <a:srgbClr val="FFFFFF"/>
                    </a:solidFill>
                    <a:prstDash val="solid"/>
                  </a:ln>
                  <a:solidFill>
                    <a:srgbClr val="FFFFFF"/>
                  </a:solidFill>
                  <a:latin typeface="Inter"/>
                  <a:ea typeface="Inter"/>
                  <a:cs typeface="Inter"/>
                </a:defRPr>
              </a:lvl1pPr>
              <a:lvl2pPr algn="l">
                <a:defRPr sz="1801" b="1" i="0" kern="0" spc="0">
                  <a:ln w="42386">
                    <a:solidFill>
                      <a:srgbClr val="FFFFFF"/>
                    </a:solidFill>
                    <a:prstDash val="solid"/>
                  </a:ln>
                  <a:solidFill>
                    <a:srgbClr val="FFFFFF"/>
                  </a:solidFill>
                  <a:latin typeface="Inter"/>
                  <a:ea typeface="Inter"/>
                  <a:cs typeface="Inter"/>
                </a:defRPr>
              </a:lvl2pPr>
              <a:lvl3pPr algn="l">
                <a:defRPr sz="1801" b="1" i="0" kern="0" spc="0">
                  <a:ln w="42386">
                    <a:solidFill>
                      <a:srgbClr val="FFFFFF"/>
                    </a:solidFill>
                    <a:prstDash val="solid"/>
                  </a:ln>
                  <a:solidFill>
                    <a:srgbClr val="FFFFFF"/>
                  </a:solidFill>
                  <a:latin typeface="Inter"/>
                  <a:ea typeface="Inter"/>
                  <a:cs typeface="Inter"/>
                </a:defRPr>
              </a:lvl3pPr>
              <a:lvl4pPr algn="l">
                <a:defRPr sz="1801" b="1" i="0" kern="0" spc="0">
                  <a:ln w="42386">
                    <a:solidFill>
                      <a:srgbClr val="FFFFFF"/>
                    </a:solidFill>
                    <a:prstDash val="solid"/>
                  </a:ln>
                  <a:solidFill>
                    <a:srgbClr val="FFFFFF"/>
                  </a:solidFill>
                  <a:latin typeface="Inter"/>
                  <a:ea typeface="Inter"/>
                  <a:cs typeface="Inter"/>
                </a:defRPr>
              </a:lvl4pPr>
              <a:lvl5pPr algn="l">
                <a:defRPr sz="1801" b="1" i="0" kern="0" spc="0">
                  <a:ln w="42386">
                    <a:solidFill>
                      <a:srgbClr val="FFFFFF"/>
                    </a:solidFill>
                    <a:prstDash val="solid"/>
                  </a:ln>
                  <a:solidFill>
                    <a:srgbClr val="FFFFFF"/>
                  </a:solidFill>
                  <a:latin typeface="Inter"/>
                  <a:ea typeface="Inter"/>
                  <a:cs typeface="Inter"/>
                </a:defRPr>
              </a:lvl5pPr>
              <a:lvl6pPr algn="l">
                <a:defRPr sz="1801" b="1" i="0" kern="0" spc="0">
                  <a:ln w="42386">
                    <a:solidFill>
                      <a:srgbClr val="FFFFFF"/>
                    </a:solidFill>
                    <a:prstDash val="solid"/>
                  </a:ln>
                  <a:solidFill>
                    <a:srgbClr val="FFFFFF"/>
                  </a:solidFill>
                  <a:latin typeface="Inter"/>
                  <a:ea typeface="Inter"/>
                  <a:cs typeface="Inter"/>
                </a:defRPr>
              </a:lvl6pPr>
              <a:lvl7pPr algn="l">
                <a:defRPr sz="1801" b="1" i="0" kern="0" spc="0">
                  <a:ln w="42386">
                    <a:solidFill>
                      <a:srgbClr val="FFFFFF"/>
                    </a:solidFill>
                    <a:prstDash val="solid"/>
                  </a:ln>
                  <a:solidFill>
                    <a:srgbClr val="FFFFFF"/>
                  </a:solidFill>
                  <a:latin typeface="Inter"/>
                  <a:ea typeface="Inter"/>
                  <a:cs typeface="Inter"/>
                </a:defRPr>
              </a:lvl7pPr>
              <a:lvl8pPr algn="l">
                <a:defRPr sz="1801" b="1" i="0" kern="0" spc="0">
                  <a:ln w="42386">
                    <a:solidFill>
                      <a:srgbClr val="FFFFFF"/>
                    </a:solidFill>
                    <a:prstDash val="solid"/>
                  </a:ln>
                  <a:solidFill>
                    <a:srgbClr val="FFFFFF"/>
                  </a:solidFill>
                  <a:latin typeface="Inter"/>
                  <a:ea typeface="Inter"/>
                  <a:cs typeface="Inter"/>
                </a:defRPr>
              </a:lvl8pPr>
              <a:lvl9pPr algn="l">
                <a:defRPr sz="1801" b="1" i="0" kern="0" spc="0">
                  <a:ln w="42386">
                    <a:solidFill>
                      <a:srgbClr val="FFFFFF"/>
                    </a:solidFill>
                    <a:prstDash val="solid"/>
                  </a:ln>
                  <a:solidFill>
                    <a:srgbClr val="FFFFFF"/>
                  </a:solidFill>
                  <a:latin typeface="Inter"/>
                  <a:ea typeface="Inter"/>
                  <a:cs typeface="Inter"/>
                </a:defRPr>
              </a:lvl9pPr>
            </a:lstStyle>
            <a:p>
              <a:pPr algn="l">
                <a:lnSpc>
                  <a:spcPct val="100000"/>
                </a:lnSpc>
                <a:buNone/>
                <a:defRPr sz="1801" b="1" i="0" kern="0" spc="0">
                  <a:solidFill>
                    <a:srgbClr val="FFFFFF"/>
                  </a:solidFill>
                  <a:latin typeface="Inter"/>
                  <a:ea typeface="Inter"/>
                  <a:cs typeface="Inter"/>
                </a:defRPr>
              </a:pPr>
              <a:r>
                <a:rPr sz="1801" b="1" i="0" kern="0" spc="0">
                  <a:ln w="42386">
                    <a:solidFill>
                      <a:srgbClr val="FFFFFF"/>
                    </a:solidFill>
                    <a:prstDash val="solid"/>
                  </a:ln>
                  <a:solidFill>
                    <a:srgbClr val="FFFFFF"/>
                  </a:solidFill>
                  <a:latin typeface="Inter"/>
                  <a:ea typeface="Inter"/>
                  <a:cs typeface="Inter"/>
                </a:rPr>
                <a:t>Q</a:t>
              </a:r>
            </a:p>
          </p:txBody>
        </p:sp>
        <p:sp>
          <p:nvSpPr>
            <p:cNvPr id="137" name="s7 text 77">
              <a:extLst>
                <a:ext uri="{FF2B5EF4-FFF2-40B4-BE49-F238E27FC236}">
                  <a16:creationId xmlns:a16="http://schemas.microsoft.com/office/drawing/2014/main" id="{D1C3C9BC-4694-4F56-A51B-6927315F4740}"/>
                </a:ext>
              </a:extLst>
            </p:cNvPr>
            <p:cNvSpPr>
              <a:spLocks noGrp="1"/>
            </p:cNvSpPr>
            <p:nvPr/>
          </p:nvSpPr>
          <p:spPr>
            <a:xfrm>
              <a:off x="2421809" y="4162058"/>
              <a:ext cx="269113" cy="318186"/>
            </a:xfrm>
            <a:prstGeom prst="rect">
              <a:avLst/>
            </a:prstGeom>
            <a:noFill/>
            <a:ln w="0">
              <a:noFill/>
              <a:prstDash val="solid"/>
            </a:ln>
          </p:spPr>
          <p:txBody>
            <a:bodyPr wrap="none" lIns="0" tIns="0" rIns="0" bIns="0" anchor="t">
              <a:noAutofit/>
            </a:bodyPr>
            <a:lstStyle>
              <a:defPPr algn="l">
                <a:defRPr sz="1801" b="1" i="0" kern="0" spc="0">
                  <a:solidFill>
                    <a:srgbClr val="0A2540"/>
                  </a:solidFill>
                  <a:latin typeface="Inter"/>
                  <a:ea typeface="Inter"/>
                  <a:cs typeface="Inter"/>
                </a:defRPr>
              </a:defPPr>
              <a:lvl1pPr algn="l">
                <a:defRPr sz="1801" b="1" i="0" kern="0" spc="0">
                  <a:solidFill>
                    <a:srgbClr val="0A2540"/>
                  </a:solidFill>
                  <a:latin typeface="Inter"/>
                  <a:ea typeface="Inter"/>
                  <a:cs typeface="Inter"/>
                </a:defRPr>
              </a:lvl1pPr>
              <a:lvl2pPr algn="l">
                <a:defRPr sz="1801" b="1" i="0" kern="0" spc="0">
                  <a:solidFill>
                    <a:srgbClr val="0A2540"/>
                  </a:solidFill>
                  <a:latin typeface="Inter"/>
                  <a:ea typeface="Inter"/>
                  <a:cs typeface="Inter"/>
                </a:defRPr>
              </a:lvl2pPr>
              <a:lvl3pPr algn="l">
                <a:defRPr sz="1801" b="1" i="0" kern="0" spc="0">
                  <a:solidFill>
                    <a:srgbClr val="0A2540"/>
                  </a:solidFill>
                  <a:latin typeface="Inter"/>
                  <a:ea typeface="Inter"/>
                  <a:cs typeface="Inter"/>
                </a:defRPr>
              </a:lvl3pPr>
              <a:lvl4pPr algn="l">
                <a:defRPr sz="1801" b="1" i="0" kern="0" spc="0">
                  <a:solidFill>
                    <a:srgbClr val="0A2540"/>
                  </a:solidFill>
                  <a:latin typeface="Inter"/>
                  <a:ea typeface="Inter"/>
                  <a:cs typeface="Inter"/>
                </a:defRPr>
              </a:lvl4pPr>
              <a:lvl5pPr algn="l">
                <a:defRPr sz="1801" b="1" i="0" kern="0" spc="0">
                  <a:solidFill>
                    <a:srgbClr val="0A2540"/>
                  </a:solidFill>
                  <a:latin typeface="Inter"/>
                  <a:ea typeface="Inter"/>
                  <a:cs typeface="Inter"/>
                </a:defRPr>
              </a:lvl5pPr>
              <a:lvl6pPr algn="l">
                <a:defRPr sz="1801" b="1" i="0" kern="0" spc="0">
                  <a:solidFill>
                    <a:srgbClr val="0A2540"/>
                  </a:solidFill>
                  <a:latin typeface="Inter"/>
                  <a:ea typeface="Inter"/>
                  <a:cs typeface="Inter"/>
                </a:defRPr>
              </a:lvl6pPr>
              <a:lvl7pPr algn="l">
                <a:defRPr sz="1801" b="1" i="0" kern="0" spc="0">
                  <a:solidFill>
                    <a:srgbClr val="0A2540"/>
                  </a:solidFill>
                  <a:latin typeface="Inter"/>
                  <a:ea typeface="Inter"/>
                  <a:cs typeface="Inter"/>
                </a:defRPr>
              </a:lvl7pPr>
              <a:lvl8pPr algn="l">
                <a:defRPr sz="1801" b="1" i="0" kern="0" spc="0">
                  <a:solidFill>
                    <a:srgbClr val="0A2540"/>
                  </a:solidFill>
                  <a:latin typeface="Inter"/>
                  <a:ea typeface="Inter"/>
                  <a:cs typeface="Inter"/>
                </a:defRPr>
              </a:lvl8pPr>
              <a:lvl9pPr algn="l">
                <a:defRPr sz="1801" b="1" i="0" kern="0" spc="0">
                  <a:solidFill>
                    <a:srgbClr val="0A2540"/>
                  </a:solidFill>
                  <a:latin typeface="Inter"/>
                  <a:ea typeface="Inter"/>
                  <a:cs typeface="Inter"/>
                </a:defRPr>
              </a:lvl9pPr>
            </a:lstStyle>
            <a:p>
              <a:pPr algn="l">
                <a:lnSpc>
                  <a:spcPct val="100000"/>
                </a:lnSpc>
                <a:buNone/>
                <a:defRPr sz="1801" b="1" i="0" kern="0" spc="0">
                  <a:solidFill>
                    <a:srgbClr val="0A2540"/>
                  </a:solidFill>
                  <a:latin typeface="Inter"/>
                  <a:ea typeface="Inter"/>
                  <a:cs typeface="Inter"/>
                </a:defRPr>
              </a:pPr>
              <a:r>
                <a:rPr sz="1801" b="1" i="0" kern="0" spc="0">
                  <a:solidFill>
                    <a:srgbClr val="0A2540"/>
                  </a:solidFill>
                  <a:latin typeface="Inter"/>
                  <a:ea typeface="Inter"/>
                  <a:cs typeface="Inter"/>
                </a:rPr>
                <a:t>Q</a:t>
              </a:r>
            </a:p>
          </p:txBody>
        </p:sp>
        <p:sp>
          <p:nvSpPr>
            <p:cNvPr id="138" name="s7 text 78 halo">
              <a:extLst>
                <a:ext uri="{FF2B5EF4-FFF2-40B4-BE49-F238E27FC236}">
                  <a16:creationId xmlns:a16="http://schemas.microsoft.com/office/drawing/2014/main" id="{64149C91-1D44-4DC8-94DE-EABE8B12115F}"/>
                </a:ext>
              </a:extLst>
            </p:cNvPr>
            <p:cNvSpPr>
              <a:spLocks noGrp="1"/>
            </p:cNvSpPr>
            <p:nvPr/>
          </p:nvSpPr>
          <p:spPr>
            <a:xfrm>
              <a:off x="2554638" y="4304665"/>
              <a:ext cx="114614" cy="166101"/>
            </a:xfrm>
            <a:prstGeom prst="rect">
              <a:avLst/>
            </a:prstGeom>
            <a:noFill/>
            <a:ln w="0">
              <a:noFill/>
              <a:prstDash val="solid"/>
            </a:ln>
          </p:spPr>
          <p:txBody>
            <a:bodyPr wrap="none" lIns="0" tIns="0" rIns="0" bIns="0" anchor="t">
              <a:noAutofit/>
            </a:bodyPr>
            <a:lstStyle>
              <a:defPPr algn="l">
                <a:defRPr sz="940" b="1" i="0" kern="0" spc="0">
                  <a:ln w="42386">
                    <a:solidFill>
                      <a:srgbClr val="FFFFFF"/>
                    </a:solidFill>
                    <a:prstDash val="solid"/>
                  </a:ln>
                  <a:solidFill>
                    <a:srgbClr val="FFFFFF"/>
                  </a:solidFill>
                  <a:latin typeface="Inter"/>
                  <a:ea typeface="Inter"/>
                  <a:cs typeface="Inter"/>
                </a:defRPr>
              </a:defPPr>
              <a:lvl1pPr algn="l">
                <a:defRPr sz="940" b="1" i="0" kern="0" spc="0">
                  <a:ln w="42386">
                    <a:solidFill>
                      <a:srgbClr val="FFFFFF"/>
                    </a:solidFill>
                    <a:prstDash val="solid"/>
                  </a:ln>
                  <a:solidFill>
                    <a:srgbClr val="FFFFFF"/>
                  </a:solidFill>
                  <a:latin typeface="Inter"/>
                  <a:ea typeface="Inter"/>
                  <a:cs typeface="Inter"/>
                </a:defRPr>
              </a:lvl1pPr>
              <a:lvl2pPr algn="l">
                <a:defRPr sz="940" b="1" i="0" kern="0" spc="0">
                  <a:ln w="42386">
                    <a:solidFill>
                      <a:srgbClr val="FFFFFF"/>
                    </a:solidFill>
                    <a:prstDash val="solid"/>
                  </a:ln>
                  <a:solidFill>
                    <a:srgbClr val="FFFFFF"/>
                  </a:solidFill>
                  <a:latin typeface="Inter"/>
                  <a:ea typeface="Inter"/>
                  <a:cs typeface="Inter"/>
                </a:defRPr>
              </a:lvl2pPr>
              <a:lvl3pPr algn="l">
                <a:defRPr sz="940" b="1" i="0" kern="0" spc="0">
                  <a:ln w="42386">
                    <a:solidFill>
                      <a:srgbClr val="FFFFFF"/>
                    </a:solidFill>
                    <a:prstDash val="solid"/>
                  </a:ln>
                  <a:solidFill>
                    <a:srgbClr val="FFFFFF"/>
                  </a:solidFill>
                  <a:latin typeface="Inter"/>
                  <a:ea typeface="Inter"/>
                  <a:cs typeface="Inter"/>
                </a:defRPr>
              </a:lvl3pPr>
              <a:lvl4pPr algn="l">
                <a:defRPr sz="940" b="1" i="0" kern="0" spc="0">
                  <a:ln w="42386">
                    <a:solidFill>
                      <a:srgbClr val="FFFFFF"/>
                    </a:solidFill>
                    <a:prstDash val="solid"/>
                  </a:ln>
                  <a:solidFill>
                    <a:srgbClr val="FFFFFF"/>
                  </a:solidFill>
                  <a:latin typeface="Inter"/>
                  <a:ea typeface="Inter"/>
                  <a:cs typeface="Inter"/>
                </a:defRPr>
              </a:lvl4pPr>
              <a:lvl5pPr algn="l">
                <a:defRPr sz="940" b="1" i="0" kern="0" spc="0">
                  <a:ln w="42386">
                    <a:solidFill>
                      <a:srgbClr val="FFFFFF"/>
                    </a:solidFill>
                    <a:prstDash val="solid"/>
                  </a:ln>
                  <a:solidFill>
                    <a:srgbClr val="FFFFFF"/>
                  </a:solidFill>
                  <a:latin typeface="Inter"/>
                  <a:ea typeface="Inter"/>
                  <a:cs typeface="Inter"/>
                </a:defRPr>
              </a:lvl5pPr>
              <a:lvl6pPr algn="l">
                <a:defRPr sz="940" b="1" i="0" kern="0" spc="0">
                  <a:ln w="42386">
                    <a:solidFill>
                      <a:srgbClr val="FFFFFF"/>
                    </a:solidFill>
                    <a:prstDash val="solid"/>
                  </a:ln>
                  <a:solidFill>
                    <a:srgbClr val="FFFFFF"/>
                  </a:solidFill>
                  <a:latin typeface="Inter"/>
                  <a:ea typeface="Inter"/>
                  <a:cs typeface="Inter"/>
                </a:defRPr>
              </a:lvl6pPr>
              <a:lvl7pPr algn="l">
                <a:defRPr sz="940" b="1" i="0" kern="0" spc="0">
                  <a:ln w="42386">
                    <a:solidFill>
                      <a:srgbClr val="FFFFFF"/>
                    </a:solidFill>
                    <a:prstDash val="solid"/>
                  </a:ln>
                  <a:solidFill>
                    <a:srgbClr val="FFFFFF"/>
                  </a:solidFill>
                  <a:latin typeface="Inter"/>
                  <a:ea typeface="Inter"/>
                  <a:cs typeface="Inter"/>
                </a:defRPr>
              </a:lvl7pPr>
              <a:lvl8pPr algn="l">
                <a:defRPr sz="940" b="1" i="0" kern="0" spc="0">
                  <a:ln w="42386">
                    <a:solidFill>
                      <a:srgbClr val="FFFFFF"/>
                    </a:solidFill>
                    <a:prstDash val="solid"/>
                  </a:ln>
                  <a:solidFill>
                    <a:srgbClr val="FFFFFF"/>
                  </a:solidFill>
                  <a:latin typeface="Inter"/>
                  <a:ea typeface="Inter"/>
                  <a:cs typeface="Inter"/>
                </a:defRPr>
              </a:lvl8pPr>
              <a:lvl9pPr algn="l">
                <a:defRPr sz="940" b="1" i="0" kern="0" spc="0">
                  <a:ln w="42386">
                    <a:solidFill>
                      <a:srgbClr val="FFFFFF"/>
                    </a:solidFill>
                    <a:prstDash val="solid"/>
                  </a:ln>
                  <a:solidFill>
                    <a:srgbClr val="FFFFFF"/>
                  </a:solidFill>
                  <a:latin typeface="Inter"/>
                  <a:ea typeface="Inter"/>
                  <a:cs typeface="Inter"/>
                </a:defRPr>
              </a:lvl9pPr>
            </a:lstStyle>
            <a:p>
              <a:pPr algn="l">
                <a:lnSpc>
                  <a:spcPct val="100000"/>
                </a:lnSpc>
                <a:buNone/>
                <a:defRPr sz="940" b="1" i="0" kern="0" spc="0">
                  <a:solidFill>
                    <a:srgbClr val="FFFFFF"/>
                  </a:solidFill>
                  <a:latin typeface="Inter"/>
                  <a:ea typeface="Inter"/>
                  <a:cs typeface="Inter"/>
                </a:defRPr>
              </a:pPr>
              <a:r>
                <a:rPr sz="940" b="1" i="0" kern="0" spc="0">
                  <a:ln w="42386">
                    <a:solidFill>
                      <a:srgbClr val="FFFFFF"/>
                    </a:solidFill>
                    <a:prstDash val="solid"/>
                  </a:ln>
                  <a:solidFill>
                    <a:srgbClr val="FFFFFF"/>
                  </a:solidFill>
                  <a:latin typeface="Inter"/>
                  <a:ea typeface="Inter"/>
                  <a:cs typeface="Inter"/>
                </a:rPr>
                <a:t>s</a:t>
              </a:r>
            </a:p>
          </p:txBody>
        </p:sp>
        <p:sp>
          <p:nvSpPr>
            <p:cNvPr id="139" name="s7 text 78">
              <a:extLst>
                <a:ext uri="{FF2B5EF4-FFF2-40B4-BE49-F238E27FC236}">
                  <a16:creationId xmlns:a16="http://schemas.microsoft.com/office/drawing/2014/main" id="{DD2BC07E-D2A5-478F-A060-37343C1D3C74}"/>
                </a:ext>
              </a:extLst>
            </p:cNvPr>
            <p:cNvSpPr>
              <a:spLocks noGrp="1"/>
            </p:cNvSpPr>
            <p:nvPr/>
          </p:nvSpPr>
          <p:spPr>
            <a:xfrm>
              <a:off x="2554638" y="4304665"/>
              <a:ext cx="114614" cy="166101"/>
            </a:xfrm>
            <a:prstGeom prst="rect">
              <a:avLst/>
            </a:prstGeom>
            <a:noFill/>
            <a:ln w="0">
              <a:noFill/>
              <a:prstDash val="solid"/>
            </a:ln>
          </p:spPr>
          <p:txBody>
            <a:bodyPr wrap="none" lIns="0" tIns="0" rIns="0" bIns="0" anchor="t">
              <a:noAutofit/>
            </a:bodyPr>
            <a:lstStyle>
              <a:defPPr algn="l">
                <a:defRPr sz="940" b="1" i="0" kern="0" spc="0">
                  <a:solidFill>
                    <a:srgbClr val="0A2540"/>
                  </a:solidFill>
                  <a:latin typeface="Inter"/>
                  <a:ea typeface="Inter"/>
                  <a:cs typeface="Inter"/>
                </a:defRPr>
              </a:defPPr>
              <a:lvl1pPr algn="l">
                <a:defRPr sz="940" b="1" i="0" kern="0" spc="0">
                  <a:solidFill>
                    <a:srgbClr val="0A2540"/>
                  </a:solidFill>
                  <a:latin typeface="Inter"/>
                  <a:ea typeface="Inter"/>
                  <a:cs typeface="Inter"/>
                </a:defRPr>
              </a:lvl1pPr>
              <a:lvl2pPr algn="l">
                <a:defRPr sz="940" b="1" i="0" kern="0" spc="0">
                  <a:solidFill>
                    <a:srgbClr val="0A2540"/>
                  </a:solidFill>
                  <a:latin typeface="Inter"/>
                  <a:ea typeface="Inter"/>
                  <a:cs typeface="Inter"/>
                </a:defRPr>
              </a:lvl2pPr>
              <a:lvl3pPr algn="l">
                <a:defRPr sz="940" b="1" i="0" kern="0" spc="0">
                  <a:solidFill>
                    <a:srgbClr val="0A2540"/>
                  </a:solidFill>
                  <a:latin typeface="Inter"/>
                  <a:ea typeface="Inter"/>
                  <a:cs typeface="Inter"/>
                </a:defRPr>
              </a:lvl3pPr>
              <a:lvl4pPr algn="l">
                <a:defRPr sz="940" b="1" i="0" kern="0" spc="0">
                  <a:solidFill>
                    <a:srgbClr val="0A2540"/>
                  </a:solidFill>
                  <a:latin typeface="Inter"/>
                  <a:ea typeface="Inter"/>
                  <a:cs typeface="Inter"/>
                </a:defRPr>
              </a:lvl4pPr>
              <a:lvl5pPr algn="l">
                <a:defRPr sz="940" b="1" i="0" kern="0" spc="0">
                  <a:solidFill>
                    <a:srgbClr val="0A2540"/>
                  </a:solidFill>
                  <a:latin typeface="Inter"/>
                  <a:ea typeface="Inter"/>
                  <a:cs typeface="Inter"/>
                </a:defRPr>
              </a:lvl5pPr>
              <a:lvl6pPr algn="l">
                <a:defRPr sz="940" b="1" i="0" kern="0" spc="0">
                  <a:solidFill>
                    <a:srgbClr val="0A2540"/>
                  </a:solidFill>
                  <a:latin typeface="Inter"/>
                  <a:ea typeface="Inter"/>
                  <a:cs typeface="Inter"/>
                </a:defRPr>
              </a:lvl6pPr>
              <a:lvl7pPr algn="l">
                <a:defRPr sz="940" b="1" i="0" kern="0" spc="0">
                  <a:solidFill>
                    <a:srgbClr val="0A2540"/>
                  </a:solidFill>
                  <a:latin typeface="Inter"/>
                  <a:ea typeface="Inter"/>
                  <a:cs typeface="Inter"/>
                </a:defRPr>
              </a:lvl7pPr>
              <a:lvl8pPr algn="l">
                <a:defRPr sz="940" b="1" i="0" kern="0" spc="0">
                  <a:solidFill>
                    <a:srgbClr val="0A2540"/>
                  </a:solidFill>
                  <a:latin typeface="Inter"/>
                  <a:ea typeface="Inter"/>
                  <a:cs typeface="Inter"/>
                </a:defRPr>
              </a:lvl8pPr>
              <a:lvl9pPr algn="l">
                <a:defRPr sz="940" b="1" i="0" kern="0" spc="0">
                  <a:solidFill>
                    <a:srgbClr val="0A2540"/>
                  </a:solidFill>
                  <a:latin typeface="Inter"/>
                  <a:ea typeface="Inter"/>
                  <a:cs typeface="Inter"/>
                </a:defRPr>
              </a:lvl9pPr>
            </a:lstStyle>
            <a:p>
              <a:pPr algn="l">
                <a:lnSpc>
                  <a:spcPct val="100000"/>
                </a:lnSpc>
                <a:buNone/>
                <a:defRPr sz="940" b="1" i="0" kern="0" spc="0">
                  <a:solidFill>
                    <a:srgbClr val="0A2540"/>
                  </a:solidFill>
                  <a:latin typeface="Inter"/>
                  <a:ea typeface="Inter"/>
                  <a:cs typeface="Inter"/>
                </a:defRPr>
              </a:pPr>
              <a:r>
                <a:rPr sz="940" b="1" i="0" kern="0" spc="0">
                  <a:solidFill>
                    <a:srgbClr val="0A2540"/>
                  </a:solidFill>
                  <a:latin typeface="Inter"/>
                  <a:ea typeface="Inter"/>
                  <a:cs typeface="Inter"/>
                </a:rPr>
                <a:t>s</a:t>
              </a:r>
            </a:p>
          </p:txBody>
        </p:sp>
        <p:sp>
          <p:nvSpPr>
            <p:cNvPr id="140" name="s7 text 79 halo">
              <a:extLst>
                <a:ext uri="{FF2B5EF4-FFF2-40B4-BE49-F238E27FC236}">
                  <a16:creationId xmlns:a16="http://schemas.microsoft.com/office/drawing/2014/main" id="{05FC4397-1226-40BA-81C1-BA68FE8902D3}"/>
                </a:ext>
              </a:extLst>
            </p:cNvPr>
            <p:cNvSpPr>
              <a:spLocks noGrp="1"/>
            </p:cNvSpPr>
            <p:nvPr/>
          </p:nvSpPr>
          <p:spPr>
            <a:xfrm>
              <a:off x="2662017" y="4223097"/>
              <a:ext cx="433930" cy="230513"/>
            </a:xfrm>
            <a:prstGeom prst="rect">
              <a:avLst/>
            </a:prstGeom>
            <a:noFill/>
            <a:ln w="0">
              <a:noFill/>
              <a:prstDash val="solid"/>
            </a:ln>
          </p:spPr>
          <p:txBody>
            <a:bodyPr wrap="none" lIns="0" tIns="0" rIns="0" bIns="0" anchor="t">
              <a:noAutofit/>
            </a:bodyPr>
            <a:lstStyle>
              <a:defPPr algn="l">
                <a:defRPr sz="1304" b="1" i="0" kern="0" spc="-9">
                  <a:ln w="42386">
                    <a:solidFill>
                      <a:srgbClr val="FFFFFF"/>
                    </a:solidFill>
                    <a:prstDash val="solid"/>
                  </a:ln>
                  <a:solidFill>
                    <a:srgbClr val="FFFFFF"/>
                  </a:solidFill>
                  <a:latin typeface="Inter"/>
                  <a:ea typeface="Inter"/>
                  <a:cs typeface="Inter"/>
                </a:defRPr>
              </a:defPPr>
              <a:lvl1pPr algn="l">
                <a:defRPr sz="1304" b="1" i="0" kern="0" spc="-9">
                  <a:ln w="42386">
                    <a:solidFill>
                      <a:srgbClr val="FFFFFF"/>
                    </a:solidFill>
                    <a:prstDash val="solid"/>
                  </a:ln>
                  <a:solidFill>
                    <a:srgbClr val="FFFFFF"/>
                  </a:solidFill>
                  <a:latin typeface="Inter"/>
                  <a:ea typeface="Inter"/>
                  <a:cs typeface="Inter"/>
                </a:defRPr>
              </a:lvl1pPr>
              <a:lvl2pPr algn="l">
                <a:defRPr sz="1304" b="1" i="0" kern="0" spc="-9">
                  <a:ln w="42386">
                    <a:solidFill>
                      <a:srgbClr val="FFFFFF"/>
                    </a:solidFill>
                    <a:prstDash val="solid"/>
                  </a:ln>
                  <a:solidFill>
                    <a:srgbClr val="FFFFFF"/>
                  </a:solidFill>
                  <a:latin typeface="Inter"/>
                  <a:ea typeface="Inter"/>
                  <a:cs typeface="Inter"/>
                </a:defRPr>
              </a:lvl2pPr>
              <a:lvl3pPr algn="l">
                <a:defRPr sz="1304" b="1" i="0" kern="0" spc="-9">
                  <a:ln w="42386">
                    <a:solidFill>
                      <a:srgbClr val="FFFFFF"/>
                    </a:solidFill>
                    <a:prstDash val="solid"/>
                  </a:ln>
                  <a:solidFill>
                    <a:srgbClr val="FFFFFF"/>
                  </a:solidFill>
                  <a:latin typeface="Inter"/>
                  <a:ea typeface="Inter"/>
                  <a:cs typeface="Inter"/>
                </a:defRPr>
              </a:lvl3pPr>
              <a:lvl4pPr algn="l">
                <a:defRPr sz="1304" b="1" i="0" kern="0" spc="-9">
                  <a:ln w="42386">
                    <a:solidFill>
                      <a:srgbClr val="FFFFFF"/>
                    </a:solidFill>
                    <a:prstDash val="solid"/>
                  </a:ln>
                  <a:solidFill>
                    <a:srgbClr val="FFFFFF"/>
                  </a:solidFill>
                  <a:latin typeface="Inter"/>
                  <a:ea typeface="Inter"/>
                  <a:cs typeface="Inter"/>
                </a:defRPr>
              </a:lvl4pPr>
              <a:lvl5pPr algn="l">
                <a:defRPr sz="1304" b="1" i="0" kern="0" spc="-9">
                  <a:ln w="42386">
                    <a:solidFill>
                      <a:srgbClr val="FFFFFF"/>
                    </a:solidFill>
                    <a:prstDash val="solid"/>
                  </a:ln>
                  <a:solidFill>
                    <a:srgbClr val="FFFFFF"/>
                  </a:solidFill>
                  <a:latin typeface="Inter"/>
                  <a:ea typeface="Inter"/>
                  <a:cs typeface="Inter"/>
                </a:defRPr>
              </a:lvl5pPr>
              <a:lvl6pPr algn="l">
                <a:defRPr sz="1304" b="1" i="0" kern="0" spc="-9">
                  <a:ln w="42386">
                    <a:solidFill>
                      <a:srgbClr val="FFFFFF"/>
                    </a:solidFill>
                    <a:prstDash val="solid"/>
                  </a:ln>
                  <a:solidFill>
                    <a:srgbClr val="FFFFFF"/>
                  </a:solidFill>
                  <a:latin typeface="Inter"/>
                  <a:ea typeface="Inter"/>
                  <a:cs typeface="Inter"/>
                </a:defRPr>
              </a:lvl6pPr>
              <a:lvl7pPr algn="l">
                <a:defRPr sz="1304" b="1" i="0" kern="0" spc="-9">
                  <a:ln w="42386">
                    <a:solidFill>
                      <a:srgbClr val="FFFFFF"/>
                    </a:solidFill>
                    <a:prstDash val="solid"/>
                  </a:ln>
                  <a:solidFill>
                    <a:srgbClr val="FFFFFF"/>
                  </a:solidFill>
                  <a:latin typeface="Inter"/>
                  <a:ea typeface="Inter"/>
                  <a:cs typeface="Inter"/>
                </a:defRPr>
              </a:lvl7pPr>
              <a:lvl8pPr algn="l">
                <a:defRPr sz="1304" b="1" i="0" kern="0" spc="-9">
                  <a:ln w="42386">
                    <a:solidFill>
                      <a:srgbClr val="FFFFFF"/>
                    </a:solidFill>
                    <a:prstDash val="solid"/>
                  </a:ln>
                  <a:solidFill>
                    <a:srgbClr val="FFFFFF"/>
                  </a:solidFill>
                  <a:latin typeface="Inter"/>
                  <a:ea typeface="Inter"/>
                  <a:cs typeface="Inter"/>
                </a:defRPr>
              </a:lvl8pPr>
              <a:lvl9pPr algn="l">
                <a:defRPr sz="1304" b="1" i="0" kern="0" spc="-9">
                  <a:ln w="42386">
                    <a:solidFill>
                      <a:srgbClr val="FFFFFF"/>
                    </a:solidFill>
                    <a:prstDash val="solid"/>
                  </a:ln>
                  <a:solidFill>
                    <a:srgbClr val="FFFFFF"/>
                  </a:solidFill>
                  <a:latin typeface="Inter"/>
                  <a:ea typeface="Inter"/>
                  <a:cs typeface="Inter"/>
                </a:defRPr>
              </a:lvl9pPr>
            </a:lstStyle>
            <a:p>
              <a:pPr algn="l">
                <a:lnSpc>
                  <a:spcPct val="100000"/>
                </a:lnSpc>
                <a:buNone/>
                <a:defRPr sz="1304" b="1" i="0" kern="0" spc="-9">
                  <a:solidFill>
                    <a:srgbClr val="FFFFFF"/>
                  </a:solidFill>
                  <a:latin typeface="Inter"/>
                  <a:ea typeface="Inter"/>
                  <a:cs typeface="Inter"/>
                </a:defRPr>
              </a:pPr>
              <a:r>
                <a:rPr sz="1304" b="1" i="0" kern="0" spc="-9">
                  <a:ln w="42386">
                    <a:solidFill>
                      <a:srgbClr val="FFFFFF"/>
                    </a:solidFill>
                    <a:prstDash val="solid"/>
                  </a:ln>
                  <a:solidFill>
                    <a:srgbClr val="FFFFFF"/>
                  </a:solidFill>
                  <a:latin typeface="Inter"/>
                  <a:ea typeface="Inter"/>
                  <a:cs typeface="Inter"/>
                </a:rPr>
                <a:t>= 20</a:t>
              </a:r>
            </a:p>
          </p:txBody>
        </p:sp>
        <p:sp>
          <p:nvSpPr>
            <p:cNvPr id="141" name="s7 text 79">
              <a:extLst>
                <a:ext uri="{FF2B5EF4-FFF2-40B4-BE49-F238E27FC236}">
                  <a16:creationId xmlns:a16="http://schemas.microsoft.com/office/drawing/2014/main" id="{63F2522D-DE40-4ADC-9AEF-52BC1B7DA694}"/>
                </a:ext>
              </a:extLst>
            </p:cNvPr>
            <p:cNvSpPr>
              <a:spLocks noGrp="1"/>
            </p:cNvSpPr>
            <p:nvPr/>
          </p:nvSpPr>
          <p:spPr>
            <a:xfrm>
              <a:off x="2662017" y="4223097"/>
              <a:ext cx="433930" cy="230513"/>
            </a:xfrm>
            <a:prstGeom prst="rect">
              <a:avLst/>
            </a:prstGeom>
            <a:noFill/>
            <a:ln w="0">
              <a:noFill/>
              <a:prstDash val="solid"/>
            </a:ln>
          </p:spPr>
          <p:txBody>
            <a:bodyPr wrap="none" lIns="0" tIns="0" rIns="0" bIns="0" anchor="t">
              <a:noAutofit/>
            </a:bodyPr>
            <a:lstStyle>
              <a:defPPr algn="l">
                <a:defRPr sz="1304" b="1" i="0" kern="0" spc="-9">
                  <a:solidFill>
                    <a:srgbClr val="0A2540"/>
                  </a:solidFill>
                  <a:latin typeface="Inter"/>
                  <a:ea typeface="Inter"/>
                  <a:cs typeface="Inter"/>
                </a:defRPr>
              </a:defPPr>
              <a:lvl1pPr algn="l">
                <a:defRPr sz="1304" b="1" i="0" kern="0" spc="-9">
                  <a:solidFill>
                    <a:srgbClr val="0A2540"/>
                  </a:solidFill>
                  <a:latin typeface="Inter"/>
                  <a:ea typeface="Inter"/>
                  <a:cs typeface="Inter"/>
                </a:defRPr>
              </a:lvl1pPr>
              <a:lvl2pPr algn="l">
                <a:defRPr sz="1304" b="1" i="0" kern="0" spc="-9">
                  <a:solidFill>
                    <a:srgbClr val="0A2540"/>
                  </a:solidFill>
                  <a:latin typeface="Inter"/>
                  <a:ea typeface="Inter"/>
                  <a:cs typeface="Inter"/>
                </a:defRPr>
              </a:lvl2pPr>
              <a:lvl3pPr algn="l">
                <a:defRPr sz="1304" b="1" i="0" kern="0" spc="-9">
                  <a:solidFill>
                    <a:srgbClr val="0A2540"/>
                  </a:solidFill>
                  <a:latin typeface="Inter"/>
                  <a:ea typeface="Inter"/>
                  <a:cs typeface="Inter"/>
                </a:defRPr>
              </a:lvl3pPr>
              <a:lvl4pPr algn="l">
                <a:defRPr sz="1304" b="1" i="0" kern="0" spc="-9">
                  <a:solidFill>
                    <a:srgbClr val="0A2540"/>
                  </a:solidFill>
                  <a:latin typeface="Inter"/>
                  <a:ea typeface="Inter"/>
                  <a:cs typeface="Inter"/>
                </a:defRPr>
              </a:lvl4pPr>
              <a:lvl5pPr algn="l">
                <a:defRPr sz="1304" b="1" i="0" kern="0" spc="-9">
                  <a:solidFill>
                    <a:srgbClr val="0A2540"/>
                  </a:solidFill>
                  <a:latin typeface="Inter"/>
                  <a:ea typeface="Inter"/>
                  <a:cs typeface="Inter"/>
                </a:defRPr>
              </a:lvl5pPr>
              <a:lvl6pPr algn="l">
                <a:defRPr sz="1304" b="1" i="0" kern="0" spc="-9">
                  <a:solidFill>
                    <a:srgbClr val="0A2540"/>
                  </a:solidFill>
                  <a:latin typeface="Inter"/>
                  <a:ea typeface="Inter"/>
                  <a:cs typeface="Inter"/>
                </a:defRPr>
              </a:lvl6pPr>
              <a:lvl7pPr algn="l">
                <a:defRPr sz="1304" b="1" i="0" kern="0" spc="-9">
                  <a:solidFill>
                    <a:srgbClr val="0A2540"/>
                  </a:solidFill>
                  <a:latin typeface="Inter"/>
                  <a:ea typeface="Inter"/>
                  <a:cs typeface="Inter"/>
                </a:defRPr>
              </a:lvl7pPr>
              <a:lvl8pPr algn="l">
                <a:defRPr sz="1304" b="1" i="0" kern="0" spc="-9">
                  <a:solidFill>
                    <a:srgbClr val="0A2540"/>
                  </a:solidFill>
                  <a:latin typeface="Inter"/>
                  <a:ea typeface="Inter"/>
                  <a:cs typeface="Inter"/>
                </a:defRPr>
              </a:lvl8pPr>
              <a:lvl9pPr algn="l">
                <a:defRPr sz="1304" b="1" i="0" kern="0" spc="-9">
                  <a:solidFill>
                    <a:srgbClr val="0A2540"/>
                  </a:solidFill>
                  <a:latin typeface="Inter"/>
                  <a:ea typeface="Inter"/>
                  <a:cs typeface="Inter"/>
                </a:defRPr>
              </a:lvl9pPr>
            </a:lstStyle>
            <a:p>
              <a:pPr algn="l">
                <a:lnSpc>
                  <a:spcPct val="100000"/>
                </a:lnSpc>
                <a:buNone/>
                <a:defRPr sz="1304" b="1" i="0" kern="0" spc="-9">
                  <a:solidFill>
                    <a:srgbClr val="0A2540"/>
                  </a:solidFill>
                  <a:latin typeface="Inter"/>
                  <a:ea typeface="Inter"/>
                  <a:cs typeface="Inter"/>
                </a:defRPr>
              </a:pPr>
              <a:r>
                <a:rPr sz="1304" b="1" i="0" kern="0" spc="-9">
                  <a:solidFill>
                    <a:srgbClr val="0A2540"/>
                  </a:solidFill>
                  <a:latin typeface="Inter"/>
                  <a:ea typeface="Inter"/>
                  <a:cs typeface="Inter"/>
                </a:rPr>
                <a:t>= 20</a:t>
              </a:r>
            </a:p>
          </p:txBody>
        </p:sp>
        <p:sp>
          <p:nvSpPr>
            <p:cNvPr id="142" name="s7 text 80 halo">
              <a:extLst>
                <a:ext uri="{FF2B5EF4-FFF2-40B4-BE49-F238E27FC236}">
                  <a16:creationId xmlns:a16="http://schemas.microsoft.com/office/drawing/2014/main" id="{36F7320B-BF4D-40F0-BF2B-F07D37EA75DB}"/>
                </a:ext>
              </a:extLst>
            </p:cNvPr>
            <p:cNvSpPr>
              <a:spLocks noGrp="1"/>
            </p:cNvSpPr>
            <p:nvPr/>
          </p:nvSpPr>
          <p:spPr>
            <a:xfrm>
              <a:off x="5021575" y="4162058"/>
              <a:ext cx="269113" cy="318186"/>
            </a:xfrm>
            <a:prstGeom prst="rect">
              <a:avLst/>
            </a:prstGeom>
            <a:noFill/>
            <a:ln w="0">
              <a:noFill/>
              <a:prstDash val="solid"/>
            </a:ln>
          </p:spPr>
          <p:txBody>
            <a:bodyPr wrap="none" lIns="0" tIns="0" rIns="0" bIns="0" anchor="t">
              <a:noAutofit/>
            </a:bodyPr>
            <a:lstStyle>
              <a:defPPr algn="l">
                <a:defRPr sz="1801" b="1" i="0" kern="0" spc="0">
                  <a:ln w="42386">
                    <a:solidFill>
                      <a:srgbClr val="FFFFFF"/>
                    </a:solidFill>
                    <a:prstDash val="solid"/>
                  </a:ln>
                  <a:solidFill>
                    <a:srgbClr val="FFFFFF"/>
                  </a:solidFill>
                  <a:latin typeface="Inter"/>
                  <a:ea typeface="Inter"/>
                  <a:cs typeface="Inter"/>
                </a:defRPr>
              </a:defPPr>
              <a:lvl1pPr algn="l">
                <a:defRPr sz="1801" b="1" i="0" kern="0" spc="0">
                  <a:ln w="42386">
                    <a:solidFill>
                      <a:srgbClr val="FFFFFF"/>
                    </a:solidFill>
                    <a:prstDash val="solid"/>
                  </a:ln>
                  <a:solidFill>
                    <a:srgbClr val="FFFFFF"/>
                  </a:solidFill>
                  <a:latin typeface="Inter"/>
                  <a:ea typeface="Inter"/>
                  <a:cs typeface="Inter"/>
                </a:defRPr>
              </a:lvl1pPr>
              <a:lvl2pPr algn="l">
                <a:defRPr sz="1801" b="1" i="0" kern="0" spc="0">
                  <a:ln w="42386">
                    <a:solidFill>
                      <a:srgbClr val="FFFFFF"/>
                    </a:solidFill>
                    <a:prstDash val="solid"/>
                  </a:ln>
                  <a:solidFill>
                    <a:srgbClr val="FFFFFF"/>
                  </a:solidFill>
                  <a:latin typeface="Inter"/>
                  <a:ea typeface="Inter"/>
                  <a:cs typeface="Inter"/>
                </a:defRPr>
              </a:lvl2pPr>
              <a:lvl3pPr algn="l">
                <a:defRPr sz="1801" b="1" i="0" kern="0" spc="0">
                  <a:ln w="42386">
                    <a:solidFill>
                      <a:srgbClr val="FFFFFF"/>
                    </a:solidFill>
                    <a:prstDash val="solid"/>
                  </a:ln>
                  <a:solidFill>
                    <a:srgbClr val="FFFFFF"/>
                  </a:solidFill>
                  <a:latin typeface="Inter"/>
                  <a:ea typeface="Inter"/>
                  <a:cs typeface="Inter"/>
                </a:defRPr>
              </a:lvl3pPr>
              <a:lvl4pPr algn="l">
                <a:defRPr sz="1801" b="1" i="0" kern="0" spc="0">
                  <a:ln w="42386">
                    <a:solidFill>
                      <a:srgbClr val="FFFFFF"/>
                    </a:solidFill>
                    <a:prstDash val="solid"/>
                  </a:ln>
                  <a:solidFill>
                    <a:srgbClr val="FFFFFF"/>
                  </a:solidFill>
                  <a:latin typeface="Inter"/>
                  <a:ea typeface="Inter"/>
                  <a:cs typeface="Inter"/>
                </a:defRPr>
              </a:lvl4pPr>
              <a:lvl5pPr algn="l">
                <a:defRPr sz="1801" b="1" i="0" kern="0" spc="0">
                  <a:ln w="42386">
                    <a:solidFill>
                      <a:srgbClr val="FFFFFF"/>
                    </a:solidFill>
                    <a:prstDash val="solid"/>
                  </a:ln>
                  <a:solidFill>
                    <a:srgbClr val="FFFFFF"/>
                  </a:solidFill>
                  <a:latin typeface="Inter"/>
                  <a:ea typeface="Inter"/>
                  <a:cs typeface="Inter"/>
                </a:defRPr>
              </a:lvl5pPr>
              <a:lvl6pPr algn="l">
                <a:defRPr sz="1801" b="1" i="0" kern="0" spc="0">
                  <a:ln w="42386">
                    <a:solidFill>
                      <a:srgbClr val="FFFFFF"/>
                    </a:solidFill>
                    <a:prstDash val="solid"/>
                  </a:ln>
                  <a:solidFill>
                    <a:srgbClr val="FFFFFF"/>
                  </a:solidFill>
                  <a:latin typeface="Inter"/>
                  <a:ea typeface="Inter"/>
                  <a:cs typeface="Inter"/>
                </a:defRPr>
              </a:lvl6pPr>
              <a:lvl7pPr algn="l">
                <a:defRPr sz="1801" b="1" i="0" kern="0" spc="0">
                  <a:ln w="42386">
                    <a:solidFill>
                      <a:srgbClr val="FFFFFF"/>
                    </a:solidFill>
                    <a:prstDash val="solid"/>
                  </a:ln>
                  <a:solidFill>
                    <a:srgbClr val="FFFFFF"/>
                  </a:solidFill>
                  <a:latin typeface="Inter"/>
                  <a:ea typeface="Inter"/>
                  <a:cs typeface="Inter"/>
                </a:defRPr>
              </a:lvl7pPr>
              <a:lvl8pPr algn="l">
                <a:defRPr sz="1801" b="1" i="0" kern="0" spc="0">
                  <a:ln w="42386">
                    <a:solidFill>
                      <a:srgbClr val="FFFFFF"/>
                    </a:solidFill>
                    <a:prstDash val="solid"/>
                  </a:ln>
                  <a:solidFill>
                    <a:srgbClr val="FFFFFF"/>
                  </a:solidFill>
                  <a:latin typeface="Inter"/>
                  <a:ea typeface="Inter"/>
                  <a:cs typeface="Inter"/>
                </a:defRPr>
              </a:lvl8pPr>
              <a:lvl9pPr algn="l">
                <a:defRPr sz="1801" b="1" i="0" kern="0" spc="0">
                  <a:ln w="42386">
                    <a:solidFill>
                      <a:srgbClr val="FFFFFF"/>
                    </a:solidFill>
                    <a:prstDash val="solid"/>
                  </a:ln>
                  <a:solidFill>
                    <a:srgbClr val="FFFFFF"/>
                  </a:solidFill>
                  <a:latin typeface="Inter"/>
                  <a:ea typeface="Inter"/>
                  <a:cs typeface="Inter"/>
                </a:defRPr>
              </a:lvl9pPr>
            </a:lstStyle>
            <a:p>
              <a:pPr algn="l">
                <a:lnSpc>
                  <a:spcPct val="100000"/>
                </a:lnSpc>
                <a:buNone/>
                <a:defRPr sz="1801" b="1" i="0" kern="0" spc="0">
                  <a:solidFill>
                    <a:srgbClr val="FFFFFF"/>
                  </a:solidFill>
                  <a:latin typeface="Inter"/>
                  <a:ea typeface="Inter"/>
                  <a:cs typeface="Inter"/>
                </a:defRPr>
              </a:pPr>
              <a:r>
                <a:rPr sz="1801" b="1" i="0" kern="0" spc="0">
                  <a:ln w="42386">
                    <a:solidFill>
                      <a:srgbClr val="FFFFFF"/>
                    </a:solidFill>
                    <a:prstDash val="solid"/>
                  </a:ln>
                  <a:solidFill>
                    <a:srgbClr val="FFFFFF"/>
                  </a:solidFill>
                  <a:latin typeface="Inter"/>
                  <a:ea typeface="Inter"/>
                  <a:cs typeface="Inter"/>
                </a:rPr>
                <a:t>Q</a:t>
              </a:r>
            </a:p>
          </p:txBody>
        </p:sp>
        <p:sp>
          <p:nvSpPr>
            <p:cNvPr id="143" name="s7 text 80">
              <a:extLst>
                <a:ext uri="{FF2B5EF4-FFF2-40B4-BE49-F238E27FC236}">
                  <a16:creationId xmlns:a16="http://schemas.microsoft.com/office/drawing/2014/main" id="{55DDF5AE-E4E1-4BDD-8739-283004C3E8FA}"/>
                </a:ext>
              </a:extLst>
            </p:cNvPr>
            <p:cNvSpPr>
              <a:spLocks noGrp="1"/>
            </p:cNvSpPr>
            <p:nvPr/>
          </p:nvSpPr>
          <p:spPr>
            <a:xfrm>
              <a:off x="5021575" y="4162058"/>
              <a:ext cx="269113" cy="318186"/>
            </a:xfrm>
            <a:prstGeom prst="rect">
              <a:avLst/>
            </a:prstGeom>
            <a:noFill/>
            <a:ln w="0">
              <a:noFill/>
              <a:prstDash val="solid"/>
            </a:ln>
          </p:spPr>
          <p:txBody>
            <a:bodyPr wrap="none" lIns="0" tIns="0" rIns="0" bIns="0" anchor="t">
              <a:noAutofit/>
            </a:bodyPr>
            <a:lstStyle>
              <a:defPPr algn="l">
                <a:defRPr sz="1801" b="1" i="0" kern="0" spc="0">
                  <a:solidFill>
                    <a:srgbClr val="0A2540"/>
                  </a:solidFill>
                  <a:latin typeface="Inter"/>
                  <a:ea typeface="Inter"/>
                  <a:cs typeface="Inter"/>
                </a:defRPr>
              </a:defPPr>
              <a:lvl1pPr algn="l">
                <a:defRPr sz="1801" b="1" i="0" kern="0" spc="0">
                  <a:solidFill>
                    <a:srgbClr val="0A2540"/>
                  </a:solidFill>
                  <a:latin typeface="Inter"/>
                  <a:ea typeface="Inter"/>
                  <a:cs typeface="Inter"/>
                </a:defRPr>
              </a:lvl1pPr>
              <a:lvl2pPr algn="l">
                <a:defRPr sz="1801" b="1" i="0" kern="0" spc="0">
                  <a:solidFill>
                    <a:srgbClr val="0A2540"/>
                  </a:solidFill>
                  <a:latin typeface="Inter"/>
                  <a:ea typeface="Inter"/>
                  <a:cs typeface="Inter"/>
                </a:defRPr>
              </a:lvl2pPr>
              <a:lvl3pPr algn="l">
                <a:defRPr sz="1801" b="1" i="0" kern="0" spc="0">
                  <a:solidFill>
                    <a:srgbClr val="0A2540"/>
                  </a:solidFill>
                  <a:latin typeface="Inter"/>
                  <a:ea typeface="Inter"/>
                  <a:cs typeface="Inter"/>
                </a:defRPr>
              </a:lvl3pPr>
              <a:lvl4pPr algn="l">
                <a:defRPr sz="1801" b="1" i="0" kern="0" spc="0">
                  <a:solidFill>
                    <a:srgbClr val="0A2540"/>
                  </a:solidFill>
                  <a:latin typeface="Inter"/>
                  <a:ea typeface="Inter"/>
                  <a:cs typeface="Inter"/>
                </a:defRPr>
              </a:lvl4pPr>
              <a:lvl5pPr algn="l">
                <a:defRPr sz="1801" b="1" i="0" kern="0" spc="0">
                  <a:solidFill>
                    <a:srgbClr val="0A2540"/>
                  </a:solidFill>
                  <a:latin typeface="Inter"/>
                  <a:ea typeface="Inter"/>
                  <a:cs typeface="Inter"/>
                </a:defRPr>
              </a:lvl5pPr>
              <a:lvl6pPr algn="l">
                <a:defRPr sz="1801" b="1" i="0" kern="0" spc="0">
                  <a:solidFill>
                    <a:srgbClr val="0A2540"/>
                  </a:solidFill>
                  <a:latin typeface="Inter"/>
                  <a:ea typeface="Inter"/>
                  <a:cs typeface="Inter"/>
                </a:defRPr>
              </a:lvl6pPr>
              <a:lvl7pPr algn="l">
                <a:defRPr sz="1801" b="1" i="0" kern="0" spc="0">
                  <a:solidFill>
                    <a:srgbClr val="0A2540"/>
                  </a:solidFill>
                  <a:latin typeface="Inter"/>
                  <a:ea typeface="Inter"/>
                  <a:cs typeface="Inter"/>
                </a:defRPr>
              </a:lvl7pPr>
              <a:lvl8pPr algn="l">
                <a:defRPr sz="1801" b="1" i="0" kern="0" spc="0">
                  <a:solidFill>
                    <a:srgbClr val="0A2540"/>
                  </a:solidFill>
                  <a:latin typeface="Inter"/>
                  <a:ea typeface="Inter"/>
                  <a:cs typeface="Inter"/>
                </a:defRPr>
              </a:lvl8pPr>
              <a:lvl9pPr algn="l">
                <a:defRPr sz="1801" b="1" i="0" kern="0" spc="0">
                  <a:solidFill>
                    <a:srgbClr val="0A2540"/>
                  </a:solidFill>
                  <a:latin typeface="Inter"/>
                  <a:ea typeface="Inter"/>
                  <a:cs typeface="Inter"/>
                </a:defRPr>
              </a:lvl9pPr>
            </a:lstStyle>
            <a:p>
              <a:pPr algn="l">
                <a:lnSpc>
                  <a:spcPct val="100000"/>
                </a:lnSpc>
                <a:buNone/>
                <a:defRPr sz="1801" b="1" i="0" kern="0" spc="0">
                  <a:solidFill>
                    <a:srgbClr val="0A2540"/>
                  </a:solidFill>
                  <a:latin typeface="Inter"/>
                  <a:ea typeface="Inter"/>
                  <a:cs typeface="Inter"/>
                </a:defRPr>
              </a:pPr>
              <a:r>
                <a:rPr sz="1801" b="1" i="0" kern="0" spc="0">
                  <a:solidFill>
                    <a:srgbClr val="0A2540"/>
                  </a:solidFill>
                  <a:latin typeface="Inter"/>
                  <a:ea typeface="Inter"/>
                  <a:cs typeface="Inter"/>
                </a:rPr>
                <a:t>Q</a:t>
              </a:r>
            </a:p>
          </p:txBody>
        </p:sp>
        <p:sp>
          <p:nvSpPr>
            <p:cNvPr id="144" name="s7 text 81 halo">
              <a:extLst>
                <a:ext uri="{FF2B5EF4-FFF2-40B4-BE49-F238E27FC236}">
                  <a16:creationId xmlns:a16="http://schemas.microsoft.com/office/drawing/2014/main" id="{4445DE46-103F-4008-9A99-395D4FA6AF6A}"/>
                </a:ext>
              </a:extLst>
            </p:cNvPr>
            <p:cNvSpPr>
              <a:spLocks noGrp="1"/>
            </p:cNvSpPr>
            <p:nvPr/>
          </p:nvSpPr>
          <p:spPr>
            <a:xfrm>
              <a:off x="5153623" y="4304665"/>
              <a:ext cx="122998" cy="166101"/>
            </a:xfrm>
            <a:prstGeom prst="rect">
              <a:avLst/>
            </a:prstGeom>
            <a:noFill/>
            <a:ln w="0">
              <a:noFill/>
              <a:prstDash val="solid"/>
            </a:ln>
          </p:spPr>
          <p:txBody>
            <a:bodyPr wrap="none" lIns="0" tIns="0" rIns="0" bIns="0" anchor="t">
              <a:noAutofit/>
            </a:bodyPr>
            <a:lstStyle>
              <a:defPPr algn="l">
                <a:defRPr sz="940" b="1" i="0" kern="0" spc="0">
                  <a:ln w="42386">
                    <a:solidFill>
                      <a:srgbClr val="FFFFFF"/>
                    </a:solidFill>
                    <a:prstDash val="solid"/>
                  </a:ln>
                  <a:solidFill>
                    <a:srgbClr val="FFFFFF"/>
                  </a:solidFill>
                  <a:latin typeface="Inter"/>
                  <a:ea typeface="Inter"/>
                  <a:cs typeface="Inter"/>
                </a:defRPr>
              </a:defPPr>
              <a:lvl1pPr algn="l">
                <a:defRPr sz="940" b="1" i="0" kern="0" spc="0">
                  <a:ln w="42386">
                    <a:solidFill>
                      <a:srgbClr val="FFFFFF"/>
                    </a:solidFill>
                    <a:prstDash val="solid"/>
                  </a:ln>
                  <a:solidFill>
                    <a:srgbClr val="FFFFFF"/>
                  </a:solidFill>
                  <a:latin typeface="Inter"/>
                  <a:ea typeface="Inter"/>
                  <a:cs typeface="Inter"/>
                </a:defRPr>
              </a:lvl1pPr>
              <a:lvl2pPr algn="l">
                <a:defRPr sz="940" b="1" i="0" kern="0" spc="0">
                  <a:ln w="42386">
                    <a:solidFill>
                      <a:srgbClr val="FFFFFF"/>
                    </a:solidFill>
                    <a:prstDash val="solid"/>
                  </a:ln>
                  <a:solidFill>
                    <a:srgbClr val="FFFFFF"/>
                  </a:solidFill>
                  <a:latin typeface="Inter"/>
                  <a:ea typeface="Inter"/>
                  <a:cs typeface="Inter"/>
                </a:defRPr>
              </a:lvl2pPr>
              <a:lvl3pPr algn="l">
                <a:defRPr sz="940" b="1" i="0" kern="0" spc="0">
                  <a:ln w="42386">
                    <a:solidFill>
                      <a:srgbClr val="FFFFFF"/>
                    </a:solidFill>
                    <a:prstDash val="solid"/>
                  </a:ln>
                  <a:solidFill>
                    <a:srgbClr val="FFFFFF"/>
                  </a:solidFill>
                  <a:latin typeface="Inter"/>
                  <a:ea typeface="Inter"/>
                  <a:cs typeface="Inter"/>
                </a:defRPr>
              </a:lvl3pPr>
              <a:lvl4pPr algn="l">
                <a:defRPr sz="940" b="1" i="0" kern="0" spc="0">
                  <a:ln w="42386">
                    <a:solidFill>
                      <a:srgbClr val="FFFFFF"/>
                    </a:solidFill>
                    <a:prstDash val="solid"/>
                  </a:ln>
                  <a:solidFill>
                    <a:srgbClr val="FFFFFF"/>
                  </a:solidFill>
                  <a:latin typeface="Inter"/>
                  <a:ea typeface="Inter"/>
                  <a:cs typeface="Inter"/>
                </a:defRPr>
              </a:lvl4pPr>
              <a:lvl5pPr algn="l">
                <a:defRPr sz="940" b="1" i="0" kern="0" spc="0">
                  <a:ln w="42386">
                    <a:solidFill>
                      <a:srgbClr val="FFFFFF"/>
                    </a:solidFill>
                    <a:prstDash val="solid"/>
                  </a:ln>
                  <a:solidFill>
                    <a:srgbClr val="FFFFFF"/>
                  </a:solidFill>
                  <a:latin typeface="Inter"/>
                  <a:ea typeface="Inter"/>
                  <a:cs typeface="Inter"/>
                </a:defRPr>
              </a:lvl5pPr>
              <a:lvl6pPr algn="l">
                <a:defRPr sz="940" b="1" i="0" kern="0" spc="0">
                  <a:ln w="42386">
                    <a:solidFill>
                      <a:srgbClr val="FFFFFF"/>
                    </a:solidFill>
                    <a:prstDash val="solid"/>
                  </a:ln>
                  <a:solidFill>
                    <a:srgbClr val="FFFFFF"/>
                  </a:solidFill>
                  <a:latin typeface="Inter"/>
                  <a:ea typeface="Inter"/>
                  <a:cs typeface="Inter"/>
                </a:defRPr>
              </a:lvl6pPr>
              <a:lvl7pPr algn="l">
                <a:defRPr sz="940" b="1" i="0" kern="0" spc="0">
                  <a:ln w="42386">
                    <a:solidFill>
                      <a:srgbClr val="FFFFFF"/>
                    </a:solidFill>
                    <a:prstDash val="solid"/>
                  </a:ln>
                  <a:solidFill>
                    <a:srgbClr val="FFFFFF"/>
                  </a:solidFill>
                  <a:latin typeface="Inter"/>
                  <a:ea typeface="Inter"/>
                  <a:cs typeface="Inter"/>
                </a:defRPr>
              </a:lvl7pPr>
              <a:lvl8pPr algn="l">
                <a:defRPr sz="940" b="1" i="0" kern="0" spc="0">
                  <a:ln w="42386">
                    <a:solidFill>
                      <a:srgbClr val="FFFFFF"/>
                    </a:solidFill>
                    <a:prstDash val="solid"/>
                  </a:ln>
                  <a:solidFill>
                    <a:srgbClr val="FFFFFF"/>
                  </a:solidFill>
                  <a:latin typeface="Inter"/>
                  <a:ea typeface="Inter"/>
                  <a:cs typeface="Inter"/>
                </a:defRPr>
              </a:lvl8pPr>
              <a:lvl9pPr algn="l">
                <a:defRPr sz="940" b="1" i="0" kern="0" spc="0">
                  <a:ln w="42386">
                    <a:solidFill>
                      <a:srgbClr val="FFFFFF"/>
                    </a:solidFill>
                    <a:prstDash val="solid"/>
                  </a:ln>
                  <a:solidFill>
                    <a:srgbClr val="FFFFFF"/>
                  </a:solidFill>
                  <a:latin typeface="Inter"/>
                  <a:ea typeface="Inter"/>
                  <a:cs typeface="Inter"/>
                </a:defRPr>
              </a:lvl9pPr>
            </a:lstStyle>
            <a:p>
              <a:pPr algn="l">
                <a:lnSpc>
                  <a:spcPct val="100000"/>
                </a:lnSpc>
                <a:buNone/>
                <a:defRPr sz="940" b="1" i="0" kern="0" spc="0">
                  <a:solidFill>
                    <a:srgbClr val="FFFFFF"/>
                  </a:solidFill>
                  <a:latin typeface="Inter"/>
                  <a:ea typeface="Inter"/>
                  <a:cs typeface="Inter"/>
                </a:defRPr>
              </a:pPr>
              <a:r>
                <a:rPr sz="940" b="1" i="0" kern="0" spc="0">
                  <a:ln w="42386">
                    <a:solidFill>
                      <a:srgbClr val="FFFFFF"/>
                    </a:solidFill>
                    <a:prstDash val="solid"/>
                  </a:ln>
                  <a:solidFill>
                    <a:srgbClr val="FFFFFF"/>
                  </a:solidFill>
                  <a:latin typeface="Inter"/>
                  <a:ea typeface="Inter"/>
                  <a:cs typeface="Inter"/>
                </a:rPr>
                <a:t>d</a:t>
              </a:r>
            </a:p>
          </p:txBody>
        </p:sp>
        <p:sp>
          <p:nvSpPr>
            <p:cNvPr id="145" name="s7 text 81">
              <a:extLst>
                <a:ext uri="{FF2B5EF4-FFF2-40B4-BE49-F238E27FC236}">
                  <a16:creationId xmlns:a16="http://schemas.microsoft.com/office/drawing/2014/main" id="{634CBF7D-1B23-4771-953B-F1BCB57EEDD0}"/>
                </a:ext>
              </a:extLst>
            </p:cNvPr>
            <p:cNvSpPr>
              <a:spLocks noGrp="1"/>
            </p:cNvSpPr>
            <p:nvPr/>
          </p:nvSpPr>
          <p:spPr>
            <a:xfrm>
              <a:off x="5153623" y="4304665"/>
              <a:ext cx="122998" cy="166101"/>
            </a:xfrm>
            <a:prstGeom prst="rect">
              <a:avLst/>
            </a:prstGeom>
            <a:noFill/>
            <a:ln w="0">
              <a:noFill/>
              <a:prstDash val="solid"/>
            </a:ln>
          </p:spPr>
          <p:txBody>
            <a:bodyPr wrap="none" lIns="0" tIns="0" rIns="0" bIns="0" anchor="t">
              <a:noAutofit/>
            </a:bodyPr>
            <a:lstStyle>
              <a:defPPr algn="l">
                <a:defRPr sz="940" b="1" i="0" kern="0" spc="0">
                  <a:solidFill>
                    <a:srgbClr val="0A2540"/>
                  </a:solidFill>
                  <a:latin typeface="Inter"/>
                  <a:ea typeface="Inter"/>
                  <a:cs typeface="Inter"/>
                </a:defRPr>
              </a:defPPr>
              <a:lvl1pPr algn="l">
                <a:defRPr sz="940" b="1" i="0" kern="0" spc="0">
                  <a:solidFill>
                    <a:srgbClr val="0A2540"/>
                  </a:solidFill>
                  <a:latin typeface="Inter"/>
                  <a:ea typeface="Inter"/>
                  <a:cs typeface="Inter"/>
                </a:defRPr>
              </a:lvl1pPr>
              <a:lvl2pPr algn="l">
                <a:defRPr sz="940" b="1" i="0" kern="0" spc="0">
                  <a:solidFill>
                    <a:srgbClr val="0A2540"/>
                  </a:solidFill>
                  <a:latin typeface="Inter"/>
                  <a:ea typeface="Inter"/>
                  <a:cs typeface="Inter"/>
                </a:defRPr>
              </a:lvl2pPr>
              <a:lvl3pPr algn="l">
                <a:defRPr sz="940" b="1" i="0" kern="0" spc="0">
                  <a:solidFill>
                    <a:srgbClr val="0A2540"/>
                  </a:solidFill>
                  <a:latin typeface="Inter"/>
                  <a:ea typeface="Inter"/>
                  <a:cs typeface="Inter"/>
                </a:defRPr>
              </a:lvl3pPr>
              <a:lvl4pPr algn="l">
                <a:defRPr sz="940" b="1" i="0" kern="0" spc="0">
                  <a:solidFill>
                    <a:srgbClr val="0A2540"/>
                  </a:solidFill>
                  <a:latin typeface="Inter"/>
                  <a:ea typeface="Inter"/>
                  <a:cs typeface="Inter"/>
                </a:defRPr>
              </a:lvl4pPr>
              <a:lvl5pPr algn="l">
                <a:defRPr sz="940" b="1" i="0" kern="0" spc="0">
                  <a:solidFill>
                    <a:srgbClr val="0A2540"/>
                  </a:solidFill>
                  <a:latin typeface="Inter"/>
                  <a:ea typeface="Inter"/>
                  <a:cs typeface="Inter"/>
                </a:defRPr>
              </a:lvl5pPr>
              <a:lvl6pPr algn="l">
                <a:defRPr sz="940" b="1" i="0" kern="0" spc="0">
                  <a:solidFill>
                    <a:srgbClr val="0A2540"/>
                  </a:solidFill>
                  <a:latin typeface="Inter"/>
                  <a:ea typeface="Inter"/>
                  <a:cs typeface="Inter"/>
                </a:defRPr>
              </a:lvl6pPr>
              <a:lvl7pPr algn="l">
                <a:defRPr sz="940" b="1" i="0" kern="0" spc="0">
                  <a:solidFill>
                    <a:srgbClr val="0A2540"/>
                  </a:solidFill>
                  <a:latin typeface="Inter"/>
                  <a:ea typeface="Inter"/>
                  <a:cs typeface="Inter"/>
                </a:defRPr>
              </a:lvl7pPr>
              <a:lvl8pPr algn="l">
                <a:defRPr sz="940" b="1" i="0" kern="0" spc="0">
                  <a:solidFill>
                    <a:srgbClr val="0A2540"/>
                  </a:solidFill>
                  <a:latin typeface="Inter"/>
                  <a:ea typeface="Inter"/>
                  <a:cs typeface="Inter"/>
                </a:defRPr>
              </a:lvl8pPr>
              <a:lvl9pPr algn="l">
                <a:defRPr sz="940" b="1" i="0" kern="0" spc="0">
                  <a:solidFill>
                    <a:srgbClr val="0A2540"/>
                  </a:solidFill>
                  <a:latin typeface="Inter"/>
                  <a:ea typeface="Inter"/>
                  <a:cs typeface="Inter"/>
                </a:defRPr>
              </a:lvl9pPr>
            </a:lstStyle>
            <a:p>
              <a:pPr algn="l">
                <a:lnSpc>
                  <a:spcPct val="100000"/>
                </a:lnSpc>
                <a:buNone/>
                <a:defRPr sz="940" b="1" i="0" kern="0" spc="0">
                  <a:solidFill>
                    <a:srgbClr val="0A2540"/>
                  </a:solidFill>
                  <a:latin typeface="Inter"/>
                  <a:ea typeface="Inter"/>
                  <a:cs typeface="Inter"/>
                </a:defRPr>
              </a:pPr>
              <a:r>
                <a:rPr sz="940" b="1" i="0" kern="0" spc="0">
                  <a:solidFill>
                    <a:srgbClr val="0A2540"/>
                  </a:solidFill>
                  <a:latin typeface="Inter"/>
                  <a:ea typeface="Inter"/>
                  <a:cs typeface="Inter"/>
                </a:rPr>
                <a:t>d</a:t>
              </a:r>
            </a:p>
          </p:txBody>
        </p:sp>
        <p:sp>
          <p:nvSpPr>
            <p:cNvPr id="146" name="s7 text 82 halo">
              <a:extLst>
                <a:ext uri="{FF2B5EF4-FFF2-40B4-BE49-F238E27FC236}">
                  <a16:creationId xmlns:a16="http://schemas.microsoft.com/office/drawing/2014/main" id="{106703AB-3B09-4396-92EE-81B510CE887A}"/>
                </a:ext>
              </a:extLst>
            </p:cNvPr>
            <p:cNvSpPr>
              <a:spLocks noGrp="1"/>
            </p:cNvSpPr>
            <p:nvPr/>
          </p:nvSpPr>
          <p:spPr>
            <a:xfrm>
              <a:off x="5227851" y="4162058"/>
              <a:ext cx="697544" cy="318186"/>
            </a:xfrm>
            <a:prstGeom prst="rect">
              <a:avLst/>
            </a:prstGeom>
            <a:noFill/>
            <a:ln w="0">
              <a:noFill/>
              <a:prstDash val="solid"/>
            </a:ln>
          </p:spPr>
          <p:txBody>
            <a:bodyPr wrap="none" lIns="0" tIns="0" rIns="0" bIns="0" anchor="t">
              <a:noAutofit/>
            </a:bodyPr>
            <a:lstStyle>
              <a:defPPr algn="l">
                <a:defRPr sz="1801" b="1" i="0" kern="0" spc="-9">
                  <a:ln w="42386">
                    <a:solidFill>
                      <a:srgbClr val="FFFFFF"/>
                    </a:solidFill>
                    <a:prstDash val="solid"/>
                  </a:ln>
                  <a:solidFill>
                    <a:srgbClr val="FFFFFF"/>
                  </a:solidFill>
                  <a:latin typeface="Inter"/>
                  <a:ea typeface="Inter"/>
                  <a:cs typeface="Inter"/>
                </a:defRPr>
              </a:defPPr>
              <a:lvl1pPr algn="l">
                <a:defRPr sz="1801" b="1" i="0" kern="0" spc="-9">
                  <a:ln w="42386">
                    <a:solidFill>
                      <a:srgbClr val="FFFFFF"/>
                    </a:solidFill>
                    <a:prstDash val="solid"/>
                  </a:ln>
                  <a:solidFill>
                    <a:srgbClr val="FFFFFF"/>
                  </a:solidFill>
                  <a:latin typeface="Inter"/>
                  <a:ea typeface="Inter"/>
                  <a:cs typeface="Inter"/>
                </a:defRPr>
              </a:lvl1pPr>
              <a:lvl2pPr algn="l">
                <a:defRPr sz="1801" b="1" i="0" kern="0" spc="-9">
                  <a:ln w="42386">
                    <a:solidFill>
                      <a:srgbClr val="FFFFFF"/>
                    </a:solidFill>
                    <a:prstDash val="solid"/>
                  </a:ln>
                  <a:solidFill>
                    <a:srgbClr val="FFFFFF"/>
                  </a:solidFill>
                  <a:latin typeface="Inter"/>
                  <a:ea typeface="Inter"/>
                  <a:cs typeface="Inter"/>
                </a:defRPr>
              </a:lvl2pPr>
              <a:lvl3pPr algn="l">
                <a:defRPr sz="1801" b="1" i="0" kern="0" spc="-9">
                  <a:ln w="42386">
                    <a:solidFill>
                      <a:srgbClr val="FFFFFF"/>
                    </a:solidFill>
                    <a:prstDash val="solid"/>
                  </a:ln>
                  <a:solidFill>
                    <a:srgbClr val="FFFFFF"/>
                  </a:solidFill>
                  <a:latin typeface="Inter"/>
                  <a:ea typeface="Inter"/>
                  <a:cs typeface="Inter"/>
                </a:defRPr>
              </a:lvl3pPr>
              <a:lvl4pPr algn="l">
                <a:defRPr sz="1801" b="1" i="0" kern="0" spc="-9">
                  <a:ln w="42386">
                    <a:solidFill>
                      <a:srgbClr val="FFFFFF"/>
                    </a:solidFill>
                    <a:prstDash val="solid"/>
                  </a:ln>
                  <a:solidFill>
                    <a:srgbClr val="FFFFFF"/>
                  </a:solidFill>
                  <a:latin typeface="Inter"/>
                  <a:ea typeface="Inter"/>
                  <a:cs typeface="Inter"/>
                </a:defRPr>
              </a:lvl4pPr>
              <a:lvl5pPr algn="l">
                <a:defRPr sz="1801" b="1" i="0" kern="0" spc="-9">
                  <a:ln w="42386">
                    <a:solidFill>
                      <a:srgbClr val="FFFFFF"/>
                    </a:solidFill>
                    <a:prstDash val="solid"/>
                  </a:ln>
                  <a:solidFill>
                    <a:srgbClr val="FFFFFF"/>
                  </a:solidFill>
                  <a:latin typeface="Inter"/>
                  <a:ea typeface="Inter"/>
                  <a:cs typeface="Inter"/>
                </a:defRPr>
              </a:lvl5pPr>
              <a:lvl6pPr algn="l">
                <a:defRPr sz="1801" b="1" i="0" kern="0" spc="-9">
                  <a:ln w="42386">
                    <a:solidFill>
                      <a:srgbClr val="FFFFFF"/>
                    </a:solidFill>
                    <a:prstDash val="solid"/>
                  </a:ln>
                  <a:solidFill>
                    <a:srgbClr val="FFFFFF"/>
                  </a:solidFill>
                  <a:latin typeface="Inter"/>
                  <a:ea typeface="Inter"/>
                  <a:cs typeface="Inter"/>
                </a:defRPr>
              </a:lvl6pPr>
              <a:lvl7pPr algn="l">
                <a:defRPr sz="1801" b="1" i="0" kern="0" spc="-9">
                  <a:ln w="42386">
                    <a:solidFill>
                      <a:srgbClr val="FFFFFF"/>
                    </a:solidFill>
                    <a:prstDash val="solid"/>
                  </a:ln>
                  <a:solidFill>
                    <a:srgbClr val="FFFFFF"/>
                  </a:solidFill>
                  <a:latin typeface="Inter"/>
                  <a:ea typeface="Inter"/>
                  <a:cs typeface="Inter"/>
                </a:defRPr>
              </a:lvl7pPr>
              <a:lvl8pPr algn="l">
                <a:defRPr sz="1801" b="1" i="0" kern="0" spc="-9">
                  <a:ln w="42386">
                    <a:solidFill>
                      <a:srgbClr val="FFFFFF"/>
                    </a:solidFill>
                    <a:prstDash val="solid"/>
                  </a:ln>
                  <a:solidFill>
                    <a:srgbClr val="FFFFFF"/>
                  </a:solidFill>
                  <a:latin typeface="Inter"/>
                  <a:ea typeface="Inter"/>
                  <a:cs typeface="Inter"/>
                </a:defRPr>
              </a:lvl8pPr>
              <a:lvl9pPr algn="l">
                <a:defRPr sz="1801" b="1" i="0" kern="0" spc="-9">
                  <a:ln w="42386">
                    <a:solidFill>
                      <a:srgbClr val="FFFFFF"/>
                    </a:solidFill>
                    <a:prstDash val="solid"/>
                  </a:ln>
                  <a:solidFill>
                    <a:srgbClr val="FFFFFF"/>
                  </a:solidFill>
                  <a:latin typeface="Inter"/>
                  <a:ea typeface="Inter"/>
                  <a:cs typeface="Inter"/>
                </a:defRPr>
              </a:lvl9pPr>
            </a:lstStyle>
            <a:p>
              <a:pPr algn="l">
                <a:lnSpc>
                  <a:spcPct val="100000"/>
                </a:lnSpc>
                <a:buNone/>
                <a:defRPr sz="1801" b="1" i="0" kern="0" spc="-9">
                  <a:solidFill>
                    <a:srgbClr val="FFFFFF"/>
                  </a:solidFill>
                  <a:latin typeface="Inter"/>
                  <a:ea typeface="Inter"/>
                  <a:cs typeface="Inter"/>
                </a:defRPr>
              </a:pPr>
              <a:r>
                <a:rPr sz="1801" b="1" i="0" kern="0" spc="-9">
                  <a:ln w="42386">
                    <a:solidFill>
                      <a:srgbClr val="FFFFFF"/>
                    </a:solidFill>
                    <a:prstDash val="solid"/>
                  </a:ln>
                  <a:solidFill>
                    <a:srgbClr val="FFFFFF"/>
                  </a:solidFill>
                  <a:latin typeface="Inter"/>
                  <a:ea typeface="Inter"/>
                  <a:cs typeface="Inter"/>
                </a:rPr>
                <a:t>= 120</a:t>
              </a:r>
            </a:p>
          </p:txBody>
        </p:sp>
        <p:sp>
          <p:nvSpPr>
            <p:cNvPr id="147" name="s7 text 82">
              <a:extLst>
                <a:ext uri="{FF2B5EF4-FFF2-40B4-BE49-F238E27FC236}">
                  <a16:creationId xmlns:a16="http://schemas.microsoft.com/office/drawing/2014/main" id="{473FFEDB-8511-439D-A1B2-CBCD9A975726}"/>
                </a:ext>
              </a:extLst>
            </p:cNvPr>
            <p:cNvSpPr>
              <a:spLocks noGrp="1"/>
            </p:cNvSpPr>
            <p:nvPr/>
          </p:nvSpPr>
          <p:spPr>
            <a:xfrm>
              <a:off x="5227851" y="4162058"/>
              <a:ext cx="697544" cy="318186"/>
            </a:xfrm>
            <a:prstGeom prst="rect">
              <a:avLst/>
            </a:prstGeom>
            <a:noFill/>
            <a:ln w="0">
              <a:noFill/>
              <a:prstDash val="solid"/>
            </a:ln>
          </p:spPr>
          <p:txBody>
            <a:bodyPr wrap="none" lIns="0" tIns="0" rIns="0" bIns="0" anchor="t">
              <a:noAutofit/>
            </a:bodyPr>
            <a:lstStyle>
              <a:defPPr algn="l">
                <a:defRPr sz="1801" b="1" i="0" kern="0" spc="-9">
                  <a:solidFill>
                    <a:srgbClr val="0A2540"/>
                  </a:solidFill>
                  <a:latin typeface="Inter"/>
                  <a:ea typeface="Inter"/>
                  <a:cs typeface="Inter"/>
                </a:defRPr>
              </a:defPPr>
              <a:lvl1pPr algn="l">
                <a:defRPr sz="1801" b="1" i="0" kern="0" spc="-9">
                  <a:solidFill>
                    <a:srgbClr val="0A2540"/>
                  </a:solidFill>
                  <a:latin typeface="Inter"/>
                  <a:ea typeface="Inter"/>
                  <a:cs typeface="Inter"/>
                </a:defRPr>
              </a:lvl1pPr>
              <a:lvl2pPr algn="l">
                <a:defRPr sz="1801" b="1" i="0" kern="0" spc="-9">
                  <a:solidFill>
                    <a:srgbClr val="0A2540"/>
                  </a:solidFill>
                  <a:latin typeface="Inter"/>
                  <a:ea typeface="Inter"/>
                  <a:cs typeface="Inter"/>
                </a:defRPr>
              </a:lvl2pPr>
              <a:lvl3pPr algn="l">
                <a:defRPr sz="1801" b="1" i="0" kern="0" spc="-9">
                  <a:solidFill>
                    <a:srgbClr val="0A2540"/>
                  </a:solidFill>
                  <a:latin typeface="Inter"/>
                  <a:ea typeface="Inter"/>
                  <a:cs typeface="Inter"/>
                </a:defRPr>
              </a:lvl3pPr>
              <a:lvl4pPr algn="l">
                <a:defRPr sz="1801" b="1" i="0" kern="0" spc="-9">
                  <a:solidFill>
                    <a:srgbClr val="0A2540"/>
                  </a:solidFill>
                  <a:latin typeface="Inter"/>
                  <a:ea typeface="Inter"/>
                  <a:cs typeface="Inter"/>
                </a:defRPr>
              </a:lvl4pPr>
              <a:lvl5pPr algn="l">
                <a:defRPr sz="1801" b="1" i="0" kern="0" spc="-9">
                  <a:solidFill>
                    <a:srgbClr val="0A2540"/>
                  </a:solidFill>
                  <a:latin typeface="Inter"/>
                  <a:ea typeface="Inter"/>
                  <a:cs typeface="Inter"/>
                </a:defRPr>
              </a:lvl5pPr>
              <a:lvl6pPr algn="l">
                <a:defRPr sz="1801" b="1" i="0" kern="0" spc="-9">
                  <a:solidFill>
                    <a:srgbClr val="0A2540"/>
                  </a:solidFill>
                  <a:latin typeface="Inter"/>
                  <a:ea typeface="Inter"/>
                  <a:cs typeface="Inter"/>
                </a:defRPr>
              </a:lvl6pPr>
              <a:lvl7pPr algn="l">
                <a:defRPr sz="1801" b="1" i="0" kern="0" spc="-9">
                  <a:solidFill>
                    <a:srgbClr val="0A2540"/>
                  </a:solidFill>
                  <a:latin typeface="Inter"/>
                  <a:ea typeface="Inter"/>
                  <a:cs typeface="Inter"/>
                </a:defRPr>
              </a:lvl7pPr>
              <a:lvl8pPr algn="l">
                <a:defRPr sz="1801" b="1" i="0" kern="0" spc="-9">
                  <a:solidFill>
                    <a:srgbClr val="0A2540"/>
                  </a:solidFill>
                  <a:latin typeface="Inter"/>
                  <a:ea typeface="Inter"/>
                  <a:cs typeface="Inter"/>
                </a:defRPr>
              </a:lvl8pPr>
              <a:lvl9pPr algn="l">
                <a:defRPr sz="1801" b="1" i="0" kern="0" spc="-9">
                  <a:solidFill>
                    <a:srgbClr val="0A2540"/>
                  </a:solidFill>
                  <a:latin typeface="Inter"/>
                  <a:ea typeface="Inter"/>
                  <a:cs typeface="Inter"/>
                </a:defRPr>
              </a:lvl9pPr>
            </a:lstStyle>
            <a:p>
              <a:pPr algn="l">
                <a:lnSpc>
                  <a:spcPct val="100000"/>
                </a:lnSpc>
                <a:buNone/>
                <a:defRPr sz="1801" b="1" i="0" kern="0" spc="-9">
                  <a:solidFill>
                    <a:srgbClr val="0A2540"/>
                  </a:solidFill>
                  <a:latin typeface="Inter"/>
                  <a:ea typeface="Inter"/>
                  <a:cs typeface="Inter"/>
                </a:defRPr>
              </a:pPr>
              <a:r>
                <a:rPr sz="1801" b="1" i="0" kern="0" spc="-9">
                  <a:solidFill>
                    <a:srgbClr val="0A2540"/>
                  </a:solidFill>
                  <a:latin typeface="Inter"/>
                  <a:ea typeface="Inter"/>
                  <a:cs typeface="Inter"/>
                </a:rPr>
                <a:t>= 120</a:t>
              </a:r>
            </a:p>
          </p:txBody>
        </p:sp>
        <p:sp>
          <p:nvSpPr>
            <p:cNvPr id="148" name="s7 text 83 halo">
              <a:extLst>
                <a:ext uri="{FF2B5EF4-FFF2-40B4-BE49-F238E27FC236}">
                  <a16:creationId xmlns:a16="http://schemas.microsoft.com/office/drawing/2014/main" id="{61CF2A60-D8CD-4844-8BDF-769633BBDFFB}"/>
                </a:ext>
              </a:extLst>
            </p:cNvPr>
            <p:cNvSpPr>
              <a:spLocks noGrp="1"/>
            </p:cNvSpPr>
            <p:nvPr/>
          </p:nvSpPr>
          <p:spPr>
            <a:xfrm>
              <a:off x="1879330" y="4471266"/>
              <a:ext cx="266976" cy="216995"/>
            </a:xfrm>
            <a:prstGeom prst="rect">
              <a:avLst/>
            </a:prstGeom>
            <a:noFill/>
            <a:ln w="0">
              <a:noFill/>
              <a:prstDash val="solid"/>
            </a:ln>
          </p:spPr>
          <p:txBody>
            <a:bodyPr wrap="none" lIns="0" tIns="0" rIns="0" bIns="0" anchor="t">
              <a:noAutofit/>
            </a:bodyPr>
            <a:lstStyle>
              <a:defPPr algn="l">
                <a:defRPr sz="1228" b="0" i="0" kern="0" spc="-9">
                  <a:ln w="42386">
                    <a:solidFill>
                      <a:srgbClr val="FFFFFF"/>
                    </a:solidFill>
                    <a:prstDash val="solid"/>
                  </a:ln>
                  <a:solidFill>
                    <a:srgbClr val="FFFFFF"/>
                  </a:solidFill>
                  <a:latin typeface="Inter ExtraBold"/>
                  <a:ea typeface="Inter ExtraBold"/>
                  <a:cs typeface="Inter ExtraBold"/>
                </a:defRPr>
              </a:defPPr>
              <a:lvl1pPr algn="l">
                <a:defRPr sz="1228" b="0" i="0" kern="0" spc="-9">
                  <a:ln w="42386">
                    <a:solidFill>
                      <a:srgbClr val="FFFFFF"/>
                    </a:solidFill>
                    <a:prstDash val="solid"/>
                  </a:ln>
                  <a:solidFill>
                    <a:srgbClr val="FFFFFF"/>
                  </a:solidFill>
                  <a:latin typeface="Inter ExtraBold"/>
                  <a:ea typeface="Inter ExtraBold"/>
                  <a:cs typeface="Inter ExtraBold"/>
                </a:defRPr>
              </a:lvl1pPr>
              <a:lvl2pPr algn="l">
                <a:defRPr sz="1228" b="0" i="0" kern="0" spc="-9">
                  <a:ln w="42386">
                    <a:solidFill>
                      <a:srgbClr val="FFFFFF"/>
                    </a:solidFill>
                    <a:prstDash val="solid"/>
                  </a:ln>
                  <a:solidFill>
                    <a:srgbClr val="FFFFFF"/>
                  </a:solidFill>
                  <a:latin typeface="Inter ExtraBold"/>
                  <a:ea typeface="Inter ExtraBold"/>
                  <a:cs typeface="Inter ExtraBold"/>
                </a:defRPr>
              </a:lvl2pPr>
              <a:lvl3pPr algn="l">
                <a:defRPr sz="1228" b="0" i="0" kern="0" spc="-9">
                  <a:ln w="42386">
                    <a:solidFill>
                      <a:srgbClr val="FFFFFF"/>
                    </a:solidFill>
                    <a:prstDash val="solid"/>
                  </a:ln>
                  <a:solidFill>
                    <a:srgbClr val="FFFFFF"/>
                  </a:solidFill>
                  <a:latin typeface="Inter ExtraBold"/>
                  <a:ea typeface="Inter ExtraBold"/>
                  <a:cs typeface="Inter ExtraBold"/>
                </a:defRPr>
              </a:lvl3pPr>
              <a:lvl4pPr algn="l">
                <a:defRPr sz="1228" b="0" i="0" kern="0" spc="-9">
                  <a:ln w="42386">
                    <a:solidFill>
                      <a:srgbClr val="FFFFFF"/>
                    </a:solidFill>
                    <a:prstDash val="solid"/>
                  </a:ln>
                  <a:solidFill>
                    <a:srgbClr val="FFFFFF"/>
                  </a:solidFill>
                  <a:latin typeface="Inter ExtraBold"/>
                  <a:ea typeface="Inter ExtraBold"/>
                  <a:cs typeface="Inter ExtraBold"/>
                </a:defRPr>
              </a:lvl4pPr>
              <a:lvl5pPr algn="l">
                <a:defRPr sz="1228" b="0" i="0" kern="0" spc="-9">
                  <a:ln w="42386">
                    <a:solidFill>
                      <a:srgbClr val="FFFFFF"/>
                    </a:solidFill>
                    <a:prstDash val="solid"/>
                  </a:ln>
                  <a:solidFill>
                    <a:srgbClr val="FFFFFF"/>
                  </a:solidFill>
                  <a:latin typeface="Inter ExtraBold"/>
                  <a:ea typeface="Inter ExtraBold"/>
                  <a:cs typeface="Inter ExtraBold"/>
                </a:defRPr>
              </a:lvl5pPr>
              <a:lvl6pPr algn="l">
                <a:defRPr sz="1228" b="0" i="0" kern="0" spc="-9">
                  <a:ln w="42386">
                    <a:solidFill>
                      <a:srgbClr val="FFFFFF"/>
                    </a:solidFill>
                    <a:prstDash val="solid"/>
                  </a:ln>
                  <a:solidFill>
                    <a:srgbClr val="FFFFFF"/>
                  </a:solidFill>
                  <a:latin typeface="Inter ExtraBold"/>
                  <a:ea typeface="Inter ExtraBold"/>
                  <a:cs typeface="Inter ExtraBold"/>
                </a:defRPr>
              </a:lvl6pPr>
              <a:lvl7pPr algn="l">
                <a:defRPr sz="1228" b="0" i="0" kern="0" spc="-9">
                  <a:ln w="42386">
                    <a:solidFill>
                      <a:srgbClr val="FFFFFF"/>
                    </a:solidFill>
                    <a:prstDash val="solid"/>
                  </a:ln>
                  <a:solidFill>
                    <a:srgbClr val="FFFFFF"/>
                  </a:solidFill>
                  <a:latin typeface="Inter ExtraBold"/>
                  <a:ea typeface="Inter ExtraBold"/>
                  <a:cs typeface="Inter ExtraBold"/>
                </a:defRPr>
              </a:lvl7pPr>
              <a:lvl8pPr algn="l">
                <a:defRPr sz="1228" b="0" i="0" kern="0" spc="-9">
                  <a:ln w="42386">
                    <a:solidFill>
                      <a:srgbClr val="FFFFFF"/>
                    </a:solidFill>
                    <a:prstDash val="solid"/>
                  </a:ln>
                  <a:solidFill>
                    <a:srgbClr val="FFFFFF"/>
                  </a:solidFill>
                  <a:latin typeface="Inter ExtraBold"/>
                  <a:ea typeface="Inter ExtraBold"/>
                  <a:cs typeface="Inter ExtraBold"/>
                </a:defRPr>
              </a:lvl8pPr>
              <a:lvl9pPr algn="l">
                <a:defRPr sz="1228" b="0" i="0" kern="0" spc="-9">
                  <a:ln w="42386">
                    <a:solidFill>
                      <a:srgbClr val="FFFFFF"/>
                    </a:solidFill>
                    <a:prstDash val="solid"/>
                  </a:ln>
                  <a:solidFill>
                    <a:srgbClr val="FFFFFF"/>
                  </a:solidFill>
                  <a:latin typeface="Inter ExtraBold"/>
                  <a:ea typeface="Inter ExtraBold"/>
                  <a:cs typeface="Inter ExtraBold"/>
                </a:defRPr>
              </a:lvl9pPr>
            </a:lstStyle>
            <a:p>
              <a:pPr algn="l">
                <a:lnSpc>
                  <a:spcPct val="100000"/>
                </a:lnSpc>
                <a:buNone/>
                <a:defRPr sz="1228" b="0" i="0" kern="0" spc="-9">
                  <a:solidFill>
                    <a:srgbClr val="FFFFFF"/>
                  </a:solidFill>
                  <a:latin typeface="Inter ExtraBold"/>
                  <a:ea typeface="Inter ExtraBold"/>
                  <a:cs typeface="Inter ExtraBold"/>
                </a:defRPr>
              </a:pPr>
              <a:r>
                <a:rPr sz="1228" b="0" i="0" kern="0" spc="-9">
                  <a:ln w="42386">
                    <a:solidFill>
                      <a:srgbClr val="FFFFFF"/>
                    </a:solidFill>
                    <a:prstDash val="solid"/>
                  </a:ln>
                  <a:solidFill>
                    <a:srgbClr val="FFFFFF"/>
                  </a:solidFill>
                  <a:latin typeface="Inter ExtraBold"/>
                  <a:ea typeface="Inter ExtraBold"/>
                  <a:cs typeface="Inter ExtraBold"/>
                </a:rPr>
                <a:t>PS</a:t>
              </a:r>
            </a:p>
          </p:txBody>
        </p:sp>
        <p:sp>
          <p:nvSpPr>
            <p:cNvPr id="149" name="s7 text 83">
              <a:extLst>
                <a:ext uri="{FF2B5EF4-FFF2-40B4-BE49-F238E27FC236}">
                  <a16:creationId xmlns:a16="http://schemas.microsoft.com/office/drawing/2014/main" id="{A892BD58-51CD-4989-A4C2-3861E3087041}"/>
                </a:ext>
              </a:extLst>
            </p:cNvPr>
            <p:cNvSpPr>
              <a:spLocks noGrp="1"/>
            </p:cNvSpPr>
            <p:nvPr/>
          </p:nvSpPr>
          <p:spPr>
            <a:xfrm>
              <a:off x="1879330" y="4471266"/>
              <a:ext cx="266976" cy="216995"/>
            </a:xfrm>
            <a:prstGeom prst="rect">
              <a:avLst/>
            </a:prstGeom>
            <a:noFill/>
            <a:ln w="0">
              <a:noFill/>
              <a:prstDash val="solid"/>
            </a:ln>
          </p:spPr>
          <p:txBody>
            <a:bodyPr wrap="none" lIns="0" tIns="0" rIns="0" bIns="0" anchor="t">
              <a:noAutofit/>
            </a:bodyPr>
            <a:lstStyle>
              <a:defPPr algn="l">
                <a:defRPr sz="1228" b="0" i="0" kern="0" spc="-9">
                  <a:solidFill>
                    <a:srgbClr val="0E9F6E"/>
                  </a:solidFill>
                  <a:latin typeface="Inter ExtraBold"/>
                  <a:ea typeface="Inter ExtraBold"/>
                  <a:cs typeface="Inter ExtraBold"/>
                </a:defRPr>
              </a:defPPr>
              <a:lvl1pPr algn="l">
                <a:defRPr sz="1228" b="0" i="0" kern="0" spc="-9">
                  <a:solidFill>
                    <a:srgbClr val="0E9F6E"/>
                  </a:solidFill>
                  <a:latin typeface="Inter ExtraBold"/>
                  <a:ea typeface="Inter ExtraBold"/>
                  <a:cs typeface="Inter ExtraBold"/>
                </a:defRPr>
              </a:lvl1pPr>
              <a:lvl2pPr algn="l">
                <a:defRPr sz="1228" b="0" i="0" kern="0" spc="-9">
                  <a:solidFill>
                    <a:srgbClr val="0E9F6E"/>
                  </a:solidFill>
                  <a:latin typeface="Inter ExtraBold"/>
                  <a:ea typeface="Inter ExtraBold"/>
                  <a:cs typeface="Inter ExtraBold"/>
                </a:defRPr>
              </a:lvl2pPr>
              <a:lvl3pPr algn="l">
                <a:defRPr sz="1228" b="0" i="0" kern="0" spc="-9">
                  <a:solidFill>
                    <a:srgbClr val="0E9F6E"/>
                  </a:solidFill>
                  <a:latin typeface="Inter ExtraBold"/>
                  <a:ea typeface="Inter ExtraBold"/>
                  <a:cs typeface="Inter ExtraBold"/>
                </a:defRPr>
              </a:lvl3pPr>
              <a:lvl4pPr algn="l">
                <a:defRPr sz="1228" b="0" i="0" kern="0" spc="-9">
                  <a:solidFill>
                    <a:srgbClr val="0E9F6E"/>
                  </a:solidFill>
                  <a:latin typeface="Inter ExtraBold"/>
                  <a:ea typeface="Inter ExtraBold"/>
                  <a:cs typeface="Inter ExtraBold"/>
                </a:defRPr>
              </a:lvl4pPr>
              <a:lvl5pPr algn="l">
                <a:defRPr sz="1228" b="0" i="0" kern="0" spc="-9">
                  <a:solidFill>
                    <a:srgbClr val="0E9F6E"/>
                  </a:solidFill>
                  <a:latin typeface="Inter ExtraBold"/>
                  <a:ea typeface="Inter ExtraBold"/>
                  <a:cs typeface="Inter ExtraBold"/>
                </a:defRPr>
              </a:lvl5pPr>
              <a:lvl6pPr algn="l">
                <a:defRPr sz="1228" b="0" i="0" kern="0" spc="-9">
                  <a:solidFill>
                    <a:srgbClr val="0E9F6E"/>
                  </a:solidFill>
                  <a:latin typeface="Inter ExtraBold"/>
                  <a:ea typeface="Inter ExtraBold"/>
                  <a:cs typeface="Inter ExtraBold"/>
                </a:defRPr>
              </a:lvl6pPr>
              <a:lvl7pPr algn="l">
                <a:defRPr sz="1228" b="0" i="0" kern="0" spc="-9">
                  <a:solidFill>
                    <a:srgbClr val="0E9F6E"/>
                  </a:solidFill>
                  <a:latin typeface="Inter ExtraBold"/>
                  <a:ea typeface="Inter ExtraBold"/>
                  <a:cs typeface="Inter ExtraBold"/>
                </a:defRPr>
              </a:lvl7pPr>
              <a:lvl8pPr algn="l">
                <a:defRPr sz="1228" b="0" i="0" kern="0" spc="-9">
                  <a:solidFill>
                    <a:srgbClr val="0E9F6E"/>
                  </a:solidFill>
                  <a:latin typeface="Inter ExtraBold"/>
                  <a:ea typeface="Inter ExtraBold"/>
                  <a:cs typeface="Inter ExtraBold"/>
                </a:defRPr>
              </a:lvl8pPr>
              <a:lvl9pPr algn="l">
                <a:defRPr sz="1228" b="0" i="0" kern="0" spc="-9">
                  <a:solidFill>
                    <a:srgbClr val="0E9F6E"/>
                  </a:solidFill>
                  <a:latin typeface="Inter ExtraBold"/>
                  <a:ea typeface="Inter ExtraBold"/>
                  <a:cs typeface="Inter ExtraBold"/>
                </a:defRPr>
              </a:lvl9pPr>
            </a:lstStyle>
            <a:p>
              <a:pPr algn="l">
                <a:lnSpc>
                  <a:spcPct val="100000"/>
                </a:lnSpc>
                <a:buNone/>
                <a:defRPr sz="1228" b="0" i="0" kern="0" spc="-9">
                  <a:solidFill>
                    <a:srgbClr val="0E9F6E"/>
                  </a:solidFill>
                  <a:latin typeface="Inter ExtraBold"/>
                  <a:ea typeface="Inter ExtraBold"/>
                  <a:cs typeface="Inter ExtraBold"/>
                </a:defRPr>
              </a:pPr>
              <a:r>
                <a:rPr sz="1228" b="0" i="0" kern="0" spc="-9">
                  <a:solidFill>
                    <a:srgbClr val="0E9F6E"/>
                  </a:solidFill>
                  <a:latin typeface="Inter ExtraBold"/>
                  <a:ea typeface="Inter ExtraBold"/>
                  <a:cs typeface="Inter ExtraBold"/>
                </a:rPr>
                <a:t>PS</a:t>
              </a:r>
            </a:p>
          </p:txBody>
        </p:sp>
        <p:sp>
          <p:nvSpPr>
            <p:cNvPr id="150" name="s7 text 84 halo">
              <a:extLst>
                <a:ext uri="{FF2B5EF4-FFF2-40B4-BE49-F238E27FC236}">
                  <a16:creationId xmlns:a16="http://schemas.microsoft.com/office/drawing/2014/main" id="{D34C48F5-D1EB-4687-A2B0-9075F3ED01A8}"/>
                </a:ext>
              </a:extLst>
            </p:cNvPr>
            <p:cNvSpPr>
              <a:spLocks noGrp="1"/>
            </p:cNvSpPr>
            <p:nvPr/>
          </p:nvSpPr>
          <p:spPr>
            <a:xfrm>
              <a:off x="3676430" y="4609241"/>
              <a:ext cx="300838" cy="355661"/>
            </a:xfrm>
            <a:prstGeom prst="rect">
              <a:avLst/>
            </a:prstGeom>
            <a:noFill/>
            <a:ln w="0">
              <a:noFill/>
              <a:prstDash val="solid"/>
            </a:ln>
          </p:spPr>
          <p:txBody>
            <a:bodyPr wrap="none" lIns="0" tIns="0" rIns="0" bIns="0" anchor="t">
              <a:noAutofit/>
            </a:bodyPr>
            <a:lstStyle>
              <a:defPPr algn="l">
                <a:defRPr sz="2013" b="1" i="0" kern="0" spc="0">
                  <a:ln w="42386">
                    <a:solidFill>
                      <a:srgbClr val="FFFFFF"/>
                    </a:solidFill>
                    <a:prstDash val="solid"/>
                  </a:ln>
                  <a:solidFill>
                    <a:srgbClr val="FFFFFF"/>
                  </a:solidFill>
                  <a:latin typeface="Inter"/>
                  <a:ea typeface="Inter"/>
                  <a:cs typeface="Inter"/>
                </a:defRPr>
              </a:defPPr>
              <a:lvl1pPr algn="l">
                <a:defRPr sz="2013" b="1" i="0" kern="0" spc="0">
                  <a:ln w="42386">
                    <a:solidFill>
                      <a:srgbClr val="FFFFFF"/>
                    </a:solidFill>
                    <a:prstDash val="solid"/>
                  </a:ln>
                  <a:solidFill>
                    <a:srgbClr val="FFFFFF"/>
                  </a:solidFill>
                  <a:latin typeface="Inter"/>
                  <a:ea typeface="Inter"/>
                  <a:cs typeface="Inter"/>
                </a:defRPr>
              </a:lvl1pPr>
              <a:lvl2pPr algn="l">
                <a:defRPr sz="2013" b="1" i="0" kern="0" spc="0">
                  <a:ln w="42386">
                    <a:solidFill>
                      <a:srgbClr val="FFFFFF"/>
                    </a:solidFill>
                    <a:prstDash val="solid"/>
                  </a:ln>
                  <a:solidFill>
                    <a:srgbClr val="FFFFFF"/>
                  </a:solidFill>
                  <a:latin typeface="Inter"/>
                  <a:ea typeface="Inter"/>
                  <a:cs typeface="Inter"/>
                </a:defRPr>
              </a:lvl2pPr>
              <a:lvl3pPr algn="l">
                <a:defRPr sz="2013" b="1" i="0" kern="0" spc="0">
                  <a:ln w="42386">
                    <a:solidFill>
                      <a:srgbClr val="FFFFFF"/>
                    </a:solidFill>
                    <a:prstDash val="solid"/>
                  </a:ln>
                  <a:solidFill>
                    <a:srgbClr val="FFFFFF"/>
                  </a:solidFill>
                  <a:latin typeface="Inter"/>
                  <a:ea typeface="Inter"/>
                  <a:cs typeface="Inter"/>
                </a:defRPr>
              </a:lvl3pPr>
              <a:lvl4pPr algn="l">
                <a:defRPr sz="2013" b="1" i="0" kern="0" spc="0">
                  <a:ln w="42386">
                    <a:solidFill>
                      <a:srgbClr val="FFFFFF"/>
                    </a:solidFill>
                    <a:prstDash val="solid"/>
                  </a:ln>
                  <a:solidFill>
                    <a:srgbClr val="FFFFFF"/>
                  </a:solidFill>
                  <a:latin typeface="Inter"/>
                  <a:ea typeface="Inter"/>
                  <a:cs typeface="Inter"/>
                </a:defRPr>
              </a:lvl4pPr>
              <a:lvl5pPr algn="l">
                <a:defRPr sz="2013" b="1" i="0" kern="0" spc="0">
                  <a:ln w="42386">
                    <a:solidFill>
                      <a:srgbClr val="FFFFFF"/>
                    </a:solidFill>
                    <a:prstDash val="solid"/>
                  </a:ln>
                  <a:solidFill>
                    <a:srgbClr val="FFFFFF"/>
                  </a:solidFill>
                  <a:latin typeface="Inter"/>
                  <a:ea typeface="Inter"/>
                  <a:cs typeface="Inter"/>
                </a:defRPr>
              </a:lvl5pPr>
              <a:lvl6pPr algn="l">
                <a:defRPr sz="2013" b="1" i="0" kern="0" spc="0">
                  <a:ln w="42386">
                    <a:solidFill>
                      <a:srgbClr val="FFFFFF"/>
                    </a:solidFill>
                    <a:prstDash val="solid"/>
                  </a:ln>
                  <a:solidFill>
                    <a:srgbClr val="FFFFFF"/>
                  </a:solidFill>
                  <a:latin typeface="Inter"/>
                  <a:ea typeface="Inter"/>
                  <a:cs typeface="Inter"/>
                </a:defRPr>
              </a:lvl6pPr>
              <a:lvl7pPr algn="l">
                <a:defRPr sz="2013" b="1" i="0" kern="0" spc="0">
                  <a:ln w="42386">
                    <a:solidFill>
                      <a:srgbClr val="FFFFFF"/>
                    </a:solidFill>
                    <a:prstDash val="solid"/>
                  </a:ln>
                  <a:solidFill>
                    <a:srgbClr val="FFFFFF"/>
                  </a:solidFill>
                  <a:latin typeface="Inter"/>
                  <a:ea typeface="Inter"/>
                  <a:cs typeface="Inter"/>
                </a:defRPr>
              </a:lvl7pPr>
              <a:lvl8pPr algn="l">
                <a:defRPr sz="2013" b="1" i="0" kern="0" spc="0">
                  <a:ln w="42386">
                    <a:solidFill>
                      <a:srgbClr val="FFFFFF"/>
                    </a:solidFill>
                    <a:prstDash val="solid"/>
                  </a:ln>
                  <a:solidFill>
                    <a:srgbClr val="FFFFFF"/>
                  </a:solidFill>
                  <a:latin typeface="Inter"/>
                  <a:ea typeface="Inter"/>
                  <a:cs typeface="Inter"/>
                </a:defRPr>
              </a:lvl8pPr>
              <a:lvl9pPr algn="l">
                <a:defRPr sz="2013" b="1" i="0" kern="0" spc="0">
                  <a:ln w="42386">
                    <a:solidFill>
                      <a:srgbClr val="FFFFFF"/>
                    </a:solidFill>
                    <a:prstDash val="solid"/>
                  </a:ln>
                  <a:solidFill>
                    <a:srgbClr val="FFFFFF"/>
                  </a:solidFill>
                  <a:latin typeface="Inter"/>
                  <a:ea typeface="Inter"/>
                  <a:cs typeface="Inter"/>
                </a:defRPr>
              </a:lvl9pPr>
            </a:lstStyle>
            <a:p>
              <a:pPr algn="l">
                <a:lnSpc>
                  <a:spcPct val="100000"/>
                </a:lnSpc>
                <a:buNone/>
                <a:defRPr sz="2013" b="1" i="0" kern="0" spc="0">
                  <a:solidFill>
                    <a:srgbClr val="FFFFFF"/>
                  </a:solidFill>
                  <a:latin typeface="Inter"/>
                  <a:ea typeface="Inter"/>
                  <a:cs typeface="Inter"/>
                </a:defRPr>
              </a:pPr>
              <a:r>
                <a:rPr sz="2013" b="1" i="0" kern="0" spc="0">
                  <a:ln w="42386">
                    <a:solidFill>
                      <a:srgbClr val="FFFFFF"/>
                    </a:solidFill>
                    <a:prstDash val="solid"/>
                  </a:ln>
                  <a:solidFill>
                    <a:srgbClr val="FFFFFF"/>
                  </a:solidFill>
                  <a:latin typeface="Inter"/>
                  <a:ea typeface="Inter"/>
                  <a:cs typeface="Inter"/>
                </a:rPr>
                <a:t>Q</a:t>
              </a:r>
            </a:p>
          </p:txBody>
        </p:sp>
        <p:sp>
          <p:nvSpPr>
            <p:cNvPr id="151" name="s7 text 84">
              <a:extLst>
                <a:ext uri="{FF2B5EF4-FFF2-40B4-BE49-F238E27FC236}">
                  <a16:creationId xmlns:a16="http://schemas.microsoft.com/office/drawing/2014/main" id="{9CAC7E5E-39C5-419C-B5E7-B6508772EA0D}"/>
                </a:ext>
              </a:extLst>
            </p:cNvPr>
            <p:cNvSpPr>
              <a:spLocks noGrp="1"/>
            </p:cNvSpPr>
            <p:nvPr/>
          </p:nvSpPr>
          <p:spPr>
            <a:xfrm>
              <a:off x="3676430" y="4609241"/>
              <a:ext cx="300838" cy="355661"/>
            </a:xfrm>
            <a:prstGeom prst="rect">
              <a:avLst/>
            </a:prstGeom>
            <a:noFill/>
            <a:ln w="0">
              <a:noFill/>
              <a:prstDash val="solid"/>
            </a:ln>
          </p:spPr>
          <p:txBody>
            <a:bodyPr wrap="none" lIns="0" tIns="0" rIns="0" bIns="0" anchor="t">
              <a:noAutofit/>
            </a:bodyPr>
            <a:lstStyle>
              <a:defPPr algn="l">
                <a:defRPr sz="2013" b="1" i="0" kern="0" spc="0">
                  <a:solidFill>
                    <a:srgbClr val="1D4ED8"/>
                  </a:solidFill>
                  <a:latin typeface="Inter"/>
                  <a:ea typeface="Inter"/>
                  <a:cs typeface="Inter"/>
                </a:defRPr>
              </a:defPPr>
              <a:lvl1pPr algn="l">
                <a:defRPr sz="2013" b="1" i="0" kern="0" spc="0">
                  <a:solidFill>
                    <a:srgbClr val="1D4ED8"/>
                  </a:solidFill>
                  <a:latin typeface="Inter"/>
                  <a:ea typeface="Inter"/>
                  <a:cs typeface="Inter"/>
                </a:defRPr>
              </a:lvl1pPr>
              <a:lvl2pPr algn="l">
                <a:defRPr sz="2013" b="1" i="0" kern="0" spc="0">
                  <a:solidFill>
                    <a:srgbClr val="1D4ED8"/>
                  </a:solidFill>
                  <a:latin typeface="Inter"/>
                  <a:ea typeface="Inter"/>
                  <a:cs typeface="Inter"/>
                </a:defRPr>
              </a:lvl2pPr>
              <a:lvl3pPr algn="l">
                <a:defRPr sz="2013" b="1" i="0" kern="0" spc="0">
                  <a:solidFill>
                    <a:srgbClr val="1D4ED8"/>
                  </a:solidFill>
                  <a:latin typeface="Inter"/>
                  <a:ea typeface="Inter"/>
                  <a:cs typeface="Inter"/>
                </a:defRPr>
              </a:lvl3pPr>
              <a:lvl4pPr algn="l">
                <a:defRPr sz="2013" b="1" i="0" kern="0" spc="0">
                  <a:solidFill>
                    <a:srgbClr val="1D4ED8"/>
                  </a:solidFill>
                  <a:latin typeface="Inter"/>
                  <a:ea typeface="Inter"/>
                  <a:cs typeface="Inter"/>
                </a:defRPr>
              </a:lvl4pPr>
              <a:lvl5pPr algn="l">
                <a:defRPr sz="2013" b="1" i="0" kern="0" spc="0">
                  <a:solidFill>
                    <a:srgbClr val="1D4ED8"/>
                  </a:solidFill>
                  <a:latin typeface="Inter"/>
                  <a:ea typeface="Inter"/>
                  <a:cs typeface="Inter"/>
                </a:defRPr>
              </a:lvl5pPr>
              <a:lvl6pPr algn="l">
                <a:defRPr sz="2013" b="1" i="0" kern="0" spc="0">
                  <a:solidFill>
                    <a:srgbClr val="1D4ED8"/>
                  </a:solidFill>
                  <a:latin typeface="Inter"/>
                  <a:ea typeface="Inter"/>
                  <a:cs typeface="Inter"/>
                </a:defRPr>
              </a:lvl6pPr>
              <a:lvl7pPr algn="l">
                <a:defRPr sz="2013" b="1" i="0" kern="0" spc="0">
                  <a:solidFill>
                    <a:srgbClr val="1D4ED8"/>
                  </a:solidFill>
                  <a:latin typeface="Inter"/>
                  <a:ea typeface="Inter"/>
                  <a:cs typeface="Inter"/>
                </a:defRPr>
              </a:lvl7pPr>
              <a:lvl8pPr algn="l">
                <a:defRPr sz="2013" b="1" i="0" kern="0" spc="0">
                  <a:solidFill>
                    <a:srgbClr val="1D4ED8"/>
                  </a:solidFill>
                  <a:latin typeface="Inter"/>
                  <a:ea typeface="Inter"/>
                  <a:cs typeface="Inter"/>
                </a:defRPr>
              </a:lvl8pPr>
              <a:lvl9pPr algn="l">
                <a:defRPr sz="2013" b="1" i="0" kern="0" spc="0">
                  <a:solidFill>
                    <a:srgbClr val="1D4ED8"/>
                  </a:solidFill>
                  <a:latin typeface="Inter"/>
                  <a:ea typeface="Inter"/>
                  <a:cs typeface="Inter"/>
                </a:defRPr>
              </a:lvl9pPr>
            </a:lstStyle>
            <a:p>
              <a:pPr algn="l">
                <a:lnSpc>
                  <a:spcPct val="100000"/>
                </a:lnSpc>
                <a:buNone/>
                <a:defRPr sz="2013" b="1" i="0" kern="0" spc="0">
                  <a:solidFill>
                    <a:srgbClr val="1D4ED8"/>
                  </a:solidFill>
                  <a:latin typeface="Inter"/>
                  <a:ea typeface="Inter"/>
                  <a:cs typeface="Inter"/>
                </a:defRPr>
              </a:pPr>
              <a:r>
                <a:rPr sz="2013" b="1" i="0" kern="0" spc="0">
                  <a:solidFill>
                    <a:srgbClr val="1D4ED8"/>
                  </a:solidFill>
                  <a:latin typeface="Inter"/>
                  <a:ea typeface="Inter"/>
                  <a:cs typeface="Inter"/>
                </a:rPr>
                <a:t>Q</a:t>
              </a:r>
            </a:p>
          </p:txBody>
        </p:sp>
        <p:sp>
          <p:nvSpPr>
            <p:cNvPr id="152" name="s7 text 85 halo">
              <a:extLst>
                <a:ext uri="{FF2B5EF4-FFF2-40B4-BE49-F238E27FC236}">
                  <a16:creationId xmlns:a16="http://schemas.microsoft.com/office/drawing/2014/main" id="{D500C67E-0843-4E3F-B3AF-05B709555322}"/>
                </a:ext>
              </a:extLst>
            </p:cNvPr>
            <p:cNvSpPr>
              <a:spLocks noGrp="1"/>
            </p:cNvSpPr>
            <p:nvPr/>
          </p:nvSpPr>
          <p:spPr>
            <a:xfrm>
              <a:off x="3824774" y="4768547"/>
              <a:ext cx="483146" cy="185683"/>
            </a:xfrm>
            <a:prstGeom prst="rect">
              <a:avLst/>
            </a:prstGeom>
            <a:noFill/>
            <a:ln w="0">
              <a:noFill/>
              <a:prstDash val="solid"/>
            </a:ln>
          </p:spPr>
          <p:txBody>
            <a:bodyPr wrap="none" lIns="0" tIns="0" rIns="0" bIns="0" anchor="t">
              <a:noAutofit/>
            </a:bodyPr>
            <a:lstStyle>
              <a:defPPr algn="l">
                <a:defRPr sz="1051" b="1" i="0" kern="0" spc="-9">
                  <a:ln w="42386">
                    <a:solidFill>
                      <a:srgbClr val="FFFFFF"/>
                    </a:solidFill>
                    <a:prstDash val="solid"/>
                  </a:ln>
                  <a:solidFill>
                    <a:srgbClr val="FFFFFF"/>
                  </a:solidFill>
                  <a:latin typeface="Inter"/>
                  <a:ea typeface="Inter"/>
                  <a:cs typeface="Inter"/>
                </a:defRPr>
              </a:defPPr>
              <a:lvl1pPr algn="l">
                <a:defRPr sz="1051" b="1" i="0" kern="0" spc="-9">
                  <a:ln w="42386">
                    <a:solidFill>
                      <a:srgbClr val="FFFFFF"/>
                    </a:solidFill>
                    <a:prstDash val="solid"/>
                  </a:ln>
                  <a:solidFill>
                    <a:srgbClr val="FFFFFF"/>
                  </a:solidFill>
                  <a:latin typeface="Inter"/>
                  <a:ea typeface="Inter"/>
                  <a:cs typeface="Inter"/>
                </a:defRPr>
              </a:lvl1pPr>
              <a:lvl2pPr algn="l">
                <a:defRPr sz="1051" b="1" i="0" kern="0" spc="-9">
                  <a:ln w="42386">
                    <a:solidFill>
                      <a:srgbClr val="FFFFFF"/>
                    </a:solidFill>
                    <a:prstDash val="solid"/>
                  </a:ln>
                  <a:solidFill>
                    <a:srgbClr val="FFFFFF"/>
                  </a:solidFill>
                  <a:latin typeface="Inter"/>
                  <a:ea typeface="Inter"/>
                  <a:cs typeface="Inter"/>
                </a:defRPr>
              </a:lvl2pPr>
              <a:lvl3pPr algn="l">
                <a:defRPr sz="1051" b="1" i="0" kern="0" spc="-9">
                  <a:ln w="42386">
                    <a:solidFill>
                      <a:srgbClr val="FFFFFF"/>
                    </a:solidFill>
                    <a:prstDash val="solid"/>
                  </a:ln>
                  <a:solidFill>
                    <a:srgbClr val="FFFFFF"/>
                  </a:solidFill>
                  <a:latin typeface="Inter"/>
                  <a:ea typeface="Inter"/>
                  <a:cs typeface="Inter"/>
                </a:defRPr>
              </a:lvl3pPr>
              <a:lvl4pPr algn="l">
                <a:defRPr sz="1051" b="1" i="0" kern="0" spc="-9">
                  <a:ln w="42386">
                    <a:solidFill>
                      <a:srgbClr val="FFFFFF"/>
                    </a:solidFill>
                    <a:prstDash val="solid"/>
                  </a:ln>
                  <a:solidFill>
                    <a:srgbClr val="FFFFFF"/>
                  </a:solidFill>
                  <a:latin typeface="Inter"/>
                  <a:ea typeface="Inter"/>
                  <a:cs typeface="Inter"/>
                </a:defRPr>
              </a:lvl4pPr>
              <a:lvl5pPr algn="l">
                <a:defRPr sz="1051" b="1" i="0" kern="0" spc="-9">
                  <a:ln w="42386">
                    <a:solidFill>
                      <a:srgbClr val="FFFFFF"/>
                    </a:solidFill>
                    <a:prstDash val="solid"/>
                  </a:ln>
                  <a:solidFill>
                    <a:srgbClr val="FFFFFF"/>
                  </a:solidFill>
                  <a:latin typeface="Inter"/>
                  <a:ea typeface="Inter"/>
                  <a:cs typeface="Inter"/>
                </a:defRPr>
              </a:lvl5pPr>
              <a:lvl6pPr algn="l">
                <a:defRPr sz="1051" b="1" i="0" kern="0" spc="-9">
                  <a:ln w="42386">
                    <a:solidFill>
                      <a:srgbClr val="FFFFFF"/>
                    </a:solidFill>
                    <a:prstDash val="solid"/>
                  </a:ln>
                  <a:solidFill>
                    <a:srgbClr val="FFFFFF"/>
                  </a:solidFill>
                  <a:latin typeface="Inter"/>
                  <a:ea typeface="Inter"/>
                  <a:cs typeface="Inter"/>
                </a:defRPr>
              </a:lvl6pPr>
              <a:lvl7pPr algn="l">
                <a:defRPr sz="1051" b="1" i="0" kern="0" spc="-9">
                  <a:ln w="42386">
                    <a:solidFill>
                      <a:srgbClr val="FFFFFF"/>
                    </a:solidFill>
                    <a:prstDash val="solid"/>
                  </a:ln>
                  <a:solidFill>
                    <a:srgbClr val="FFFFFF"/>
                  </a:solidFill>
                  <a:latin typeface="Inter"/>
                  <a:ea typeface="Inter"/>
                  <a:cs typeface="Inter"/>
                </a:defRPr>
              </a:lvl7pPr>
              <a:lvl8pPr algn="l">
                <a:defRPr sz="1051" b="1" i="0" kern="0" spc="-9">
                  <a:ln w="42386">
                    <a:solidFill>
                      <a:srgbClr val="FFFFFF"/>
                    </a:solidFill>
                    <a:prstDash val="solid"/>
                  </a:ln>
                  <a:solidFill>
                    <a:srgbClr val="FFFFFF"/>
                  </a:solidFill>
                  <a:latin typeface="Inter"/>
                  <a:ea typeface="Inter"/>
                  <a:cs typeface="Inter"/>
                </a:defRPr>
              </a:lvl8pPr>
              <a:lvl9pPr algn="l">
                <a:defRPr sz="1051" b="1" i="0" kern="0" spc="-9">
                  <a:ln w="42386">
                    <a:solidFill>
                      <a:srgbClr val="FFFFFF"/>
                    </a:solidFill>
                    <a:prstDash val="solid"/>
                  </a:ln>
                  <a:solidFill>
                    <a:srgbClr val="FFFFFF"/>
                  </a:solidFill>
                  <a:latin typeface="Inter"/>
                  <a:ea typeface="Inter"/>
                  <a:cs typeface="Inter"/>
                </a:defRPr>
              </a:lvl9pPr>
            </a:lstStyle>
            <a:p>
              <a:pPr algn="l">
                <a:lnSpc>
                  <a:spcPct val="100000"/>
                </a:lnSpc>
                <a:buNone/>
                <a:defRPr sz="1051" b="1" i="0" kern="0" spc="-9">
                  <a:solidFill>
                    <a:srgbClr val="FFFFFF"/>
                  </a:solidFill>
                  <a:latin typeface="Inter"/>
                  <a:ea typeface="Inter"/>
                  <a:cs typeface="Inter"/>
                </a:defRPr>
              </a:pPr>
              <a:r>
                <a:rPr sz="1051" b="1" i="0" kern="0" spc="-9">
                  <a:ln w="42386">
                    <a:solidFill>
                      <a:srgbClr val="FFFFFF"/>
                    </a:solidFill>
                    <a:prstDash val="solid"/>
                  </a:ln>
                  <a:solidFill>
                    <a:srgbClr val="FFFFFF"/>
                  </a:solidFill>
                  <a:latin typeface="Inter"/>
                  <a:ea typeface="Inter"/>
                  <a:cs typeface="Inter"/>
                </a:rPr>
                <a:t>import</a:t>
              </a:r>
            </a:p>
          </p:txBody>
        </p:sp>
        <p:sp>
          <p:nvSpPr>
            <p:cNvPr id="153" name="s7 text 85">
              <a:extLst>
                <a:ext uri="{FF2B5EF4-FFF2-40B4-BE49-F238E27FC236}">
                  <a16:creationId xmlns:a16="http://schemas.microsoft.com/office/drawing/2014/main" id="{9E5E40A4-FB65-4F78-8E70-174C96D52271}"/>
                </a:ext>
              </a:extLst>
            </p:cNvPr>
            <p:cNvSpPr>
              <a:spLocks noGrp="1"/>
            </p:cNvSpPr>
            <p:nvPr/>
          </p:nvSpPr>
          <p:spPr>
            <a:xfrm>
              <a:off x="3824774" y="4768547"/>
              <a:ext cx="483146" cy="185683"/>
            </a:xfrm>
            <a:prstGeom prst="rect">
              <a:avLst/>
            </a:prstGeom>
            <a:noFill/>
            <a:ln w="0">
              <a:noFill/>
              <a:prstDash val="solid"/>
            </a:ln>
          </p:spPr>
          <p:txBody>
            <a:bodyPr wrap="none" lIns="0" tIns="0" rIns="0" bIns="0" anchor="t">
              <a:noAutofit/>
            </a:bodyPr>
            <a:lstStyle>
              <a:defPPr algn="l">
                <a:defRPr sz="1051" b="1" i="0" kern="0" spc="-9">
                  <a:solidFill>
                    <a:srgbClr val="1D4ED8"/>
                  </a:solidFill>
                  <a:latin typeface="Inter"/>
                  <a:ea typeface="Inter"/>
                  <a:cs typeface="Inter"/>
                </a:defRPr>
              </a:defPPr>
              <a:lvl1pPr algn="l">
                <a:defRPr sz="1051" b="1" i="0" kern="0" spc="-9">
                  <a:solidFill>
                    <a:srgbClr val="1D4ED8"/>
                  </a:solidFill>
                  <a:latin typeface="Inter"/>
                  <a:ea typeface="Inter"/>
                  <a:cs typeface="Inter"/>
                </a:defRPr>
              </a:lvl1pPr>
              <a:lvl2pPr algn="l">
                <a:defRPr sz="1051" b="1" i="0" kern="0" spc="-9">
                  <a:solidFill>
                    <a:srgbClr val="1D4ED8"/>
                  </a:solidFill>
                  <a:latin typeface="Inter"/>
                  <a:ea typeface="Inter"/>
                  <a:cs typeface="Inter"/>
                </a:defRPr>
              </a:lvl2pPr>
              <a:lvl3pPr algn="l">
                <a:defRPr sz="1051" b="1" i="0" kern="0" spc="-9">
                  <a:solidFill>
                    <a:srgbClr val="1D4ED8"/>
                  </a:solidFill>
                  <a:latin typeface="Inter"/>
                  <a:ea typeface="Inter"/>
                  <a:cs typeface="Inter"/>
                </a:defRPr>
              </a:lvl3pPr>
              <a:lvl4pPr algn="l">
                <a:defRPr sz="1051" b="1" i="0" kern="0" spc="-9">
                  <a:solidFill>
                    <a:srgbClr val="1D4ED8"/>
                  </a:solidFill>
                  <a:latin typeface="Inter"/>
                  <a:ea typeface="Inter"/>
                  <a:cs typeface="Inter"/>
                </a:defRPr>
              </a:lvl4pPr>
              <a:lvl5pPr algn="l">
                <a:defRPr sz="1051" b="1" i="0" kern="0" spc="-9">
                  <a:solidFill>
                    <a:srgbClr val="1D4ED8"/>
                  </a:solidFill>
                  <a:latin typeface="Inter"/>
                  <a:ea typeface="Inter"/>
                  <a:cs typeface="Inter"/>
                </a:defRPr>
              </a:lvl5pPr>
              <a:lvl6pPr algn="l">
                <a:defRPr sz="1051" b="1" i="0" kern="0" spc="-9">
                  <a:solidFill>
                    <a:srgbClr val="1D4ED8"/>
                  </a:solidFill>
                  <a:latin typeface="Inter"/>
                  <a:ea typeface="Inter"/>
                  <a:cs typeface="Inter"/>
                </a:defRPr>
              </a:lvl6pPr>
              <a:lvl7pPr algn="l">
                <a:defRPr sz="1051" b="1" i="0" kern="0" spc="-9">
                  <a:solidFill>
                    <a:srgbClr val="1D4ED8"/>
                  </a:solidFill>
                  <a:latin typeface="Inter"/>
                  <a:ea typeface="Inter"/>
                  <a:cs typeface="Inter"/>
                </a:defRPr>
              </a:lvl7pPr>
              <a:lvl8pPr algn="l">
                <a:defRPr sz="1051" b="1" i="0" kern="0" spc="-9">
                  <a:solidFill>
                    <a:srgbClr val="1D4ED8"/>
                  </a:solidFill>
                  <a:latin typeface="Inter"/>
                  <a:ea typeface="Inter"/>
                  <a:cs typeface="Inter"/>
                </a:defRPr>
              </a:lvl8pPr>
              <a:lvl9pPr algn="l">
                <a:defRPr sz="1051" b="1" i="0" kern="0" spc="-9">
                  <a:solidFill>
                    <a:srgbClr val="1D4ED8"/>
                  </a:solidFill>
                  <a:latin typeface="Inter"/>
                  <a:ea typeface="Inter"/>
                  <a:cs typeface="Inter"/>
                </a:defRPr>
              </a:lvl9pPr>
            </a:lstStyle>
            <a:p>
              <a:pPr algn="l">
                <a:lnSpc>
                  <a:spcPct val="100000"/>
                </a:lnSpc>
                <a:buNone/>
                <a:defRPr sz="1051" b="1" i="0" kern="0" spc="-9">
                  <a:solidFill>
                    <a:srgbClr val="1D4ED8"/>
                  </a:solidFill>
                  <a:latin typeface="Inter"/>
                  <a:ea typeface="Inter"/>
                  <a:cs typeface="Inter"/>
                </a:defRPr>
              </a:pPr>
              <a:r>
                <a:rPr sz="1051" b="1" i="0" kern="0" spc="-9">
                  <a:solidFill>
                    <a:srgbClr val="1D4ED8"/>
                  </a:solidFill>
                  <a:latin typeface="Inter"/>
                  <a:ea typeface="Inter"/>
                  <a:cs typeface="Inter"/>
                </a:rPr>
                <a:t>import</a:t>
              </a:r>
            </a:p>
          </p:txBody>
        </p:sp>
        <p:sp>
          <p:nvSpPr>
            <p:cNvPr id="154" name="s7 text 86 halo">
              <a:extLst>
                <a:ext uri="{FF2B5EF4-FFF2-40B4-BE49-F238E27FC236}">
                  <a16:creationId xmlns:a16="http://schemas.microsoft.com/office/drawing/2014/main" id="{A9A457AC-2781-4A48-AA3E-F3ABE53E5D5D}"/>
                </a:ext>
              </a:extLst>
            </p:cNvPr>
            <p:cNvSpPr>
              <a:spLocks noGrp="1"/>
            </p:cNvSpPr>
            <p:nvPr/>
          </p:nvSpPr>
          <p:spPr>
            <a:xfrm>
              <a:off x="4227503" y="4677477"/>
              <a:ext cx="2604954" cy="257650"/>
            </a:xfrm>
            <a:prstGeom prst="rect">
              <a:avLst/>
            </a:prstGeom>
            <a:noFill/>
            <a:ln w="0">
              <a:noFill/>
              <a:prstDash val="solid"/>
            </a:ln>
          </p:spPr>
          <p:txBody>
            <a:bodyPr wrap="none" lIns="0" tIns="0" rIns="0" bIns="0" anchor="t">
              <a:noAutofit/>
            </a:bodyPr>
            <a:lstStyle>
              <a:defPPr algn="l">
                <a:defRPr sz="1458" b="1" i="0" kern="0" spc="-9">
                  <a:ln w="42386">
                    <a:solidFill>
                      <a:srgbClr val="FFFFFF"/>
                    </a:solidFill>
                    <a:prstDash val="solid"/>
                  </a:ln>
                  <a:solidFill>
                    <a:srgbClr val="FFFFFF"/>
                  </a:solidFill>
                  <a:latin typeface="Inter"/>
                  <a:ea typeface="Inter"/>
                  <a:cs typeface="Inter"/>
                </a:defRPr>
              </a:defPPr>
              <a:lvl1pPr algn="l">
                <a:defRPr sz="1458" b="1" i="0" kern="0" spc="-9">
                  <a:ln w="42386">
                    <a:solidFill>
                      <a:srgbClr val="FFFFFF"/>
                    </a:solidFill>
                    <a:prstDash val="solid"/>
                  </a:ln>
                  <a:solidFill>
                    <a:srgbClr val="FFFFFF"/>
                  </a:solidFill>
                  <a:latin typeface="Inter"/>
                  <a:ea typeface="Inter"/>
                  <a:cs typeface="Inter"/>
                </a:defRPr>
              </a:lvl1pPr>
              <a:lvl2pPr algn="l">
                <a:defRPr sz="1458" b="1" i="0" kern="0" spc="-9">
                  <a:ln w="42386">
                    <a:solidFill>
                      <a:srgbClr val="FFFFFF"/>
                    </a:solidFill>
                    <a:prstDash val="solid"/>
                  </a:ln>
                  <a:solidFill>
                    <a:srgbClr val="FFFFFF"/>
                  </a:solidFill>
                  <a:latin typeface="Inter"/>
                  <a:ea typeface="Inter"/>
                  <a:cs typeface="Inter"/>
                </a:defRPr>
              </a:lvl2pPr>
              <a:lvl3pPr algn="l">
                <a:defRPr sz="1458" b="1" i="0" kern="0" spc="-9">
                  <a:ln w="42386">
                    <a:solidFill>
                      <a:srgbClr val="FFFFFF"/>
                    </a:solidFill>
                    <a:prstDash val="solid"/>
                  </a:ln>
                  <a:solidFill>
                    <a:srgbClr val="FFFFFF"/>
                  </a:solidFill>
                  <a:latin typeface="Inter"/>
                  <a:ea typeface="Inter"/>
                  <a:cs typeface="Inter"/>
                </a:defRPr>
              </a:lvl3pPr>
              <a:lvl4pPr algn="l">
                <a:defRPr sz="1458" b="1" i="0" kern="0" spc="-9">
                  <a:ln w="42386">
                    <a:solidFill>
                      <a:srgbClr val="FFFFFF"/>
                    </a:solidFill>
                    <a:prstDash val="solid"/>
                  </a:ln>
                  <a:solidFill>
                    <a:srgbClr val="FFFFFF"/>
                  </a:solidFill>
                  <a:latin typeface="Inter"/>
                  <a:ea typeface="Inter"/>
                  <a:cs typeface="Inter"/>
                </a:defRPr>
              </a:lvl4pPr>
              <a:lvl5pPr algn="l">
                <a:defRPr sz="1458" b="1" i="0" kern="0" spc="-9">
                  <a:ln w="42386">
                    <a:solidFill>
                      <a:srgbClr val="FFFFFF"/>
                    </a:solidFill>
                    <a:prstDash val="solid"/>
                  </a:ln>
                  <a:solidFill>
                    <a:srgbClr val="FFFFFF"/>
                  </a:solidFill>
                  <a:latin typeface="Inter"/>
                  <a:ea typeface="Inter"/>
                  <a:cs typeface="Inter"/>
                </a:defRPr>
              </a:lvl5pPr>
              <a:lvl6pPr algn="l">
                <a:defRPr sz="1458" b="1" i="0" kern="0" spc="-9">
                  <a:ln w="42386">
                    <a:solidFill>
                      <a:srgbClr val="FFFFFF"/>
                    </a:solidFill>
                    <a:prstDash val="solid"/>
                  </a:ln>
                  <a:solidFill>
                    <a:srgbClr val="FFFFFF"/>
                  </a:solidFill>
                  <a:latin typeface="Inter"/>
                  <a:ea typeface="Inter"/>
                  <a:cs typeface="Inter"/>
                </a:defRPr>
              </a:lvl6pPr>
              <a:lvl7pPr algn="l">
                <a:defRPr sz="1458" b="1" i="0" kern="0" spc="-9">
                  <a:ln w="42386">
                    <a:solidFill>
                      <a:srgbClr val="FFFFFF"/>
                    </a:solidFill>
                    <a:prstDash val="solid"/>
                  </a:ln>
                  <a:solidFill>
                    <a:srgbClr val="FFFFFF"/>
                  </a:solidFill>
                  <a:latin typeface="Inter"/>
                  <a:ea typeface="Inter"/>
                  <a:cs typeface="Inter"/>
                </a:defRPr>
              </a:lvl7pPr>
              <a:lvl8pPr algn="l">
                <a:defRPr sz="1458" b="1" i="0" kern="0" spc="-9">
                  <a:ln w="42386">
                    <a:solidFill>
                      <a:srgbClr val="FFFFFF"/>
                    </a:solidFill>
                    <a:prstDash val="solid"/>
                  </a:ln>
                  <a:solidFill>
                    <a:srgbClr val="FFFFFF"/>
                  </a:solidFill>
                  <a:latin typeface="Inter"/>
                  <a:ea typeface="Inter"/>
                  <a:cs typeface="Inter"/>
                </a:defRPr>
              </a:lvl8pPr>
              <a:lvl9pPr algn="l">
                <a:defRPr sz="1458" b="1" i="0" kern="0" spc="-9">
                  <a:ln w="42386">
                    <a:solidFill>
                      <a:srgbClr val="FFFFFF"/>
                    </a:solidFill>
                    <a:prstDash val="solid"/>
                  </a:ln>
                  <a:solidFill>
                    <a:srgbClr val="FFFFFF"/>
                  </a:solidFill>
                  <a:latin typeface="Inter"/>
                  <a:ea typeface="Inter"/>
                  <a:cs typeface="Inter"/>
                </a:defRPr>
              </a:lvl9pPr>
            </a:lstStyle>
            <a:p>
              <a:pPr algn="l">
                <a:lnSpc>
                  <a:spcPct val="100000"/>
                </a:lnSpc>
                <a:buNone/>
                <a:defRPr sz="1458" b="1" i="0" kern="0" spc="-9">
                  <a:solidFill>
                    <a:srgbClr val="FFFFFF"/>
                  </a:solidFill>
                  <a:latin typeface="Inter"/>
                  <a:ea typeface="Inter"/>
                  <a:cs typeface="Inter"/>
                </a:defRPr>
              </a:pPr>
              <a:r>
                <a:rPr sz="1458" b="1" i="0" kern="0" spc="-9">
                  <a:ln w="42386">
                    <a:solidFill>
                      <a:srgbClr val="FFFFFF"/>
                    </a:solidFill>
                    <a:prstDash val="solid"/>
                  </a:ln>
                  <a:solidFill>
                    <a:srgbClr val="FFFFFF"/>
                  </a:solidFill>
                  <a:latin typeface="Inter"/>
                  <a:ea typeface="Inter"/>
                  <a:cs typeface="Inter"/>
                </a:rPr>
                <a:t>= 120 − 20 = 100 (thousand)</a:t>
              </a:r>
            </a:p>
          </p:txBody>
        </p:sp>
        <p:sp>
          <p:nvSpPr>
            <p:cNvPr id="155" name="s7 text 86">
              <a:extLst>
                <a:ext uri="{FF2B5EF4-FFF2-40B4-BE49-F238E27FC236}">
                  <a16:creationId xmlns:a16="http://schemas.microsoft.com/office/drawing/2014/main" id="{2100F541-1B32-48F0-8339-53C1EC7C0D9C}"/>
                </a:ext>
              </a:extLst>
            </p:cNvPr>
            <p:cNvSpPr>
              <a:spLocks noGrp="1"/>
            </p:cNvSpPr>
            <p:nvPr/>
          </p:nvSpPr>
          <p:spPr>
            <a:xfrm>
              <a:off x="4227503" y="4677477"/>
              <a:ext cx="2604954" cy="257650"/>
            </a:xfrm>
            <a:prstGeom prst="rect">
              <a:avLst/>
            </a:prstGeom>
            <a:noFill/>
            <a:ln w="0">
              <a:noFill/>
              <a:prstDash val="solid"/>
            </a:ln>
          </p:spPr>
          <p:txBody>
            <a:bodyPr wrap="none" lIns="0" tIns="0" rIns="0" bIns="0" anchor="t">
              <a:noAutofit/>
            </a:bodyPr>
            <a:lstStyle>
              <a:defPPr algn="l">
                <a:defRPr sz="1458" b="1" i="0" kern="0" spc="-9">
                  <a:solidFill>
                    <a:srgbClr val="1D4ED8"/>
                  </a:solidFill>
                  <a:latin typeface="Inter"/>
                  <a:ea typeface="Inter"/>
                  <a:cs typeface="Inter"/>
                </a:defRPr>
              </a:defPPr>
              <a:lvl1pPr algn="l">
                <a:defRPr sz="1458" b="1" i="0" kern="0" spc="-9">
                  <a:solidFill>
                    <a:srgbClr val="1D4ED8"/>
                  </a:solidFill>
                  <a:latin typeface="Inter"/>
                  <a:ea typeface="Inter"/>
                  <a:cs typeface="Inter"/>
                </a:defRPr>
              </a:lvl1pPr>
              <a:lvl2pPr algn="l">
                <a:defRPr sz="1458" b="1" i="0" kern="0" spc="-9">
                  <a:solidFill>
                    <a:srgbClr val="1D4ED8"/>
                  </a:solidFill>
                  <a:latin typeface="Inter"/>
                  <a:ea typeface="Inter"/>
                  <a:cs typeface="Inter"/>
                </a:defRPr>
              </a:lvl2pPr>
              <a:lvl3pPr algn="l">
                <a:defRPr sz="1458" b="1" i="0" kern="0" spc="-9">
                  <a:solidFill>
                    <a:srgbClr val="1D4ED8"/>
                  </a:solidFill>
                  <a:latin typeface="Inter"/>
                  <a:ea typeface="Inter"/>
                  <a:cs typeface="Inter"/>
                </a:defRPr>
              </a:lvl3pPr>
              <a:lvl4pPr algn="l">
                <a:defRPr sz="1458" b="1" i="0" kern="0" spc="-9">
                  <a:solidFill>
                    <a:srgbClr val="1D4ED8"/>
                  </a:solidFill>
                  <a:latin typeface="Inter"/>
                  <a:ea typeface="Inter"/>
                  <a:cs typeface="Inter"/>
                </a:defRPr>
              </a:lvl4pPr>
              <a:lvl5pPr algn="l">
                <a:defRPr sz="1458" b="1" i="0" kern="0" spc="-9">
                  <a:solidFill>
                    <a:srgbClr val="1D4ED8"/>
                  </a:solidFill>
                  <a:latin typeface="Inter"/>
                  <a:ea typeface="Inter"/>
                  <a:cs typeface="Inter"/>
                </a:defRPr>
              </a:lvl5pPr>
              <a:lvl6pPr algn="l">
                <a:defRPr sz="1458" b="1" i="0" kern="0" spc="-9">
                  <a:solidFill>
                    <a:srgbClr val="1D4ED8"/>
                  </a:solidFill>
                  <a:latin typeface="Inter"/>
                  <a:ea typeface="Inter"/>
                  <a:cs typeface="Inter"/>
                </a:defRPr>
              </a:lvl6pPr>
              <a:lvl7pPr algn="l">
                <a:defRPr sz="1458" b="1" i="0" kern="0" spc="-9">
                  <a:solidFill>
                    <a:srgbClr val="1D4ED8"/>
                  </a:solidFill>
                  <a:latin typeface="Inter"/>
                  <a:ea typeface="Inter"/>
                  <a:cs typeface="Inter"/>
                </a:defRPr>
              </a:lvl7pPr>
              <a:lvl8pPr algn="l">
                <a:defRPr sz="1458" b="1" i="0" kern="0" spc="-9">
                  <a:solidFill>
                    <a:srgbClr val="1D4ED8"/>
                  </a:solidFill>
                  <a:latin typeface="Inter"/>
                  <a:ea typeface="Inter"/>
                  <a:cs typeface="Inter"/>
                </a:defRPr>
              </a:lvl8pPr>
              <a:lvl9pPr algn="l">
                <a:defRPr sz="1458" b="1" i="0" kern="0" spc="-9">
                  <a:solidFill>
                    <a:srgbClr val="1D4ED8"/>
                  </a:solidFill>
                  <a:latin typeface="Inter"/>
                  <a:ea typeface="Inter"/>
                  <a:cs typeface="Inter"/>
                </a:defRPr>
              </a:lvl9pPr>
            </a:lstStyle>
            <a:p>
              <a:pPr algn="l">
                <a:lnSpc>
                  <a:spcPct val="100000"/>
                </a:lnSpc>
                <a:buNone/>
                <a:defRPr sz="1458" b="1" i="0" kern="0" spc="-9">
                  <a:solidFill>
                    <a:srgbClr val="1D4ED8"/>
                  </a:solidFill>
                  <a:latin typeface="Inter"/>
                  <a:ea typeface="Inter"/>
                  <a:cs typeface="Inter"/>
                </a:defRPr>
              </a:pPr>
              <a:r>
                <a:rPr sz="1458" b="1" i="0" kern="0" spc="-9">
                  <a:solidFill>
                    <a:srgbClr val="1D4ED8"/>
                  </a:solidFill>
                  <a:latin typeface="Inter"/>
                  <a:ea typeface="Inter"/>
                  <a:cs typeface="Inter"/>
                </a:rPr>
                <a:t>= 120 − 20 = 100 (thousand)</a:t>
              </a:r>
            </a:p>
          </p:txBody>
        </p:sp>
      </p:grpSp>
      <p:sp>
        <p:nvSpPr>
          <p:cNvPr id="54" name="s7 text 1">
            <a:extLst>
              <a:ext uri="{FF2B5EF4-FFF2-40B4-BE49-F238E27FC236}">
                <a16:creationId xmlns:a16="http://schemas.microsoft.com/office/drawing/2014/main" id="{15813C16-CDD3-4C02-BFB8-3A75DBC791E5}"/>
              </a:ext>
            </a:extLst>
          </p:cNvPr>
          <p:cNvSpPr>
            <a:spLocks noGrp="1"/>
          </p:cNvSpPr>
          <p:nvPr/>
        </p:nvSpPr>
        <p:spPr>
          <a:xfrm>
            <a:off x="678656" y="547783"/>
            <a:ext cx="2308863" cy="173507"/>
          </a:xfrm>
          <a:prstGeom prst="rect">
            <a:avLst/>
          </a:prstGeom>
          <a:noFill/>
          <a:ln w="0">
            <a:noFill/>
            <a:prstDash val="solid"/>
          </a:ln>
        </p:spPr>
        <p:txBody>
          <a:bodyPr wrap="none" lIns="0" tIns="0" rIns="0" bIns="0" anchor="t">
            <a:noAutofit/>
          </a:bodyPr>
          <a:lstStyle>
            <a:defPPr algn="l">
              <a:defRPr sz="900" b="0" i="0" kern="0" spc="180">
                <a:solidFill>
                  <a:srgbClr val="1D4ED8"/>
                </a:solidFill>
                <a:latin typeface="JetBrains Mono"/>
                <a:ea typeface="JetBrains Mono"/>
                <a:cs typeface="JetBrains Mono"/>
              </a:defRPr>
            </a:defPPr>
            <a:lvl1pPr algn="l">
              <a:defRPr sz="900" b="0" i="0" kern="0" spc="180">
                <a:solidFill>
                  <a:srgbClr val="1D4ED8"/>
                </a:solidFill>
                <a:latin typeface="JetBrains Mono"/>
                <a:ea typeface="JetBrains Mono"/>
                <a:cs typeface="JetBrains Mono"/>
              </a:defRPr>
            </a:lvl1pPr>
            <a:lvl2pPr algn="l">
              <a:defRPr sz="900" b="0" i="0" kern="0" spc="180">
                <a:solidFill>
                  <a:srgbClr val="1D4ED8"/>
                </a:solidFill>
                <a:latin typeface="JetBrains Mono"/>
                <a:ea typeface="JetBrains Mono"/>
                <a:cs typeface="JetBrains Mono"/>
              </a:defRPr>
            </a:lvl2pPr>
            <a:lvl3pPr algn="l">
              <a:defRPr sz="900" b="0" i="0" kern="0" spc="180">
                <a:solidFill>
                  <a:srgbClr val="1D4ED8"/>
                </a:solidFill>
                <a:latin typeface="JetBrains Mono"/>
                <a:ea typeface="JetBrains Mono"/>
                <a:cs typeface="JetBrains Mono"/>
              </a:defRPr>
            </a:lvl3pPr>
            <a:lvl4pPr algn="l">
              <a:defRPr sz="900" b="0" i="0" kern="0" spc="180">
                <a:solidFill>
                  <a:srgbClr val="1D4ED8"/>
                </a:solidFill>
                <a:latin typeface="JetBrains Mono"/>
                <a:ea typeface="JetBrains Mono"/>
                <a:cs typeface="JetBrains Mono"/>
              </a:defRPr>
            </a:lvl4pPr>
            <a:lvl5pPr algn="l">
              <a:defRPr sz="900" b="0" i="0" kern="0" spc="180">
                <a:solidFill>
                  <a:srgbClr val="1D4ED8"/>
                </a:solidFill>
                <a:latin typeface="JetBrains Mono"/>
                <a:ea typeface="JetBrains Mono"/>
                <a:cs typeface="JetBrains Mono"/>
              </a:defRPr>
            </a:lvl5pPr>
            <a:lvl6pPr algn="l">
              <a:defRPr sz="900" b="0" i="0" kern="0" spc="180">
                <a:solidFill>
                  <a:srgbClr val="1D4ED8"/>
                </a:solidFill>
                <a:latin typeface="JetBrains Mono"/>
                <a:ea typeface="JetBrains Mono"/>
                <a:cs typeface="JetBrains Mono"/>
              </a:defRPr>
            </a:lvl6pPr>
            <a:lvl7pPr algn="l">
              <a:defRPr sz="900" b="0" i="0" kern="0" spc="180">
                <a:solidFill>
                  <a:srgbClr val="1D4ED8"/>
                </a:solidFill>
                <a:latin typeface="JetBrains Mono"/>
                <a:ea typeface="JetBrains Mono"/>
                <a:cs typeface="JetBrains Mono"/>
              </a:defRPr>
            </a:lvl7pPr>
            <a:lvl8pPr algn="l">
              <a:defRPr sz="900" b="0" i="0" kern="0" spc="180">
                <a:solidFill>
                  <a:srgbClr val="1D4ED8"/>
                </a:solidFill>
                <a:latin typeface="JetBrains Mono"/>
                <a:ea typeface="JetBrains Mono"/>
                <a:cs typeface="JetBrains Mono"/>
              </a:defRPr>
            </a:lvl8pPr>
            <a:lvl9pPr algn="l">
              <a:defRPr sz="900" b="0" i="0" kern="0" spc="180">
                <a:solidFill>
                  <a:srgbClr val="1D4ED8"/>
                </a:solidFill>
                <a:latin typeface="JetBrains Mono"/>
                <a:ea typeface="JetBrains Mono"/>
                <a:cs typeface="JetBrains Mono"/>
              </a:defRPr>
            </a:lvl9pPr>
          </a:lstStyle>
          <a:p>
            <a:pPr algn="l">
              <a:lnSpc>
                <a:spcPct val="100000"/>
              </a:lnSpc>
              <a:buNone/>
              <a:defRPr sz="900" b="0" i="0" kern="0" spc="180">
                <a:solidFill>
                  <a:srgbClr val="1D4ED8"/>
                </a:solidFill>
                <a:latin typeface="JetBrains Mono"/>
                <a:ea typeface="JetBrains Mono"/>
                <a:cs typeface="JetBrains Mono"/>
              </a:defRPr>
            </a:pPr>
            <a:r>
              <a:rPr sz="900" b="0" i="0" kern="0" spc="180">
                <a:solidFill>
                  <a:srgbClr val="1D4ED8"/>
                </a:solidFill>
                <a:latin typeface="JetBrains Mono"/>
                <a:ea typeface="JetBrains Mono"/>
                <a:cs typeface="JetBrains Mono"/>
              </a:rPr>
              <a:t>QUESTION 5.1 (I) AND (II)</a:t>
            </a:r>
          </a:p>
        </p:txBody>
      </p:sp>
      <p:sp>
        <p:nvSpPr>
          <p:cNvPr id="55" name="s7 text 2">
            <a:extLst>
              <a:ext uri="{FF2B5EF4-FFF2-40B4-BE49-F238E27FC236}">
                <a16:creationId xmlns:a16="http://schemas.microsoft.com/office/drawing/2014/main" id="{FD627466-F312-4AEB-9CF3-4DE97FB4FDAB}"/>
              </a:ext>
            </a:extLst>
          </p:cNvPr>
          <p:cNvSpPr>
            <a:spLocks noGrp="1"/>
          </p:cNvSpPr>
          <p:nvPr/>
        </p:nvSpPr>
        <p:spPr>
          <a:xfrm>
            <a:off x="514350" y="741610"/>
            <a:ext cx="7645241" cy="576532"/>
          </a:xfrm>
          <a:prstGeom prst="rect">
            <a:avLst/>
          </a:prstGeom>
          <a:noFill/>
          <a:ln w="0">
            <a:noFill/>
            <a:prstDash val="solid"/>
          </a:ln>
        </p:spPr>
        <p:txBody>
          <a:bodyPr wrap="none" lIns="0" tIns="0" rIns="0" bIns="0" anchor="t">
            <a:noAutofit/>
          </a:bodyPr>
          <a:lstStyle>
            <a:defPPr algn="l">
              <a:defRPr sz="3262" b="0" i="0" kern="0" spc="-104">
                <a:solidFill>
                  <a:srgbClr val="0A2540"/>
                </a:solidFill>
                <a:latin typeface="Inter ExtraBold"/>
                <a:ea typeface="Inter ExtraBold"/>
                <a:cs typeface="Inter ExtraBold"/>
              </a:defRPr>
            </a:defPPr>
            <a:lvl1pPr algn="l">
              <a:defRPr sz="3262" b="0" i="0" kern="0" spc="-104">
                <a:solidFill>
                  <a:srgbClr val="0A2540"/>
                </a:solidFill>
                <a:latin typeface="Inter ExtraBold"/>
                <a:ea typeface="Inter ExtraBold"/>
                <a:cs typeface="Inter ExtraBold"/>
              </a:defRPr>
            </a:lvl1pPr>
            <a:lvl2pPr algn="l">
              <a:defRPr sz="3262" b="0" i="0" kern="0" spc="-104">
                <a:solidFill>
                  <a:srgbClr val="0A2540"/>
                </a:solidFill>
                <a:latin typeface="Inter ExtraBold"/>
                <a:ea typeface="Inter ExtraBold"/>
                <a:cs typeface="Inter ExtraBold"/>
              </a:defRPr>
            </a:lvl2pPr>
            <a:lvl3pPr algn="l">
              <a:defRPr sz="3262" b="0" i="0" kern="0" spc="-104">
                <a:solidFill>
                  <a:srgbClr val="0A2540"/>
                </a:solidFill>
                <a:latin typeface="Inter ExtraBold"/>
                <a:ea typeface="Inter ExtraBold"/>
                <a:cs typeface="Inter ExtraBold"/>
              </a:defRPr>
            </a:lvl3pPr>
            <a:lvl4pPr algn="l">
              <a:defRPr sz="3262" b="0" i="0" kern="0" spc="-104">
                <a:solidFill>
                  <a:srgbClr val="0A2540"/>
                </a:solidFill>
                <a:latin typeface="Inter ExtraBold"/>
                <a:ea typeface="Inter ExtraBold"/>
                <a:cs typeface="Inter ExtraBold"/>
              </a:defRPr>
            </a:lvl4pPr>
            <a:lvl5pPr algn="l">
              <a:defRPr sz="3262" b="0" i="0" kern="0" spc="-104">
                <a:solidFill>
                  <a:srgbClr val="0A2540"/>
                </a:solidFill>
                <a:latin typeface="Inter ExtraBold"/>
                <a:ea typeface="Inter ExtraBold"/>
                <a:cs typeface="Inter ExtraBold"/>
              </a:defRPr>
            </a:lvl5pPr>
            <a:lvl6pPr algn="l">
              <a:defRPr sz="3262" b="0" i="0" kern="0" spc="-104">
                <a:solidFill>
                  <a:srgbClr val="0A2540"/>
                </a:solidFill>
                <a:latin typeface="Inter ExtraBold"/>
                <a:ea typeface="Inter ExtraBold"/>
                <a:cs typeface="Inter ExtraBold"/>
              </a:defRPr>
            </a:lvl6pPr>
            <a:lvl7pPr algn="l">
              <a:defRPr sz="3262" b="0" i="0" kern="0" spc="-104">
                <a:solidFill>
                  <a:srgbClr val="0A2540"/>
                </a:solidFill>
                <a:latin typeface="Inter ExtraBold"/>
                <a:ea typeface="Inter ExtraBold"/>
                <a:cs typeface="Inter ExtraBold"/>
              </a:defRPr>
            </a:lvl7pPr>
            <a:lvl8pPr algn="l">
              <a:defRPr sz="3262" b="0" i="0" kern="0" spc="-104">
                <a:solidFill>
                  <a:srgbClr val="0A2540"/>
                </a:solidFill>
                <a:latin typeface="Inter ExtraBold"/>
                <a:ea typeface="Inter ExtraBold"/>
                <a:cs typeface="Inter ExtraBold"/>
              </a:defRPr>
            </a:lvl8pPr>
            <a:lvl9pPr algn="l">
              <a:defRPr sz="3262" b="0" i="0" kern="0" spc="-104">
                <a:solidFill>
                  <a:srgbClr val="0A2540"/>
                </a:solidFill>
                <a:latin typeface="Inter ExtraBold"/>
                <a:ea typeface="Inter ExtraBold"/>
                <a:cs typeface="Inter ExtraBold"/>
              </a:defRPr>
            </a:lvl9pPr>
          </a:lstStyle>
          <a:p>
            <a:pPr algn="l">
              <a:lnSpc>
                <a:spcPct val="100000"/>
              </a:lnSpc>
              <a:buNone/>
              <a:defRPr sz="3262" b="0" i="0" kern="0" spc="-104">
                <a:solidFill>
                  <a:srgbClr val="0A2540"/>
                </a:solidFill>
                <a:latin typeface="Inter ExtraBold"/>
                <a:ea typeface="Inter ExtraBold"/>
                <a:cs typeface="Inter ExtraBold"/>
              </a:defRPr>
            </a:pPr>
            <a:r>
              <a:rPr sz="3262" b="0" i="0" kern="0" spc="-104">
                <a:solidFill>
                  <a:srgbClr val="0A2540"/>
                </a:solidFill>
                <a:latin typeface="Inter ExtraBold"/>
                <a:ea typeface="Inter ExtraBold"/>
                <a:cs typeface="Inter ExtraBold"/>
              </a:rPr>
              <a:t>Why Z imports — and how many TVs</a:t>
            </a:r>
          </a:p>
        </p:txBody>
      </p:sp>
      <p:sp>
        <p:nvSpPr>
          <p:cNvPr id="56" name="s7 text 3">
            <a:extLst>
              <a:ext uri="{FF2B5EF4-FFF2-40B4-BE49-F238E27FC236}">
                <a16:creationId xmlns:a16="http://schemas.microsoft.com/office/drawing/2014/main" id="{FB07B390-B1E9-4A2E-8279-3E4A424500E0}"/>
              </a:ext>
            </a:extLst>
          </p:cNvPr>
          <p:cNvSpPr>
            <a:spLocks noGrp="1"/>
          </p:cNvSpPr>
          <p:nvPr/>
        </p:nvSpPr>
        <p:spPr>
          <a:xfrm>
            <a:off x="8263867" y="2322612"/>
            <a:ext cx="2179891" cy="357847"/>
          </a:xfrm>
          <a:prstGeom prst="rect">
            <a:avLst/>
          </a:prstGeom>
          <a:noFill/>
          <a:ln w="0">
            <a:noFill/>
            <a:prstDash val="solid"/>
          </a:ln>
        </p:spPr>
        <p:txBody>
          <a:bodyPr wrap="none" lIns="0" tIns="0" rIns="0" bIns="0" anchor="t">
            <a:noAutofit/>
          </a:bodyPr>
          <a:lstStyle>
            <a:defPPr algn="l">
              <a:defRPr sz="2025" b="1" i="0" kern="0" spc="-24">
                <a:solidFill>
                  <a:srgbClr val="0A2540"/>
                </a:solidFill>
                <a:latin typeface="Inter"/>
                <a:ea typeface="Inter"/>
                <a:cs typeface="Inter"/>
              </a:defRPr>
            </a:defPPr>
            <a:lvl1pPr algn="l">
              <a:defRPr sz="2025" b="1" i="0" kern="0" spc="-24">
                <a:solidFill>
                  <a:srgbClr val="0A2540"/>
                </a:solidFill>
                <a:latin typeface="Inter"/>
                <a:ea typeface="Inter"/>
                <a:cs typeface="Inter"/>
              </a:defRPr>
            </a:lvl1pPr>
            <a:lvl2pPr algn="l">
              <a:defRPr sz="2025" b="1" i="0" kern="0" spc="-24">
                <a:solidFill>
                  <a:srgbClr val="0A2540"/>
                </a:solidFill>
                <a:latin typeface="Inter"/>
                <a:ea typeface="Inter"/>
                <a:cs typeface="Inter"/>
              </a:defRPr>
            </a:lvl2pPr>
            <a:lvl3pPr algn="l">
              <a:defRPr sz="2025" b="1" i="0" kern="0" spc="-24">
                <a:solidFill>
                  <a:srgbClr val="0A2540"/>
                </a:solidFill>
                <a:latin typeface="Inter"/>
                <a:ea typeface="Inter"/>
                <a:cs typeface="Inter"/>
              </a:defRPr>
            </a:lvl3pPr>
            <a:lvl4pPr algn="l">
              <a:defRPr sz="2025" b="1" i="0" kern="0" spc="-24">
                <a:solidFill>
                  <a:srgbClr val="0A2540"/>
                </a:solidFill>
                <a:latin typeface="Inter"/>
                <a:ea typeface="Inter"/>
                <a:cs typeface="Inter"/>
              </a:defRPr>
            </a:lvl4pPr>
            <a:lvl5pPr algn="l">
              <a:defRPr sz="2025" b="1" i="0" kern="0" spc="-24">
                <a:solidFill>
                  <a:srgbClr val="0A2540"/>
                </a:solidFill>
                <a:latin typeface="Inter"/>
                <a:ea typeface="Inter"/>
                <a:cs typeface="Inter"/>
              </a:defRPr>
            </a:lvl5pPr>
            <a:lvl6pPr algn="l">
              <a:defRPr sz="2025" b="1" i="0" kern="0" spc="-24">
                <a:solidFill>
                  <a:srgbClr val="0A2540"/>
                </a:solidFill>
                <a:latin typeface="Inter"/>
                <a:ea typeface="Inter"/>
                <a:cs typeface="Inter"/>
              </a:defRPr>
            </a:lvl6pPr>
            <a:lvl7pPr algn="l">
              <a:defRPr sz="2025" b="1" i="0" kern="0" spc="-24">
                <a:solidFill>
                  <a:srgbClr val="0A2540"/>
                </a:solidFill>
                <a:latin typeface="Inter"/>
                <a:ea typeface="Inter"/>
                <a:cs typeface="Inter"/>
              </a:defRPr>
            </a:lvl7pPr>
            <a:lvl8pPr algn="l">
              <a:defRPr sz="2025" b="1" i="0" kern="0" spc="-24">
                <a:solidFill>
                  <a:srgbClr val="0A2540"/>
                </a:solidFill>
                <a:latin typeface="Inter"/>
                <a:ea typeface="Inter"/>
                <a:cs typeface="Inter"/>
              </a:defRPr>
            </a:lvl8pPr>
            <a:lvl9pPr algn="l">
              <a:defRPr sz="2025" b="1" i="0" kern="0" spc="-24">
                <a:solidFill>
                  <a:srgbClr val="0A2540"/>
                </a:solidFill>
                <a:latin typeface="Inter"/>
                <a:ea typeface="Inter"/>
                <a:cs typeface="Inter"/>
              </a:defRPr>
            </a:lvl9pPr>
          </a:lstStyle>
          <a:p>
            <a:pPr algn="l">
              <a:lnSpc>
                <a:spcPct val="100000"/>
              </a:lnSpc>
              <a:buNone/>
              <a:defRPr sz="2025" b="1" i="0" kern="0" spc="-24">
                <a:solidFill>
                  <a:srgbClr val="0A2540"/>
                </a:solidFill>
                <a:latin typeface="Inter"/>
                <a:ea typeface="Inter"/>
                <a:cs typeface="Inter"/>
              </a:defRPr>
            </a:pPr>
            <a:r>
              <a:rPr sz="2025" b="1" i="0" kern="0" spc="-24">
                <a:solidFill>
                  <a:srgbClr val="0A2540"/>
                </a:solidFill>
                <a:latin typeface="Inter"/>
                <a:ea typeface="Inter"/>
                <a:cs typeface="Inter"/>
              </a:rPr>
              <a:t>(i) Why imports?</a:t>
            </a:r>
          </a:p>
        </p:txBody>
      </p:sp>
      <p:sp>
        <p:nvSpPr>
          <p:cNvPr id="57" name="s7 text 4">
            <a:extLst>
              <a:ext uri="{FF2B5EF4-FFF2-40B4-BE49-F238E27FC236}">
                <a16:creationId xmlns:a16="http://schemas.microsoft.com/office/drawing/2014/main" id="{5F02EED4-F56A-410F-BDA1-8FC41C9DE4DB}"/>
              </a:ext>
            </a:extLst>
          </p:cNvPr>
          <p:cNvSpPr>
            <a:spLocks noGrp="1"/>
          </p:cNvSpPr>
          <p:nvPr/>
        </p:nvSpPr>
        <p:spPr>
          <a:xfrm>
            <a:off x="8406742" y="2721545"/>
            <a:ext cx="2661761"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At $75 producers supply</a:t>
            </a:r>
          </a:p>
        </p:txBody>
      </p:sp>
      <p:sp>
        <p:nvSpPr>
          <p:cNvPr id="58" name="s7 text 5">
            <a:extLst>
              <a:ext uri="{FF2B5EF4-FFF2-40B4-BE49-F238E27FC236}">
                <a16:creationId xmlns:a16="http://schemas.microsoft.com/office/drawing/2014/main" id="{8227EEC8-41B9-4A20-B8AA-404922364C88}"/>
              </a:ext>
            </a:extLst>
          </p:cNvPr>
          <p:cNvSpPr>
            <a:spLocks noGrp="1"/>
          </p:cNvSpPr>
          <p:nvPr/>
        </p:nvSpPr>
        <p:spPr>
          <a:xfrm>
            <a:off x="11014769" y="2721545"/>
            <a:ext cx="886301" cy="308146"/>
          </a:xfrm>
          <a:prstGeom prst="rect">
            <a:avLst/>
          </a:prstGeom>
          <a:noFill/>
          <a:ln w="0">
            <a:noFill/>
            <a:prstDash val="solid"/>
          </a:ln>
        </p:spPr>
        <p:txBody>
          <a:bodyPr wrap="none" lIns="0" tIns="0" rIns="0" bIns="0" anchor="t">
            <a:noAutofit/>
          </a:bodyPr>
          <a:lstStyle>
            <a:defPPr algn="l">
              <a:defRPr sz="1744" b="1" i="0" kern="0" spc="-9">
                <a:solidFill>
                  <a:srgbClr val="0A2540"/>
                </a:solidFill>
                <a:latin typeface="Inter"/>
                <a:ea typeface="Inter"/>
                <a:cs typeface="Inter"/>
              </a:defRPr>
            </a:defPPr>
            <a:lvl1pPr algn="l">
              <a:defRPr sz="1744" b="1" i="0" kern="0" spc="-9">
                <a:solidFill>
                  <a:srgbClr val="0A2540"/>
                </a:solidFill>
                <a:latin typeface="Inter"/>
                <a:ea typeface="Inter"/>
                <a:cs typeface="Inter"/>
              </a:defRPr>
            </a:lvl1pPr>
            <a:lvl2pPr algn="l">
              <a:defRPr sz="1744" b="1" i="0" kern="0" spc="-9">
                <a:solidFill>
                  <a:srgbClr val="0A2540"/>
                </a:solidFill>
                <a:latin typeface="Inter"/>
                <a:ea typeface="Inter"/>
                <a:cs typeface="Inter"/>
              </a:defRPr>
            </a:lvl2pPr>
            <a:lvl3pPr algn="l">
              <a:defRPr sz="1744" b="1" i="0" kern="0" spc="-9">
                <a:solidFill>
                  <a:srgbClr val="0A2540"/>
                </a:solidFill>
                <a:latin typeface="Inter"/>
                <a:ea typeface="Inter"/>
                <a:cs typeface="Inter"/>
              </a:defRPr>
            </a:lvl3pPr>
            <a:lvl4pPr algn="l">
              <a:defRPr sz="1744" b="1" i="0" kern="0" spc="-9">
                <a:solidFill>
                  <a:srgbClr val="0A2540"/>
                </a:solidFill>
                <a:latin typeface="Inter"/>
                <a:ea typeface="Inter"/>
                <a:cs typeface="Inter"/>
              </a:defRPr>
            </a:lvl4pPr>
            <a:lvl5pPr algn="l">
              <a:defRPr sz="1744" b="1" i="0" kern="0" spc="-9">
                <a:solidFill>
                  <a:srgbClr val="0A2540"/>
                </a:solidFill>
                <a:latin typeface="Inter"/>
                <a:ea typeface="Inter"/>
                <a:cs typeface="Inter"/>
              </a:defRPr>
            </a:lvl5pPr>
            <a:lvl6pPr algn="l">
              <a:defRPr sz="1744" b="1" i="0" kern="0" spc="-9">
                <a:solidFill>
                  <a:srgbClr val="0A2540"/>
                </a:solidFill>
                <a:latin typeface="Inter"/>
                <a:ea typeface="Inter"/>
                <a:cs typeface="Inter"/>
              </a:defRPr>
            </a:lvl6pPr>
            <a:lvl7pPr algn="l">
              <a:defRPr sz="1744" b="1" i="0" kern="0" spc="-9">
                <a:solidFill>
                  <a:srgbClr val="0A2540"/>
                </a:solidFill>
                <a:latin typeface="Inter"/>
                <a:ea typeface="Inter"/>
                <a:cs typeface="Inter"/>
              </a:defRPr>
            </a:lvl7pPr>
            <a:lvl8pPr algn="l">
              <a:defRPr sz="1744" b="1" i="0" kern="0" spc="-9">
                <a:solidFill>
                  <a:srgbClr val="0A2540"/>
                </a:solidFill>
                <a:latin typeface="Inter"/>
                <a:ea typeface="Inter"/>
                <a:cs typeface="Inter"/>
              </a:defRPr>
            </a:lvl8pPr>
            <a:lvl9pPr algn="l">
              <a:defRPr sz="1744" b="1" i="0" kern="0" spc="-9">
                <a:solidFill>
                  <a:srgbClr val="0A2540"/>
                </a:solidFill>
                <a:latin typeface="Inter"/>
                <a:ea typeface="Inter"/>
                <a:cs typeface="Inter"/>
              </a:defRPr>
            </a:lvl9pPr>
          </a:lstStyle>
          <a:p>
            <a:pPr algn="l">
              <a:lnSpc>
                <a:spcPct val="100000"/>
              </a:lnSpc>
              <a:buNone/>
              <a:defRPr sz="1744" b="1" i="0" kern="0" spc="-9">
                <a:solidFill>
                  <a:srgbClr val="0A2540"/>
                </a:solidFill>
                <a:latin typeface="Inter"/>
                <a:ea typeface="Inter"/>
                <a:cs typeface="Inter"/>
              </a:defRPr>
            </a:pPr>
            <a:r>
              <a:rPr sz="1744" b="1" i="0" kern="0" spc="-9">
                <a:solidFill>
                  <a:srgbClr val="0A2540"/>
                </a:solidFill>
                <a:latin typeface="Inter"/>
                <a:ea typeface="Inter"/>
                <a:cs typeface="Inter"/>
              </a:rPr>
              <a:t>20,000</a:t>
            </a:r>
          </a:p>
        </p:txBody>
      </p:sp>
      <p:sp>
        <p:nvSpPr>
          <p:cNvPr id="59" name="s7 text 6">
            <a:extLst>
              <a:ext uri="{FF2B5EF4-FFF2-40B4-BE49-F238E27FC236}">
                <a16:creationId xmlns:a16="http://schemas.microsoft.com/office/drawing/2014/main" id="{8CD097EF-F478-4251-9997-B97F51A2A745}"/>
              </a:ext>
            </a:extLst>
          </p:cNvPr>
          <p:cNvSpPr>
            <a:spLocks noGrp="1"/>
          </p:cNvSpPr>
          <p:nvPr/>
        </p:nvSpPr>
        <p:spPr>
          <a:xfrm>
            <a:off x="11866969" y="2721545"/>
            <a:ext cx="427577"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but</a:t>
            </a:r>
          </a:p>
        </p:txBody>
      </p:sp>
      <p:sp>
        <p:nvSpPr>
          <p:cNvPr id="60" name="s7 text 7">
            <a:extLst>
              <a:ext uri="{FF2B5EF4-FFF2-40B4-BE49-F238E27FC236}">
                <a16:creationId xmlns:a16="http://schemas.microsoft.com/office/drawing/2014/main" id="{D6E322A8-37F5-4526-B12A-102B99615616}"/>
              </a:ext>
            </a:extLst>
          </p:cNvPr>
          <p:cNvSpPr>
            <a:spLocks noGrp="1"/>
          </p:cNvSpPr>
          <p:nvPr/>
        </p:nvSpPr>
        <p:spPr>
          <a:xfrm>
            <a:off x="8406742" y="3021583"/>
            <a:ext cx="1821085" cy="308146"/>
          </a:xfrm>
          <a:prstGeom prst="rect">
            <a:avLst/>
          </a:prstGeom>
          <a:noFill/>
          <a:ln w="0">
            <a:noFill/>
            <a:prstDash val="solid"/>
          </a:ln>
        </p:spPr>
        <p:txBody>
          <a:bodyPr wrap="none" lIns="0" tIns="0" rIns="0" bIns="0" anchor="t">
            <a:noAutofit/>
          </a:bodyPr>
          <a:lstStyle>
            <a:defPPr algn="l">
              <a:defRPr sz="1744" b="0" i="0" kern="0" spc="-10">
                <a:solidFill>
                  <a:srgbClr val="0A2540"/>
                </a:solidFill>
                <a:latin typeface="Inter"/>
                <a:ea typeface="Inter"/>
                <a:cs typeface="Inter"/>
              </a:defRPr>
            </a:defPPr>
            <a:lvl1pPr algn="l">
              <a:defRPr sz="1744" b="0" i="0" kern="0" spc="-10">
                <a:solidFill>
                  <a:srgbClr val="0A2540"/>
                </a:solidFill>
                <a:latin typeface="Inter"/>
                <a:ea typeface="Inter"/>
                <a:cs typeface="Inter"/>
              </a:defRPr>
            </a:lvl1pPr>
            <a:lvl2pPr algn="l">
              <a:defRPr sz="1744" b="0" i="0" kern="0" spc="-10">
                <a:solidFill>
                  <a:srgbClr val="0A2540"/>
                </a:solidFill>
                <a:latin typeface="Inter"/>
                <a:ea typeface="Inter"/>
                <a:cs typeface="Inter"/>
              </a:defRPr>
            </a:lvl2pPr>
            <a:lvl3pPr algn="l">
              <a:defRPr sz="1744" b="0" i="0" kern="0" spc="-10">
                <a:solidFill>
                  <a:srgbClr val="0A2540"/>
                </a:solidFill>
                <a:latin typeface="Inter"/>
                <a:ea typeface="Inter"/>
                <a:cs typeface="Inter"/>
              </a:defRPr>
            </a:lvl3pPr>
            <a:lvl4pPr algn="l">
              <a:defRPr sz="1744" b="0" i="0" kern="0" spc="-10">
                <a:solidFill>
                  <a:srgbClr val="0A2540"/>
                </a:solidFill>
                <a:latin typeface="Inter"/>
                <a:ea typeface="Inter"/>
                <a:cs typeface="Inter"/>
              </a:defRPr>
            </a:lvl4pPr>
            <a:lvl5pPr algn="l">
              <a:defRPr sz="1744" b="0" i="0" kern="0" spc="-10">
                <a:solidFill>
                  <a:srgbClr val="0A2540"/>
                </a:solidFill>
                <a:latin typeface="Inter"/>
                <a:ea typeface="Inter"/>
                <a:cs typeface="Inter"/>
              </a:defRPr>
            </a:lvl5pPr>
            <a:lvl6pPr algn="l">
              <a:defRPr sz="1744" b="0" i="0" kern="0" spc="-10">
                <a:solidFill>
                  <a:srgbClr val="0A2540"/>
                </a:solidFill>
                <a:latin typeface="Inter"/>
                <a:ea typeface="Inter"/>
                <a:cs typeface="Inter"/>
              </a:defRPr>
            </a:lvl6pPr>
            <a:lvl7pPr algn="l">
              <a:defRPr sz="1744" b="0" i="0" kern="0" spc="-10">
                <a:solidFill>
                  <a:srgbClr val="0A2540"/>
                </a:solidFill>
                <a:latin typeface="Inter"/>
                <a:ea typeface="Inter"/>
                <a:cs typeface="Inter"/>
              </a:defRPr>
            </a:lvl7pPr>
            <a:lvl8pPr algn="l">
              <a:defRPr sz="1744" b="0" i="0" kern="0" spc="-10">
                <a:solidFill>
                  <a:srgbClr val="0A2540"/>
                </a:solidFill>
                <a:latin typeface="Inter"/>
                <a:ea typeface="Inter"/>
                <a:cs typeface="Inter"/>
              </a:defRPr>
            </a:lvl8pPr>
            <a:lvl9pPr algn="l">
              <a:defRPr sz="1744" b="0" i="0" kern="0" spc="-10">
                <a:solidFill>
                  <a:srgbClr val="0A2540"/>
                </a:solidFill>
                <a:latin typeface="Inter"/>
                <a:ea typeface="Inter"/>
                <a:cs typeface="Inter"/>
              </a:defRPr>
            </a:lvl9pPr>
          </a:lstStyle>
          <a:p>
            <a:pPr algn="l">
              <a:lnSpc>
                <a:spcPct val="100000"/>
              </a:lnSpc>
              <a:buNone/>
              <a:defRPr sz="1744" b="0" i="0" kern="0" spc="-10">
                <a:solidFill>
                  <a:srgbClr val="0A2540"/>
                </a:solidFill>
                <a:latin typeface="Inter"/>
                <a:ea typeface="Inter"/>
                <a:cs typeface="Inter"/>
              </a:defRPr>
            </a:pPr>
            <a:r>
              <a:rPr sz="1744" b="0" i="0" kern="0" spc="-10">
                <a:solidFill>
                  <a:srgbClr val="0A2540"/>
                </a:solidFill>
                <a:latin typeface="Inter"/>
                <a:ea typeface="Inter"/>
                <a:cs typeface="Inter"/>
              </a:rPr>
              <a:t>consumers want</a:t>
            </a:r>
          </a:p>
        </p:txBody>
      </p:sp>
      <p:sp>
        <p:nvSpPr>
          <p:cNvPr id="61" name="s7 text 8">
            <a:extLst>
              <a:ext uri="{FF2B5EF4-FFF2-40B4-BE49-F238E27FC236}">
                <a16:creationId xmlns:a16="http://schemas.microsoft.com/office/drawing/2014/main" id="{9960C966-6CA5-4957-896A-9F1D0AA02CB5}"/>
              </a:ext>
            </a:extLst>
          </p:cNvPr>
          <p:cNvSpPr>
            <a:spLocks noGrp="1"/>
          </p:cNvSpPr>
          <p:nvPr/>
        </p:nvSpPr>
        <p:spPr>
          <a:xfrm>
            <a:off x="10184420" y="3021583"/>
            <a:ext cx="981742" cy="308146"/>
          </a:xfrm>
          <a:prstGeom prst="rect">
            <a:avLst/>
          </a:prstGeom>
          <a:noFill/>
          <a:ln w="0">
            <a:noFill/>
            <a:prstDash val="solid"/>
          </a:ln>
        </p:spPr>
        <p:txBody>
          <a:bodyPr wrap="none" lIns="0" tIns="0" rIns="0" bIns="0" anchor="t">
            <a:noAutofit/>
          </a:bodyPr>
          <a:lstStyle>
            <a:defPPr algn="l">
              <a:defRPr sz="1744" b="1" i="0" kern="0" spc="-9">
                <a:solidFill>
                  <a:srgbClr val="0A2540"/>
                </a:solidFill>
                <a:latin typeface="Inter"/>
                <a:ea typeface="Inter"/>
                <a:cs typeface="Inter"/>
              </a:defRPr>
            </a:defPPr>
            <a:lvl1pPr algn="l">
              <a:defRPr sz="1744" b="1" i="0" kern="0" spc="-9">
                <a:solidFill>
                  <a:srgbClr val="0A2540"/>
                </a:solidFill>
                <a:latin typeface="Inter"/>
                <a:ea typeface="Inter"/>
                <a:cs typeface="Inter"/>
              </a:defRPr>
            </a:lvl1pPr>
            <a:lvl2pPr algn="l">
              <a:defRPr sz="1744" b="1" i="0" kern="0" spc="-9">
                <a:solidFill>
                  <a:srgbClr val="0A2540"/>
                </a:solidFill>
                <a:latin typeface="Inter"/>
                <a:ea typeface="Inter"/>
                <a:cs typeface="Inter"/>
              </a:defRPr>
            </a:lvl2pPr>
            <a:lvl3pPr algn="l">
              <a:defRPr sz="1744" b="1" i="0" kern="0" spc="-9">
                <a:solidFill>
                  <a:srgbClr val="0A2540"/>
                </a:solidFill>
                <a:latin typeface="Inter"/>
                <a:ea typeface="Inter"/>
                <a:cs typeface="Inter"/>
              </a:defRPr>
            </a:lvl3pPr>
            <a:lvl4pPr algn="l">
              <a:defRPr sz="1744" b="1" i="0" kern="0" spc="-9">
                <a:solidFill>
                  <a:srgbClr val="0A2540"/>
                </a:solidFill>
                <a:latin typeface="Inter"/>
                <a:ea typeface="Inter"/>
                <a:cs typeface="Inter"/>
              </a:defRPr>
            </a:lvl4pPr>
            <a:lvl5pPr algn="l">
              <a:defRPr sz="1744" b="1" i="0" kern="0" spc="-9">
                <a:solidFill>
                  <a:srgbClr val="0A2540"/>
                </a:solidFill>
                <a:latin typeface="Inter"/>
                <a:ea typeface="Inter"/>
                <a:cs typeface="Inter"/>
              </a:defRPr>
            </a:lvl5pPr>
            <a:lvl6pPr algn="l">
              <a:defRPr sz="1744" b="1" i="0" kern="0" spc="-9">
                <a:solidFill>
                  <a:srgbClr val="0A2540"/>
                </a:solidFill>
                <a:latin typeface="Inter"/>
                <a:ea typeface="Inter"/>
                <a:cs typeface="Inter"/>
              </a:defRPr>
            </a:lvl6pPr>
            <a:lvl7pPr algn="l">
              <a:defRPr sz="1744" b="1" i="0" kern="0" spc="-9">
                <a:solidFill>
                  <a:srgbClr val="0A2540"/>
                </a:solidFill>
                <a:latin typeface="Inter"/>
                <a:ea typeface="Inter"/>
                <a:cs typeface="Inter"/>
              </a:defRPr>
            </a:lvl7pPr>
            <a:lvl8pPr algn="l">
              <a:defRPr sz="1744" b="1" i="0" kern="0" spc="-9">
                <a:solidFill>
                  <a:srgbClr val="0A2540"/>
                </a:solidFill>
                <a:latin typeface="Inter"/>
                <a:ea typeface="Inter"/>
                <a:cs typeface="Inter"/>
              </a:defRPr>
            </a:lvl8pPr>
            <a:lvl9pPr algn="l">
              <a:defRPr sz="1744" b="1" i="0" kern="0" spc="-9">
                <a:solidFill>
                  <a:srgbClr val="0A2540"/>
                </a:solidFill>
                <a:latin typeface="Inter"/>
                <a:ea typeface="Inter"/>
                <a:cs typeface="Inter"/>
              </a:defRPr>
            </a:lvl9pPr>
          </a:lstStyle>
          <a:p>
            <a:pPr algn="l">
              <a:lnSpc>
                <a:spcPct val="100000"/>
              </a:lnSpc>
              <a:buNone/>
              <a:defRPr sz="1744" b="1" i="0" kern="0" spc="-9">
                <a:solidFill>
                  <a:srgbClr val="0A2540"/>
                </a:solidFill>
                <a:latin typeface="Inter"/>
                <a:ea typeface="Inter"/>
                <a:cs typeface="Inter"/>
              </a:defRPr>
            </a:pPr>
            <a:r>
              <a:rPr sz="1744" b="1" i="0" kern="0" spc="-9">
                <a:solidFill>
                  <a:srgbClr val="0A2540"/>
                </a:solidFill>
                <a:latin typeface="Inter"/>
                <a:ea typeface="Inter"/>
                <a:cs typeface="Inter"/>
              </a:rPr>
              <a:t>120,000</a:t>
            </a:r>
          </a:p>
        </p:txBody>
      </p:sp>
      <p:sp>
        <p:nvSpPr>
          <p:cNvPr id="62" name="s7 text 9">
            <a:extLst>
              <a:ext uri="{FF2B5EF4-FFF2-40B4-BE49-F238E27FC236}">
                <a16:creationId xmlns:a16="http://schemas.microsoft.com/office/drawing/2014/main" id="{2A78870C-14EB-4313-A88B-313CD3E18AE6}"/>
              </a:ext>
            </a:extLst>
          </p:cNvPr>
          <p:cNvSpPr>
            <a:spLocks noGrp="1"/>
          </p:cNvSpPr>
          <p:nvPr/>
        </p:nvSpPr>
        <p:spPr>
          <a:xfrm>
            <a:off x="11131052" y="3021583"/>
            <a:ext cx="1562767"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 and foreign</a:t>
            </a:r>
          </a:p>
        </p:txBody>
      </p:sp>
      <p:sp>
        <p:nvSpPr>
          <p:cNvPr id="63" name="s7 text 10">
            <a:extLst>
              <a:ext uri="{FF2B5EF4-FFF2-40B4-BE49-F238E27FC236}">
                <a16:creationId xmlns:a16="http://schemas.microsoft.com/office/drawing/2014/main" id="{88F944B5-DB7F-472A-B9A1-D44E0CCFB268}"/>
              </a:ext>
            </a:extLst>
          </p:cNvPr>
          <p:cNvSpPr>
            <a:spLocks noGrp="1"/>
          </p:cNvSpPr>
          <p:nvPr/>
        </p:nvSpPr>
        <p:spPr>
          <a:xfrm>
            <a:off x="8406742" y="3328764"/>
            <a:ext cx="4601432"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producers will sell at $75, so the shortfall is</a:t>
            </a:r>
          </a:p>
        </p:txBody>
      </p:sp>
      <p:sp>
        <p:nvSpPr>
          <p:cNvPr id="64" name="s7 text 11">
            <a:extLst>
              <a:ext uri="{FF2B5EF4-FFF2-40B4-BE49-F238E27FC236}">
                <a16:creationId xmlns:a16="http://schemas.microsoft.com/office/drawing/2014/main" id="{90E30330-347B-431D-A009-1376C965D20F}"/>
              </a:ext>
            </a:extLst>
          </p:cNvPr>
          <p:cNvSpPr>
            <a:spLocks noGrp="1"/>
          </p:cNvSpPr>
          <p:nvPr/>
        </p:nvSpPr>
        <p:spPr>
          <a:xfrm>
            <a:off x="8406742" y="3628802"/>
            <a:ext cx="1090232"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imported.</a:t>
            </a:r>
          </a:p>
        </p:txBody>
      </p:sp>
      <p:sp>
        <p:nvSpPr>
          <p:cNvPr id="65" name="s7 text 12">
            <a:extLst>
              <a:ext uri="{FF2B5EF4-FFF2-40B4-BE49-F238E27FC236}">
                <a16:creationId xmlns:a16="http://schemas.microsoft.com/office/drawing/2014/main" id="{CEE41497-E7AD-47EF-AC7C-B4709C432BEA}"/>
              </a:ext>
            </a:extLst>
          </p:cNvPr>
          <p:cNvSpPr>
            <a:spLocks noGrp="1"/>
          </p:cNvSpPr>
          <p:nvPr/>
        </p:nvSpPr>
        <p:spPr>
          <a:xfrm>
            <a:off x="8263867" y="4137124"/>
            <a:ext cx="1961388" cy="357847"/>
          </a:xfrm>
          <a:prstGeom prst="rect">
            <a:avLst/>
          </a:prstGeom>
          <a:noFill/>
          <a:ln w="0">
            <a:noFill/>
            <a:prstDash val="solid"/>
          </a:ln>
        </p:spPr>
        <p:txBody>
          <a:bodyPr wrap="none" lIns="0" tIns="0" rIns="0" bIns="0" anchor="t">
            <a:noAutofit/>
          </a:bodyPr>
          <a:lstStyle>
            <a:defPPr algn="l">
              <a:defRPr sz="2025" b="1" i="0" kern="0" spc="-24">
                <a:solidFill>
                  <a:srgbClr val="0A2540"/>
                </a:solidFill>
                <a:latin typeface="Inter"/>
                <a:ea typeface="Inter"/>
                <a:cs typeface="Inter"/>
              </a:defRPr>
            </a:defPPr>
            <a:lvl1pPr algn="l">
              <a:defRPr sz="2025" b="1" i="0" kern="0" spc="-24">
                <a:solidFill>
                  <a:srgbClr val="0A2540"/>
                </a:solidFill>
                <a:latin typeface="Inter"/>
                <a:ea typeface="Inter"/>
                <a:cs typeface="Inter"/>
              </a:defRPr>
            </a:lvl1pPr>
            <a:lvl2pPr algn="l">
              <a:defRPr sz="2025" b="1" i="0" kern="0" spc="-24">
                <a:solidFill>
                  <a:srgbClr val="0A2540"/>
                </a:solidFill>
                <a:latin typeface="Inter"/>
                <a:ea typeface="Inter"/>
                <a:cs typeface="Inter"/>
              </a:defRPr>
            </a:lvl2pPr>
            <a:lvl3pPr algn="l">
              <a:defRPr sz="2025" b="1" i="0" kern="0" spc="-24">
                <a:solidFill>
                  <a:srgbClr val="0A2540"/>
                </a:solidFill>
                <a:latin typeface="Inter"/>
                <a:ea typeface="Inter"/>
                <a:cs typeface="Inter"/>
              </a:defRPr>
            </a:lvl3pPr>
            <a:lvl4pPr algn="l">
              <a:defRPr sz="2025" b="1" i="0" kern="0" spc="-24">
                <a:solidFill>
                  <a:srgbClr val="0A2540"/>
                </a:solidFill>
                <a:latin typeface="Inter"/>
                <a:ea typeface="Inter"/>
                <a:cs typeface="Inter"/>
              </a:defRPr>
            </a:lvl4pPr>
            <a:lvl5pPr algn="l">
              <a:defRPr sz="2025" b="1" i="0" kern="0" spc="-24">
                <a:solidFill>
                  <a:srgbClr val="0A2540"/>
                </a:solidFill>
                <a:latin typeface="Inter"/>
                <a:ea typeface="Inter"/>
                <a:cs typeface="Inter"/>
              </a:defRPr>
            </a:lvl5pPr>
            <a:lvl6pPr algn="l">
              <a:defRPr sz="2025" b="1" i="0" kern="0" spc="-24">
                <a:solidFill>
                  <a:srgbClr val="0A2540"/>
                </a:solidFill>
                <a:latin typeface="Inter"/>
                <a:ea typeface="Inter"/>
                <a:cs typeface="Inter"/>
              </a:defRPr>
            </a:lvl6pPr>
            <a:lvl7pPr algn="l">
              <a:defRPr sz="2025" b="1" i="0" kern="0" spc="-24">
                <a:solidFill>
                  <a:srgbClr val="0A2540"/>
                </a:solidFill>
                <a:latin typeface="Inter"/>
                <a:ea typeface="Inter"/>
                <a:cs typeface="Inter"/>
              </a:defRPr>
            </a:lvl7pPr>
            <a:lvl8pPr algn="l">
              <a:defRPr sz="2025" b="1" i="0" kern="0" spc="-24">
                <a:solidFill>
                  <a:srgbClr val="0A2540"/>
                </a:solidFill>
                <a:latin typeface="Inter"/>
                <a:ea typeface="Inter"/>
                <a:cs typeface="Inter"/>
              </a:defRPr>
            </a:lvl8pPr>
            <a:lvl9pPr algn="l">
              <a:defRPr sz="2025" b="1" i="0" kern="0" spc="-24">
                <a:solidFill>
                  <a:srgbClr val="0A2540"/>
                </a:solidFill>
                <a:latin typeface="Inter"/>
                <a:ea typeface="Inter"/>
                <a:cs typeface="Inter"/>
              </a:defRPr>
            </a:lvl9pPr>
          </a:lstStyle>
          <a:p>
            <a:pPr algn="l">
              <a:lnSpc>
                <a:spcPct val="100000"/>
              </a:lnSpc>
              <a:buNone/>
              <a:defRPr sz="2025" b="1" i="0" kern="0" spc="-24">
                <a:solidFill>
                  <a:srgbClr val="0A2540"/>
                </a:solidFill>
                <a:latin typeface="Inter"/>
                <a:ea typeface="Inter"/>
                <a:cs typeface="Inter"/>
              </a:defRPr>
            </a:pPr>
            <a:r>
              <a:rPr sz="2025" b="1" i="0" kern="0" spc="-24">
                <a:solidFill>
                  <a:srgbClr val="0A2540"/>
                </a:solidFill>
                <a:latin typeface="Inter"/>
                <a:ea typeface="Inter"/>
                <a:cs typeface="Inter"/>
              </a:rPr>
              <a:t>(ii) How many?</a:t>
            </a:r>
          </a:p>
        </p:txBody>
      </p:sp>
      <p:sp>
        <p:nvSpPr>
          <p:cNvPr id="66" name="s7 text 13">
            <a:extLst>
              <a:ext uri="{FF2B5EF4-FFF2-40B4-BE49-F238E27FC236}">
                <a16:creationId xmlns:a16="http://schemas.microsoft.com/office/drawing/2014/main" id="{64B4D3D2-13FB-4ED1-8781-A3D76F6B9DDE}"/>
              </a:ext>
            </a:extLst>
          </p:cNvPr>
          <p:cNvSpPr>
            <a:spLocks noGrp="1"/>
          </p:cNvSpPr>
          <p:nvPr/>
        </p:nvSpPr>
        <p:spPr>
          <a:xfrm>
            <a:off x="8381516" y="4597432"/>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1</a:t>
            </a:r>
          </a:p>
        </p:txBody>
      </p:sp>
      <p:sp>
        <p:nvSpPr>
          <p:cNvPr id="67" name="s7 text 14">
            <a:extLst>
              <a:ext uri="{FF2B5EF4-FFF2-40B4-BE49-F238E27FC236}">
                <a16:creationId xmlns:a16="http://schemas.microsoft.com/office/drawing/2014/main" id="{1116674F-EB14-4C0B-BFE2-EB319E39B9AE}"/>
              </a:ext>
            </a:extLst>
          </p:cNvPr>
          <p:cNvSpPr>
            <a:spLocks noGrp="1"/>
          </p:cNvSpPr>
          <p:nvPr/>
        </p:nvSpPr>
        <p:spPr>
          <a:xfrm>
            <a:off x="8728211" y="4536058"/>
            <a:ext cx="309467" cy="308146"/>
          </a:xfrm>
          <a:prstGeom prst="rect">
            <a:avLst/>
          </a:prstGeom>
          <a:noFill/>
          <a:ln w="0">
            <a:noFill/>
            <a:prstDash val="solid"/>
          </a:ln>
        </p:spPr>
        <p:txBody>
          <a:bodyPr wrap="none" lIns="0" tIns="0" rIns="0" bIns="0" anchor="t">
            <a:noAutofit/>
          </a:bodyPr>
          <a:lstStyle>
            <a:defPPr algn="l">
              <a:defRPr sz="1744" b="0" i="0" kern="0" spc="-18">
                <a:solidFill>
                  <a:srgbClr val="0A2540"/>
                </a:solidFill>
                <a:latin typeface="Inter"/>
                <a:ea typeface="Inter"/>
                <a:cs typeface="Inter"/>
              </a:defRPr>
            </a:defPPr>
            <a:lvl1pPr algn="l">
              <a:defRPr sz="1744" b="0" i="0" kern="0" spc="-18">
                <a:solidFill>
                  <a:srgbClr val="0A2540"/>
                </a:solidFill>
                <a:latin typeface="Inter"/>
                <a:ea typeface="Inter"/>
                <a:cs typeface="Inter"/>
              </a:defRPr>
            </a:lvl1pPr>
            <a:lvl2pPr algn="l">
              <a:defRPr sz="1744" b="0" i="0" kern="0" spc="-18">
                <a:solidFill>
                  <a:srgbClr val="0A2540"/>
                </a:solidFill>
                <a:latin typeface="Inter"/>
                <a:ea typeface="Inter"/>
                <a:cs typeface="Inter"/>
              </a:defRPr>
            </a:lvl2pPr>
            <a:lvl3pPr algn="l">
              <a:defRPr sz="1744" b="0" i="0" kern="0" spc="-18">
                <a:solidFill>
                  <a:srgbClr val="0A2540"/>
                </a:solidFill>
                <a:latin typeface="Inter"/>
                <a:ea typeface="Inter"/>
                <a:cs typeface="Inter"/>
              </a:defRPr>
            </a:lvl3pPr>
            <a:lvl4pPr algn="l">
              <a:defRPr sz="1744" b="0" i="0" kern="0" spc="-18">
                <a:solidFill>
                  <a:srgbClr val="0A2540"/>
                </a:solidFill>
                <a:latin typeface="Inter"/>
                <a:ea typeface="Inter"/>
                <a:cs typeface="Inter"/>
              </a:defRPr>
            </a:lvl4pPr>
            <a:lvl5pPr algn="l">
              <a:defRPr sz="1744" b="0" i="0" kern="0" spc="-18">
                <a:solidFill>
                  <a:srgbClr val="0A2540"/>
                </a:solidFill>
                <a:latin typeface="Inter"/>
                <a:ea typeface="Inter"/>
                <a:cs typeface="Inter"/>
              </a:defRPr>
            </a:lvl5pPr>
            <a:lvl6pPr algn="l">
              <a:defRPr sz="1744" b="0" i="0" kern="0" spc="-18">
                <a:solidFill>
                  <a:srgbClr val="0A2540"/>
                </a:solidFill>
                <a:latin typeface="Inter"/>
                <a:ea typeface="Inter"/>
                <a:cs typeface="Inter"/>
              </a:defRPr>
            </a:lvl6pPr>
            <a:lvl7pPr algn="l">
              <a:defRPr sz="1744" b="0" i="0" kern="0" spc="-18">
                <a:solidFill>
                  <a:srgbClr val="0A2540"/>
                </a:solidFill>
                <a:latin typeface="Inter"/>
                <a:ea typeface="Inter"/>
                <a:cs typeface="Inter"/>
              </a:defRPr>
            </a:lvl7pPr>
            <a:lvl8pPr algn="l">
              <a:defRPr sz="1744" b="0" i="0" kern="0" spc="-18">
                <a:solidFill>
                  <a:srgbClr val="0A2540"/>
                </a:solidFill>
                <a:latin typeface="Inter"/>
                <a:ea typeface="Inter"/>
                <a:cs typeface="Inter"/>
              </a:defRPr>
            </a:lvl8pPr>
            <a:lvl9pPr algn="l">
              <a:defRPr sz="1744" b="0" i="0" kern="0" spc="-18">
                <a:solidFill>
                  <a:srgbClr val="0A2540"/>
                </a:solidFill>
                <a:latin typeface="Inter"/>
                <a:ea typeface="Inter"/>
                <a:cs typeface="Inter"/>
              </a:defRPr>
            </a:lvl9pPr>
          </a:lstStyle>
          <a:p>
            <a:pPr algn="l">
              <a:lnSpc>
                <a:spcPct val="100000"/>
              </a:lnSpc>
              <a:buNone/>
              <a:defRPr sz="1744" b="0" i="0" kern="0" spc="-18">
                <a:solidFill>
                  <a:srgbClr val="0A2540"/>
                </a:solidFill>
                <a:latin typeface="Inter"/>
                <a:ea typeface="Inter"/>
                <a:cs typeface="Inter"/>
              </a:defRPr>
            </a:pPr>
            <a:r>
              <a:rPr sz="1744" b="0" i="0" kern="0" spc="-18">
                <a:solidFill>
                  <a:srgbClr val="0A2540"/>
                </a:solidFill>
                <a:latin typeface="Inter"/>
                <a:ea typeface="Inter"/>
                <a:cs typeface="Inter"/>
              </a:rPr>
              <a:t>At</a:t>
            </a:r>
          </a:p>
        </p:txBody>
      </p:sp>
      <p:sp>
        <p:nvSpPr>
          <p:cNvPr id="68" name="s7 text 15">
            <a:extLst>
              <a:ext uri="{FF2B5EF4-FFF2-40B4-BE49-F238E27FC236}">
                <a16:creationId xmlns:a16="http://schemas.microsoft.com/office/drawing/2014/main" id="{A1B7E1AD-B8EC-4996-8ED9-7ACE17A53F75}"/>
              </a:ext>
            </a:extLst>
          </p:cNvPr>
          <p:cNvSpPr>
            <a:spLocks noGrp="1"/>
          </p:cNvSpPr>
          <p:nvPr/>
        </p:nvSpPr>
        <p:spPr>
          <a:xfrm>
            <a:off x="9008045" y="4538261"/>
            <a:ext cx="957567" cy="316000"/>
          </a:xfrm>
          <a:prstGeom prst="rect">
            <a:avLst/>
          </a:prstGeom>
          <a:noFill/>
          <a:ln w="0">
            <a:noFill/>
            <a:prstDash val="solid"/>
          </a:ln>
        </p:spPr>
        <p:txBody>
          <a:bodyPr wrap="none" lIns="0" tIns="0" rIns="0" bIns="0" anchor="t">
            <a:noAutofit/>
          </a:bodyPr>
          <a:lstStyle>
            <a:defPPr algn="l">
              <a:defRPr sz="1639" b="0" i="0" kern="0" spc="-9">
                <a:solidFill>
                  <a:srgbClr val="0A2540"/>
                </a:solidFill>
                <a:latin typeface="JetBrains Mono"/>
                <a:ea typeface="JetBrains Mono"/>
                <a:cs typeface="JetBrains Mono"/>
              </a:defRPr>
            </a:defPPr>
            <a:lvl1pPr algn="l">
              <a:defRPr sz="1639" b="0" i="0" kern="0" spc="-9">
                <a:solidFill>
                  <a:srgbClr val="0A2540"/>
                </a:solidFill>
                <a:latin typeface="JetBrains Mono"/>
                <a:ea typeface="JetBrains Mono"/>
                <a:cs typeface="JetBrains Mono"/>
              </a:defRPr>
            </a:lvl1pPr>
            <a:lvl2pPr algn="l">
              <a:defRPr sz="1639" b="0" i="0" kern="0" spc="-9">
                <a:solidFill>
                  <a:srgbClr val="0A2540"/>
                </a:solidFill>
                <a:latin typeface="JetBrains Mono"/>
                <a:ea typeface="JetBrains Mono"/>
                <a:cs typeface="JetBrains Mono"/>
              </a:defRPr>
            </a:lvl2pPr>
            <a:lvl3pPr algn="l">
              <a:defRPr sz="1639" b="0" i="0" kern="0" spc="-9">
                <a:solidFill>
                  <a:srgbClr val="0A2540"/>
                </a:solidFill>
                <a:latin typeface="JetBrains Mono"/>
                <a:ea typeface="JetBrains Mono"/>
                <a:cs typeface="JetBrains Mono"/>
              </a:defRPr>
            </a:lvl3pPr>
            <a:lvl4pPr algn="l">
              <a:defRPr sz="1639" b="0" i="0" kern="0" spc="-9">
                <a:solidFill>
                  <a:srgbClr val="0A2540"/>
                </a:solidFill>
                <a:latin typeface="JetBrains Mono"/>
                <a:ea typeface="JetBrains Mono"/>
                <a:cs typeface="JetBrains Mono"/>
              </a:defRPr>
            </a:lvl4pPr>
            <a:lvl5pPr algn="l">
              <a:defRPr sz="1639" b="0" i="0" kern="0" spc="-9">
                <a:solidFill>
                  <a:srgbClr val="0A2540"/>
                </a:solidFill>
                <a:latin typeface="JetBrains Mono"/>
                <a:ea typeface="JetBrains Mono"/>
                <a:cs typeface="JetBrains Mono"/>
              </a:defRPr>
            </a:lvl5pPr>
            <a:lvl6pPr algn="l">
              <a:defRPr sz="1639" b="0" i="0" kern="0" spc="-9">
                <a:solidFill>
                  <a:srgbClr val="0A2540"/>
                </a:solidFill>
                <a:latin typeface="JetBrains Mono"/>
                <a:ea typeface="JetBrains Mono"/>
                <a:cs typeface="JetBrains Mono"/>
              </a:defRPr>
            </a:lvl6pPr>
            <a:lvl7pPr algn="l">
              <a:defRPr sz="1639" b="0" i="0" kern="0" spc="-9">
                <a:solidFill>
                  <a:srgbClr val="0A2540"/>
                </a:solidFill>
                <a:latin typeface="JetBrains Mono"/>
                <a:ea typeface="JetBrains Mono"/>
                <a:cs typeface="JetBrains Mono"/>
              </a:defRPr>
            </a:lvl7pPr>
            <a:lvl8pPr algn="l">
              <a:defRPr sz="1639" b="0" i="0" kern="0" spc="-9">
                <a:solidFill>
                  <a:srgbClr val="0A2540"/>
                </a:solidFill>
                <a:latin typeface="JetBrains Mono"/>
                <a:ea typeface="JetBrains Mono"/>
                <a:cs typeface="JetBrains Mono"/>
              </a:defRPr>
            </a:lvl8pPr>
            <a:lvl9pPr algn="l">
              <a:defRPr sz="1639" b="0" i="0" kern="0" spc="-9">
                <a:solidFill>
                  <a:srgbClr val="0A2540"/>
                </a:solidFill>
                <a:latin typeface="JetBrains Mono"/>
                <a:ea typeface="JetBrains Mono"/>
                <a:cs typeface="JetBrains Mono"/>
              </a:defRPr>
            </a:lvl9pPr>
          </a:lstStyle>
          <a:p>
            <a:pPr algn="l">
              <a:lnSpc>
                <a:spcPct val="100000"/>
              </a:lnSpc>
              <a:buNone/>
              <a:defRPr sz="1639" b="0" i="0" kern="0" spc="-9">
                <a:solidFill>
                  <a:srgbClr val="0A2540"/>
                </a:solidFill>
                <a:latin typeface="JetBrains Mono"/>
                <a:ea typeface="JetBrains Mono"/>
                <a:cs typeface="JetBrains Mono"/>
              </a:defRPr>
            </a:pPr>
            <a:r>
              <a:rPr sz="1639" b="0" i="0" kern="0" spc="-9">
                <a:solidFill>
                  <a:srgbClr val="0A2540"/>
                </a:solidFill>
                <a:latin typeface="JetBrains Mono"/>
                <a:ea typeface="JetBrains Mono"/>
                <a:cs typeface="JetBrains Mono"/>
              </a:rPr>
              <a:t>P = $75</a:t>
            </a:r>
          </a:p>
        </p:txBody>
      </p:sp>
      <p:sp>
        <p:nvSpPr>
          <p:cNvPr id="69" name="s7 text 16">
            <a:extLst>
              <a:ext uri="{FF2B5EF4-FFF2-40B4-BE49-F238E27FC236}">
                <a16:creationId xmlns:a16="http://schemas.microsoft.com/office/drawing/2014/main" id="{A90417C0-BBC4-44F3-ADB3-6B9245737B7C}"/>
              </a:ext>
            </a:extLst>
          </p:cNvPr>
          <p:cNvSpPr>
            <a:spLocks noGrp="1"/>
          </p:cNvSpPr>
          <p:nvPr/>
        </p:nvSpPr>
        <p:spPr>
          <a:xfrm>
            <a:off x="9874002" y="4536058"/>
            <a:ext cx="152400" cy="308146"/>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Inter"/>
                <a:ea typeface="Inter"/>
                <a:cs typeface="Inter"/>
              </a:defRPr>
            </a:defPPr>
            <a:lvl1pPr algn="l">
              <a:defRPr sz="1744" b="0" i="0" kern="0" spc="0">
                <a:solidFill>
                  <a:srgbClr val="0A2540"/>
                </a:solidFill>
                <a:latin typeface="Inter"/>
                <a:ea typeface="Inter"/>
                <a:cs typeface="Inter"/>
              </a:defRPr>
            </a:lvl1pPr>
            <a:lvl2pPr algn="l">
              <a:defRPr sz="1744" b="0" i="0" kern="0" spc="0">
                <a:solidFill>
                  <a:srgbClr val="0A2540"/>
                </a:solidFill>
                <a:latin typeface="Inter"/>
                <a:ea typeface="Inter"/>
                <a:cs typeface="Inter"/>
              </a:defRPr>
            </a:lvl2pPr>
            <a:lvl3pPr algn="l">
              <a:defRPr sz="1744" b="0" i="0" kern="0" spc="0">
                <a:solidFill>
                  <a:srgbClr val="0A2540"/>
                </a:solidFill>
                <a:latin typeface="Inter"/>
                <a:ea typeface="Inter"/>
                <a:cs typeface="Inter"/>
              </a:defRPr>
            </a:lvl3pPr>
            <a:lvl4pPr algn="l">
              <a:defRPr sz="1744" b="0" i="0" kern="0" spc="0">
                <a:solidFill>
                  <a:srgbClr val="0A2540"/>
                </a:solidFill>
                <a:latin typeface="Inter"/>
                <a:ea typeface="Inter"/>
                <a:cs typeface="Inter"/>
              </a:defRPr>
            </a:lvl4pPr>
            <a:lvl5pPr algn="l">
              <a:defRPr sz="1744" b="0" i="0" kern="0" spc="0">
                <a:solidFill>
                  <a:srgbClr val="0A2540"/>
                </a:solidFill>
                <a:latin typeface="Inter"/>
                <a:ea typeface="Inter"/>
                <a:cs typeface="Inter"/>
              </a:defRPr>
            </a:lvl5pPr>
            <a:lvl6pPr algn="l">
              <a:defRPr sz="1744" b="0" i="0" kern="0" spc="0">
                <a:solidFill>
                  <a:srgbClr val="0A2540"/>
                </a:solidFill>
                <a:latin typeface="Inter"/>
                <a:ea typeface="Inter"/>
                <a:cs typeface="Inter"/>
              </a:defRPr>
            </a:lvl6pPr>
            <a:lvl7pPr algn="l">
              <a:defRPr sz="1744" b="0" i="0" kern="0" spc="0">
                <a:solidFill>
                  <a:srgbClr val="0A2540"/>
                </a:solidFill>
                <a:latin typeface="Inter"/>
                <a:ea typeface="Inter"/>
                <a:cs typeface="Inter"/>
              </a:defRPr>
            </a:lvl7pPr>
            <a:lvl8pPr algn="l">
              <a:defRPr sz="1744" b="0" i="0" kern="0" spc="0">
                <a:solidFill>
                  <a:srgbClr val="0A2540"/>
                </a:solidFill>
                <a:latin typeface="Inter"/>
                <a:ea typeface="Inter"/>
                <a:cs typeface="Inter"/>
              </a:defRPr>
            </a:lvl8pPr>
            <a:lvl9pPr algn="l">
              <a:defRPr sz="1744" b="0" i="0" kern="0" spc="0">
                <a:solidFill>
                  <a:srgbClr val="0A2540"/>
                </a:solidFill>
                <a:latin typeface="Inter"/>
                <a:ea typeface="Inter"/>
                <a:cs typeface="Inter"/>
              </a:defRPr>
            </a:lvl9pPr>
          </a:lstStyle>
          <a:p>
            <a:pPr algn="l">
              <a:lnSpc>
                <a:spcPct val="100000"/>
              </a:lnSpc>
              <a:buNone/>
              <a:defRPr sz="1744" b="0" i="0" kern="0" spc="0">
                <a:solidFill>
                  <a:srgbClr val="0A2540"/>
                </a:solidFill>
                <a:latin typeface="Inter"/>
                <a:ea typeface="Inter"/>
                <a:cs typeface="Inter"/>
              </a:defRPr>
            </a:pPr>
            <a:r>
              <a:rPr sz="1744" b="0" i="0" kern="0" spc="0">
                <a:solidFill>
                  <a:srgbClr val="0A2540"/>
                </a:solidFill>
                <a:latin typeface="Inter"/>
                <a:ea typeface="Inter"/>
                <a:cs typeface="Inter"/>
              </a:rPr>
              <a:t>:</a:t>
            </a:r>
          </a:p>
        </p:txBody>
      </p:sp>
      <p:sp>
        <p:nvSpPr>
          <p:cNvPr id="70" name="s7 text 17">
            <a:extLst>
              <a:ext uri="{FF2B5EF4-FFF2-40B4-BE49-F238E27FC236}">
                <a16:creationId xmlns:a16="http://schemas.microsoft.com/office/drawing/2014/main" id="{E8C5E220-C8CF-4C68-95EA-B8A151E68DE9}"/>
              </a:ext>
            </a:extLst>
          </p:cNvPr>
          <p:cNvSpPr>
            <a:spLocks noGrp="1"/>
          </p:cNvSpPr>
          <p:nvPr/>
        </p:nvSpPr>
        <p:spPr>
          <a:xfrm>
            <a:off x="9997901" y="4538261"/>
            <a:ext cx="208169" cy="316000"/>
          </a:xfrm>
          <a:prstGeom prst="rect">
            <a:avLst/>
          </a:prstGeom>
          <a:noFill/>
          <a:ln w="0">
            <a:noFill/>
            <a:prstDash val="solid"/>
          </a:ln>
        </p:spPr>
        <p:txBody>
          <a:bodyPr wrap="none" lIns="0" tIns="0" rIns="0" bIns="0" anchor="t">
            <a:noAutofit/>
          </a:bodyPr>
          <a:lstStyle>
            <a:defPPr algn="l">
              <a:defRPr sz="1639" b="0" i="0" kern="0" spc="0">
                <a:solidFill>
                  <a:srgbClr val="0A2540"/>
                </a:solidFill>
                <a:latin typeface="JetBrains Mono"/>
                <a:ea typeface="JetBrains Mono"/>
                <a:cs typeface="JetBrains Mono"/>
              </a:defRPr>
            </a:defPPr>
            <a:lvl1pPr algn="l">
              <a:defRPr sz="1639" b="0" i="0" kern="0" spc="0">
                <a:solidFill>
                  <a:srgbClr val="0A2540"/>
                </a:solidFill>
                <a:latin typeface="JetBrains Mono"/>
                <a:ea typeface="JetBrains Mono"/>
                <a:cs typeface="JetBrains Mono"/>
              </a:defRPr>
            </a:lvl1pPr>
            <a:lvl2pPr algn="l">
              <a:defRPr sz="1639" b="0" i="0" kern="0" spc="0">
                <a:solidFill>
                  <a:srgbClr val="0A2540"/>
                </a:solidFill>
                <a:latin typeface="JetBrains Mono"/>
                <a:ea typeface="JetBrains Mono"/>
                <a:cs typeface="JetBrains Mono"/>
              </a:defRPr>
            </a:lvl2pPr>
            <a:lvl3pPr algn="l">
              <a:defRPr sz="1639" b="0" i="0" kern="0" spc="0">
                <a:solidFill>
                  <a:srgbClr val="0A2540"/>
                </a:solidFill>
                <a:latin typeface="JetBrains Mono"/>
                <a:ea typeface="JetBrains Mono"/>
                <a:cs typeface="JetBrains Mono"/>
              </a:defRPr>
            </a:lvl3pPr>
            <a:lvl4pPr algn="l">
              <a:defRPr sz="1639" b="0" i="0" kern="0" spc="0">
                <a:solidFill>
                  <a:srgbClr val="0A2540"/>
                </a:solidFill>
                <a:latin typeface="JetBrains Mono"/>
                <a:ea typeface="JetBrains Mono"/>
                <a:cs typeface="JetBrains Mono"/>
              </a:defRPr>
            </a:lvl4pPr>
            <a:lvl5pPr algn="l">
              <a:defRPr sz="1639" b="0" i="0" kern="0" spc="0">
                <a:solidFill>
                  <a:srgbClr val="0A2540"/>
                </a:solidFill>
                <a:latin typeface="JetBrains Mono"/>
                <a:ea typeface="JetBrains Mono"/>
                <a:cs typeface="JetBrains Mono"/>
              </a:defRPr>
            </a:lvl5pPr>
            <a:lvl6pPr algn="l">
              <a:defRPr sz="1639" b="0" i="0" kern="0" spc="0">
                <a:solidFill>
                  <a:srgbClr val="0A2540"/>
                </a:solidFill>
                <a:latin typeface="JetBrains Mono"/>
                <a:ea typeface="JetBrains Mono"/>
                <a:cs typeface="JetBrains Mono"/>
              </a:defRPr>
            </a:lvl6pPr>
            <a:lvl7pPr algn="l">
              <a:defRPr sz="1639" b="0" i="0" kern="0" spc="0">
                <a:solidFill>
                  <a:srgbClr val="0A2540"/>
                </a:solidFill>
                <a:latin typeface="JetBrains Mono"/>
                <a:ea typeface="JetBrains Mono"/>
                <a:cs typeface="JetBrains Mono"/>
              </a:defRPr>
            </a:lvl7pPr>
            <a:lvl8pPr algn="l">
              <a:defRPr sz="1639" b="0" i="0" kern="0" spc="0">
                <a:solidFill>
                  <a:srgbClr val="0A2540"/>
                </a:solidFill>
                <a:latin typeface="JetBrains Mono"/>
                <a:ea typeface="JetBrains Mono"/>
                <a:cs typeface="JetBrains Mono"/>
              </a:defRPr>
            </a:lvl8pPr>
            <a:lvl9pPr algn="l">
              <a:defRPr sz="1639" b="0" i="0" kern="0" spc="0">
                <a:solidFill>
                  <a:srgbClr val="0A2540"/>
                </a:solidFill>
                <a:latin typeface="JetBrains Mono"/>
                <a:ea typeface="JetBrains Mono"/>
                <a:cs typeface="JetBrains Mono"/>
              </a:defRPr>
            </a:lvl9pPr>
          </a:lstStyle>
          <a:p>
            <a:pPr algn="l">
              <a:lnSpc>
                <a:spcPct val="100000"/>
              </a:lnSpc>
              <a:buNone/>
              <a:defRPr sz="1639" b="0" i="0" kern="0" spc="0">
                <a:solidFill>
                  <a:srgbClr val="0A2540"/>
                </a:solidFill>
                <a:latin typeface="JetBrains Mono"/>
                <a:ea typeface="JetBrains Mono"/>
                <a:cs typeface="JetBrains Mono"/>
              </a:defRPr>
            </a:pPr>
            <a:r>
              <a:rPr sz="1639" b="0" i="0" kern="0" spc="0">
                <a:solidFill>
                  <a:srgbClr val="0A2540"/>
                </a:solidFill>
                <a:latin typeface="JetBrains Mono"/>
                <a:ea typeface="JetBrains Mono"/>
                <a:cs typeface="JetBrains Mono"/>
              </a:rPr>
              <a:t>Q</a:t>
            </a:r>
          </a:p>
        </p:txBody>
      </p:sp>
      <p:sp>
        <p:nvSpPr>
          <p:cNvPr id="71" name="s7 text 18">
            <a:extLst>
              <a:ext uri="{FF2B5EF4-FFF2-40B4-BE49-F238E27FC236}">
                <a16:creationId xmlns:a16="http://schemas.microsoft.com/office/drawing/2014/main" id="{12EEC89F-9A55-4531-8B87-45B914AA42E8}"/>
              </a:ext>
            </a:extLst>
          </p:cNvPr>
          <p:cNvSpPr>
            <a:spLocks noGrp="1"/>
          </p:cNvSpPr>
          <p:nvPr/>
        </p:nvSpPr>
        <p:spPr>
          <a:xfrm>
            <a:off x="10121689" y="4622453"/>
            <a:ext cx="173488" cy="263297"/>
          </a:xfrm>
          <a:prstGeom prst="rect">
            <a:avLst/>
          </a:prstGeom>
          <a:noFill/>
          <a:ln w="0">
            <a:noFill/>
            <a:prstDash val="solid"/>
          </a:ln>
        </p:spPr>
        <p:txBody>
          <a:bodyPr wrap="none" lIns="0" tIns="0" rIns="0" bIns="0" anchor="t">
            <a:noAutofit/>
          </a:bodyPr>
          <a:lstStyle>
            <a:defPPr algn="l">
              <a:defRPr sz="1366" b="0" i="0" kern="0" spc="0">
                <a:solidFill>
                  <a:srgbClr val="0A2540"/>
                </a:solidFill>
                <a:latin typeface="JetBrains Mono"/>
                <a:ea typeface="JetBrains Mono"/>
                <a:cs typeface="JetBrains Mono"/>
              </a:defRPr>
            </a:defPPr>
            <a:lvl1pPr algn="l">
              <a:defRPr sz="1366" b="0" i="0" kern="0" spc="0">
                <a:solidFill>
                  <a:srgbClr val="0A2540"/>
                </a:solidFill>
                <a:latin typeface="JetBrains Mono"/>
                <a:ea typeface="JetBrains Mono"/>
                <a:cs typeface="JetBrains Mono"/>
              </a:defRPr>
            </a:lvl1pPr>
            <a:lvl2pPr algn="l">
              <a:defRPr sz="1366" b="0" i="0" kern="0" spc="0">
                <a:solidFill>
                  <a:srgbClr val="0A2540"/>
                </a:solidFill>
                <a:latin typeface="JetBrains Mono"/>
                <a:ea typeface="JetBrains Mono"/>
                <a:cs typeface="JetBrains Mono"/>
              </a:defRPr>
            </a:lvl2pPr>
            <a:lvl3pPr algn="l">
              <a:defRPr sz="1366" b="0" i="0" kern="0" spc="0">
                <a:solidFill>
                  <a:srgbClr val="0A2540"/>
                </a:solidFill>
                <a:latin typeface="JetBrains Mono"/>
                <a:ea typeface="JetBrains Mono"/>
                <a:cs typeface="JetBrains Mono"/>
              </a:defRPr>
            </a:lvl3pPr>
            <a:lvl4pPr algn="l">
              <a:defRPr sz="1366" b="0" i="0" kern="0" spc="0">
                <a:solidFill>
                  <a:srgbClr val="0A2540"/>
                </a:solidFill>
                <a:latin typeface="JetBrains Mono"/>
                <a:ea typeface="JetBrains Mono"/>
                <a:cs typeface="JetBrains Mono"/>
              </a:defRPr>
            </a:lvl4pPr>
            <a:lvl5pPr algn="l">
              <a:defRPr sz="1366" b="0" i="0" kern="0" spc="0">
                <a:solidFill>
                  <a:srgbClr val="0A2540"/>
                </a:solidFill>
                <a:latin typeface="JetBrains Mono"/>
                <a:ea typeface="JetBrains Mono"/>
                <a:cs typeface="JetBrains Mono"/>
              </a:defRPr>
            </a:lvl5pPr>
            <a:lvl6pPr algn="l">
              <a:defRPr sz="1366" b="0" i="0" kern="0" spc="0">
                <a:solidFill>
                  <a:srgbClr val="0A2540"/>
                </a:solidFill>
                <a:latin typeface="JetBrains Mono"/>
                <a:ea typeface="JetBrains Mono"/>
                <a:cs typeface="JetBrains Mono"/>
              </a:defRPr>
            </a:lvl6pPr>
            <a:lvl7pPr algn="l">
              <a:defRPr sz="1366" b="0" i="0" kern="0" spc="0">
                <a:solidFill>
                  <a:srgbClr val="0A2540"/>
                </a:solidFill>
                <a:latin typeface="JetBrains Mono"/>
                <a:ea typeface="JetBrains Mono"/>
                <a:cs typeface="JetBrains Mono"/>
              </a:defRPr>
            </a:lvl7pPr>
            <a:lvl8pPr algn="l">
              <a:defRPr sz="1366" b="0" i="0" kern="0" spc="0">
                <a:solidFill>
                  <a:srgbClr val="0A2540"/>
                </a:solidFill>
                <a:latin typeface="JetBrains Mono"/>
                <a:ea typeface="JetBrains Mono"/>
                <a:cs typeface="JetBrains Mono"/>
              </a:defRPr>
            </a:lvl8pPr>
            <a:lvl9pPr algn="l">
              <a:defRPr sz="1366" b="0" i="0" kern="0" spc="0">
                <a:solidFill>
                  <a:srgbClr val="0A2540"/>
                </a:solidFill>
                <a:latin typeface="JetBrains Mono"/>
                <a:ea typeface="JetBrains Mono"/>
                <a:cs typeface="JetBrains Mono"/>
              </a:defRPr>
            </a:lvl9pPr>
          </a:lstStyle>
          <a:p>
            <a:pPr algn="l">
              <a:lnSpc>
                <a:spcPct val="100000"/>
              </a:lnSpc>
              <a:buNone/>
              <a:defRPr sz="1366" b="0" i="0" kern="0" spc="0">
                <a:solidFill>
                  <a:srgbClr val="0A2540"/>
                </a:solidFill>
                <a:latin typeface="JetBrains Mono"/>
                <a:ea typeface="JetBrains Mono"/>
                <a:cs typeface="JetBrains Mono"/>
              </a:defRPr>
            </a:pPr>
            <a:r>
              <a:rPr sz="1366" b="0" i="0" kern="0" spc="0">
                <a:solidFill>
                  <a:srgbClr val="0A2540"/>
                </a:solidFill>
                <a:latin typeface="JetBrains Mono"/>
                <a:ea typeface="JetBrains Mono"/>
                <a:cs typeface="JetBrains Mono"/>
              </a:rPr>
              <a:t>s</a:t>
            </a:r>
          </a:p>
        </p:txBody>
      </p:sp>
      <p:sp>
        <p:nvSpPr>
          <p:cNvPr id="72" name="s7 text 19">
            <a:extLst>
              <a:ext uri="{FF2B5EF4-FFF2-40B4-BE49-F238E27FC236}">
                <a16:creationId xmlns:a16="http://schemas.microsoft.com/office/drawing/2014/main" id="{47CA3A1D-52AC-4DD5-8F7E-44D20C9FDE49}"/>
              </a:ext>
            </a:extLst>
          </p:cNvPr>
          <p:cNvSpPr>
            <a:spLocks noGrp="1"/>
          </p:cNvSpPr>
          <p:nvPr/>
        </p:nvSpPr>
        <p:spPr>
          <a:xfrm>
            <a:off x="10348297" y="4538261"/>
            <a:ext cx="582854" cy="316000"/>
          </a:xfrm>
          <a:prstGeom prst="rect">
            <a:avLst/>
          </a:prstGeom>
          <a:noFill/>
          <a:ln w="0">
            <a:noFill/>
            <a:prstDash val="solid"/>
          </a:ln>
        </p:spPr>
        <p:txBody>
          <a:bodyPr wrap="none" lIns="0" tIns="0" rIns="0" bIns="0" anchor="t">
            <a:noAutofit/>
          </a:bodyPr>
          <a:lstStyle>
            <a:defPPr algn="l">
              <a:defRPr sz="1639" b="0" i="0" kern="0" spc="-9">
                <a:solidFill>
                  <a:srgbClr val="0A2540"/>
                </a:solidFill>
                <a:latin typeface="JetBrains Mono"/>
                <a:ea typeface="JetBrains Mono"/>
                <a:cs typeface="JetBrains Mono"/>
              </a:defRPr>
            </a:defPPr>
            <a:lvl1pPr algn="l">
              <a:defRPr sz="1639" b="0" i="0" kern="0" spc="-9">
                <a:solidFill>
                  <a:srgbClr val="0A2540"/>
                </a:solidFill>
                <a:latin typeface="JetBrains Mono"/>
                <a:ea typeface="JetBrains Mono"/>
                <a:cs typeface="JetBrains Mono"/>
              </a:defRPr>
            </a:lvl1pPr>
            <a:lvl2pPr algn="l">
              <a:defRPr sz="1639" b="0" i="0" kern="0" spc="-9">
                <a:solidFill>
                  <a:srgbClr val="0A2540"/>
                </a:solidFill>
                <a:latin typeface="JetBrains Mono"/>
                <a:ea typeface="JetBrains Mono"/>
                <a:cs typeface="JetBrains Mono"/>
              </a:defRPr>
            </a:lvl2pPr>
            <a:lvl3pPr algn="l">
              <a:defRPr sz="1639" b="0" i="0" kern="0" spc="-9">
                <a:solidFill>
                  <a:srgbClr val="0A2540"/>
                </a:solidFill>
                <a:latin typeface="JetBrains Mono"/>
                <a:ea typeface="JetBrains Mono"/>
                <a:cs typeface="JetBrains Mono"/>
              </a:defRPr>
            </a:lvl3pPr>
            <a:lvl4pPr algn="l">
              <a:defRPr sz="1639" b="0" i="0" kern="0" spc="-9">
                <a:solidFill>
                  <a:srgbClr val="0A2540"/>
                </a:solidFill>
                <a:latin typeface="JetBrains Mono"/>
                <a:ea typeface="JetBrains Mono"/>
                <a:cs typeface="JetBrains Mono"/>
              </a:defRPr>
            </a:lvl4pPr>
            <a:lvl5pPr algn="l">
              <a:defRPr sz="1639" b="0" i="0" kern="0" spc="-9">
                <a:solidFill>
                  <a:srgbClr val="0A2540"/>
                </a:solidFill>
                <a:latin typeface="JetBrains Mono"/>
                <a:ea typeface="JetBrains Mono"/>
                <a:cs typeface="JetBrains Mono"/>
              </a:defRPr>
            </a:lvl5pPr>
            <a:lvl6pPr algn="l">
              <a:defRPr sz="1639" b="0" i="0" kern="0" spc="-9">
                <a:solidFill>
                  <a:srgbClr val="0A2540"/>
                </a:solidFill>
                <a:latin typeface="JetBrains Mono"/>
                <a:ea typeface="JetBrains Mono"/>
                <a:cs typeface="JetBrains Mono"/>
              </a:defRPr>
            </a:lvl6pPr>
            <a:lvl7pPr algn="l">
              <a:defRPr sz="1639" b="0" i="0" kern="0" spc="-9">
                <a:solidFill>
                  <a:srgbClr val="0A2540"/>
                </a:solidFill>
                <a:latin typeface="JetBrains Mono"/>
                <a:ea typeface="JetBrains Mono"/>
                <a:cs typeface="JetBrains Mono"/>
              </a:defRPr>
            </a:lvl7pPr>
            <a:lvl8pPr algn="l">
              <a:defRPr sz="1639" b="0" i="0" kern="0" spc="-9">
                <a:solidFill>
                  <a:srgbClr val="0A2540"/>
                </a:solidFill>
                <a:latin typeface="JetBrains Mono"/>
                <a:ea typeface="JetBrains Mono"/>
                <a:cs typeface="JetBrains Mono"/>
              </a:defRPr>
            </a:lvl8pPr>
            <a:lvl9pPr algn="l">
              <a:defRPr sz="1639" b="0" i="0" kern="0" spc="-9">
                <a:solidFill>
                  <a:srgbClr val="0A2540"/>
                </a:solidFill>
                <a:latin typeface="JetBrains Mono"/>
                <a:ea typeface="JetBrains Mono"/>
                <a:cs typeface="JetBrains Mono"/>
              </a:defRPr>
            </a:lvl9pPr>
          </a:lstStyle>
          <a:p>
            <a:pPr algn="l">
              <a:lnSpc>
                <a:spcPct val="100000"/>
              </a:lnSpc>
              <a:buNone/>
              <a:defRPr sz="1639" b="0" i="0" kern="0" spc="-9">
                <a:solidFill>
                  <a:srgbClr val="0A2540"/>
                </a:solidFill>
                <a:latin typeface="JetBrains Mono"/>
                <a:ea typeface="JetBrains Mono"/>
                <a:cs typeface="JetBrains Mono"/>
              </a:defRPr>
            </a:pPr>
            <a:r>
              <a:rPr sz="1639" b="0" i="0" kern="0" spc="-9">
                <a:solidFill>
                  <a:srgbClr val="0A2540"/>
                </a:solidFill>
                <a:latin typeface="JetBrains Mono"/>
                <a:ea typeface="JetBrains Mono"/>
                <a:cs typeface="JetBrains Mono"/>
              </a:rPr>
              <a:t>= 20</a:t>
            </a:r>
          </a:p>
        </p:txBody>
      </p:sp>
      <p:sp>
        <p:nvSpPr>
          <p:cNvPr id="73" name="s7 text 20">
            <a:extLst>
              <a:ext uri="{FF2B5EF4-FFF2-40B4-BE49-F238E27FC236}">
                <a16:creationId xmlns:a16="http://schemas.microsoft.com/office/drawing/2014/main" id="{C9DC7928-A5DB-47E1-8305-AA5DFDE377B0}"/>
              </a:ext>
            </a:extLst>
          </p:cNvPr>
          <p:cNvSpPr>
            <a:spLocks noGrp="1"/>
          </p:cNvSpPr>
          <p:nvPr/>
        </p:nvSpPr>
        <p:spPr>
          <a:xfrm>
            <a:off x="10904237" y="4536058"/>
            <a:ext cx="1127189" cy="308146"/>
          </a:xfrm>
          <a:prstGeom prst="rect">
            <a:avLst/>
          </a:prstGeom>
          <a:noFill/>
          <a:ln w="0">
            <a:noFill/>
            <a:prstDash val="solid"/>
          </a:ln>
        </p:spPr>
        <p:txBody>
          <a:bodyPr wrap="none" lIns="0" tIns="0" rIns="0" bIns="0" anchor="t">
            <a:noAutofit/>
          </a:bodyPr>
          <a:lstStyle>
            <a:defPPr algn="l">
              <a:defRPr sz="1744" b="0" i="0" kern="0" spc="-10">
                <a:solidFill>
                  <a:srgbClr val="0A2540"/>
                </a:solidFill>
                <a:latin typeface="Inter"/>
                <a:ea typeface="Inter"/>
                <a:cs typeface="Inter"/>
              </a:defRPr>
            </a:defPPr>
            <a:lvl1pPr algn="l">
              <a:defRPr sz="1744" b="0" i="0" kern="0" spc="-10">
                <a:solidFill>
                  <a:srgbClr val="0A2540"/>
                </a:solidFill>
                <a:latin typeface="Inter"/>
                <a:ea typeface="Inter"/>
                <a:cs typeface="Inter"/>
              </a:defRPr>
            </a:lvl1pPr>
            <a:lvl2pPr algn="l">
              <a:defRPr sz="1744" b="0" i="0" kern="0" spc="-10">
                <a:solidFill>
                  <a:srgbClr val="0A2540"/>
                </a:solidFill>
                <a:latin typeface="Inter"/>
                <a:ea typeface="Inter"/>
                <a:cs typeface="Inter"/>
              </a:defRPr>
            </a:lvl2pPr>
            <a:lvl3pPr algn="l">
              <a:defRPr sz="1744" b="0" i="0" kern="0" spc="-10">
                <a:solidFill>
                  <a:srgbClr val="0A2540"/>
                </a:solidFill>
                <a:latin typeface="Inter"/>
                <a:ea typeface="Inter"/>
                <a:cs typeface="Inter"/>
              </a:defRPr>
            </a:lvl3pPr>
            <a:lvl4pPr algn="l">
              <a:defRPr sz="1744" b="0" i="0" kern="0" spc="-10">
                <a:solidFill>
                  <a:srgbClr val="0A2540"/>
                </a:solidFill>
                <a:latin typeface="Inter"/>
                <a:ea typeface="Inter"/>
                <a:cs typeface="Inter"/>
              </a:defRPr>
            </a:lvl4pPr>
            <a:lvl5pPr algn="l">
              <a:defRPr sz="1744" b="0" i="0" kern="0" spc="-10">
                <a:solidFill>
                  <a:srgbClr val="0A2540"/>
                </a:solidFill>
                <a:latin typeface="Inter"/>
                <a:ea typeface="Inter"/>
                <a:cs typeface="Inter"/>
              </a:defRPr>
            </a:lvl5pPr>
            <a:lvl6pPr algn="l">
              <a:defRPr sz="1744" b="0" i="0" kern="0" spc="-10">
                <a:solidFill>
                  <a:srgbClr val="0A2540"/>
                </a:solidFill>
                <a:latin typeface="Inter"/>
                <a:ea typeface="Inter"/>
                <a:cs typeface="Inter"/>
              </a:defRPr>
            </a:lvl6pPr>
            <a:lvl7pPr algn="l">
              <a:defRPr sz="1744" b="0" i="0" kern="0" spc="-10">
                <a:solidFill>
                  <a:srgbClr val="0A2540"/>
                </a:solidFill>
                <a:latin typeface="Inter"/>
                <a:ea typeface="Inter"/>
                <a:cs typeface="Inter"/>
              </a:defRPr>
            </a:lvl7pPr>
            <a:lvl8pPr algn="l">
              <a:defRPr sz="1744" b="0" i="0" kern="0" spc="-10">
                <a:solidFill>
                  <a:srgbClr val="0A2540"/>
                </a:solidFill>
                <a:latin typeface="Inter"/>
                <a:ea typeface="Inter"/>
                <a:cs typeface="Inter"/>
              </a:defRPr>
            </a:lvl8pPr>
            <a:lvl9pPr algn="l">
              <a:defRPr sz="1744" b="0" i="0" kern="0" spc="-10">
                <a:solidFill>
                  <a:srgbClr val="0A2540"/>
                </a:solidFill>
                <a:latin typeface="Inter"/>
                <a:ea typeface="Inter"/>
                <a:cs typeface="Inter"/>
              </a:defRPr>
            </a:lvl9pPr>
          </a:lstStyle>
          <a:p>
            <a:pPr algn="l">
              <a:lnSpc>
                <a:spcPct val="100000"/>
              </a:lnSpc>
              <a:buNone/>
              <a:defRPr sz="1744" b="0" i="0" kern="0" spc="-10">
                <a:solidFill>
                  <a:srgbClr val="0A2540"/>
                </a:solidFill>
                <a:latin typeface="Inter"/>
                <a:ea typeface="Inter"/>
                <a:cs typeface="Inter"/>
              </a:defRPr>
            </a:pPr>
            <a:r>
              <a:rPr sz="1744" b="0" i="0" kern="0" spc="-10">
                <a:solidFill>
                  <a:srgbClr val="0A2540"/>
                </a:solidFill>
                <a:latin typeface="Inter"/>
                <a:ea typeface="Inter"/>
                <a:cs typeface="Inter"/>
              </a:rPr>
              <a:t>thousand,</a:t>
            </a:r>
          </a:p>
        </p:txBody>
      </p:sp>
      <p:sp>
        <p:nvSpPr>
          <p:cNvPr id="74" name="s7 text 21">
            <a:extLst>
              <a:ext uri="{FF2B5EF4-FFF2-40B4-BE49-F238E27FC236}">
                <a16:creationId xmlns:a16="http://schemas.microsoft.com/office/drawing/2014/main" id="{DD804D44-2828-4A57-B7F6-779EB94019EB}"/>
              </a:ext>
            </a:extLst>
          </p:cNvPr>
          <p:cNvSpPr>
            <a:spLocks noGrp="1"/>
          </p:cNvSpPr>
          <p:nvPr/>
        </p:nvSpPr>
        <p:spPr>
          <a:xfrm>
            <a:off x="11993798" y="4538261"/>
            <a:ext cx="208169" cy="316000"/>
          </a:xfrm>
          <a:prstGeom prst="rect">
            <a:avLst/>
          </a:prstGeom>
          <a:noFill/>
          <a:ln w="0">
            <a:noFill/>
            <a:prstDash val="solid"/>
          </a:ln>
        </p:spPr>
        <p:txBody>
          <a:bodyPr wrap="none" lIns="0" tIns="0" rIns="0" bIns="0" anchor="t">
            <a:noAutofit/>
          </a:bodyPr>
          <a:lstStyle>
            <a:defPPr algn="l">
              <a:defRPr sz="1639" b="0" i="0" kern="0" spc="0">
                <a:solidFill>
                  <a:srgbClr val="0A2540"/>
                </a:solidFill>
                <a:latin typeface="JetBrains Mono"/>
                <a:ea typeface="JetBrains Mono"/>
                <a:cs typeface="JetBrains Mono"/>
              </a:defRPr>
            </a:defPPr>
            <a:lvl1pPr algn="l">
              <a:defRPr sz="1639" b="0" i="0" kern="0" spc="0">
                <a:solidFill>
                  <a:srgbClr val="0A2540"/>
                </a:solidFill>
                <a:latin typeface="JetBrains Mono"/>
                <a:ea typeface="JetBrains Mono"/>
                <a:cs typeface="JetBrains Mono"/>
              </a:defRPr>
            </a:lvl1pPr>
            <a:lvl2pPr algn="l">
              <a:defRPr sz="1639" b="0" i="0" kern="0" spc="0">
                <a:solidFill>
                  <a:srgbClr val="0A2540"/>
                </a:solidFill>
                <a:latin typeface="JetBrains Mono"/>
                <a:ea typeface="JetBrains Mono"/>
                <a:cs typeface="JetBrains Mono"/>
              </a:defRPr>
            </a:lvl2pPr>
            <a:lvl3pPr algn="l">
              <a:defRPr sz="1639" b="0" i="0" kern="0" spc="0">
                <a:solidFill>
                  <a:srgbClr val="0A2540"/>
                </a:solidFill>
                <a:latin typeface="JetBrains Mono"/>
                <a:ea typeface="JetBrains Mono"/>
                <a:cs typeface="JetBrains Mono"/>
              </a:defRPr>
            </a:lvl3pPr>
            <a:lvl4pPr algn="l">
              <a:defRPr sz="1639" b="0" i="0" kern="0" spc="0">
                <a:solidFill>
                  <a:srgbClr val="0A2540"/>
                </a:solidFill>
                <a:latin typeface="JetBrains Mono"/>
                <a:ea typeface="JetBrains Mono"/>
                <a:cs typeface="JetBrains Mono"/>
              </a:defRPr>
            </a:lvl4pPr>
            <a:lvl5pPr algn="l">
              <a:defRPr sz="1639" b="0" i="0" kern="0" spc="0">
                <a:solidFill>
                  <a:srgbClr val="0A2540"/>
                </a:solidFill>
                <a:latin typeface="JetBrains Mono"/>
                <a:ea typeface="JetBrains Mono"/>
                <a:cs typeface="JetBrains Mono"/>
              </a:defRPr>
            </a:lvl5pPr>
            <a:lvl6pPr algn="l">
              <a:defRPr sz="1639" b="0" i="0" kern="0" spc="0">
                <a:solidFill>
                  <a:srgbClr val="0A2540"/>
                </a:solidFill>
                <a:latin typeface="JetBrains Mono"/>
                <a:ea typeface="JetBrains Mono"/>
                <a:cs typeface="JetBrains Mono"/>
              </a:defRPr>
            </a:lvl6pPr>
            <a:lvl7pPr algn="l">
              <a:defRPr sz="1639" b="0" i="0" kern="0" spc="0">
                <a:solidFill>
                  <a:srgbClr val="0A2540"/>
                </a:solidFill>
                <a:latin typeface="JetBrains Mono"/>
                <a:ea typeface="JetBrains Mono"/>
                <a:cs typeface="JetBrains Mono"/>
              </a:defRPr>
            </a:lvl7pPr>
            <a:lvl8pPr algn="l">
              <a:defRPr sz="1639" b="0" i="0" kern="0" spc="0">
                <a:solidFill>
                  <a:srgbClr val="0A2540"/>
                </a:solidFill>
                <a:latin typeface="JetBrains Mono"/>
                <a:ea typeface="JetBrains Mono"/>
                <a:cs typeface="JetBrains Mono"/>
              </a:defRPr>
            </a:lvl8pPr>
            <a:lvl9pPr algn="l">
              <a:defRPr sz="1639" b="0" i="0" kern="0" spc="0">
                <a:solidFill>
                  <a:srgbClr val="0A2540"/>
                </a:solidFill>
                <a:latin typeface="JetBrains Mono"/>
                <a:ea typeface="JetBrains Mono"/>
                <a:cs typeface="JetBrains Mono"/>
              </a:defRPr>
            </a:lvl9pPr>
          </a:lstStyle>
          <a:p>
            <a:pPr algn="l">
              <a:lnSpc>
                <a:spcPct val="100000"/>
              </a:lnSpc>
              <a:buNone/>
              <a:defRPr sz="1639" b="0" i="0" kern="0" spc="0">
                <a:solidFill>
                  <a:srgbClr val="0A2540"/>
                </a:solidFill>
                <a:latin typeface="JetBrains Mono"/>
                <a:ea typeface="JetBrains Mono"/>
                <a:cs typeface="JetBrains Mono"/>
              </a:defRPr>
            </a:pPr>
            <a:r>
              <a:rPr sz="1639" b="0" i="0" kern="0" spc="0">
                <a:solidFill>
                  <a:srgbClr val="0A2540"/>
                </a:solidFill>
                <a:latin typeface="JetBrains Mono"/>
                <a:ea typeface="JetBrains Mono"/>
                <a:cs typeface="JetBrains Mono"/>
              </a:rPr>
              <a:t>Q</a:t>
            </a:r>
          </a:p>
        </p:txBody>
      </p:sp>
      <p:sp>
        <p:nvSpPr>
          <p:cNvPr id="75" name="s7 text 22">
            <a:extLst>
              <a:ext uri="{FF2B5EF4-FFF2-40B4-BE49-F238E27FC236}">
                <a16:creationId xmlns:a16="http://schemas.microsoft.com/office/drawing/2014/main" id="{2213CC59-DEA4-424D-901E-8148087CCF20}"/>
              </a:ext>
            </a:extLst>
          </p:cNvPr>
          <p:cNvSpPr>
            <a:spLocks noGrp="1"/>
          </p:cNvSpPr>
          <p:nvPr/>
        </p:nvSpPr>
        <p:spPr>
          <a:xfrm>
            <a:off x="12117585" y="4622453"/>
            <a:ext cx="173488" cy="263297"/>
          </a:xfrm>
          <a:prstGeom prst="rect">
            <a:avLst/>
          </a:prstGeom>
          <a:noFill/>
          <a:ln w="0">
            <a:noFill/>
            <a:prstDash val="solid"/>
          </a:ln>
        </p:spPr>
        <p:txBody>
          <a:bodyPr wrap="none" lIns="0" tIns="0" rIns="0" bIns="0" anchor="t">
            <a:noAutofit/>
          </a:bodyPr>
          <a:lstStyle>
            <a:defPPr algn="l">
              <a:defRPr sz="1366" b="0" i="0" kern="0" spc="0">
                <a:solidFill>
                  <a:srgbClr val="0A2540"/>
                </a:solidFill>
                <a:latin typeface="JetBrains Mono"/>
                <a:ea typeface="JetBrains Mono"/>
                <a:cs typeface="JetBrains Mono"/>
              </a:defRPr>
            </a:defPPr>
            <a:lvl1pPr algn="l">
              <a:defRPr sz="1366" b="0" i="0" kern="0" spc="0">
                <a:solidFill>
                  <a:srgbClr val="0A2540"/>
                </a:solidFill>
                <a:latin typeface="JetBrains Mono"/>
                <a:ea typeface="JetBrains Mono"/>
                <a:cs typeface="JetBrains Mono"/>
              </a:defRPr>
            </a:lvl1pPr>
            <a:lvl2pPr algn="l">
              <a:defRPr sz="1366" b="0" i="0" kern="0" spc="0">
                <a:solidFill>
                  <a:srgbClr val="0A2540"/>
                </a:solidFill>
                <a:latin typeface="JetBrains Mono"/>
                <a:ea typeface="JetBrains Mono"/>
                <a:cs typeface="JetBrains Mono"/>
              </a:defRPr>
            </a:lvl2pPr>
            <a:lvl3pPr algn="l">
              <a:defRPr sz="1366" b="0" i="0" kern="0" spc="0">
                <a:solidFill>
                  <a:srgbClr val="0A2540"/>
                </a:solidFill>
                <a:latin typeface="JetBrains Mono"/>
                <a:ea typeface="JetBrains Mono"/>
                <a:cs typeface="JetBrains Mono"/>
              </a:defRPr>
            </a:lvl3pPr>
            <a:lvl4pPr algn="l">
              <a:defRPr sz="1366" b="0" i="0" kern="0" spc="0">
                <a:solidFill>
                  <a:srgbClr val="0A2540"/>
                </a:solidFill>
                <a:latin typeface="JetBrains Mono"/>
                <a:ea typeface="JetBrains Mono"/>
                <a:cs typeface="JetBrains Mono"/>
              </a:defRPr>
            </a:lvl4pPr>
            <a:lvl5pPr algn="l">
              <a:defRPr sz="1366" b="0" i="0" kern="0" spc="0">
                <a:solidFill>
                  <a:srgbClr val="0A2540"/>
                </a:solidFill>
                <a:latin typeface="JetBrains Mono"/>
                <a:ea typeface="JetBrains Mono"/>
                <a:cs typeface="JetBrains Mono"/>
              </a:defRPr>
            </a:lvl5pPr>
            <a:lvl6pPr algn="l">
              <a:defRPr sz="1366" b="0" i="0" kern="0" spc="0">
                <a:solidFill>
                  <a:srgbClr val="0A2540"/>
                </a:solidFill>
                <a:latin typeface="JetBrains Mono"/>
                <a:ea typeface="JetBrains Mono"/>
                <a:cs typeface="JetBrains Mono"/>
              </a:defRPr>
            </a:lvl6pPr>
            <a:lvl7pPr algn="l">
              <a:defRPr sz="1366" b="0" i="0" kern="0" spc="0">
                <a:solidFill>
                  <a:srgbClr val="0A2540"/>
                </a:solidFill>
                <a:latin typeface="JetBrains Mono"/>
                <a:ea typeface="JetBrains Mono"/>
                <a:cs typeface="JetBrains Mono"/>
              </a:defRPr>
            </a:lvl7pPr>
            <a:lvl8pPr algn="l">
              <a:defRPr sz="1366" b="0" i="0" kern="0" spc="0">
                <a:solidFill>
                  <a:srgbClr val="0A2540"/>
                </a:solidFill>
                <a:latin typeface="JetBrains Mono"/>
                <a:ea typeface="JetBrains Mono"/>
                <a:cs typeface="JetBrains Mono"/>
              </a:defRPr>
            </a:lvl8pPr>
            <a:lvl9pPr algn="l">
              <a:defRPr sz="1366" b="0" i="0" kern="0" spc="0">
                <a:solidFill>
                  <a:srgbClr val="0A2540"/>
                </a:solidFill>
                <a:latin typeface="JetBrains Mono"/>
                <a:ea typeface="JetBrains Mono"/>
                <a:cs typeface="JetBrains Mono"/>
              </a:defRPr>
            </a:lvl9pPr>
          </a:lstStyle>
          <a:p>
            <a:pPr algn="l">
              <a:lnSpc>
                <a:spcPct val="100000"/>
              </a:lnSpc>
              <a:buNone/>
              <a:defRPr sz="1366" b="0" i="0" kern="0" spc="0">
                <a:solidFill>
                  <a:srgbClr val="0A2540"/>
                </a:solidFill>
                <a:latin typeface="JetBrains Mono"/>
                <a:ea typeface="JetBrains Mono"/>
                <a:cs typeface="JetBrains Mono"/>
              </a:defRPr>
            </a:pPr>
            <a:r>
              <a:rPr sz="1366" b="0" i="0" kern="0" spc="0">
                <a:solidFill>
                  <a:srgbClr val="0A2540"/>
                </a:solidFill>
                <a:latin typeface="JetBrains Mono"/>
                <a:ea typeface="JetBrains Mono"/>
                <a:cs typeface="JetBrains Mono"/>
              </a:rPr>
              <a:t>d</a:t>
            </a:r>
          </a:p>
        </p:txBody>
      </p:sp>
      <p:sp>
        <p:nvSpPr>
          <p:cNvPr id="76" name="s7 text 23">
            <a:extLst>
              <a:ext uri="{FF2B5EF4-FFF2-40B4-BE49-F238E27FC236}">
                <a16:creationId xmlns:a16="http://schemas.microsoft.com/office/drawing/2014/main" id="{E014A1E3-8A6B-4601-B8AD-D732AE34AF64}"/>
              </a:ext>
            </a:extLst>
          </p:cNvPr>
          <p:cNvSpPr>
            <a:spLocks noGrp="1"/>
          </p:cNvSpPr>
          <p:nvPr/>
        </p:nvSpPr>
        <p:spPr>
          <a:xfrm>
            <a:off x="12344194" y="4538261"/>
            <a:ext cx="707822"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 120</a:t>
            </a:r>
          </a:p>
        </p:txBody>
      </p:sp>
      <p:sp>
        <p:nvSpPr>
          <p:cNvPr id="77" name="s7 text 24">
            <a:extLst>
              <a:ext uri="{FF2B5EF4-FFF2-40B4-BE49-F238E27FC236}">
                <a16:creationId xmlns:a16="http://schemas.microsoft.com/office/drawing/2014/main" id="{2664F078-1D5B-4B6F-9D5F-770428530C62}"/>
              </a:ext>
            </a:extLst>
          </p:cNvPr>
          <p:cNvSpPr>
            <a:spLocks noGrp="1"/>
          </p:cNvSpPr>
          <p:nvPr/>
        </p:nvSpPr>
        <p:spPr>
          <a:xfrm>
            <a:off x="8728211" y="4871814"/>
            <a:ext cx="1127189"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thousand.</a:t>
            </a:r>
          </a:p>
        </p:txBody>
      </p:sp>
      <p:sp>
        <p:nvSpPr>
          <p:cNvPr id="78" name="s7 text 25">
            <a:extLst>
              <a:ext uri="{FF2B5EF4-FFF2-40B4-BE49-F238E27FC236}">
                <a16:creationId xmlns:a16="http://schemas.microsoft.com/office/drawing/2014/main" id="{9B45662E-F19E-4988-BFCD-0D1C72F771FE}"/>
              </a:ext>
            </a:extLst>
          </p:cNvPr>
          <p:cNvSpPr>
            <a:spLocks noGrp="1"/>
          </p:cNvSpPr>
          <p:nvPr/>
        </p:nvSpPr>
        <p:spPr>
          <a:xfrm>
            <a:off x="8381516" y="5354669"/>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2</a:t>
            </a:r>
          </a:p>
        </p:txBody>
      </p:sp>
      <p:sp>
        <p:nvSpPr>
          <p:cNvPr id="79" name="s7 text 26">
            <a:extLst>
              <a:ext uri="{FF2B5EF4-FFF2-40B4-BE49-F238E27FC236}">
                <a16:creationId xmlns:a16="http://schemas.microsoft.com/office/drawing/2014/main" id="{F8117571-1ABF-48EA-A95F-51089DFD1423}"/>
              </a:ext>
            </a:extLst>
          </p:cNvPr>
          <p:cNvSpPr>
            <a:spLocks noGrp="1"/>
          </p:cNvSpPr>
          <p:nvPr/>
        </p:nvSpPr>
        <p:spPr>
          <a:xfrm>
            <a:off x="8728211" y="5293295"/>
            <a:ext cx="884396" cy="308146"/>
          </a:xfrm>
          <a:prstGeom prst="rect">
            <a:avLst/>
          </a:prstGeom>
          <a:noFill/>
          <a:ln w="0">
            <a:noFill/>
            <a:prstDash val="solid"/>
          </a:ln>
        </p:spPr>
        <p:txBody>
          <a:bodyPr wrap="none" lIns="0" tIns="0" rIns="0" bIns="0" anchor="t">
            <a:noAutofit/>
          </a:bodyPr>
          <a:lstStyle>
            <a:defPPr algn="l">
              <a:defRPr sz="1744" b="0" i="0" kern="0" spc="-10">
                <a:solidFill>
                  <a:srgbClr val="0A2540"/>
                </a:solidFill>
                <a:latin typeface="Inter"/>
                <a:ea typeface="Inter"/>
                <a:cs typeface="Inter"/>
              </a:defRPr>
            </a:defPPr>
            <a:lvl1pPr algn="l">
              <a:defRPr sz="1744" b="0" i="0" kern="0" spc="-10">
                <a:solidFill>
                  <a:srgbClr val="0A2540"/>
                </a:solidFill>
                <a:latin typeface="Inter"/>
                <a:ea typeface="Inter"/>
                <a:cs typeface="Inter"/>
              </a:defRPr>
            </a:lvl1pPr>
            <a:lvl2pPr algn="l">
              <a:defRPr sz="1744" b="0" i="0" kern="0" spc="-10">
                <a:solidFill>
                  <a:srgbClr val="0A2540"/>
                </a:solidFill>
                <a:latin typeface="Inter"/>
                <a:ea typeface="Inter"/>
                <a:cs typeface="Inter"/>
              </a:defRPr>
            </a:lvl2pPr>
            <a:lvl3pPr algn="l">
              <a:defRPr sz="1744" b="0" i="0" kern="0" spc="-10">
                <a:solidFill>
                  <a:srgbClr val="0A2540"/>
                </a:solidFill>
                <a:latin typeface="Inter"/>
                <a:ea typeface="Inter"/>
                <a:cs typeface="Inter"/>
              </a:defRPr>
            </a:lvl3pPr>
            <a:lvl4pPr algn="l">
              <a:defRPr sz="1744" b="0" i="0" kern="0" spc="-10">
                <a:solidFill>
                  <a:srgbClr val="0A2540"/>
                </a:solidFill>
                <a:latin typeface="Inter"/>
                <a:ea typeface="Inter"/>
                <a:cs typeface="Inter"/>
              </a:defRPr>
            </a:lvl4pPr>
            <a:lvl5pPr algn="l">
              <a:defRPr sz="1744" b="0" i="0" kern="0" spc="-10">
                <a:solidFill>
                  <a:srgbClr val="0A2540"/>
                </a:solidFill>
                <a:latin typeface="Inter"/>
                <a:ea typeface="Inter"/>
                <a:cs typeface="Inter"/>
              </a:defRPr>
            </a:lvl5pPr>
            <a:lvl6pPr algn="l">
              <a:defRPr sz="1744" b="0" i="0" kern="0" spc="-10">
                <a:solidFill>
                  <a:srgbClr val="0A2540"/>
                </a:solidFill>
                <a:latin typeface="Inter"/>
                <a:ea typeface="Inter"/>
                <a:cs typeface="Inter"/>
              </a:defRPr>
            </a:lvl6pPr>
            <a:lvl7pPr algn="l">
              <a:defRPr sz="1744" b="0" i="0" kern="0" spc="-10">
                <a:solidFill>
                  <a:srgbClr val="0A2540"/>
                </a:solidFill>
                <a:latin typeface="Inter"/>
                <a:ea typeface="Inter"/>
                <a:cs typeface="Inter"/>
              </a:defRPr>
            </a:lvl7pPr>
            <a:lvl8pPr algn="l">
              <a:defRPr sz="1744" b="0" i="0" kern="0" spc="-10">
                <a:solidFill>
                  <a:srgbClr val="0A2540"/>
                </a:solidFill>
                <a:latin typeface="Inter"/>
                <a:ea typeface="Inter"/>
                <a:cs typeface="Inter"/>
              </a:defRPr>
            </a:lvl8pPr>
            <a:lvl9pPr algn="l">
              <a:defRPr sz="1744" b="0" i="0" kern="0" spc="-10">
                <a:solidFill>
                  <a:srgbClr val="0A2540"/>
                </a:solidFill>
                <a:latin typeface="Inter"/>
                <a:ea typeface="Inter"/>
                <a:cs typeface="Inter"/>
              </a:defRPr>
            </a:lvl9pPr>
          </a:lstStyle>
          <a:p>
            <a:pPr algn="l">
              <a:lnSpc>
                <a:spcPct val="100000"/>
              </a:lnSpc>
              <a:buNone/>
              <a:defRPr sz="1744" b="0" i="0" kern="0" spc="-10">
                <a:solidFill>
                  <a:srgbClr val="0A2540"/>
                </a:solidFill>
                <a:latin typeface="Inter"/>
                <a:ea typeface="Inter"/>
                <a:cs typeface="Inter"/>
              </a:defRPr>
            </a:pPr>
            <a:r>
              <a:rPr sz="1744" b="0" i="0" kern="0" spc="-10">
                <a:solidFill>
                  <a:srgbClr val="0A2540"/>
                </a:solidFill>
                <a:latin typeface="Inter"/>
                <a:ea typeface="Inter"/>
                <a:cs typeface="Inter"/>
              </a:rPr>
              <a:t>Imports</a:t>
            </a:r>
          </a:p>
        </p:txBody>
      </p:sp>
      <p:sp>
        <p:nvSpPr>
          <p:cNvPr id="80" name="s7 text 27">
            <a:extLst>
              <a:ext uri="{FF2B5EF4-FFF2-40B4-BE49-F238E27FC236}">
                <a16:creationId xmlns:a16="http://schemas.microsoft.com/office/drawing/2014/main" id="{5D48ACFE-D47A-4215-BD41-5D7133A5ECC9}"/>
              </a:ext>
            </a:extLst>
          </p:cNvPr>
          <p:cNvSpPr>
            <a:spLocks noGrp="1"/>
          </p:cNvSpPr>
          <p:nvPr/>
        </p:nvSpPr>
        <p:spPr>
          <a:xfrm>
            <a:off x="9577313" y="5295499"/>
            <a:ext cx="457981"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 Q</a:t>
            </a:r>
          </a:p>
        </p:txBody>
      </p:sp>
      <p:sp>
        <p:nvSpPr>
          <p:cNvPr id="81" name="s7 text 28">
            <a:extLst>
              <a:ext uri="{FF2B5EF4-FFF2-40B4-BE49-F238E27FC236}">
                <a16:creationId xmlns:a16="http://schemas.microsoft.com/office/drawing/2014/main" id="{12E6EB44-DFF1-44B1-B75A-78F019A582C0}"/>
              </a:ext>
            </a:extLst>
          </p:cNvPr>
          <p:cNvSpPr>
            <a:spLocks noGrp="1"/>
          </p:cNvSpPr>
          <p:nvPr/>
        </p:nvSpPr>
        <p:spPr>
          <a:xfrm>
            <a:off x="9948453" y="5379690"/>
            <a:ext cx="173488" cy="263297"/>
          </a:xfrm>
          <a:prstGeom prst="rect">
            <a:avLst/>
          </a:prstGeom>
          <a:noFill/>
          <a:ln w="0">
            <a:noFill/>
            <a:prstDash val="solid"/>
          </a:ln>
        </p:spPr>
        <p:txBody>
          <a:bodyPr wrap="none" lIns="0" tIns="0" rIns="0" bIns="0" anchor="t">
            <a:noAutofit/>
          </a:bodyPr>
          <a:lstStyle>
            <a:defPPr algn="l">
              <a:defRPr sz="1366" b="0" i="0" kern="0" spc="0">
                <a:solidFill>
                  <a:srgbClr val="0A2540"/>
                </a:solidFill>
                <a:latin typeface="JetBrains Mono"/>
                <a:ea typeface="JetBrains Mono"/>
                <a:cs typeface="JetBrains Mono"/>
              </a:defRPr>
            </a:defPPr>
            <a:lvl1pPr algn="l">
              <a:defRPr sz="1366" b="0" i="0" kern="0" spc="0">
                <a:solidFill>
                  <a:srgbClr val="0A2540"/>
                </a:solidFill>
                <a:latin typeface="JetBrains Mono"/>
                <a:ea typeface="JetBrains Mono"/>
                <a:cs typeface="JetBrains Mono"/>
              </a:defRPr>
            </a:lvl1pPr>
            <a:lvl2pPr algn="l">
              <a:defRPr sz="1366" b="0" i="0" kern="0" spc="0">
                <a:solidFill>
                  <a:srgbClr val="0A2540"/>
                </a:solidFill>
                <a:latin typeface="JetBrains Mono"/>
                <a:ea typeface="JetBrains Mono"/>
                <a:cs typeface="JetBrains Mono"/>
              </a:defRPr>
            </a:lvl2pPr>
            <a:lvl3pPr algn="l">
              <a:defRPr sz="1366" b="0" i="0" kern="0" spc="0">
                <a:solidFill>
                  <a:srgbClr val="0A2540"/>
                </a:solidFill>
                <a:latin typeface="JetBrains Mono"/>
                <a:ea typeface="JetBrains Mono"/>
                <a:cs typeface="JetBrains Mono"/>
              </a:defRPr>
            </a:lvl3pPr>
            <a:lvl4pPr algn="l">
              <a:defRPr sz="1366" b="0" i="0" kern="0" spc="0">
                <a:solidFill>
                  <a:srgbClr val="0A2540"/>
                </a:solidFill>
                <a:latin typeface="JetBrains Mono"/>
                <a:ea typeface="JetBrains Mono"/>
                <a:cs typeface="JetBrains Mono"/>
              </a:defRPr>
            </a:lvl4pPr>
            <a:lvl5pPr algn="l">
              <a:defRPr sz="1366" b="0" i="0" kern="0" spc="0">
                <a:solidFill>
                  <a:srgbClr val="0A2540"/>
                </a:solidFill>
                <a:latin typeface="JetBrains Mono"/>
                <a:ea typeface="JetBrains Mono"/>
                <a:cs typeface="JetBrains Mono"/>
              </a:defRPr>
            </a:lvl5pPr>
            <a:lvl6pPr algn="l">
              <a:defRPr sz="1366" b="0" i="0" kern="0" spc="0">
                <a:solidFill>
                  <a:srgbClr val="0A2540"/>
                </a:solidFill>
                <a:latin typeface="JetBrains Mono"/>
                <a:ea typeface="JetBrains Mono"/>
                <a:cs typeface="JetBrains Mono"/>
              </a:defRPr>
            </a:lvl6pPr>
            <a:lvl7pPr algn="l">
              <a:defRPr sz="1366" b="0" i="0" kern="0" spc="0">
                <a:solidFill>
                  <a:srgbClr val="0A2540"/>
                </a:solidFill>
                <a:latin typeface="JetBrains Mono"/>
                <a:ea typeface="JetBrains Mono"/>
                <a:cs typeface="JetBrains Mono"/>
              </a:defRPr>
            </a:lvl7pPr>
            <a:lvl8pPr algn="l">
              <a:defRPr sz="1366" b="0" i="0" kern="0" spc="0">
                <a:solidFill>
                  <a:srgbClr val="0A2540"/>
                </a:solidFill>
                <a:latin typeface="JetBrains Mono"/>
                <a:ea typeface="JetBrains Mono"/>
                <a:cs typeface="JetBrains Mono"/>
              </a:defRPr>
            </a:lvl8pPr>
            <a:lvl9pPr algn="l">
              <a:defRPr sz="1366" b="0" i="0" kern="0" spc="0">
                <a:solidFill>
                  <a:srgbClr val="0A2540"/>
                </a:solidFill>
                <a:latin typeface="JetBrains Mono"/>
                <a:ea typeface="JetBrains Mono"/>
                <a:cs typeface="JetBrains Mono"/>
              </a:defRPr>
            </a:lvl9pPr>
          </a:lstStyle>
          <a:p>
            <a:pPr algn="l">
              <a:lnSpc>
                <a:spcPct val="100000"/>
              </a:lnSpc>
              <a:buNone/>
              <a:defRPr sz="1366" b="0" i="0" kern="0" spc="0">
                <a:solidFill>
                  <a:srgbClr val="0A2540"/>
                </a:solidFill>
                <a:latin typeface="JetBrains Mono"/>
                <a:ea typeface="JetBrains Mono"/>
                <a:cs typeface="JetBrains Mono"/>
              </a:defRPr>
            </a:pPr>
            <a:r>
              <a:rPr sz="1366" b="0" i="0" kern="0" spc="0">
                <a:solidFill>
                  <a:srgbClr val="0A2540"/>
                </a:solidFill>
                <a:latin typeface="JetBrains Mono"/>
                <a:ea typeface="JetBrains Mono"/>
                <a:cs typeface="JetBrains Mono"/>
              </a:rPr>
              <a:t>d</a:t>
            </a:r>
          </a:p>
        </p:txBody>
      </p:sp>
      <p:sp>
        <p:nvSpPr>
          <p:cNvPr id="82" name="s7 text 29">
            <a:extLst>
              <a:ext uri="{FF2B5EF4-FFF2-40B4-BE49-F238E27FC236}">
                <a16:creationId xmlns:a16="http://schemas.microsoft.com/office/drawing/2014/main" id="{0A3B5AEA-0219-45F4-A640-9388D1EC255D}"/>
              </a:ext>
            </a:extLst>
          </p:cNvPr>
          <p:cNvSpPr>
            <a:spLocks noGrp="1"/>
          </p:cNvSpPr>
          <p:nvPr/>
        </p:nvSpPr>
        <p:spPr>
          <a:xfrm>
            <a:off x="10175062" y="5295499"/>
            <a:ext cx="457981"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 Q</a:t>
            </a:r>
          </a:p>
        </p:txBody>
      </p:sp>
      <p:sp>
        <p:nvSpPr>
          <p:cNvPr id="83" name="s7 text 30">
            <a:extLst>
              <a:ext uri="{FF2B5EF4-FFF2-40B4-BE49-F238E27FC236}">
                <a16:creationId xmlns:a16="http://schemas.microsoft.com/office/drawing/2014/main" id="{272F4884-39E4-4E56-9FCA-8BC999B5446B}"/>
              </a:ext>
            </a:extLst>
          </p:cNvPr>
          <p:cNvSpPr>
            <a:spLocks noGrp="1"/>
          </p:cNvSpPr>
          <p:nvPr/>
        </p:nvSpPr>
        <p:spPr>
          <a:xfrm>
            <a:off x="10546184" y="5379690"/>
            <a:ext cx="173488" cy="263297"/>
          </a:xfrm>
          <a:prstGeom prst="rect">
            <a:avLst/>
          </a:prstGeom>
          <a:noFill/>
          <a:ln w="0">
            <a:noFill/>
            <a:prstDash val="solid"/>
          </a:ln>
        </p:spPr>
        <p:txBody>
          <a:bodyPr wrap="none" lIns="0" tIns="0" rIns="0" bIns="0" anchor="t">
            <a:noAutofit/>
          </a:bodyPr>
          <a:lstStyle>
            <a:defPPr algn="l">
              <a:defRPr sz="1366" b="0" i="0" kern="0" spc="0">
                <a:solidFill>
                  <a:srgbClr val="0A2540"/>
                </a:solidFill>
                <a:latin typeface="JetBrains Mono"/>
                <a:ea typeface="JetBrains Mono"/>
                <a:cs typeface="JetBrains Mono"/>
              </a:defRPr>
            </a:defPPr>
            <a:lvl1pPr algn="l">
              <a:defRPr sz="1366" b="0" i="0" kern="0" spc="0">
                <a:solidFill>
                  <a:srgbClr val="0A2540"/>
                </a:solidFill>
                <a:latin typeface="JetBrains Mono"/>
                <a:ea typeface="JetBrains Mono"/>
                <a:cs typeface="JetBrains Mono"/>
              </a:defRPr>
            </a:lvl1pPr>
            <a:lvl2pPr algn="l">
              <a:defRPr sz="1366" b="0" i="0" kern="0" spc="0">
                <a:solidFill>
                  <a:srgbClr val="0A2540"/>
                </a:solidFill>
                <a:latin typeface="JetBrains Mono"/>
                <a:ea typeface="JetBrains Mono"/>
                <a:cs typeface="JetBrains Mono"/>
              </a:defRPr>
            </a:lvl2pPr>
            <a:lvl3pPr algn="l">
              <a:defRPr sz="1366" b="0" i="0" kern="0" spc="0">
                <a:solidFill>
                  <a:srgbClr val="0A2540"/>
                </a:solidFill>
                <a:latin typeface="JetBrains Mono"/>
                <a:ea typeface="JetBrains Mono"/>
                <a:cs typeface="JetBrains Mono"/>
              </a:defRPr>
            </a:lvl3pPr>
            <a:lvl4pPr algn="l">
              <a:defRPr sz="1366" b="0" i="0" kern="0" spc="0">
                <a:solidFill>
                  <a:srgbClr val="0A2540"/>
                </a:solidFill>
                <a:latin typeface="JetBrains Mono"/>
                <a:ea typeface="JetBrains Mono"/>
                <a:cs typeface="JetBrains Mono"/>
              </a:defRPr>
            </a:lvl4pPr>
            <a:lvl5pPr algn="l">
              <a:defRPr sz="1366" b="0" i="0" kern="0" spc="0">
                <a:solidFill>
                  <a:srgbClr val="0A2540"/>
                </a:solidFill>
                <a:latin typeface="JetBrains Mono"/>
                <a:ea typeface="JetBrains Mono"/>
                <a:cs typeface="JetBrains Mono"/>
              </a:defRPr>
            </a:lvl5pPr>
            <a:lvl6pPr algn="l">
              <a:defRPr sz="1366" b="0" i="0" kern="0" spc="0">
                <a:solidFill>
                  <a:srgbClr val="0A2540"/>
                </a:solidFill>
                <a:latin typeface="JetBrains Mono"/>
                <a:ea typeface="JetBrains Mono"/>
                <a:cs typeface="JetBrains Mono"/>
              </a:defRPr>
            </a:lvl6pPr>
            <a:lvl7pPr algn="l">
              <a:defRPr sz="1366" b="0" i="0" kern="0" spc="0">
                <a:solidFill>
                  <a:srgbClr val="0A2540"/>
                </a:solidFill>
                <a:latin typeface="JetBrains Mono"/>
                <a:ea typeface="JetBrains Mono"/>
                <a:cs typeface="JetBrains Mono"/>
              </a:defRPr>
            </a:lvl7pPr>
            <a:lvl8pPr algn="l">
              <a:defRPr sz="1366" b="0" i="0" kern="0" spc="0">
                <a:solidFill>
                  <a:srgbClr val="0A2540"/>
                </a:solidFill>
                <a:latin typeface="JetBrains Mono"/>
                <a:ea typeface="JetBrains Mono"/>
                <a:cs typeface="JetBrains Mono"/>
              </a:defRPr>
            </a:lvl8pPr>
            <a:lvl9pPr algn="l">
              <a:defRPr sz="1366" b="0" i="0" kern="0" spc="0">
                <a:solidFill>
                  <a:srgbClr val="0A2540"/>
                </a:solidFill>
                <a:latin typeface="JetBrains Mono"/>
                <a:ea typeface="JetBrains Mono"/>
                <a:cs typeface="JetBrains Mono"/>
              </a:defRPr>
            </a:lvl9pPr>
          </a:lstStyle>
          <a:p>
            <a:pPr algn="l">
              <a:lnSpc>
                <a:spcPct val="100000"/>
              </a:lnSpc>
              <a:buNone/>
              <a:defRPr sz="1366" b="0" i="0" kern="0" spc="0">
                <a:solidFill>
                  <a:srgbClr val="0A2540"/>
                </a:solidFill>
                <a:latin typeface="JetBrains Mono"/>
                <a:ea typeface="JetBrains Mono"/>
                <a:cs typeface="JetBrains Mono"/>
              </a:defRPr>
            </a:pPr>
            <a:r>
              <a:rPr sz="1366" b="0" i="0" kern="0" spc="0">
                <a:solidFill>
                  <a:srgbClr val="0A2540"/>
                </a:solidFill>
                <a:latin typeface="JetBrains Mono"/>
                <a:ea typeface="JetBrains Mono"/>
                <a:cs typeface="JetBrains Mono"/>
              </a:rPr>
              <a:t>s</a:t>
            </a:r>
          </a:p>
        </p:txBody>
      </p:sp>
      <p:sp>
        <p:nvSpPr>
          <p:cNvPr id="84" name="s7 text 31">
            <a:extLst>
              <a:ext uri="{FF2B5EF4-FFF2-40B4-BE49-F238E27FC236}">
                <a16:creationId xmlns:a16="http://schemas.microsoft.com/office/drawing/2014/main" id="{88A7DE9D-37A7-41F8-A5D2-DB478D29176C}"/>
              </a:ext>
            </a:extLst>
          </p:cNvPr>
          <p:cNvSpPr>
            <a:spLocks noGrp="1"/>
          </p:cNvSpPr>
          <p:nvPr/>
        </p:nvSpPr>
        <p:spPr>
          <a:xfrm>
            <a:off x="10772792" y="5295499"/>
            <a:ext cx="707822"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 100</a:t>
            </a:r>
          </a:p>
        </p:txBody>
      </p:sp>
      <p:sp>
        <p:nvSpPr>
          <p:cNvPr id="85" name="s7 text 32">
            <a:extLst>
              <a:ext uri="{FF2B5EF4-FFF2-40B4-BE49-F238E27FC236}">
                <a16:creationId xmlns:a16="http://schemas.microsoft.com/office/drawing/2014/main" id="{41454B7C-328C-4C7C-9E42-1CEFF923508B}"/>
              </a:ext>
            </a:extLst>
          </p:cNvPr>
          <p:cNvSpPr>
            <a:spLocks noGrp="1"/>
          </p:cNvSpPr>
          <p:nvPr/>
        </p:nvSpPr>
        <p:spPr>
          <a:xfrm>
            <a:off x="11452409" y="5293295"/>
            <a:ext cx="1272159"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thousand =</a:t>
            </a:r>
          </a:p>
        </p:txBody>
      </p:sp>
      <p:sp>
        <p:nvSpPr>
          <p:cNvPr id="86" name="s7 text 33">
            <a:extLst>
              <a:ext uri="{FF2B5EF4-FFF2-40B4-BE49-F238E27FC236}">
                <a16:creationId xmlns:a16="http://schemas.microsoft.com/office/drawing/2014/main" id="{F43F047C-0811-4AC9-BA04-F83FF967C3A2}"/>
              </a:ext>
            </a:extLst>
          </p:cNvPr>
          <p:cNvSpPr>
            <a:spLocks noGrp="1"/>
          </p:cNvSpPr>
          <p:nvPr/>
        </p:nvSpPr>
        <p:spPr>
          <a:xfrm>
            <a:off x="8728211" y="5624846"/>
            <a:ext cx="1550194" cy="336171"/>
          </a:xfrm>
          <a:prstGeom prst="rect">
            <a:avLst/>
          </a:prstGeom>
          <a:noFill/>
          <a:ln w="0">
            <a:noFill/>
            <a:prstDash val="solid"/>
          </a:ln>
        </p:spPr>
        <p:txBody>
          <a:bodyPr wrap="none" lIns="0" tIns="0" rIns="0" bIns="0" anchor="t">
            <a:noAutofit/>
          </a:bodyPr>
          <a:lstStyle>
            <a:defPPr algn="l">
              <a:defRPr sz="1744" b="1" i="0" kern="0" spc="-9">
                <a:solidFill>
                  <a:srgbClr val="1D4ED8"/>
                </a:solidFill>
                <a:latin typeface="JetBrains Mono"/>
                <a:ea typeface="JetBrains Mono"/>
                <a:cs typeface="JetBrains Mono"/>
              </a:defRPr>
            </a:defPPr>
            <a:lvl1pPr algn="l">
              <a:defRPr sz="1744" b="1" i="0" kern="0" spc="-9">
                <a:solidFill>
                  <a:srgbClr val="1D4ED8"/>
                </a:solidFill>
                <a:latin typeface="JetBrains Mono"/>
                <a:ea typeface="JetBrains Mono"/>
                <a:cs typeface="JetBrains Mono"/>
              </a:defRPr>
            </a:lvl1pPr>
            <a:lvl2pPr algn="l">
              <a:defRPr sz="1744" b="1" i="0" kern="0" spc="-9">
                <a:solidFill>
                  <a:srgbClr val="1D4ED8"/>
                </a:solidFill>
                <a:latin typeface="JetBrains Mono"/>
                <a:ea typeface="JetBrains Mono"/>
                <a:cs typeface="JetBrains Mono"/>
              </a:defRPr>
            </a:lvl2pPr>
            <a:lvl3pPr algn="l">
              <a:defRPr sz="1744" b="1" i="0" kern="0" spc="-9">
                <a:solidFill>
                  <a:srgbClr val="1D4ED8"/>
                </a:solidFill>
                <a:latin typeface="JetBrains Mono"/>
                <a:ea typeface="JetBrains Mono"/>
                <a:cs typeface="JetBrains Mono"/>
              </a:defRPr>
            </a:lvl3pPr>
            <a:lvl4pPr algn="l">
              <a:defRPr sz="1744" b="1" i="0" kern="0" spc="-9">
                <a:solidFill>
                  <a:srgbClr val="1D4ED8"/>
                </a:solidFill>
                <a:latin typeface="JetBrains Mono"/>
                <a:ea typeface="JetBrains Mono"/>
                <a:cs typeface="JetBrains Mono"/>
              </a:defRPr>
            </a:lvl4pPr>
            <a:lvl5pPr algn="l">
              <a:defRPr sz="1744" b="1" i="0" kern="0" spc="-9">
                <a:solidFill>
                  <a:srgbClr val="1D4ED8"/>
                </a:solidFill>
                <a:latin typeface="JetBrains Mono"/>
                <a:ea typeface="JetBrains Mono"/>
                <a:cs typeface="JetBrains Mono"/>
              </a:defRPr>
            </a:lvl5pPr>
            <a:lvl6pPr algn="l">
              <a:defRPr sz="1744" b="1" i="0" kern="0" spc="-9">
                <a:solidFill>
                  <a:srgbClr val="1D4ED8"/>
                </a:solidFill>
                <a:latin typeface="JetBrains Mono"/>
                <a:ea typeface="JetBrains Mono"/>
                <a:cs typeface="JetBrains Mono"/>
              </a:defRPr>
            </a:lvl6pPr>
            <a:lvl7pPr algn="l">
              <a:defRPr sz="1744" b="1" i="0" kern="0" spc="-9">
                <a:solidFill>
                  <a:srgbClr val="1D4ED8"/>
                </a:solidFill>
                <a:latin typeface="JetBrains Mono"/>
                <a:ea typeface="JetBrains Mono"/>
                <a:cs typeface="JetBrains Mono"/>
              </a:defRPr>
            </a:lvl7pPr>
            <a:lvl8pPr algn="l">
              <a:defRPr sz="1744" b="1" i="0" kern="0" spc="-9">
                <a:solidFill>
                  <a:srgbClr val="1D4ED8"/>
                </a:solidFill>
                <a:latin typeface="JetBrains Mono"/>
                <a:ea typeface="JetBrains Mono"/>
                <a:cs typeface="JetBrains Mono"/>
              </a:defRPr>
            </a:lvl8pPr>
            <a:lvl9pPr algn="l">
              <a:defRPr sz="1744" b="1" i="0" kern="0" spc="-9">
                <a:solidFill>
                  <a:srgbClr val="1D4ED8"/>
                </a:solidFill>
                <a:latin typeface="JetBrains Mono"/>
                <a:ea typeface="JetBrains Mono"/>
                <a:cs typeface="JetBrains Mono"/>
              </a:defRPr>
            </a:lvl9pPr>
          </a:lstStyle>
          <a:p>
            <a:pPr algn="l">
              <a:lnSpc>
                <a:spcPct val="100000"/>
              </a:lnSpc>
              <a:buNone/>
              <a:defRPr sz="1744" b="1" i="0" kern="0" spc="-9">
                <a:solidFill>
                  <a:srgbClr val="1D4ED8"/>
                </a:solidFill>
                <a:latin typeface="JetBrains Mono"/>
                <a:ea typeface="JetBrains Mono"/>
                <a:cs typeface="JetBrains Mono"/>
              </a:defRPr>
            </a:pPr>
            <a:r>
              <a:rPr sz="1744" b="1" i="0" kern="0" spc="-9">
                <a:solidFill>
                  <a:srgbClr val="1D4ED8"/>
                </a:solidFill>
                <a:latin typeface="JetBrains Mono"/>
                <a:ea typeface="JetBrains Mono"/>
                <a:cs typeface="JetBrains Mono"/>
              </a:rPr>
              <a:t>100,000 TVs</a:t>
            </a:r>
          </a:p>
        </p:txBody>
      </p:sp>
      <p:sp>
        <p:nvSpPr>
          <p:cNvPr id="87" name="s7 text 34">
            <a:extLst>
              <a:ext uri="{FF2B5EF4-FFF2-40B4-BE49-F238E27FC236}">
                <a16:creationId xmlns:a16="http://schemas.microsoft.com/office/drawing/2014/main" id="{92F0DFD3-52F3-499E-920F-1AD71EE53101}"/>
              </a:ext>
            </a:extLst>
          </p:cNvPr>
          <p:cNvSpPr>
            <a:spLocks noGrp="1"/>
          </p:cNvSpPr>
          <p:nvPr/>
        </p:nvSpPr>
        <p:spPr>
          <a:xfrm>
            <a:off x="10177276" y="5636195"/>
            <a:ext cx="152400" cy="308146"/>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Inter"/>
                <a:ea typeface="Inter"/>
                <a:cs typeface="Inter"/>
              </a:defRPr>
            </a:defPPr>
            <a:lvl1pPr algn="l">
              <a:defRPr sz="1744" b="0" i="0" kern="0" spc="0">
                <a:solidFill>
                  <a:srgbClr val="0A2540"/>
                </a:solidFill>
                <a:latin typeface="Inter"/>
                <a:ea typeface="Inter"/>
                <a:cs typeface="Inter"/>
              </a:defRPr>
            </a:lvl1pPr>
            <a:lvl2pPr algn="l">
              <a:defRPr sz="1744" b="0" i="0" kern="0" spc="0">
                <a:solidFill>
                  <a:srgbClr val="0A2540"/>
                </a:solidFill>
                <a:latin typeface="Inter"/>
                <a:ea typeface="Inter"/>
                <a:cs typeface="Inter"/>
              </a:defRPr>
            </a:lvl2pPr>
            <a:lvl3pPr algn="l">
              <a:defRPr sz="1744" b="0" i="0" kern="0" spc="0">
                <a:solidFill>
                  <a:srgbClr val="0A2540"/>
                </a:solidFill>
                <a:latin typeface="Inter"/>
                <a:ea typeface="Inter"/>
                <a:cs typeface="Inter"/>
              </a:defRPr>
            </a:lvl3pPr>
            <a:lvl4pPr algn="l">
              <a:defRPr sz="1744" b="0" i="0" kern="0" spc="0">
                <a:solidFill>
                  <a:srgbClr val="0A2540"/>
                </a:solidFill>
                <a:latin typeface="Inter"/>
                <a:ea typeface="Inter"/>
                <a:cs typeface="Inter"/>
              </a:defRPr>
            </a:lvl4pPr>
            <a:lvl5pPr algn="l">
              <a:defRPr sz="1744" b="0" i="0" kern="0" spc="0">
                <a:solidFill>
                  <a:srgbClr val="0A2540"/>
                </a:solidFill>
                <a:latin typeface="Inter"/>
                <a:ea typeface="Inter"/>
                <a:cs typeface="Inter"/>
              </a:defRPr>
            </a:lvl5pPr>
            <a:lvl6pPr algn="l">
              <a:defRPr sz="1744" b="0" i="0" kern="0" spc="0">
                <a:solidFill>
                  <a:srgbClr val="0A2540"/>
                </a:solidFill>
                <a:latin typeface="Inter"/>
                <a:ea typeface="Inter"/>
                <a:cs typeface="Inter"/>
              </a:defRPr>
            </a:lvl6pPr>
            <a:lvl7pPr algn="l">
              <a:defRPr sz="1744" b="0" i="0" kern="0" spc="0">
                <a:solidFill>
                  <a:srgbClr val="0A2540"/>
                </a:solidFill>
                <a:latin typeface="Inter"/>
                <a:ea typeface="Inter"/>
                <a:cs typeface="Inter"/>
              </a:defRPr>
            </a:lvl7pPr>
            <a:lvl8pPr algn="l">
              <a:defRPr sz="1744" b="0" i="0" kern="0" spc="0">
                <a:solidFill>
                  <a:srgbClr val="0A2540"/>
                </a:solidFill>
                <a:latin typeface="Inter"/>
                <a:ea typeface="Inter"/>
                <a:cs typeface="Inter"/>
              </a:defRPr>
            </a:lvl8pPr>
            <a:lvl9pPr algn="l">
              <a:defRPr sz="1744" b="0" i="0" kern="0" spc="0">
                <a:solidFill>
                  <a:srgbClr val="0A2540"/>
                </a:solidFill>
                <a:latin typeface="Inter"/>
                <a:ea typeface="Inter"/>
                <a:cs typeface="Inter"/>
              </a:defRPr>
            </a:lvl9pPr>
          </a:lstStyle>
          <a:p>
            <a:pPr algn="l">
              <a:lnSpc>
                <a:spcPct val="100000"/>
              </a:lnSpc>
              <a:buNone/>
              <a:defRPr sz="1744" b="0" i="0" kern="0" spc="0">
                <a:solidFill>
                  <a:srgbClr val="0A2540"/>
                </a:solidFill>
                <a:latin typeface="Inter"/>
                <a:ea typeface="Inter"/>
                <a:cs typeface="Inter"/>
              </a:defRPr>
            </a:pPr>
            <a:r>
              <a:rPr sz="1744" b="0" i="0" kern="0" spc="0">
                <a:solidFill>
                  <a:srgbClr val="0A2540"/>
                </a:solidFill>
                <a:latin typeface="Inter"/>
                <a:ea typeface="Inter"/>
                <a:cs typeface="Inter"/>
              </a:rPr>
              <a:t>.</a:t>
            </a:r>
          </a:p>
        </p:txBody>
      </p:sp>
      <p:sp>
        <p:nvSpPr>
          <p:cNvPr id="156" name="s7 text 87">
            <a:extLst>
              <a:ext uri="{FF2B5EF4-FFF2-40B4-BE49-F238E27FC236}">
                <a16:creationId xmlns:a16="http://schemas.microsoft.com/office/drawing/2014/main" id="{915010DD-8CB5-4F48-9D25-ECBCD1AAF397}"/>
              </a:ext>
            </a:extLst>
          </p:cNvPr>
          <p:cNvSpPr>
            <a:spLocks noGrp="1"/>
          </p:cNvSpPr>
          <p:nvPr/>
        </p:nvSpPr>
        <p:spPr>
          <a:xfrm>
            <a:off x="664369" y="6405488"/>
            <a:ext cx="6649022" cy="208744"/>
          </a:xfrm>
          <a:prstGeom prst="rect">
            <a:avLst/>
          </a:prstGeom>
          <a:noFill/>
          <a:ln w="0">
            <a:noFill/>
            <a:prstDash val="solid"/>
          </a:ln>
        </p:spPr>
        <p:txBody>
          <a:bodyPr wrap="none" lIns="0" tIns="0" rIns="0" bIns="0" anchor="t">
            <a:noAutofit/>
          </a:bodyPr>
          <a:lstStyle>
            <a:defPPr algn="l">
              <a:defRPr sz="1181" b="0" i="0" kern="0" spc="-9">
                <a:solidFill>
                  <a:srgbClr val="3D4D68"/>
                </a:solidFill>
                <a:latin typeface="Inter"/>
                <a:ea typeface="Inter"/>
                <a:cs typeface="Inter"/>
              </a:defRPr>
            </a:defPPr>
            <a:lvl1pPr algn="l">
              <a:defRPr sz="1181" b="0" i="0" kern="0" spc="-9">
                <a:solidFill>
                  <a:srgbClr val="3D4D68"/>
                </a:solidFill>
                <a:latin typeface="Inter"/>
                <a:ea typeface="Inter"/>
                <a:cs typeface="Inter"/>
              </a:defRPr>
            </a:lvl1pPr>
            <a:lvl2pPr algn="l">
              <a:defRPr sz="1181" b="0" i="0" kern="0" spc="-9">
                <a:solidFill>
                  <a:srgbClr val="3D4D68"/>
                </a:solidFill>
                <a:latin typeface="Inter"/>
                <a:ea typeface="Inter"/>
                <a:cs typeface="Inter"/>
              </a:defRPr>
            </a:lvl2pPr>
            <a:lvl3pPr algn="l">
              <a:defRPr sz="1181" b="0" i="0" kern="0" spc="-9">
                <a:solidFill>
                  <a:srgbClr val="3D4D68"/>
                </a:solidFill>
                <a:latin typeface="Inter"/>
                <a:ea typeface="Inter"/>
                <a:cs typeface="Inter"/>
              </a:defRPr>
            </a:lvl3pPr>
            <a:lvl4pPr algn="l">
              <a:defRPr sz="1181" b="0" i="0" kern="0" spc="-9">
                <a:solidFill>
                  <a:srgbClr val="3D4D68"/>
                </a:solidFill>
                <a:latin typeface="Inter"/>
                <a:ea typeface="Inter"/>
                <a:cs typeface="Inter"/>
              </a:defRPr>
            </a:lvl4pPr>
            <a:lvl5pPr algn="l">
              <a:defRPr sz="1181" b="0" i="0" kern="0" spc="-9">
                <a:solidFill>
                  <a:srgbClr val="3D4D68"/>
                </a:solidFill>
                <a:latin typeface="Inter"/>
                <a:ea typeface="Inter"/>
                <a:cs typeface="Inter"/>
              </a:defRPr>
            </a:lvl5pPr>
            <a:lvl6pPr algn="l">
              <a:defRPr sz="1181" b="0" i="0" kern="0" spc="-9">
                <a:solidFill>
                  <a:srgbClr val="3D4D68"/>
                </a:solidFill>
                <a:latin typeface="Inter"/>
                <a:ea typeface="Inter"/>
                <a:cs typeface="Inter"/>
              </a:defRPr>
            </a:lvl6pPr>
            <a:lvl7pPr algn="l">
              <a:defRPr sz="1181" b="0" i="0" kern="0" spc="-9">
                <a:solidFill>
                  <a:srgbClr val="3D4D68"/>
                </a:solidFill>
                <a:latin typeface="Inter"/>
                <a:ea typeface="Inter"/>
                <a:cs typeface="Inter"/>
              </a:defRPr>
            </a:lvl7pPr>
            <a:lvl8pPr algn="l">
              <a:defRPr sz="1181" b="0" i="0" kern="0" spc="-9">
                <a:solidFill>
                  <a:srgbClr val="3D4D68"/>
                </a:solidFill>
                <a:latin typeface="Inter"/>
                <a:ea typeface="Inter"/>
                <a:cs typeface="Inter"/>
              </a:defRPr>
            </a:lvl8pPr>
            <a:lvl9pPr algn="l">
              <a:defRPr sz="1181" b="0" i="0" kern="0" spc="-9">
                <a:solidFill>
                  <a:srgbClr val="3D4D68"/>
                </a:solidFill>
                <a:latin typeface="Inter"/>
                <a:ea typeface="Inter"/>
                <a:cs typeface="Inter"/>
              </a:defRPr>
            </a:lvl9pPr>
          </a:lstStyle>
          <a:p>
            <a:pPr algn="l">
              <a:lnSpc>
                <a:spcPct val="100000"/>
              </a:lnSpc>
              <a:buNone/>
              <a:defRPr sz="1181" b="0" i="0" kern="0" spc="-9">
                <a:solidFill>
                  <a:srgbClr val="3D4D68"/>
                </a:solidFill>
                <a:latin typeface="Inter"/>
                <a:ea typeface="Inter"/>
                <a:cs typeface="Inter"/>
              </a:defRPr>
            </a:pPr>
            <a:r>
              <a:rPr sz="1181" b="0" i="0" kern="0" spc="-9">
                <a:solidFill>
                  <a:srgbClr val="3D4D68"/>
                </a:solidFill>
                <a:latin typeface="Inter"/>
                <a:ea typeface="Inter"/>
                <a:cs typeface="Inter"/>
              </a:rPr>
              <a:t>At $75 domestic producers supply 20,000 TVs and consumers demand 120,000 — the gap is</a:t>
            </a:r>
          </a:p>
        </p:txBody>
      </p:sp>
      <p:sp>
        <p:nvSpPr>
          <p:cNvPr id="157" name="s7 text 88">
            <a:extLst>
              <a:ext uri="{FF2B5EF4-FFF2-40B4-BE49-F238E27FC236}">
                <a16:creationId xmlns:a16="http://schemas.microsoft.com/office/drawing/2014/main" id="{51A3FD1F-E5C3-4EB1-A79E-5A137A94C229}"/>
              </a:ext>
            </a:extLst>
          </p:cNvPr>
          <p:cNvSpPr>
            <a:spLocks noGrp="1"/>
          </p:cNvSpPr>
          <p:nvPr/>
        </p:nvSpPr>
        <p:spPr>
          <a:xfrm>
            <a:off x="664369" y="6619800"/>
            <a:ext cx="738568" cy="208744"/>
          </a:xfrm>
          <a:prstGeom prst="rect">
            <a:avLst/>
          </a:prstGeom>
          <a:noFill/>
          <a:ln w="0">
            <a:noFill/>
            <a:prstDash val="solid"/>
          </a:ln>
        </p:spPr>
        <p:txBody>
          <a:bodyPr wrap="none" lIns="0" tIns="0" rIns="0" bIns="0" anchor="t">
            <a:noAutofit/>
          </a:bodyPr>
          <a:lstStyle>
            <a:defPPr algn="l">
              <a:defRPr sz="1181" b="0" i="0" kern="0" spc="-9">
                <a:solidFill>
                  <a:srgbClr val="3D4D68"/>
                </a:solidFill>
                <a:latin typeface="Inter"/>
                <a:ea typeface="Inter"/>
                <a:cs typeface="Inter"/>
              </a:defRPr>
            </a:defPPr>
            <a:lvl1pPr algn="l">
              <a:defRPr sz="1181" b="0" i="0" kern="0" spc="-9">
                <a:solidFill>
                  <a:srgbClr val="3D4D68"/>
                </a:solidFill>
                <a:latin typeface="Inter"/>
                <a:ea typeface="Inter"/>
                <a:cs typeface="Inter"/>
              </a:defRPr>
            </a:lvl1pPr>
            <a:lvl2pPr algn="l">
              <a:defRPr sz="1181" b="0" i="0" kern="0" spc="-9">
                <a:solidFill>
                  <a:srgbClr val="3D4D68"/>
                </a:solidFill>
                <a:latin typeface="Inter"/>
                <a:ea typeface="Inter"/>
                <a:cs typeface="Inter"/>
              </a:defRPr>
            </a:lvl2pPr>
            <a:lvl3pPr algn="l">
              <a:defRPr sz="1181" b="0" i="0" kern="0" spc="-9">
                <a:solidFill>
                  <a:srgbClr val="3D4D68"/>
                </a:solidFill>
                <a:latin typeface="Inter"/>
                <a:ea typeface="Inter"/>
                <a:cs typeface="Inter"/>
              </a:defRPr>
            </a:lvl3pPr>
            <a:lvl4pPr algn="l">
              <a:defRPr sz="1181" b="0" i="0" kern="0" spc="-9">
                <a:solidFill>
                  <a:srgbClr val="3D4D68"/>
                </a:solidFill>
                <a:latin typeface="Inter"/>
                <a:ea typeface="Inter"/>
                <a:cs typeface="Inter"/>
              </a:defRPr>
            </a:lvl4pPr>
            <a:lvl5pPr algn="l">
              <a:defRPr sz="1181" b="0" i="0" kern="0" spc="-9">
                <a:solidFill>
                  <a:srgbClr val="3D4D68"/>
                </a:solidFill>
                <a:latin typeface="Inter"/>
                <a:ea typeface="Inter"/>
                <a:cs typeface="Inter"/>
              </a:defRPr>
            </a:lvl5pPr>
            <a:lvl6pPr algn="l">
              <a:defRPr sz="1181" b="0" i="0" kern="0" spc="-9">
                <a:solidFill>
                  <a:srgbClr val="3D4D68"/>
                </a:solidFill>
                <a:latin typeface="Inter"/>
                <a:ea typeface="Inter"/>
                <a:cs typeface="Inter"/>
              </a:defRPr>
            </a:lvl6pPr>
            <a:lvl7pPr algn="l">
              <a:defRPr sz="1181" b="0" i="0" kern="0" spc="-9">
                <a:solidFill>
                  <a:srgbClr val="3D4D68"/>
                </a:solidFill>
                <a:latin typeface="Inter"/>
                <a:ea typeface="Inter"/>
                <a:cs typeface="Inter"/>
              </a:defRPr>
            </a:lvl7pPr>
            <a:lvl8pPr algn="l">
              <a:defRPr sz="1181" b="0" i="0" kern="0" spc="-9">
                <a:solidFill>
                  <a:srgbClr val="3D4D68"/>
                </a:solidFill>
                <a:latin typeface="Inter"/>
                <a:ea typeface="Inter"/>
                <a:cs typeface="Inter"/>
              </a:defRPr>
            </a:lvl8pPr>
            <a:lvl9pPr algn="l">
              <a:defRPr sz="1181" b="0" i="0" kern="0" spc="-9">
                <a:solidFill>
                  <a:srgbClr val="3D4D68"/>
                </a:solidFill>
                <a:latin typeface="Inter"/>
                <a:ea typeface="Inter"/>
                <a:cs typeface="Inter"/>
              </a:defRPr>
            </a:lvl9pPr>
          </a:lstStyle>
          <a:p>
            <a:pPr algn="l">
              <a:lnSpc>
                <a:spcPct val="100000"/>
              </a:lnSpc>
              <a:buNone/>
              <a:defRPr sz="1181" b="0" i="0" kern="0" spc="-9">
                <a:solidFill>
                  <a:srgbClr val="3D4D68"/>
                </a:solidFill>
                <a:latin typeface="Inter"/>
                <a:ea typeface="Inter"/>
                <a:cs typeface="Inter"/>
              </a:defRPr>
            </a:pPr>
            <a:r>
              <a:rPr sz="1181" b="0" i="0" kern="0" spc="-9">
                <a:solidFill>
                  <a:srgbClr val="3D4D68"/>
                </a:solidFill>
                <a:latin typeface="Inter"/>
                <a:ea typeface="Inter"/>
                <a:cs typeface="Inter"/>
              </a:rPr>
              <a:t>imported.</a:t>
            </a:r>
          </a:p>
        </p:txBody>
      </p:sp>
      <p:sp>
        <p:nvSpPr>
          <p:cNvPr id="158" name="s7 text 89">
            <a:extLst>
              <a:ext uri="{FF2B5EF4-FFF2-40B4-BE49-F238E27FC236}">
                <a16:creationId xmlns:a16="http://schemas.microsoft.com/office/drawing/2014/main" id="{AD8B6612-EF41-4948-8405-7BFCECB1C083}"/>
              </a:ext>
            </a:extLst>
          </p:cNvPr>
          <p:cNvSpPr>
            <a:spLocks noGrp="1"/>
          </p:cNvSpPr>
          <p:nvPr/>
        </p:nvSpPr>
        <p:spPr>
          <a:xfrm>
            <a:off x="628650" y="1398175"/>
            <a:ext cx="2425293" cy="151819"/>
          </a:xfrm>
          <a:prstGeom prst="rect">
            <a:avLst/>
          </a:prstGeom>
          <a:noFill/>
          <a:ln w="0">
            <a:noFill/>
            <a:prstDash val="solid"/>
          </a:ln>
        </p:spPr>
        <p:txBody>
          <a:bodyPr wrap="none" lIns="0" tIns="0" rIns="0" bIns="0" anchor="t">
            <a:noAutofit/>
          </a:bodyPr>
          <a:lstStyle>
            <a:defPPr algn="l">
              <a:defRPr sz="787" b="0" i="0" kern="0" spc="118">
                <a:solidFill>
                  <a:srgbClr val="FFFFFF"/>
                </a:solidFill>
                <a:latin typeface="JetBrains Mono"/>
                <a:ea typeface="JetBrains Mono"/>
                <a:cs typeface="JetBrains Mono"/>
              </a:defRPr>
            </a:defPPr>
            <a:lvl1pPr algn="l">
              <a:defRPr sz="787" b="0" i="0" kern="0" spc="118">
                <a:solidFill>
                  <a:srgbClr val="FFFFFF"/>
                </a:solidFill>
                <a:latin typeface="JetBrains Mono"/>
                <a:ea typeface="JetBrains Mono"/>
                <a:cs typeface="JetBrains Mono"/>
              </a:defRPr>
            </a:lvl1pPr>
            <a:lvl2pPr algn="l">
              <a:defRPr sz="787" b="0" i="0" kern="0" spc="118">
                <a:solidFill>
                  <a:srgbClr val="FFFFFF"/>
                </a:solidFill>
                <a:latin typeface="JetBrains Mono"/>
                <a:ea typeface="JetBrains Mono"/>
                <a:cs typeface="JetBrains Mono"/>
              </a:defRPr>
            </a:lvl2pPr>
            <a:lvl3pPr algn="l">
              <a:defRPr sz="787" b="0" i="0" kern="0" spc="118">
                <a:solidFill>
                  <a:srgbClr val="FFFFFF"/>
                </a:solidFill>
                <a:latin typeface="JetBrains Mono"/>
                <a:ea typeface="JetBrains Mono"/>
                <a:cs typeface="JetBrains Mono"/>
              </a:defRPr>
            </a:lvl3pPr>
            <a:lvl4pPr algn="l">
              <a:defRPr sz="787" b="0" i="0" kern="0" spc="118">
                <a:solidFill>
                  <a:srgbClr val="FFFFFF"/>
                </a:solidFill>
                <a:latin typeface="JetBrains Mono"/>
                <a:ea typeface="JetBrains Mono"/>
                <a:cs typeface="JetBrains Mono"/>
              </a:defRPr>
            </a:lvl4pPr>
            <a:lvl5pPr algn="l">
              <a:defRPr sz="787" b="0" i="0" kern="0" spc="118">
                <a:solidFill>
                  <a:srgbClr val="FFFFFF"/>
                </a:solidFill>
                <a:latin typeface="JetBrains Mono"/>
                <a:ea typeface="JetBrains Mono"/>
                <a:cs typeface="JetBrains Mono"/>
              </a:defRPr>
            </a:lvl5pPr>
            <a:lvl6pPr algn="l">
              <a:defRPr sz="787" b="0" i="0" kern="0" spc="118">
                <a:solidFill>
                  <a:srgbClr val="FFFFFF"/>
                </a:solidFill>
                <a:latin typeface="JetBrains Mono"/>
                <a:ea typeface="JetBrains Mono"/>
                <a:cs typeface="JetBrains Mono"/>
              </a:defRPr>
            </a:lvl6pPr>
            <a:lvl7pPr algn="l">
              <a:defRPr sz="787" b="0" i="0" kern="0" spc="118">
                <a:solidFill>
                  <a:srgbClr val="FFFFFF"/>
                </a:solidFill>
                <a:latin typeface="JetBrains Mono"/>
                <a:ea typeface="JetBrains Mono"/>
                <a:cs typeface="JetBrains Mono"/>
              </a:defRPr>
            </a:lvl7pPr>
            <a:lvl8pPr algn="l">
              <a:defRPr sz="787" b="0" i="0" kern="0" spc="118">
                <a:solidFill>
                  <a:srgbClr val="FFFFFF"/>
                </a:solidFill>
                <a:latin typeface="JetBrains Mono"/>
                <a:ea typeface="JetBrains Mono"/>
                <a:cs typeface="JetBrains Mono"/>
              </a:defRPr>
            </a:lvl8pPr>
            <a:lvl9pPr algn="l">
              <a:defRPr sz="787" b="0" i="0" kern="0" spc="118">
                <a:solidFill>
                  <a:srgbClr val="FFFFFF"/>
                </a:solidFill>
                <a:latin typeface="JetBrains Mono"/>
                <a:ea typeface="JetBrains Mono"/>
                <a:cs typeface="JetBrains Mono"/>
              </a:defRPr>
            </a:lvl9pPr>
          </a:lstStyle>
          <a:p>
            <a:pPr algn="l">
              <a:lnSpc>
                <a:spcPct val="100000"/>
              </a:lnSpc>
              <a:buNone/>
              <a:defRPr sz="787" b="0" i="0" kern="0" spc="118">
                <a:solidFill>
                  <a:srgbClr val="FFFFFF"/>
                </a:solidFill>
                <a:latin typeface="JetBrains Mono"/>
                <a:ea typeface="JetBrains Mono"/>
                <a:cs typeface="JetBrains Mono"/>
              </a:defRPr>
            </a:pPr>
            <a:r>
              <a:rPr sz="787" b="0" i="0" kern="0" spc="118">
                <a:solidFill>
                  <a:srgbClr val="FFFFFF"/>
                </a:solidFill>
                <a:latin typeface="JetBrains Mono"/>
                <a:ea typeface="JetBrains Mono"/>
                <a:cs typeface="JetBrains Mono"/>
              </a:rPr>
              <a:t>FIG. 4 · FREE TRADE: IMPORTS = Q</a:t>
            </a:r>
          </a:p>
        </p:txBody>
      </p:sp>
      <p:sp>
        <p:nvSpPr>
          <p:cNvPr id="159" name="s7 text 90">
            <a:extLst>
              <a:ext uri="{FF2B5EF4-FFF2-40B4-BE49-F238E27FC236}">
                <a16:creationId xmlns:a16="http://schemas.microsoft.com/office/drawing/2014/main" id="{95DD2D3F-2D08-4135-977A-D3B722DDC462}"/>
              </a:ext>
            </a:extLst>
          </p:cNvPr>
          <p:cNvSpPr>
            <a:spLocks noGrp="1"/>
          </p:cNvSpPr>
          <p:nvPr/>
        </p:nvSpPr>
        <p:spPr>
          <a:xfrm>
            <a:off x="3028950" y="1442350"/>
            <a:ext cx="83325" cy="126444"/>
          </a:xfrm>
          <a:prstGeom prst="rect">
            <a:avLst/>
          </a:prstGeom>
          <a:noFill/>
          <a:ln w="0">
            <a:noFill/>
            <a:prstDash val="solid"/>
          </a:ln>
        </p:spPr>
        <p:txBody>
          <a:bodyPr wrap="none" lIns="0" tIns="0" rIns="0" bIns="0" anchor="t">
            <a:noAutofit/>
          </a:bodyPr>
          <a:lstStyle>
            <a:defPPr algn="l">
              <a:defRPr sz="656" b="0" i="0" kern="0" spc="0">
                <a:solidFill>
                  <a:srgbClr val="FFFFFF"/>
                </a:solidFill>
                <a:latin typeface="JetBrains Mono"/>
                <a:ea typeface="JetBrains Mono"/>
                <a:cs typeface="JetBrains Mono"/>
              </a:defRPr>
            </a:defPPr>
            <a:lvl1pPr algn="l">
              <a:defRPr sz="656" b="0" i="0" kern="0" spc="0">
                <a:solidFill>
                  <a:srgbClr val="FFFFFF"/>
                </a:solidFill>
                <a:latin typeface="JetBrains Mono"/>
                <a:ea typeface="JetBrains Mono"/>
                <a:cs typeface="JetBrains Mono"/>
              </a:defRPr>
            </a:lvl1pPr>
            <a:lvl2pPr algn="l">
              <a:defRPr sz="656" b="0" i="0" kern="0" spc="0">
                <a:solidFill>
                  <a:srgbClr val="FFFFFF"/>
                </a:solidFill>
                <a:latin typeface="JetBrains Mono"/>
                <a:ea typeface="JetBrains Mono"/>
                <a:cs typeface="JetBrains Mono"/>
              </a:defRPr>
            </a:lvl2pPr>
            <a:lvl3pPr algn="l">
              <a:defRPr sz="656" b="0" i="0" kern="0" spc="0">
                <a:solidFill>
                  <a:srgbClr val="FFFFFF"/>
                </a:solidFill>
                <a:latin typeface="JetBrains Mono"/>
                <a:ea typeface="JetBrains Mono"/>
                <a:cs typeface="JetBrains Mono"/>
              </a:defRPr>
            </a:lvl3pPr>
            <a:lvl4pPr algn="l">
              <a:defRPr sz="656" b="0" i="0" kern="0" spc="0">
                <a:solidFill>
                  <a:srgbClr val="FFFFFF"/>
                </a:solidFill>
                <a:latin typeface="JetBrains Mono"/>
                <a:ea typeface="JetBrains Mono"/>
                <a:cs typeface="JetBrains Mono"/>
              </a:defRPr>
            </a:lvl4pPr>
            <a:lvl5pPr algn="l">
              <a:defRPr sz="656" b="0" i="0" kern="0" spc="0">
                <a:solidFill>
                  <a:srgbClr val="FFFFFF"/>
                </a:solidFill>
                <a:latin typeface="JetBrains Mono"/>
                <a:ea typeface="JetBrains Mono"/>
                <a:cs typeface="JetBrains Mono"/>
              </a:defRPr>
            </a:lvl5pPr>
            <a:lvl6pPr algn="l">
              <a:defRPr sz="656" b="0" i="0" kern="0" spc="0">
                <a:solidFill>
                  <a:srgbClr val="FFFFFF"/>
                </a:solidFill>
                <a:latin typeface="JetBrains Mono"/>
                <a:ea typeface="JetBrains Mono"/>
                <a:cs typeface="JetBrains Mono"/>
              </a:defRPr>
            </a:lvl6pPr>
            <a:lvl7pPr algn="l">
              <a:defRPr sz="656" b="0" i="0" kern="0" spc="0">
                <a:solidFill>
                  <a:srgbClr val="FFFFFF"/>
                </a:solidFill>
                <a:latin typeface="JetBrains Mono"/>
                <a:ea typeface="JetBrains Mono"/>
                <a:cs typeface="JetBrains Mono"/>
              </a:defRPr>
            </a:lvl7pPr>
            <a:lvl8pPr algn="l">
              <a:defRPr sz="656" b="0" i="0" kern="0" spc="0">
                <a:solidFill>
                  <a:srgbClr val="FFFFFF"/>
                </a:solidFill>
                <a:latin typeface="JetBrains Mono"/>
                <a:ea typeface="JetBrains Mono"/>
                <a:cs typeface="JetBrains Mono"/>
              </a:defRPr>
            </a:lvl8pPr>
            <a:lvl9pPr algn="l">
              <a:defRPr sz="656" b="0" i="0" kern="0" spc="0">
                <a:solidFill>
                  <a:srgbClr val="FFFFFF"/>
                </a:solidFill>
                <a:latin typeface="JetBrains Mono"/>
                <a:ea typeface="JetBrains Mono"/>
                <a:cs typeface="JetBrains Mono"/>
              </a:defRPr>
            </a:lvl9pPr>
          </a:lstStyle>
          <a:p>
            <a:pPr algn="l">
              <a:lnSpc>
                <a:spcPct val="100000"/>
              </a:lnSpc>
              <a:buNone/>
              <a:defRPr sz="656" b="0" i="0" kern="0" spc="0">
                <a:solidFill>
                  <a:srgbClr val="FFFFFF"/>
                </a:solidFill>
                <a:latin typeface="JetBrains Mono"/>
                <a:ea typeface="JetBrains Mono"/>
                <a:cs typeface="JetBrains Mono"/>
              </a:defRPr>
            </a:pPr>
            <a:r>
              <a:rPr sz="656" b="0" i="0" kern="0" spc="0">
                <a:solidFill>
                  <a:srgbClr val="FFFFFF"/>
                </a:solidFill>
                <a:latin typeface="JetBrains Mono"/>
                <a:ea typeface="JetBrains Mono"/>
                <a:cs typeface="JetBrains Mono"/>
              </a:rPr>
              <a:t>D</a:t>
            </a:r>
          </a:p>
        </p:txBody>
      </p:sp>
      <p:sp>
        <p:nvSpPr>
          <p:cNvPr id="160" name="s7 text 91">
            <a:extLst>
              <a:ext uri="{FF2B5EF4-FFF2-40B4-BE49-F238E27FC236}">
                <a16:creationId xmlns:a16="http://schemas.microsoft.com/office/drawing/2014/main" id="{9C09BB7C-AC8E-4AEF-8BA1-80355550273F}"/>
              </a:ext>
            </a:extLst>
          </p:cNvPr>
          <p:cNvSpPr>
            <a:spLocks noGrp="1"/>
          </p:cNvSpPr>
          <p:nvPr/>
        </p:nvSpPr>
        <p:spPr>
          <a:xfrm>
            <a:off x="3169034" y="1398175"/>
            <a:ext cx="250031" cy="151819"/>
          </a:xfrm>
          <a:prstGeom prst="rect">
            <a:avLst/>
          </a:prstGeom>
          <a:noFill/>
          <a:ln w="0">
            <a:noFill/>
            <a:prstDash val="solid"/>
          </a:ln>
        </p:spPr>
        <p:txBody>
          <a:bodyPr wrap="none" lIns="0" tIns="0" rIns="0" bIns="0" anchor="t">
            <a:noAutofit/>
          </a:bodyPr>
          <a:lstStyle>
            <a:defPPr algn="l">
              <a:defRPr sz="787" b="0" i="0" kern="0" spc="118">
                <a:solidFill>
                  <a:srgbClr val="FFFFFF"/>
                </a:solidFill>
                <a:latin typeface="JetBrains Mono"/>
                <a:ea typeface="JetBrains Mono"/>
                <a:cs typeface="JetBrains Mono"/>
              </a:defRPr>
            </a:defPPr>
            <a:lvl1pPr algn="l">
              <a:defRPr sz="787" b="0" i="0" kern="0" spc="118">
                <a:solidFill>
                  <a:srgbClr val="FFFFFF"/>
                </a:solidFill>
                <a:latin typeface="JetBrains Mono"/>
                <a:ea typeface="JetBrains Mono"/>
                <a:cs typeface="JetBrains Mono"/>
              </a:defRPr>
            </a:lvl1pPr>
            <a:lvl2pPr algn="l">
              <a:defRPr sz="787" b="0" i="0" kern="0" spc="118">
                <a:solidFill>
                  <a:srgbClr val="FFFFFF"/>
                </a:solidFill>
                <a:latin typeface="JetBrains Mono"/>
                <a:ea typeface="JetBrains Mono"/>
                <a:cs typeface="JetBrains Mono"/>
              </a:defRPr>
            </a:lvl2pPr>
            <a:lvl3pPr algn="l">
              <a:defRPr sz="787" b="0" i="0" kern="0" spc="118">
                <a:solidFill>
                  <a:srgbClr val="FFFFFF"/>
                </a:solidFill>
                <a:latin typeface="JetBrains Mono"/>
                <a:ea typeface="JetBrains Mono"/>
                <a:cs typeface="JetBrains Mono"/>
              </a:defRPr>
            </a:lvl3pPr>
            <a:lvl4pPr algn="l">
              <a:defRPr sz="787" b="0" i="0" kern="0" spc="118">
                <a:solidFill>
                  <a:srgbClr val="FFFFFF"/>
                </a:solidFill>
                <a:latin typeface="JetBrains Mono"/>
                <a:ea typeface="JetBrains Mono"/>
                <a:cs typeface="JetBrains Mono"/>
              </a:defRPr>
            </a:lvl4pPr>
            <a:lvl5pPr algn="l">
              <a:defRPr sz="787" b="0" i="0" kern="0" spc="118">
                <a:solidFill>
                  <a:srgbClr val="FFFFFF"/>
                </a:solidFill>
                <a:latin typeface="JetBrains Mono"/>
                <a:ea typeface="JetBrains Mono"/>
                <a:cs typeface="JetBrains Mono"/>
              </a:defRPr>
            </a:lvl5pPr>
            <a:lvl6pPr algn="l">
              <a:defRPr sz="787" b="0" i="0" kern="0" spc="118">
                <a:solidFill>
                  <a:srgbClr val="FFFFFF"/>
                </a:solidFill>
                <a:latin typeface="JetBrains Mono"/>
                <a:ea typeface="JetBrains Mono"/>
                <a:cs typeface="JetBrains Mono"/>
              </a:defRPr>
            </a:lvl6pPr>
            <a:lvl7pPr algn="l">
              <a:defRPr sz="787" b="0" i="0" kern="0" spc="118">
                <a:solidFill>
                  <a:srgbClr val="FFFFFF"/>
                </a:solidFill>
                <a:latin typeface="JetBrains Mono"/>
                <a:ea typeface="JetBrains Mono"/>
                <a:cs typeface="JetBrains Mono"/>
              </a:defRPr>
            </a:lvl7pPr>
            <a:lvl8pPr algn="l">
              <a:defRPr sz="787" b="0" i="0" kern="0" spc="118">
                <a:solidFill>
                  <a:srgbClr val="FFFFFF"/>
                </a:solidFill>
                <a:latin typeface="JetBrains Mono"/>
                <a:ea typeface="JetBrains Mono"/>
                <a:cs typeface="JetBrains Mono"/>
              </a:defRPr>
            </a:lvl8pPr>
            <a:lvl9pPr algn="l">
              <a:defRPr sz="787" b="0" i="0" kern="0" spc="118">
                <a:solidFill>
                  <a:srgbClr val="FFFFFF"/>
                </a:solidFill>
                <a:latin typeface="JetBrains Mono"/>
                <a:ea typeface="JetBrains Mono"/>
                <a:cs typeface="JetBrains Mono"/>
              </a:defRPr>
            </a:lvl9pPr>
          </a:lstStyle>
          <a:p>
            <a:pPr algn="l">
              <a:lnSpc>
                <a:spcPct val="100000"/>
              </a:lnSpc>
              <a:buNone/>
              <a:defRPr sz="787" b="0" i="0" kern="0" spc="118">
                <a:solidFill>
                  <a:srgbClr val="FFFFFF"/>
                </a:solidFill>
                <a:latin typeface="JetBrains Mono"/>
                <a:ea typeface="JetBrains Mono"/>
                <a:cs typeface="JetBrains Mono"/>
              </a:defRPr>
            </a:pPr>
            <a:r>
              <a:rPr sz="787" b="0" i="0" kern="0" spc="118">
                <a:solidFill>
                  <a:srgbClr val="FFFFFF"/>
                </a:solidFill>
                <a:latin typeface="JetBrains Mono"/>
                <a:ea typeface="JetBrains Mono"/>
                <a:cs typeface="JetBrains Mono"/>
              </a:rPr>
              <a:t>− Q</a:t>
            </a:r>
          </a:p>
        </p:txBody>
      </p:sp>
      <p:sp>
        <p:nvSpPr>
          <p:cNvPr id="161" name="s7 text 92">
            <a:extLst>
              <a:ext uri="{FF2B5EF4-FFF2-40B4-BE49-F238E27FC236}">
                <a16:creationId xmlns:a16="http://schemas.microsoft.com/office/drawing/2014/main" id="{56B271BC-A8EA-4918-A0F6-D33B83621882}"/>
              </a:ext>
            </a:extLst>
          </p:cNvPr>
          <p:cNvSpPr>
            <a:spLocks noGrp="1"/>
          </p:cNvSpPr>
          <p:nvPr/>
        </p:nvSpPr>
        <p:spPr>
          <a:xfrm>
            <a:off x="3394062" y="1442350"/>
            <a:ext cx="83325" cy="126444"/>
          </a:xfrm>
          <a:prstGeom prst="rect">
            <a:avLst/>
          </a:prstGeom>
          <a:noFill/>
          <a:ln w="0">
            <a:noFill/>
            <a:prstDash val="solid"/>
          </a:ln>
        </p:spPr>
        <p:txBody>
          <a:bodyPr wrap="none" lIns="0" tIns="0" rIns="0" bIns="0" anchor="t">
            <a:noAutofit/>
          </a:bodyPr>
          <a:lstStyle>
            <a:defPPr algn="l">
              <a:defRPr sz="656" b="0" i="0" kern="0" spc="0">
                <a:solidFill>
                  <a:srgbClr val="FFFFFF"/>
                </a:solidFill>
                <a:latin typeface="JetBrains Mono"/>
                <a:ea typeface="JetBrains Mono"/>
                <a:cs typeface="JetBrains Mono"/>
              </a:defRPr>
            </a:defPPr>
            <a:lvl1pPr algn="l">
              <a:defRPr sz="656" b="0" i="0" kern="0" spc="0">
                <a:solidFill>
                  <a:srgbClr val="FFFFFF"/>
                </a:solidFill>
                <a:latin typeface="JetBrains Mono"/>
                <a:ea typeface="JetBrains Mono"/>
                <a:cs typeface="JetBrains Mono"/>
              </a:defRPr>
            </a:lvl1pPr>
            <a:lvl2pPr algn="l">
              <a:defRPr sz="656" b="0" i="0" kern="0" spc="0">
                <a:solidFill>
                  <a:srgbClr val="FFFFFF"/>
                </a:solidFill>
                <a:latin typeface="JetBrains Mono"/>
                <a:ea typeface="JetBrains Mono"/>
                <a:cs typeface="JetBrains Mono"/>
              </a:defRPr>
            </a:lvl2pPr>
            <a:lvl3pPr algn="l">
              <a:defRPr sz="656" b="0" i="0" kern="0" spc="0">
                <a:solidFill>
                  <a:srgbClr val="FFFFFF"/>
                </a:solidFill>
                <a:latin typeface="JetBrains Mono"/>
                <a:ea typeface="JetBrains Mono"/>
                <a:cs typeface="JetBrains Mono"/>
              </a:defRPr>
            </a:lvl3pPr>
            <a:lvl4pPr algn="l">
              <a:defRPr sz="656" b="0" i="0" kern="0" spc="0">
                <a:solidFill>
                  <a:srgbClr val="FFFFFF"/>
                </a:solidFill>
                <a:latin typeface="JetBrains Mono"/>
                <a:ea typeface="JetBrains Mono"/>
                <a:cs typeface="JetBrains Mono"/>
              </a:defRPr>
            </a:lvl4pPr>
            <a:lvl5pPr algn="l">
              <a:defRPr sz="656" b="0" i="0" kern="0" spc="0">
                <a:solidFill>
                  <a:srgbClr val="FFFFFF"/>
                </a:solidFill>
                <a:latin typeface="JetBrains Mono"/>
                <a:ea typeface="JetBrains Mono"/>
                <a:cs typeface="JetBrains Mono"/>
              </a:defRPr>
            </a:lvl5pPr>
            <a:lvl6pPr algn="l">
              <a:defRPr sz="656" b="0" i="0" kern="0" spc="0">
                <a:solidFill>
                  <a:srgbClr val="FFFFFF"/>
                </a:solidFill>
                <a:latin typeface="JetBrains Mono"/>
                <a:ea typeface="JetBrains Mono"/>
                <a:cs typeface="JetBrains Mono"/>
              </a:defRPr>
            </a:lvl6pPr>
            <a:lvl7pPr algn="l">
              <a:defRPr sz="656" b="0" i="0" kern="0" spc="0">
                <a:solidFill>
                  <a:srgbClr val="FFFFFF"/>
                </a:solidFill>
                <a:latin typeface="JetBrains Mono"/>
                <a:ea typeface="JetBrains Mono"/>
                <a:cs typeface="JetBrains Mono"/>
              </a:defRPr>
            </a:lvl7pPr>
            <a:lvl8pPr algn="l">
              <a:defRPr sz="656" b="0" i="0" kern="0" spc="0">
                <a:solidFill>
                  <a:srgbClr val="FFFFFF"/>
                </a:solidFill>
                <a:latin typeface="JetBrains Mono"/>
                <a:ea typeface="JetBrains Mono"/>
                <a:cs typeface="JetBrains Mono"/>
              </a:defRPr>
            </a:lvl8pPr>
            <a:lvl9pPr algn="l">
              <a:defRPr sz="656" b="0" i="0" kern="0" spc="0">
                <a:solidFill>
                  <a:srgbClr val="FFFFFF"/>
                </a:solidFill>
                <a:latin typeface="JetBrains Mono"/>
                <a:ea typeface="JetBrains Mono"/>
                <a:cs typeface="JetBrains Mono"/>
              </a:defRPr>
            </a:lvl9pPr>
          </a:lstStyle>
          <a:p>
            <a:pPr algn="l">
              <a:lnSpc>
                <a:spcPct val="100000"/>
              </a:lnSpc>
              <a:buNone/>
              <a:defRPr sz="656" b="0" i="0" kern="0" spc="0">
                <a:solidFill>
                  <a:srgbClr val="FFFFFF"/>
                </a:solidFill>
                <a:latin typeface="JetBrains Mono"/>
                <a:ea typeface="JetBrains Mono"/>
                <a:cs typeface="JetBrains Mono"/>
              </a:defRPr>
            </a:pPr>
            <a:r>
              <a:rPr sz="656" b="0" i="0" kern="0" spc="0">
                <a:solidFill>
                  <a:srgbClr val="FFFFFF"/>
                </a:solidFill>
                <a:latin typeface="JetBrains Mono"/>
                <a:ea typeface="JetBrains Mono"/>
                <a:cs typeface="JetBrains Mono"/>
              </a:rPr>
              <a:t>S</a:t>
            </a:r>
          </a:p>
        </p:txBody>
      </p:sp>
      <p:sp>
        <p:nvSpPr>
          <p:cNvPr id="162" name="s7 text 93">
            <a:extLst>
              <a:ext uri="{FF2B5EF4-FFF2-40B4-BE49-F238E27FC236}">
                <a16:creationId xmlns:a16="http://schemas.microsoft.com/office/drawing/2014/main" id="{4963961F-6355-4DAE-AE51-34F468C3782A}"/>
              </a:ext>
            </a:extLst>
          </p:cNvPr>
          <p:cNvSpPr>
            <a:spLocks noGrp="1"/>
          </p:cNvSpPr>
          <p:nvPr/>
        </p:nvSpPr>
        <p:spPr>
          <a:xfrm>
            <a:off x="514350" y="7370207"/>
            <a:ext cx="1906319"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QUESTION 5.1 · COUNTRY Z</a:t>
            </a:r>
          </a:p>
        </p:txBody>
      </p:sp>
      <p:sp>
        <p:nvSpPr>
          <p:cNvPr id="163" name="s7 text 94">
            <a:extLst>
              <a:ext uri="{FF2B5EF4-FFF2-40B4-BE49-F238E27FC236}">
                <a16:creationId xmlns:a16="http://schemas.microsoft.com/office/drawing/2014/main" id="{ECF19D48-B1FE-4D64-B945-83433847A5A4}"/>
              </a:ext>
            </a:extLst>
          </p:cNvPr>
          <p:cNvSpPr>
            <a:spLocks noGrp="1"/>
          </p:cNvSpPr>
          <p:nvPr/>
        </p:nvSpPr>
        <p:spPr>
          <a:xfrm>
            <a:off x="12732283" y="7370207"/>
            <a:ext cx="498279"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7 / 26</a:t>
            </a:r>
          </a:p>
        </p:txBody>
      </p:sp>
    </p:spTree>
    <p:extLst>
      <p:ext uri="{BB962C8B-B14F-4D97-AF65-F5344CB8AC3E}">
        <p14:creationId xmlns:p14="http://schemas.microsoft.com/office/powerpoint/2010/main" val="216091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7" name="Blueprint grid">
            <a:extLst>
              <a:ext uri="{FF2B5EF4-FFF2-40B4-BE49-F238E27FC236}">
                <a16:creationId xmlns:a16="http://schemas.microsoft.com/office/drawing/2014/main" id="{B016C6A5-21BA-4547-AC23-98111E8B1E0C}"/>
              </a:ext>
            </a:extLst>
          </p:cNvPr>
          <p:cNvSpPr>
            <a:spLocks noGrp="1"/>
          </p:cNvSpPr>
          <p:nvPr/>
        </p:nvSpPr>
        <p:spPr>
          <a:xfrm>
            <a:off x="7144" y="0"/>
            <a:ext cx="7144" cy="7715250"/>
          </a:xfrm>
          <a:prstGeom prst="rect">
            <a:avLst/>
          </a:prstGeom>
          <a:solidFill>
            <a:srgbClr val="0A2540">
              <a:alpha val="5000"/>
            </a:srgbClr>
          </a:solidFill>
          <a:ln w="0">
            <a:noFill/>
            <a:prstDash val="solid"/>
          </a:ln>
        </p:spPr>
      </p:sp>
      <p:sp>
        <p:nvSpPr>
          <p:cNvPr id="2" name="Blueprint grid">
            <a:extLst>
              <a:ext uri="{FF2B5EF4-FFF2-40B4-BE49-F238E27FC236}">
                <a16:creationId xmlns:a16="http://schemas.microsoft.com/office/drawing/2014/main" id="{E189361A-D166-49A2-ACCD-9B6749C1DA30}"/>
              </a:ext>
            </a:extLst>
          </p:cNvPr>
          <p:cNvSpPr>
            <a:spLocks noGrp="1"/>
          </p:cNvSpPr>
          <p:nvPr/>
        </p:nvSpPr>
        <p:spPr>
          <a:xfrm>
            <a:off x="578644" y="0"/>
            <a:ext cx="7144" cy="7715250"/>
          </a:xfrm>
          <a:prstGeom prst="rect">
            <a:avLst/>
          </a:prstGeom>
          <a:solidFill>
            <a:srgbClr val="0A2540">
              <a:alpha val="5000"/>
            </a:srgbClr>
          </a:solidFill>
          <a:ln w="0">
            <a:noFill/>
            <a:prstDash val="solid"/>
          </a:ln>
        </p:spPr>
      </p:sp>
      <p:sp>
        <p:nvSpPr>
          <p:cNvPr id="3" name="Blueprint grid">
            <a:extLst>
              <a:ext uri="{FF2B5EF4-FFF2-40B4-BE49-F238E27FC236}">
                <a16:creationId xmlns:a16="http://schemas.microsoft.com/office/drawing/2014/main" id="{BDC9C4EE-D543-45C1-A8B8-140E46253403}"/>
              </a:ext>
            </a:extLst>
          </p:cNvPr>
          <p:cNvSpPr>
            <a:spLocks noGrp="1"/>
          </p:cNvSpPr>
          <p:nvPr/>
        </p:nvSpPr>
        <p:spPr>
          <a:xfrm>
            <a:off x="9151144" y="0"/>
            <a:ext cx="7144" cy="7715250"/>
          </a:xfrm>
          <a:prstGeom prst="rect">
            <a:avLst/>
          </a:prstGeom>
          <a:solidFill>
            <a:srgbClr val="0A2540">
              <a:alpha val="5000"/>
            </a:srgbClr>
          </a:solidFill>
          <a:ln w="0">
            <a:noFill/>
            <a:prstDash val="solid"/>
          </a:ln>
        </p:spPr>
      </p:sp>
      <p:sp>
        <p:nvSpPr>
          <p:cNvPr id="4" name="Blueprint grid">
            <a:extLst>
              <a:ext uri="{FF2B5EF4-FFF2-40B4-BE49-F238E27FC236}">
                <a16:creationId xmlns:a16="http://schemas.microsoft.com/office/drawing/2014/main" id="{E876F57C-9C86-470B-A523-EE812DC353F5}"/>
              </a:ext>
            </a:extLst>
          </p:cNvPr>
          <p:cNvSpPr>
            <a:spLocks noGrp="1"/>
          </p:cNvSpPr>
          <p:nvPr/>
        </p:nvSpPr>
        <p:spPr>
          <a:xfrm>
            <a:off x="9436894" y="0"/>
            <a:ext cx="7144" cy="7715250"/>
          </a:xfrm>
          <a:prstGeom prst="rect">
            <a:avLst/>
          </a:prstGeom>
          <a:solidFill>
            <a:srgbClr val="0A2540">
              <a:alpha val="5000"/>
            </a:srgbClr>
          </a:solidFill>
          <a:ln w="0">
            <a:noFill/>
            <a:prstDash val="solid"/>
          </a:ln>
        </p:spPr>
      </p:sp>
      <p:sp>
        <p:nvSpPr>
          <p:cNvPr id="5" name="Blueprint grid">
            <a:extLst>
              <a:ext uri="{FF2B5EF4-FFF2-40B4-BE49-F238E27FC236}">
                <a16:creationId xmlns:a16="http://schemas.microsoft.com/office/drawing/2014/main" id="{A4BE94F2-D3F5-487E-B5CE-5BFD489B69B9}"/>
              </a:ext>
            </a:extLst>
          </p:cNvPr>
          <p:cNvSpPr>
            <a:spLocks noGrp="1"/>
          </p:cNvSpPr>
          <p:nvPr/>
        </p:nvSpPr>
        <p:spPr>
          <a:xfrm>
            <a:off x="9722644" y="0"/>
            <a:ext cx="7144" cy="7715250"/>
          </a:xfrm>
          <a:prstGeom prst="rect">
            <a:avLst/>
          </a:prstGeom>
          <a:solidFill>
            <a:srgbClr val="0A2540">
              <a:alpha val="5000"/>
            </a:srgbClr>
          </a:solidFill>
          <a:ln w="0">
            <a:noFill/>
            <a:prstDash val="solid"/>
          </a:ln>
        </p:spPr>
      </p:sp>
      <p:sp>
        <p:nvSpPr>
          <p:cNvPr id="6" name="Blueprint grid">
            <a:extLst>
              <a:ext uri="{FF2B5EF4-FFF2-40B4-BE49-F238E27FC236}">
                <a16:creationId xmlns:a16="http://schemas.microsoft.com/office/drawing/2014/main" id="{8538A41B-17DF-4CEF-BF94-F6E16915B6F6}"/>
              </a:ext>
            </a:extLst>
          </p:cNvPr>
          <p:cNvSpPr>
            <a:spLocks noGrp="1"/>
          </p:cNvSpPr>
          <p:nvPr/>
        </p:nvSpPr>
        <p:spPr>
          <a:xfrm>
            <a:off x="10008394" y="0"/>
            <a:ext cx="7144" cy="7715250"/>
          </a:xfrm>
          <a:prstGeom prst="rect">
            <a:avLst/>
          </a:prstGeom>
          <a:solidFill>
            <a:srgbClr val="0A2540">
              <a:alpha val="5000"/>
            </a:srgbClr>
          </a:solidFill>
          <a:ln w="0">
            <a:noFill/>
            <a:prstDash val="solid"/>
          </a:ln>
        </p:spPr>
      </p:sp>
      <p:sp>
        <p:nvSpPr>
          <p:cNvPr id="7" name="Blueprint grid">
            <a:extLst>
              <a:ext uri="{FF2B5EF4-FFF2-40B4-BE49-F238E27FC236}">
                <a16:creationId xmlns:a16="http://schemas.microsoft.com/office/drawing/2014/main" id="{384A510E-7871-4158-BC19-4BAB3D1B71A0}"/>
              </a:ext>
            </a:extLst>
          </p:cNvPr>
          <p:cNvSpPr>
            <a:spLocks noGrp="1"/>
          </p:cNvSpPr>
          <p:nvPr/>
        </p:nvSpPr>
        <p:spPr>
          <a:xfrm>
            <a:off x="10294144" y="0"/>
            <a:ext cx="7144" cy="7715250"/>
          </a:xfrm>
          <a:prstGeom prst="rect">
            <a:avLst/>
          </a:prstGeom>
          <a:solidFill>
            <a:srgbClr val="0A2540">
              <a:alpha val="5000"/>
            </a:srgbClr>
          </a:solidFill>
          <a:ln w="0">
            <a:noFill/>
            <a:prstDash val="solid"/>
          </a:ln>
        </p:spPr>
      </p:sp>
      <p:sp>
        <p:nvSpPr>
          <p:cNvPr id="8" name="Blueprint grid">
            <a:extLst>
              <a:ext uri="{FF2B5EF4-FFF2-40B4-BE49-F238E27FC236}">
                <a16:creationId xmlns:a16="http://schemas.microsoft.com/office/drawing/2014/main" id="{280ECE2E-083D-4722-89A7-553CADD0C766}"/>
              </a:ext>
            </a:extLst>
          </p:cNvPr>
          <p:cNvSpPr>
            <a:spLocks noGrp="1"/>
          </p:cNvSpPr>
          <p:nvPr/>
        </p:nvSpPr>
        <p:spPr>
          <a:xfrm>
            <a:off x="10579894" y="0"/>
            <a:ext cx="7144" cy="7715250"/>
          </a:xfrm>
          <a:prstGeom prst="rect">
            <a:avLst/>
          </a:prstGeom>
          <a:solidFill>
            <a:srgbClr val="0A2540">
              <a:alpha val="5000"/>
            </a:srgbClr>
          </a:solidFill>
          <a:ln w="0">
            <a:noFill/>
            <a:prstDash val="solid"/>
          </a:ln>
        </p:spPr>
      </p:sp>
      <p:sp>
        <p:nvSpPr>
          <p:cNvPr id="9" name="Blueprint grid">
            <a:extLst>
              <a:ext uri="{FF2B5EF4-FFF2-40B4-BE49-F238E27FC236}">
                <a16:creationId xmlns:a16="http://schemas.microsoft.com/office/drawing/2014/main" id="{107B4B60-1A3F-45AC-9326-9ADC428735B6}"/>
              </a:ext>
            </a:extLst>
          </p:cNvPr>
          <p:cNvSpPr>
            <a:spLocks noGrp="1"/>
          </p:cNvSpPr>
          <p:nvPr/>
        </p:nvSpPr>
        <p:spPr>
          <a:xfrm>
            <a:off x="10865644" y="0"/>
            <a:ext cx="7144" cy="7715250"/>
          </a:xfrm>
          <a:prstGeom prst="rect">
            <a:avLst/>
          </a:prstGeom>
          <a:solidFill>
            <a:srgbClr val="0A2540">
              <a:alpha val="5000"/>
            </a:srgbClr>
          </a:solidFill>
          <a:ln w="0">
            <a:noFill/>
            <a:prstDash val="solid"/>
          </a:ln>
        </p:spPr>
      </p:sp>
      <p:sp>
        <p:nvSpPr>
          <p:cNvPr id="10" name="Layout surface">
            <a:extLst>
              <a:ext uri="{FF2B5EF4-FFF2-40B4-BE49-F238E27FC236}">
                <a16:creationId xmlns:a16="http://schemas.microsoft.com/office/drawing/2014/main" id="{7BA413E4-59B4-40CE-AA81-9B611B6F157F}"/>
              </a:ext>
            </a:extLst>
          </p:cNvPr>
          <p:cNvSpPr>
            <a:spLocks noGrp="1"/>
          </p:cNvSpPr>
          <p:nvPr/>
        </p:nvSpPr>
        <p:spPr>
          <a:xfrm>
            <a:off x="0" y="0"/>
            <a:ext cx="1428750" cy="35719"/>
          </a:xfrm>
          <a:prstGeom prst="rect">
            <a:avLst/>
          </a:prstGeom>
          <a:solidFill>
            <a:srgbClr val="0A2540"/>
          </a:solidFill>
          <a:ln w="0">
            <a:noFill/>
            <a:prstDash val="solid"/>
          </a:ln>
        </p:spPr>
      </p:sp>
      <p:sp>
        <p:nvSpPr>
          <p:cNvPr id="11" name="Layout surface">
            <a:extLst>
              <a:ext uri="{FF2B5EF4-FFF2-40B4-BE49-F238E27FC236}">
                <a16:creationId xmlns:a16="http://schemas.microsoft.com/office/drawing/2014/main" id="{5C069C11-217A-49F5-8F75-BBBD2F16EF8B}"/>
              </a:ext>
            </a:extLst>
          </p:cNvPr>
          <p:cNvSpPr>
            <a:spLocks noGrp="1"/>
          </p:cNvSpPr>
          <p:nvPr/>
        </p:nvSpPr>
        <p:spPr>
          <a:xfrm>
            <a:off x="1428750" y="0"/>
            <a:ext cx="1000125" cy="35719"/>
          </a:xfrm>
          <a:prstGeom prst="rect">
            <a:avLst/>
          </a:prstGeom>
          <a:solidFill>
            <a:srgbClr val="1D4ED8"/>
          </a:solidFill>
          <a:ln w="0">
            <a:noFill/>
            <a:prstDash val="solid"/>
          </a:ln>
        </p:spPr>
      </p:sp>
      <p:sp>
        <p:nvSpPr>
          <p:cNvPr id="12" name="Layout surface">
            <a:extLst>
              <a:ext uri="{FF2B5EF4-FFF2-40B4-BE49-F238E27FC236}">
                <a16:creationId xmlns:a16="http://schemas.microsoft.com/office/drawing/2014/main" id="{EDAFBCFA-E2C8-423E-9D6D-6A0979D361A8}"/>
              </a:ext>
            </a:extLst>
          </p:cNvPr>
          <p:cNvSpPr>
            <a:spLocks noGrp="1"/>
          </p:cNvSpPr>
          <p:nvPr/>
        </p:nvSpPr>
        <p:spPr>
          <a:xfrm>
            <a:off x="2428875" y="0"/>
            <a:ext cx="11287125" cy="35719"/>
          </a:xfrm>
          <a:prstGeom prst="rect">
            <a:avLst/>
          </a:prstGeom>
          <a:solidFill>
            <a:srgbClr val="0A2540">
              <a:alpha val="16000"/>
            </a:srgbClr>
          </a:solidFill>
          <a:ln w="0">
            <a:noFill/>
            <a:prstDash val="solid"/>
          </a:ln>
        </p:spPr>
      </p:sp>
      <p:sp>
        <p:nvSpPr>
          <p:cNvPr id="13" name="Source layout 5">
            <a:extLst>
              <a:ext uri="{FF2B5EF4-FFF2-40B4-BE49-F238E27FC236}">
                <a16:creationId xmlns:a16="http://schemas.microsoft.com/office/drawing/2014/main" id="{8D27F676-35C7-4987-BDDB-175A66554C52}"/>
              </a:ext>
            </a:extLst>
          </p:cNvPr>
          <p:cNvSpPr>
            <a:spLocks noGrp="1"/>
          </p:cNvSpPr>
          <p:nvPr/>
        </p:nvSpPr>
        <p:spPr>
          <a:xfrm>
            <a:off x="514350" y="678656"/>
            <a:ext cx="78581" cy="78581"/>
          </a:xfrm>
          <a:custGeom>
            <a:avLst/>
            <a:gdLst/>
            <a:ahLst/>
            <a:cxnLst/>
            <a:rect l="0" t="0" r="0" b="0"/>
            <a:pathLst>
              <a:path w="78581" h="78581">
                <a:moveTo>
                  <a:pt x="0" y="0"/>
                </a:moveTo>
                <a:lnTo>
                  <a:pt x="78581" y="0"/>
                </a:lnTo>
                <a:lnTo>
                  <a:pt x="78581" y="78581"/>
                </a:lnTo>
                <a:lnTo>
                  <a:pt x="0" y="78581"/>
                </a:lnTo>
                <a:close/>
              </a:path>
            </a:pathLst>
          </a:custGeom>
          <a:solidFill>
            <a:srgbClr val="1D4ED8"/>
          </a:solidFill>
          <a:ln w="7144">
            <a:noFill/>
            <a:prstDash val="solid"/>
          </a:ln>
        </p:spPr>
      </p:sp>
      <p:sp>
        <p:nvSpPr>
          <p:cNvPr id="14" name="Source layout 6">
            <a:extLst>
              <a:ext uri="{FF2B5EF4-FFF2-40B4-BE49-F238E27FC236}">
                <a16:creationId xmlns:a16="http://schemas.microsoft.com/office/drawing/2014/main" id="{D74B38EA-3D17-411E-8696-AE33B027CC15}"/>
              </a:ext>
            </a:extLst>
          </p:cNvPr>
          <p:cNvSpPr>
            <a:spLocks noGrp="1"/>
          </p:cNvSpPr>
          <p:nvPr/>
        </p:nvSpPr>
        <p:spPr>
          <a:xfrm>
            <a:off x="8265318" y="3186112"/>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15" name="Source layout 7">
            <a:extLst>
              <a:ext uri="{FF2B5EF4-FFF2-40B4-BE49-F238E27FC236}">
                <a16:creationId xmlns:a16="http://schemas.microsoft.com/office/drawing/2014/main" id="{A7C13A0E-EAE0-48E8-A135-2A3BE6D93E41}"/>
              </a:ext>
            </a:extLst>
          </p:cNvPr>
          <p:cNvSpPr>
            <a:spLocks noGrp="1"/>
          </p:cNvSpPr>
          <p:nvPr/>
        </p:nvSpPr>
        <p:spPr>
          <a:xfrm>
            <a:off x="8268890" y="3189684"/>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16" name="Source layout 8">
            <a:extLst>
              <a:ext uri="{FF2B5EF4-FFF2-40B4-BE49-F238E27FC236}">
                <a16:creationId xmlns:a16="http://schemas.microsoft.com/office/drawing/2014/main" id="{25545CFB-6FFF-4E30-AED8-34DFF103C60D}"/>
              </a:ext>
            </a:extLst>
          </p:cNvPr>
          <p:cNvSpPr>
            <a:spLocks noGrp="1"/>
          </p:cNvSpPr>
          <p:nvPr/>
        </p:nvSpPr>
        <p:spPr>
          <a:xfrm>
            <a:off x="8265318" y="3907631"/>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17" name="Source layout 9">
            <a:extLst>
              <a:ext uri="{FF2B5EF4-FFF2-40B4-BE49-F238E27FC236}">
                <a16:creationId xmlns:a16="http://schemas.microsoft.com/office/drawing/2014/main" id="{C0420184-4C5D-4710-85DB-CC7BE02AC466}"/>
              </a:ext>
            </a:extLst>
          </p:cNvPr>
          <p:cNvSpPr>
            <a:spLocks noGrp="1"/>
          </p:cNvSpPr>
          <p:nvPr/>
        </p:nvSpPr>
        <p:spPr>
          <a:xfrm>
            <a:off x="8268890" y="3911203"/>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18" name="Source layout 10">
            <a:extLst>
              <a:ext uri="{FF2B5EF4-FFF2-40B4-BE49-F238E27FC236}">
                <a16:creationId xmlns:a16="http://schemas.microsoft.com/office/drawing/2014/main" id="{3D70625A-896D-4576-A25E-AA1FA87DFC1D}"/>
              </a:ext>
            </a:extLst>
          </p:cNvPr>
          <p:cNvSpPr>
            <a:spLocks noGrp="1"/>
          </p:cNvSpPr>
          <p:nvPr/>
        </p:nvSpPr>
        <p:spPr>
          <a:xfrm>
            <a:off x="8265318" y="4636294"/>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19" name="Source layout 11">
            <a:extLst>
              <a:ext uri="{FF2B5EF4-FFF2-40B4-BE49-F238E27FC236}">
                <a16:creationId xmlns:a16="http://schemas.microsoft.com/office/drawing/2014/main" id="{83B073F4-3245-4667-9526-A086530C7C3D}"/>
              </a:ext>
            </a:extLst>
          </p:cNvPr>
          <p:cNvSpPr>
            <a:spLocks noGrp="1"/>
          </p:cNvSpPr>
          <p:nvPr/>
        </p:nvSpPr>
        <p:spPr>
          <a:xfrm>
            <a:off x="8268890" y="4639865"/>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20" name="Source layout 12">
            <a:extLst>
              <a:ext uri="{FF2B5EF4-FFF2-40B4-BE49-F238E27FC236}">
                <a16:creationId xmlns:a16="http://schemas.microsoft.com/office/drawing/2014/main" id="{8B2F6767-3210-4667-9C8E-B41B8CE01F81}"/>
              </a:ext>
            </a:extLst>
          </p:cNvPr>
          <p:cNvSpPr>
            <a:spLocks noGrp="1"/>
          </p:cNvSpPr>
          <p:nvPr/>
        </p:nvSpPr>
        <p:spPr>
          <a:xfrm>
            <a:off x="8265318" y="5272087"/>
            <a:ext cx="1607344" cy="450056"/>
          </a:xfrm>
          <a:custGeom>
            <a:avLst/>
            <a:gdLst/>
            <a:ahLst/>
            <a:cxnLst/>
            <a:rect l="0" t="0" r="0" b="0"/>
            <a:pathLst>
              <a:path w="1607344" h="450056">
                <a:moveTo>
                  <a:pt x="0" y="0"/>
                </a:moveTo>
                <a:lnTo>
                  <a:pt x="1607344" y="0"/>
                </a:lnTo>
                <a:lnTo>
                  <a:pt x="1607344" y="450056"/>
                </a:lnTo>
                <a:lnTo>
                  <a:pt x="0" y="450056"/>
                </a:lnTo>
                <a:close/>
              </a:path>
            </a:pathLst>
          </a:custGeom>
          <a:solidFill>
            <a:srgbClr val="F1F5FA"/>
          </a:solidFill>
          <a:ln w="7144">
            <a:noFill/>
            <a:prstDash val="solid"/>
          </a:ln>
        </p:spPr>
      </p:sp>
      <p:sp>
        <p:nvSpPr>
          <p:cNvPr id="21" name="Source layout 13">
            <a:extLst>
              <a:ext uri="{FF2B5EF4-FFF2-40B4-BE49-F238E27FC236}">
                <a16:creationId xmlns:a16="http://schemas.microsoft.com/office/drawing/2014/main" id="{3D4BF91E-6215-4CD8-900B-8C3E517F5BDC}"/>
              </a:ext>
            </a:extLst>
          </p:cNvPr>
          <p:cNvSpPr>
            <a:spLocks noGrp="1"/>
          </p:cNvSpPr>
          <p:nvPr/>
        </p:nvSpPr>
        <p:spPr>
          <a:xfrm>
            <a:off x="8265318" y="5272087"/>
            <a:ext cx="28575" cy="450056"/>
          </a:xfrm>
          <a:custGeom>
            <a:avLst/>
            <a:gdLst/>
            <a:ahLst/>
            <a:cxnLst/>
            <a:rect l="0" t="0" r="0" b="0"/>
            <a:pathLst>
              <a:path w="28575" h="450056">
                <a:moveTo>
                  <a:pt x="0" y="0"/>
                </a:moveTo>
                <a:lnTo>
                  <a:pt x="28575" y="0"/>
                </a:lnTo>
                <a:lnTo>
                  <a:pt x="28575" y="450056"/>
                </a:lnTo>
                <a:lnTo>
                  <a:pt x="0" y="450056"/>
                </a:lnTo>
                <a:close/>
              </a:path>
            </a:pathLst>
          </a:custGeom>
          <a:solidFill>
            <a:srgbClr val="1D4ED8"/>
          </a:solidFill>
          <a:ln w="7144">
            <a:noFill/>
            <a:prstDash val="solid"/>
          </a:ln>
        </p:spPr>
      </p:sp>
      <p:sp>
        <p:nvSpPr>
          <p:cNvPr id="22" name="Source layout 14">
            <a:extLst>
              <a:ext uri="{FF2B5EF4-FFF2-40B4-BE49-F238E27FC236}">
                <a16:creationId xmlns:a16="http://schemas.microsoft.com/office/drawing/2014/main" id="{CC02144E-5452-4D71-828B-D910CD24A1DB}"/>
              </a:ext>
            </a:extLst>
          </p:cNvPr>
          <p:cNvSpPr>
            <a:spLocks noGrp="1"/>
          </p:cNvSpPr>
          <p:nvPr/>
        </p:nvSpPr>
        <p:spPr>
          <a:xfrm>
            <a:off x="514350" y="1428750"/>
            <a:ext cx="7408068" cy="5393531"/>
          </a:xfrm>
          <a:custGeom>
            <a:avLst/>
            <a:gdLst/>
            <a:ahLst/>
            <a:cxnLst/>
            <a:rect l="0" t="0" r="0" b="0"/>
            <a:pathLst>
              <a:path w="7408068" h="5393531">
                <a:moveTo>
                  <a:pt x="0" y="0"/>
                </a:moveTo>
                <a:lnTo>
                  <a:pt x="7408068" y="0"/>
                </a:lnTo>
                <a:lnTo>
                  <a:pt x="7408068" y="5393531"/>
                </a:lnTo>
                <a:lnTo>
                  <a:pt x="0" y="5393531"/>
                </a:lnTo>
                <a:close/>
              </a:path>
            </a:pathLst>
          </a:custGeom>
          <a:solidFill>
            <a:srgbClr val="FFFFFF"/>
          </a:solidFill>
          <a:ln w="7144">
            <a:noFill/>
            <a:prstDash val="solid"/>
          </a:ln>
        </p:spPr>
      </p:sp>
      <p:sp>
        <p:nvSpPr>
          <p:cNvPr id="23" name="Source layout 15">
            <a:extLst>
              <a:ext uri="{FF2B5EF4-FFF2-40B4-BE49-F238E27FC236}">
                <a16:creationId xmlns:a16="http://schemas.microsoft.com/office/drawing/2014/main" id="{68B385A3-3BAC-4162-ACB8-D5A910CA3CC5}"/>
              </a:ext>
            </a:extLst>
          </p:cNvPr>
          <p:cNvSpPr>
            <a:spLocks noGrp="1"/>
          </p:cNvSpPr>
          <p:nvPr/>
        </p:nvSpPr>
        <p:spPr>
          <a:xfrm>
            <a:off x="517922" y="1432322"/>
            <a:ext cx="7400925" cy="5386387"/>
          </a:xfrm>
          <a:custGeom>
            <a:avLst/>
            <a:gdLst/>
            <a:ahLst/>
            <a:cxnLst/>
            <a:rect l="0" t="0" r="0" b="0"/>
            <a:pathLst>
              <a:path w="7400925" h="5386387">
                <a:moveTo>
                  <a:pt x="0" y="0"/>
                </a:moveTo>
                <a:lnTo>
                  <a:pt x="7400925" y="0"/>
                </a:lnTo>
                <a:lnTo>
                  <a:pt x="7400925" y="5386387"/>
                </a:lnTo>
                <a:lnTo>
                  <a:pt x="0" y="5386387"/>
                </a:lnTo>
                <a:close/>
              </a:path>
            </a:pathLst>
          </a:custGeom>
          <a:noFill/>
          <a:ln w="7144">
            <a:solidFill>
              <a:srgbClr val="0A2540">
                <a:alpha val="34120"/>
              </a:srgbClr>
            </a:solidFill>
            <a:prstDash val="solid"/>
          </a:ln>
        </p:spPr>
      </p:sp>
      <p:sp>
        <p:nvSpPr>
          <p:cNvPr id="24" name="Source layout 39">
            <a:extLst>
              <a:ext uri="{FF2B5EF4-FFF2-40B4-BE49-F238E27FC236}">
                <a16:creationId xmlns:a16="http://schemas.microsoft.com/office/drawing/2014/main" id="{93E0E1A2-200E-461D-B238-3F8DAB59E995}"/>
              </a:ext>
            </a:extLst>
          </p:cNvPr>
          <p:cNvSpPr>
            <a:spLocks noGrp="1"/>
          </p:cNvSpPr>
          <p:nvPr/>
        </p:nvSpPr>
        <p:spPr>
          <a:xfrm>
            <a:off x="521494" y="1435894"/>
            <a:ext cx="3514725" cy="264319"/>
          </a:xfrm>
          <a:custGeom>
            <a:avLst/>
            <a:gdLst/>
            <a:ahLst/>
            <a:cxnLst/>
            <a:rect l="0" t="0" r="0" b="0"/>
            <a:pathLst>
              <a:path w="3514725" h="264319">
                <a:moveTo>
                  <a:pt x="0" y="0"/>
                </a:moveTo>
                <a:lnTo>
                  <a:pt x="3514725" y="0"/>
                </a:lnTo>
                <a:lnTo>
                  <a:pt x="3514725" y="264319"/>
                </a:lnTo>
                <a:lnTo>
                  <a:pt x="0" y="264319"/>
                </a:lnTo>
                <a:close/>
              </a:path>
            </a:pathLst>
          </a:custGeom>
          <a:solidFill>
            <a:srgbClr val="0A2540"/>
          </a:solidFill>
          <a:ln w="7144">
            <a:noFill/>
            <a:prstDash val="solid"/>
          </a:ln>
        </p:spPr>
      </p:sp>
      <p:sp>
        <p:nvSpPr>
          <p:cNvPr id="25" name="Source layout 40">
            <a:extLst>
              <a:ext uri="{FF2B5EF4-FFF2-40B4-BE49-F238E27FC236}">
                <a16:creationId xmlns:a16="http://schemas.microsoft.com/office/drawing/2014/main" id="{591C1690-9720-424C-8F79-33563786E891}"/>
              </a:ext>
            </a:extLst>
          </p:cNvPr>
          <p:cNvSpPr>
            <a:spLocks noGrp="1"/>
          </p:cNvSpPr>
          <p:nvPr/>
        </p:nvSpPr>
        <p:spPr>
          <a:xfrm>
            <a:off x="514350" y="7250906"/>
            <a:ext cx="12687299" cy="7144"/>
          </a:xfrm>
          <a:custGeom>
            <a:avLst/>
            <a:gdLst/>
            <a:ahLst/>
            <a:cxnLst/>
            <a:rect l="0" t="0" r="0" b="0"/>
            <a:pathLst>
              <a:path w="12687299" h="7144">
                <a:moveTo>
                  <a:pt x="0" y="0"/>
                </a:moveTo>
                <a:lnTo>
                  <a:pt x="12687299" y="0"/>
                </a:lnTo>
                <a:lnTo>
                  <a:pt x="12687299" y="7144"/>
                </a:lnTo>
                <a:lnTo>
                  <a:pt x="0" y="7144"/>
                </a:lnTo>
                <a:close/>
              </a:path>
            </a:pathLst>
          </a:custGeom>
          <a:solidFill>
            <a:srgbClr val="0A2540">
              <a:alpha val="16080"/>
            </a:srgbClr>
          </a:solidFill>
          <a:ln w="7144">
            <a:noFill/>
            <a:prstDash val="solid"/>
          </a:ln>
        </p:spPr>
      </p:sp>
      <p:grpSp>
        <p:nvGrpSpPr>
          <p:cNvPr id="118" name="Editable diagram: f3c-q51-ps"/>
          <p:cNvGrpSpPr/>
          <p:nvPr/>
        </p:nvGrpSpPr>
        <p:grpSpPr>
          <a:xfrm>
            <a:off x="1342171" y="2007031"/>
            <a:ext cx="6526115" cy="4317225"/>
            <a:chOff x="1342171" y="2007031"/>
            <a:chExt cx="6526115" cy="4317225"/>
          </a:xfrm>
        </p:grpSpPr>
        <p:sp>
          <p:nvSpPr>
            <p:cNvPr id="26" name="f3c-q51-ps · line 1">
              <a:extLst>
                <a:ext uri="{FF2B5EF4-FFF2-40B4-BE49-F238E27FC236}">
                  <a16:creationId xmlns:a16="http://schemas.microsoft.com/office/drawing/2014/main" id="{5E37475C-C714-4772-9CCB-B7977FF2B861}"/>
                </a:ext>
              </a:extLst>
            </p:cNvPr>
            <p:cNvSpPr>
              <a:spLocks noGrp="1"/>
            </p:cNvSpPr>
            <p:nvPr/>
          </p:nvSpPr>
          <p:spPr>
            <a:xfrm>
              <a:off x="2005770" y="5703026"/>
              <a:ext cx="5708099" cy="95"/>
            </a:xfrm>
            <a:custGeom>
              <a:avLst/>
              <a:gdLst/>
              <a:ahLst/>
              <a:cxnLst/>
              <a:rect l="0" t="0" r="0" b="0"/>
              <a:pathLst>
                <a:path w="5708099" h="95">
                  <a:moveTo>
                    <a:pt x="0" y="0"/>
                  </a:moveTo>
                  <a:lnTo>
                    <a:pt x="5708099" y="0"/>
                  </a:lnTo>
                </a:path>
              </a:pathLst>
            </a:custGeom>
            <a:noFill/>
            <a:ln w="14270">
              <a:solidFill>
                <a:srgbClr val="0A2540"/>
              </a:solidFill>
              <a:prstDash val="solid"/>
            </a:ln>
          </p:spPr>
        </p:sp>
        <p:sp>
          <p:nvSpPr>
            <p:cNvPr id="27" name="f3c-q51-ps · line 2">
              <a:extLst>
                <a:ext uri="{FF2B5EF4-FFF2-40B4-BE49-F238E27FC236}">
                  <a16:creationId xmlns:a16="http://schemas.microsoft.com/office/drawing/2014/main" id="{0D7A9123-7140-4A7E-AD35-B406CA81D809}"/>
                </a:ext>
              </a:extLst>
            </p:cNvPr>
            <p:cNvSpPr>
              <a:spLocks noGrp="1"/>
            </p:cNvSpPr>
            <p:nvPr/>
          </p:nvSpPr>
          <p:spPr>
            <a:xfrm>
              <a:off x="2005770" y="2007031"/>
              <a:ext cx="95" cy="3695994"/>
            </a:xfrm>
            <a:custGeom>
              <a:avLst/>
              <a:gdLst/>
              <a:ahLst/>
              <a:cxnLst/>
              <a:rect l="0" t="0" r="0" b="0"/>
              <a:pathLst>
                <a:path w="95" h="3695994">
                  <a:moveTo>
                    <a:pt x="0" y="3695994"/>
                  </a:moveTo>
                  <a:lnTo>
                    <a:pt x="0" y="0"/>
                  </a:lnTo>
                </a:path>
              </a:pathLst>
            </a:custGeom>
            <a:noFill/>
            <a:ln w="14270">
              <a:solidFill>
                <a:srgbClr val="0A2540"/>
              </a:solidFill>
              <a:prstDash val="solid"/>
            </a:ln>
          </p:spPr>
        </p:sp>
        <p:sp>
          <p:nvSpPr>
            <p:cNvPr id="28" name="f3c-q51-ps · line 3">
              <a:extLst>
                <a:ext uri="{FF2B5EF4-FFF2-40B4-BE49-F238E27FC236}">
                  <a16:creationId xmlns:a16="http://schemas.microsoft.com/office/drawing/2014/main" id="{A081D70E-8F48-4A32-B2DE-771614828FB7}"/>
                </a:ext>
              </a:extLst>
            </p:cNvPr>
            <p:cNvSpPr>
              <a:spLocks noGrp="1"/>
            </p:cNvSpPr>
            <p:nvPr/>
          </p:nvSpPr>
          <p:spPr>
            <a:xfrm>
              <a:off x="3432795" y="5703026"/>
              <a:ext cx="95" cy="49946"/>
            </a:xfrm>
            <a:custGeom>
              <a:avLst/>
              <a:gdLst/>
              <a:ahLst/>
              <a:cxnLst/>
              <a:rect l="0" t="0" r="0" b="0"/>
              <a:pathLst>
                <a:path w="95" h="49946">
                  <a:moveTo>
                    <a:pt x="0" y="0"/>
                  </a:moveTo>
                  <a:lnTo>
                    <a:pt x="0" y="49946"/>
                  </a:lnTo>
                </a:path>
              </a:pathLst>
            </a:custGeom>
            <a:noFill/>
            <a:ln w="11416">
              <a:solidFill>
                <a:srgbClr val="0A2540"/>
              </a:solidFill>
              <a:prstDash val="solid"/>
            </a:ln>
          </p:spPr>
        </p:sp>
        <p:sp>
          <p:nvSpPr>
            <p:cNvPr id="29" name="f3c-q51-ps · line 4">
              <a:extLst>
                <a:ext uri="{FF2B5EF4-FFF2-40B4-BE49-F238E27FC236}">
                  <a16:creationId xmlns:a16="http://schemas.microsoft.com/office/drawing/2014/main" id="{EB364BEF-ACAF-46A7-8FD8-4308D4C48E2E}"/>
                </a:ext>
              </a:extLst>
            </p:cNvPr>
            <p:cNvSpPr>
              <a:spLocks noGrp="1"/>
            </p:cNvSpPr>
            <p:nvPr/>
          </p:nvSpPr>
          <p:spPr>
            <a:xfrm>
              <a:off x="4859820" y="5703026"/>
              <a:ext cx="95" cy="49946"/>
            </a:xfrm>
            <a:custGeom>
              <a:avLst/>
              <a:gdLst/>
              <a:ahLst/>
              <a:cxnLst/>
              <a:rect l="0" t="0" r="0" b="0"/>
              <a:pathLst>
                <a:path w="95" h="49946">
                  <a:moveTo>
                    <a:pt x="0" y="0"/>
                  </a:moveTo>
                  <a:lnTo>
                    <a:pt x="0" y="49946"/>
                  </a:lnTo>
                </a:path>
              </a:pathLst>
            </a:custGeom>
            <a:noFill/>
            <a:ln w="11416">
              <a:solidFill>
                <a:srgbClr val="0A2540"/>
              </a:solidFill>
              <a:prstDash val="solid"/>
            </a:ln>
          </p:spPr>
        </p:sp>
        <p:sp>
          <p:nvSpPr>
            <p:cNvPr id="30" name="f3c-q51-ps · line 5">
              <a:extLst>
                <a:ext uri="{FF2B5EF4-FFF2-40B4-BE49-F238E27FC236}">
                  <a16:creationId xmlns:a16="http://schemas.microsoft.com/office/drawing/2014/main" id="{AEC32904-1803-43E3-A6C1-9C8D5DC3C5D0}"/>
                </a:ext>
              </a:extLst>
            </p:cNvPr>
            <p:cNvSpPr>
              <a:spLocks noGrp="1"/>
            </p:cNvSpPr>
            <p:nvPr/>
          </p:nvSpPr>
          <p:spPr>
            <a:xfrm>
              <a:off x="6286845" y="5703026"/>
              <a:ext cx="95" cy="49946"/>
            </a:xfrm>
            <a:custGeom>
              <a:avLst/>
              <a:gdLst/>
              <a:ahLst/>
              <a:cxnLst/>
              <a:rect l="0" t="0" r="0" b="0"/>
              <a:pathLst>
                <a:path w="95" h="49946">
                  <a:moveTo>
                    <a:pt x="0" y="0"/>
                  </a:moveTo>
                  <a:lnTo>
                    <a:pt x="0" y="49946"/>
                  </a:lnTo>
                </a:path>
              </a:pathLst>
            </a:custGeom>
            <a:noFill/>
            <a:ln w="11416">
              <a:solidFill>
                <a:srgbClr val="0A2540"/>
              </a:solidFill>
              <a:prstDash val="solid"/>
            </a:ln>
          </p:spPr>
        </p:sp>
        <p:sp>
          <p:nvSpPr>
            <p:cNvPr id="31" name="f3c-q51-ps · line 6">
              <a:extLst>
                <a:ext uri="{FF2B5EF4-FFF2-40B4-BE49-F238E27FC236}">
                  <a16:creationId xmlns:a16="http://schemas.microsoft.com/office/drawing/2014/main" id="{1FF5F5C2-F487-443A-AC7A-860162F0518C}"/>
                </a:ext>
              </a:extLst>
            </p:cNvPr>
            <p:cNvSpPr>
              <a:spLocks noGrp="1"/>
            </p:cNvSpPr>
            <p:nvPr/>
          </p:nvSpPr>
          <p:spPr>
            <a:xfrm>
              <a:off x="7713869" y="5703026"/>
              <a:ext cx="95" cy="49946"/>
            </a:xfrm>
            <a:custGeom>
              <a:avLst/>
              <a:gdLst/>
              <a:ahLst/>
              <a:cxnLst/>
              <a:rect l="0" t="0" r="0" b="0"/>
              <a:pathLst>
                <a:path w="95" h="49946">
                  <a:moveTo>
                    <a:pt x="0" y="0"/>
                  </a:moveTo>
                  <a:lnTo>
                    <a:pt x="0" y="49946"/>
                  </a:lnTo>
                </a:path>
              </a:pathLst>
            </a:custGeom>
            <a:noFill/>
            <a:ln w="11416">
              <a:solidFill>
                <a:srgbClr val="0A2540"/>
              </a:solidFill>
              <a:prstDash val="solid"/>
            </a:ln>
          </p:spPr>
        </p:sp>
        <p:sp>
          <p:nvSpPr>
            <p:cNvPr id="32" name="f3c-q51-ps · line 7">
              <a:extLst>
                <a:ext uri="{FF2B5EF4-FFF2-40B4-BE49-F238E27FC236}">
                  <a16:creationId xmlns:a16="http://schemas.microsoft.com/office/drawing/2014/main" id="{EA4608DB-F1CB-4720-B555-9FEDAE6EFD90}"/>
                </a:ext>
              </a:extLst>
            </p:cNvPr>
            <p:cNvSpPr>
              <a:spLocks noGrp="1"/>
            </p:cNvSpPr>
            <p:nvPr/>
          </p:nvSpPr>
          <p:spPr>
            <a:xfrm>
              <a:off x="1955824" y="5043027"/>
              <a:ext cx="49946" cy="95"/>
            </a:xfrm>
            <a:custGeom>
              <a:avLst/>
              <a:gdLst/>
              <a:ahLst/>
              <a:cxnLst/>
              <a:rect l="0" t="0" r="0" b="0"/>
              <a:pathLst>
                <a:path w="49946" h="95">
                  <a:moveTo>
                    <a:pt x="49946" y="0"/>
                  </a:moveTo>
                  <a:lnTo>
                    <a:pt x="0" y="0"/>
                  </a:lnTo>
                </a:path>
              </a:pathLst>
            </a:custGeom>
            <a:noFill/>
            <a:ln w="11416">
              <a:solidFill>
                <a:srgbClr val="0A2540"/>
              </a:solidFill>
              <a:prstDash val="solid"/>
            </a:ln>
          </p:spPr>
        </p:sp>
        <p:sp>
          <p:nvSpPr>
            <p:cNvPr id="33" name="f3c-q51-ps · line 8">
              <a:extLst>
                <a:ext uri="{FF2B5EF4-FFF2-40B4-BE49-F238E27FC236}">
                  <a16:creationId xmlns:a16="http://schemas.microsoft.com/office/drawing/2014/main" id="{1FE14F7B-3126-483D-8CD3-E1891C88AD1E}"/>
                </a:ext>
              </a:extLst>
            </p:cNvPr>
            <p:cNvSpPr>
              <a:spLocks noGrp="1"/>
            </p:cNvSpPr>
            <p:nvPr/>
          </p:nvSpPr>
          <p:spPr>
            <a:xfrm>
              <a:off x="1955824" y="4383028"/>
              <a:ext cx="49946" cy="95"/>
            </a:xfrm>
            <a:custGeom>
              <a:avLst/>
              <a:gdLst/>
              <a:ahLst/>
              <a:cxnLst/>
              <a:rect l="0" t="0" r="0" b="0"/>
              <a:pathLst>
                <a:path w="49946" h="95">
                  <a:moveTo>
                    <a:pt x="49946" y="0"/>
                  </a:moveTo>
                  <a:lnTo>
                    <a:pt x="0" y="0"/>
                  </a:lnTo>
                </a:path>
              </a:pathLst>
            </a:custGeom>
            <a:noFill/>
            <a:ln w="11416">
              <a:solidFill>
                <a:srgbClr val="0A2540"/>
              </a:solidFill>
              <a:prstDash val="solid"/>
            </a:ln>
          </p:spPr>
        </p:sp>
        <p:sp>
          <p:nvSpPr>
            <p:cNvPr id="34" name="f3c-q51-ps · line 9">
              <a:extLst>
                <a:ext uri="{FF2B5EF4-FFF2-40B4-BE49-F238E27FC236}">
                  <a16:creationId xmlns:a16="http://schemas.microsoft.com/office/drawing/2014/main" id="{876EA15C-17FF-4DC6-812F-E9FC99C979E3}"/>
                </a:ext>
              </a:extLst>
            </p:cNvPr>
            <p:cNvSpPr>
              <a:spLocks noGrp="1"/>
            </p:cNvSpPr>
            <p:nvPr/>
          </p:nvSpPr>
          <p:spPr>
            <a:xfrm>
              <a:off x="1955824" y="3723029"/>
              <a:ext cx="49946" cy="95"/>
            </a:xfrm>
            <a:custGeom>
              <a:avLst/>
              <a:gdLst/>
              <a:ahLst/>
              <a:cxnLst/>
              <a:rect l="0" t="0" r="0" b="0"/>
              <a:pathLst>
                <a:path w="49946" h="95">
                  <a:moveTo>
                    <a:pt x="49946" y="0"/>
                  </a:moveTo>
                  <a:lnTo>
                    <a:pt x="0" y="0"/>
                  </a:lnTo>
                </a:path>
              </a:pathLst>
            </a:custGeom>
            <a:noFill/>
            <a:ln w="11416">
              <a:solidFill>
                <a:srgbClr val="0A2540"/>
              </a:solidFill>
              <a:prstDash val="solid"/>
            </a:ln>
          </p:spPr>
        </p:sp>
        <p:sp>
          <p:nvSpPr>
            <p:cNvPr id="35" name="f3c-q51-ps · line 10">
              <a:extLst>
                <a:ext uri="{FF2B5EF4-FFF2-40B4-BE49-F238E27FC236}">
                  <a16:creationId xmlns:a16="http://schemas.microsoft.com/office/drawing/2014/main" id="{F929F6E1-BCC7-4EA3-8DC7-7282DEFB8B8F}"/>
                </a:ext>
              </a:extLst>
            </p:cNvPr>
            <p:cNvSpPr>
              <a:spLocks noGrp="1"/>
            </p:cNvSpPr>
            <p:nvPr/>
          </p:nvSpPr>
          <p:spPr>
            <a:xfrm>
              <a:off x="1955824" y="3063030"/>
              <a:ext cx="49946" cy="95"/>
            </a:xfrm>
            <a:custGeom>
              <a:avLst/>
              <a:gdLst/>
              <a:ahLst/>
              <a:cxnLst/>
              <a:rect l="0" t="0" r="0" b="0"/>
              <a:pathLst>
                <a:path w="49946" h="95">
                  <a:moveTo>
                    <a:pt x="49946" y="0"/>
                  </a:moveTo>
                  <a:lnTo>
                    <a:pt x="0" y="0"/>
                  </a:lnTo>
                </a:path>
              </a:pathLst>
            </a:custGeom>
            <a:noFill/>
            <a:ln w="11416">
              <a:solidFill>
                <a:srgbClr val="0A2540"/>
              </a:solidFill>
              <a:prstDash val="solid"/>
            </a:ln>
          </p:spPr>
        </p:sp>
        <p:sp>
          <p:nvSpPr>
            <p:cNvPr id="36" name="f3c-q51-ps · line 11">
              <a:extLst>
                <a:ext uri="{FF2B5EF4-FFF2-40B4-BE49-F238E27FC236}">
                  <a16:creationId xmlns:a16="http://schemas.microsoft.com/office/drawing/2014/main" id="{0869931B-819A-48CF-98A6-65E43C48CE75}"/>
                </a:ext>
              </a:extLst>
            </p:cNvPr>
            <p:cNvSpPr>
              <a:spLocks noGrp="1"/>
            </p:cNvSpPr>
            <p:nvPr/>
          </p:nvSpPr>
          <p:spPr>
            <a:xfrm>
              <a:off x="1955824" y="2403031"/>
              <a:ext cx="49946" cy="95"/>
            </a:xfrm>
            <a:custGeom>
              <a:avLst/>
              <a:gdLst/>
              <a:ahLst/>
              <a:cxnLst/>
              <a:rect l="0" t="0" r="0" b="0"/>
              <a:pathLst>
                <a:path w="49946" h="95">
                  <a:moveTo>
                    <a:pt x="49946" y="0"/>
                  </a:moveTo>
                  <a:lnTo>
                    <a:pt x="0" y="0"/>
                  </a:lnTo>
                </a:path>
              </a:pathLst>
            </a:custGeom>
            <a:noFill/>
            <a:ln w="11416">
              <a:solidFill>
                <a:srgbClr val="0A2540"/>
              </a:solidFill>
              <a:prstDash val="solid"/>
            </a:ln>
          </p:spPr>
        </p:sp>
        <p:sp>
          <p:nvSpPr>
            <p:cNvPr id="37" name="f3c-q51-ps · polygon 12">
              <a:extLst>
                <a:ext uri="{FF2B5EF4-FFF2-40B4-BE49-F238E27FC236}">
                  <a16:creationId xmlns:a16="http://schemas.microsoft.com/office/drawing/2014/main" id="{484BEF33-BDA5-4CE6-951C-3C91DCDE7921}"/>
                </a:ext>
              </a:extLst>
            </p:cNvPr>
            <p:cNvSpPr>
              <a:spLocks noGrp="1"/>
            </p:cNvSpPr>
            <p:nvPr/>
          </p:nvSpPr>
          <p:spPr>
            <a:xfrm>
              <a:off x="2005770" y="3723029"/>
              <a:ext cx="2854050" cy="659999"/>
            </a:xfrm>
            <a:custGeom>
              <a:avLst/>
              <a:gdLst/>
              <a:ahLst/>
              <a:cxnLst/>
              <a:rect l="0" t="0" r="0" b="0"/>
              <a:pathLst>
                <a:path w="2854050" h="659999">
                  <a:moveTo>
                    <a:pt x="0" y="0"/>
                  </a:moveTo>
                  <a:lnTo>
                    <a:pt x="0" y="659999"/>
                  </a:lnTo>
                  <a:lnTo>
                    <a:pt x="2854050" y="0"/>
                  </a:lnTo>
                  <a:close/>
                </a:path>
              </a:pathLst>
            </a:custGeom>
            <a:solidFill>
              <a:srgbClr val="0E9F6E">
                <a:alpha val="34000"/>
              </a:srgbClr>
            </a:solidFill>
            <a:ln w="14270">
              <a:solidFill>
                <a:srgbClr val="0E9F6E"/>
              </a:solidFill>
              <a:prstDash val="solid"/>
            </a:ln>
          </p:spPr>
        </p:sp>
        <p:sp>
          <p:nvSpPr>
            <p:cNvPr id="38" name="f3c-q51-ps · line 13">
              <a:extLst>
                <a:ext uri="{FF2B5EF4-FFF2-40B4-BE49-F238E27FC236}">
                  <a16:creationId xmlns:a16="http://schemas.microsoft.com/office/drawing/2014/main" id="{E3FDDE6C-DCDB-4376-B7EC-DB67E5BBD19C}"/>
                </a:ext>
              </a:extLst>
            </p:cNvPr>
            <p:cNvSpPr>
              <a:spLocks noGrp="1"/>
            </p:cNvSpPr>
            <p:nvPr/>
          </p:nvSpPr>
          <p:spPr>
            <a:xfrm>
              <a:off x="2005770" y="3327029"/>
              <a:ext cx="4566479" cy="1055998"/>
            </a:xfrm>
            <a:custGeom>
              <a:avLst/>
              <a:gdLst/>
              <a:ahLst/>
              <a:cxnLst/>
              <a:rect l="0" t="0" r="0" b="0"/>
              <a:pathLst>
                <a:path w="4566479" h="1055998">
                  <a:moveTo>
                    <a:pt x="0" y="1055998"/>
                  </a:moveTo>
                  <a:lnTo>
                    <a:pt x="4566479" y="0"/>
                  </a:lnTo>
                </a:path>
              </a:pathLst>
            </a:custGeom>
            <a:noFill/>
            <a:ln w="24259">
              <a:solidFill>
                <a:srgbClr val="0A2540"/>
              </a:solidFill>
              <a:prstDash val="solid"/>
            </a:ln>
          </p:spPr>
        </p:sp>
        <p:sp>
          <p:nvSpPr>
            <p:cNvPr id="39" name="f3c-q51-ps · line 14">
              <a:extLst>
                <a:ext uri="{FF2B5EF4-FFF2-40B4-BE49-F238E27FC236}">
                  <a16:creationId xmlns:a16="http://schemas.microsoft.com/office/drawing/2014/main" id="{1772A075-CA0E-40A9-B72F-E969CA05C95B}"/>
                </a:ext>
              </a:extLst>
            </p:cNvPr>
            <p:cNvSpPr>
              <a:spLocks noGrp="1"/>
            </p:cNvSpPr>
            <p:nvPr/>
          </p:nvSpPr>
          <p:spPr>
            <a:xfrm>
              <a:off x="2005770" y="3723029"/>
              <a:ext cx="5708099" cy="95"/>
            </a:xfrm>
            <a:custGeom>
              <a:avLst/>
              <a:gdLst/>
              <a:ahLst/>
              <a:cxnLst/>
              <a:rect l="0" t="0" r="0" b="0"/>
              <a:pathLst>
                <a:path w="5708099" h="95">
                  <a:moveTo>
                    <a:pt x="0" y="0"/>
                  </a:moveTo>
                  <a:lnTo>
                    <a:pt x="5708099" y="0"/>
                  </a:lnTo>
                </a:path>
              </a:pathLst>
            </a:custGeom>
            <a:noFill/>
            <a:ln w="21405">
              <a:solidFill>
                <a:srgbClr val="0A2540"/>
              </a:solidFill>
              <a:prstDash val="solid"/>
            </a:ln>
          </p:spPr>
        </p:sp>
        <p:sp>
          <p:nvSpPr>
            <p:cNvPr id="40" name="f3c-q51-ps · line 15">
              <a:extLst>
                <a:ext uri="{FF2B5EF4-FFF2-40B4-BE49-F238E27FC236}">
                  <a16:creationId xmlns:a16="http://schemas.microsoft.com/office/drawing/2014/main" id="{2D76DF1D-E1B8-4032-A179-00A9C0CFD84F}"/>
                </a:ext>
              </a:extLst>
            </p:cNvPr>
            <p:cNvSpPr>
              <a:spLocks noGrp="1"/>
            </p:cNvSpPr>
            <p:nvPr/>
          </p:nvSpPr>
          <p:spPr>
            <a:xfrm>
              <a:off x="4859820" y="3723029"/>
              <a:ext cx="95" cy="1979997"/>
            </a:xfrm>
            <a:custGeom>
              <a:avLst/>
              <a:gdLst/>
              <a:ahLst/>
              <a:cxnLst/>
              <a:rect l="0" t="0" r="0" b="0"/>
              <a:pathLst>
                <a:path w="95" h="1979997">
                  <a:moveTo>
                    <a:pt x="0" y="1979997"/>
                  </a:moveTo>
                  <a:lnTo>
                    <a:pt x="0" y="0"/>
                  </a:lnTo>
                </a:path>
              </a:pathLst>
            </a:custGeom>
            <a:noFill/>
            <a:ln w="12843">
              <a:solidFill>
                <a:srgbClr val="7B8BA0"/>
              </a:solidFill>
              <a:prstDash val="dash"/>
            </a:ln>
          </p:spPr>
        </p:sp>
        <p:sp>
          <p:nvSpPr>
            <p:cNvPr id="41" name="f3c-q51-ps · circle 16">
              <a:extLst>
                <a:ext uri="{FF2B5EF4-FFF2-40B4-BE49-F238E27FC236}">
                  <a16:creationId xmlns:a16="http://schemas.microsoft.com/office/drawing/2014/main" id="{83FA48A1-C15F-47FD-908E-368A0E817D66}"/>
                </a:ext>
              </a:extLst>
            </p:cNvPr>
            <p:cNvSpPr>
              <a:spLocks noGrp="1"/>
            </p:cNvSpPr>
            <p:nvPr/>
          </p:nvSpPr>
          <p:spPr>
            <a:xfrm>
              <a:off x="4817009" y="3680218"/>
              <a:ext cx="85621" cy="85621"/>
            </a:xfrm>
            <a:custGeom>
              <a:avLst/>
              <a:gdLst/>
              <a:ahLst/>
              <a:cxnLst/>
              <a:rect l="0" t="0" r="0" b="0"/>
              <a:pathLst>
                <a:path w="85621" h="85621">
                  <a:moveTo>
                    <a:pt x="85621" y="42811"/>
                  </a:moveTo>
                  <a:cubicBezTo>
                    <a:pt x="85621" y="66454"/>
                    <a:pt x="66454" y="85621"/>
                    <a:pt x="42811" y="85621"/>
                  </a:cubicBezTo>
                  <a:cubicBezTo>
                    <a:pt x="19167" y="85621"/>
                    <a:pt x="0" y="66454"/>
                    <a:pt x="0" y="42811"/>
                  </a:cubicBezTo>
                  <a:cubicBezTo>
                    <a:pt x="0" y="19167"/>
                    <a:pt x="19167" y="0"/>
                    <a:pt x="42811" y="0"/>
                  </a:cubicBezTo>
                  <a:cubicBezTo>
                    <a:pt x="66454" y="0"/>
                    <a:pt x="85621" y="19167"/>
                    <a:pt x="85621" y="42811"/>
                  </a:cubicBezTo>
                  <a:close/>
                </a:path>
              </a:pathLst>
            </a:custGeom>
            <a:solidFill>
              <a:srgbClr val="0A2540"/>
            </a:solidFill>
            <a:ln w="7135">
              <a:noFill/>
              <a:prstDash val="solid"/>
            </a:ln>
          </p:spPr>
        </p:sp>
        <p:sp>
          <p:nvSpPr>
            <p:cNvPr id="42" name="f3c-q51-ps · line 17">
              <a:extLst>
                <a:ext uri="{FF2B5EF4-FFF2-40B4-BE49-F238E27FC236}">
                  <a16:creationId xmlns:a16="http://schemas.microsoft.com/office/drawing/2014/main" id="{F35DC98D-00C2-4D2A-9233-EE1A63BA9E75}"/>
                </a:ext>
              </a:extLst>
            </p:cNvPr>
            <p:cNvSpPr>
              <a:spLocks noGrp="1"/>
            </p:cNvSpPr>
            <p:nvPr/>
          </p:nvSpPr>
          <p:spPr>
            <a:xfrm>
              <a:off x="5573332" y="3723029"/>
              <a:ext cx="95" cy="659999"/>
            </a:xfrm>
            <a:custGeom>
              <a:avLst/>
              <a:gdLst/>
              <a:ahLst/>
              <a:cxnLst/>
              <a:rect l="0" t="0" r="0" b="0"/>
              <a:pathLst>
                <a:path w="95" h="659999">
                  <a:moveTo>
                    <a:pt x="0" y="659999"/>
                  </a:moveTo>
                  <a:lnTo>
                    <a:pt x="0" y="0"/>
                  </a:lnTo>
                </a:path>
              </a:pathLst>
            </a:custGeom>
            <a:noFill/>
            <a:ln w="17124">
              <a:solidFill>
                <a:srgbClr val="0E9F6E"/>
              </a:solidFill>
              <a:prstDash val="solid"/>
            </a:ln>
          </p:spPr>
        </p:sp>
        <p:sp>
          <p:nvSpPr>
            <p:cNvPr id="43" name="f3c-q51-ps arrowhead">
              <a:extLst>
                <a:ext uri="{FF2B5EF4-FFF2-40B4-BE49-F238E27FC236}">
                  <a16:creationId xmlns:a16="http://schemas.microsoft.com/office/drawing/2014/main" id="{E972C8F7-8B9C-4EBC-9043-4F26E85C7249}"/>
                </a:ext>
              </a:extLst>
            </p:cNvPr>
            <p:cNvSpPr>
              <a:spLocks noGrp="1"/>
            </p:cNvSpPr>
            <p:nvPr/>
          </p:nvSpPr>
          <p:spPr>
            <a:xfrm>
              <a:off x="5513397" y="4323093"/>
              <a:ext cx="119870" cy="119870"/>
            </a:xfrm>
            <a:custGeom>
              <a:avLst/>
              <a:gdLst/>
              <a:ahLst/>
              <a:cxnLst/>
              <a:rect l="0" t="0" r="0" b="0"/>
              <a:pathLst>
                <a:path w="119870" h="119870">
                  <a:moveTo>
                    <a:pt x="0" y="0"/>
                  </a:moveTo>
                  <a:lnTo>
                    <a:pt x="59935" y="119870"/>
                  </a:lnTo>
                  <a:lnTo>
                    <a:pt x="119870" y="0"/>
                  </a:lnTo>
                  <a:close/>
                </a:path>
              </a:pathLst>
            </a:custGeom>
            <a:solidFill>
              <a:srgbClr val="D97706"/>
            </a:solidFill>
            <a:ln w="95">
              <a:noFill/>
              <a:prstDash val="solid"/>
            </a:ln>
          </p:spPr>
        </p:sp>
        <p:sp>
          <p:nvSpPr>
            <p:cNvPr id="44" name="f3c-q51-ps arrowhead">
              <a:extLst>
                <a:ext uri="{FF2B5EF4-FFF2-40B4-BE49-F238E27FC236}">
                  <a16:creationId xmlns:a16="http://schemas.microsoft.com/office/drawing/2014/main" id="{7DA2CEEE-23A8-4405-B199-8A38E97D1458}"/>
                </a:ext>
              </a:extLst>
            </p:cNvPr>
            <p:cNvSpPr>
              <a:spLocks noGrp="1"/>
            </p:cNvSpPr>
            <p:nvPr/>
          </p:nvSpPr>
          <p:spPr>
            <a:xfrm>
              <a:off x="5513397" y="3711042"/>
              <a:ext cx="119870" cy="119870"/>
            </a:xfrm>
            <a:custGeom>
              <a:avLst/>
              <a:gdLst/>
              <a:ahLst/>
              <a:cxnLst/>
              <a:rect l="0" t="0" r="0" b="0"/>
              <a:pathLst>
                <a:path w="119870" h="119870">
                  <a:moveTo>
                    <a:pt x="0" y="119870"/>
                  </a:moveTo>
                  <a:lnTo>
                    <a:pt x="59935" y="0"/>
                  </a:lnTo>
                  <a:lnTo>
                    <a:pt x="119870" y="119870"/>
                  </a:lnTo>
                  <a:close/>
                </a:path>
              </a:pathLst>
            </a:custGeom>
            <a:solidFill>
              <a:srgbClr val="D97706"/>
            </a:solidFill>
            <a:ln w="95">
              <a:noFill/>
              <a:prstDash val="solid"/>
            </a:ln>
          </p:spPr>
        </p:sp>
        <p:sp>
          <p:nvSpPr>
            <p:cNvPr id="45" name="f3c-q51-ps · line 18">
              <a:extLst>
                <a:ext uri="{FF2B5EF4-FFF2-40B4-BE49-F238E27FC236}">
                  <a16:creationId xmlns:a16="http://schemas.microsoft.com/office/drawing/2014/main" id="{75A1821F-5270-4135-96E3-7B8AFBB160A1}"/>
                </a:ext>
              </a:extLst>
            </p:cNvPr>
            <p:cNvSpPr>
              <a:spLocks noGrp="1"/>
            </p:cNvSpPr>
            <p:nvPr/>
          </p:nvSpPr>
          <p:spPr>
            <a:xfrm>
              <a:off x="2005770" y="5465426"/>
              <a:ext cx="2854050" cy="95"/>
            </a:xfrm>
            <a:custGeom>
              <a:avLst/>
              <a:gdLst/>
              <a:ahLst/>
              <a:cxnLst/>
              <a:rect l="0" t="0" r="0" b="0"/>
              <a:pathLst>
                <a:path w="2854050" h="95">
                  <a:moveTo>
                    <a:pt x="0" y="0"/>
                  </a:moveTo>
                  <a:lnTo>
                    <a:pt x="2854050" y="0"/>
                  </a:lnTo>
                </a:path>
              </a:pathLst>
            </a:custGeom>
            <a:noFill/>
            <a:ln w="17124">
              <a:solidFill>
                <a:srgbClr val="0E9F6E"/>
              </a:solidFill>
              <a:prstDash val="solid"/>
            </a:ln>
          </p:spPr>
        </p:sp>
        <p:sp>
          <p:nvSpPr>
            <p:cNvPr id="46" name="f3c-q51-ps arrowhead">
              <a:extLst>
                <a:ext uri="{FF2B5EF4-FFF2-40B4-BE49-F238E27FC236}">
                  <a16:creationId xmlns:a16="http://schemas.microsoft.com/office/drawing/2014/main" id="{57C8AFD5-FB5E-4B36-8EFC-54A5D9128975}"/>
                </a:ext>
              </a:extLst>
            </p:cNvPr>
            <p:cNvSpPr>
              <a:spLocks noGrp="1"/>
            </p:cNvSpPr>
            <p:nvPr/>
          </p:nvSpPr>
          <p:spPr>
            <a:xfrm>
              <a:off x="1945835" y="5405491"/>
              <a:ext cx="119870" cy="119870"/>
            </a:xfrm>
            <a:custGeom>
              <a:avLst/>
              <a:gdLst/>
              <a:ahLst/>
              <a:cxnLst/>
              <a:rect l="0" t="0" r="0" b="0"/>
              <a:pathLst>
                <a:path w="119870" h="119870">
                  <a:moveTo>
                    <a:pt x="119870" y="0"/>
                  </a:moveTo>
                  <a:lnTo>
                    <a:pt x="0" y="59935"/>
                  </a:lnTo>
                  <a:lnTo>
                    <a:pt x="119870" y="119870"/>
                  </a:lnTo>
                  <a:close/>
                </a:path>
              </a:pathLst>
            </a:custGeom>
            <a:solidFill>
              <a:srgbClr val="D97706"/>
            </a:solidFill>
            <a:ln w="95">
              <a:noFill/>
              <a:prstDash val="solid"/>
            </a:ln>
          </p:spPr>
        </p:sp>
        <p:sp>
          <p:nvSpPr>
            <p:cNvPr id="47" name="f3c-q51-ps arrowhead">
              <a:extLst>
                <a:ext uri="{FF2B5EF4-FFF2-40B4-BE49-F238E27FC236}">
                  <a16:creationId xmlns:a16="http://schemas.microsoft.com/office/drawing/2014/main" id="{4F18A016-57CB-4376-9464-AD3C1C3344AF}"/>
                </a:ext>
              </a:extLst>
            </p:cNvPr>
            <p:cNvSpPr>
              <a:spLocks noGrp="1"/>
            </p:cNvSpPr>
            <p:nvPr/>
          </p:nvSpPr>
          <p:spPr>
            <a:xfrm>
              <a:off x="4751937" y="5405491"/>
              <a:ext cx="119870" cy="119870"/>
            </a:xfrm>
            <a:custGeom>
              <a:avLst/>
              <a:gdLst/>
              <a:ahLst/>
              <a:cxnLst/>
              <a:rect l="0" t="0" r="0" b="0"/>
              <a:pathLst>
                <a:path w="119870" h="119870">
                  <a:moveTo>
                    <a:pt x="0" y="0"/>
                  </a:moveTo>
                  <a:lnTo>
                    <a:pt x="119870" y="59935"/>
                  </a:lnTo>
                  <a:lnTo>
                    <a:pt x="0" y="119870"/>
                  </a:lnTo>
                  <a:close/>
                </a:path>
              </a:pathLst>
            </a:custGeom>
            <a:solidFill>
              <a:srgbClr val="D97706"/>
            </a:solidFill>
            <a:ln w="95">
              <a:noFill/>
              <a:prstDash val="solid"/>
            </a:ln>
          </p:spPr>
        </p:sp>
        <p:sp>
          <p:nvSpPr>
            <p:cNvPr id="75" name="s8 text 28">
              <a:extLst>
                <a:ext uri="{FF2B5EF4-FFF2-40B4-BE49-F238E27FC236}">
                  <a16:creationId xmlns:a16="http://schemas.microsoft.com/office/drawing/2014/main" id="{E4F17709-9276-477F-9B52-B120C8E466E3}"/>
                </a:ext>
              </a:extLst>
            </p:cNvPr>
            <p:cNvSpPr>
              <a:spLocks noGrp="1"/>
            </p:cNvSpPr>
            <p:nvPr/>
          </p:nvSpPr>
          <p:spPr>
            <a:xfrm>
              <a:off x="1959747" y="5802562"/>
              <a:ext cx="152219" cy="205464"/>
            </a:xfrm>
            <a:prstGeom prst="rect">
              <a:avLst/>
            </a:prstGeom>
            <a:noFill/>
            <a:ln w="0">
              <a:noFill/>
              <a:prstDash val="solid"/>
            </a:ln>
          </p:spPr>
          <p:txBody>
            <a:bodyPr wrap="none" lIns="0" tIns="0" rIns="0" bIns="0" anchor="t">
              <a:noAutofit/>
            </a:bodyPr>
            <a:lstStyle>
              <a:defPPr algn="l">
                <a:defRPr sz="1163" b="0" i="0" kern="0" spc="0">
                  <a:solidFill>
                    <a:srgbClr val="7B8BA0"/>
                  </a:solidFill>
                  <a:latin typeface="Inter"/>
                  <a:ea typeface="Inter"/>
                  <a:cs typeface="Inter"/>
                </a:defRPr>
              </a:defPPr>
              <a:lvl1pPr algn="l">
                <a:defRPr sz="1163" b="0" i="0" kern="0" spc="0">
                  <a:solidFill>
                    <a:srgbClr val="7B8BA0"/>
                  </a:solidFill>
                  <a:latin typeface="Inter"/>
                  <a:ea typeface="Inter"/>
                  <a:cs typeface="Inter"/>
                </a:defRPr>
              </a:lvl1pPr>
              <a:lvl2pPr algn="l">
                <a:defRPr sz="1163" b="0" i="0" kern="0" spc="0">
                  <a:solidFill>
                    <a:srgbClr val="7B8BA0"/>
                  </a:solidFill>
                  <a:latin typeface="Inter"/>
                  <a:ea typeface="Inter"/>
                  <a:cs typeface="Inter"/>
                </a:defRPr>
              </a:lvl2pPr>
              <a:lvl3pPr algn="l">
                <a:defRPr sz="1163" b="0" i="0" kern="0" spc="0">
                  <a:solidFill>
                    <a:srgbClr val="7B8BA0"/>
                  </a:solidFill>
                  <a:latin typeface="Inter"/>
                  <a:ea typeface="Inter"/>
                  <a:cs typeface="Inter"/>
                </a:defRPr>
              </a:lvl3pPr>
              <a:lvl4pPr algn="l">
                <a:defRPr sz="1163" b="0" i="0" kern="0" spc="0">
                  <a:solidFill>
                    <a:srgbClr val="7B8BA0"/>
                  </a:solidFill>
                  <a:latin typeface="Inter"/>
                  <a:ea typeface="Inter"/>
                  <a:cs typeface="Inter"/>
                </a:defRPr>
              </a:lvl4pPr>
              <a:lvl5pPr algn="l">
                <a:defRPr sz="1163" b="0" i="0" kern="0" spc="0">
                  <a:solidFill>
                    <a:srgbClr val="7B8BA0"/>
                  </a:solidFill>
                  <a:latin typeface="Inter"/>
                  <a:ea typeface="Inter"/>
                  <a:cs typeface="Inter"/>
                </a:defRPr>
              </a:lvl5pPr>
              <a:lvl6pPr algn="l">
                <a:defRPr sz="1163" b="0" i="0" kern="0" spc="0">
                  <a:solidFill>
                    <a:srgbClr val="7B8BA0"/>
                  </a:solidFill>
                  <a:latin typeface="Inter"/>
                  <a:ea typeface="Inter"/>
                  <a:cs typeface="Inter"/>
                </a:defRPr>
              </a:lvl6pPr>
              <a:lvl7pPr algn="l">
                <a:defRPr sz="1163" b="0" i="0" kern="0" spc="0">
                  <a:solidFill>
                    <a:srgbClr val="7B8BA0"/>
                  </a:solidFill>
                  <a:latin typeface="Inter"/>
                  <a:ea typeface="Inter"/>
                  <a:cs typeface="Inter"/>
                </a:defRPr>
              </a:lvl7pPr>
              <a:lvl8pPr algn="l">
                <a:defRPr sz="1163" b="0" i="0" kern="0" spc="0">
                  <a:solidFill>
                    <a:srgbClr val="7B8BA0"/>
                  </a:solidFill>
                  <a:latin typeface="Inter"/>
                  <a:ea typeface="Inter"/>
                  <a:cs typeface="Inter"/>
                </a:defRPr>
              </a:lvl8pPr>
              <a:lvl9pPr algn="l">
                <a:defRPr sz="1163" b="0" i="0" kern="0" spc="0">
                  <a:solidFill>
                    <a:srgbClr val="7B8BA0"/>
                  </a:solidFill>
                  <a:latin typeface="Inter"/>
                  <a:ea typeface="Inter"/>
                  <a:cs typeface="Inter"/>
                </a:defRPr>
              </a:lvl9pPr>
            </a:lstStyle>
            <a:p>
              <a:pPr algn="l">
                <a:lnSpc>
                  <a:spcPct val="100000"/>
                </a:lnSpc>
                <a:buNone/>
                <a:defRPr sz="1163" b="0" i="0" kern="0" spc="0">
                  <a:solidFill>
                    <a:srgbClr val="7B8BA0"/>
                  </a:solidFill>
                  <a:latin typeface="Inter"/>
                  <a:ea typeface="Inter"/>
                  <a:cs typeface="Inter"/>
                </a:defRPr>
              </a:pPr>
              <a:r>
                <a:rPr sz="1163" b="0" i="0" kern="0" spc="0">
                  <a:solidFill>
                    <a:srgbClr val="7B8BA0"/>
                  </a:solidFill>
                  <a:latin typeface="Inter"/>
                  <a:ea typeface="Inter"/>
                  <a:cs typeface="Inter"/>
                </a:rPr>
                <a:t>0</a:t>
              </a:r>
            </a:p>
          </p:txBody>
        </p:sp>
        <p:sp>
          <p:nvSpPr>
            <p:cNvPr id="76" name="s8 text 29">
              <a:extLst>
                <a:ext uri="{FF2B5EF4-FFF2-40B4-BE49-F238E27FC236}">
                  <a16:creationId xmlns:a16="http://schemas.microsoft.com/office/drawing/2014/main" id="{BE146E52-0281-4669-8E6B-87EB29475AD2}"/>
                </a:ext>
              </a:extLst>
            </p:cNvPr>
            <p:cNvSpPr>
              <a:spLocks noGrp="1"/>
            </p:cNvSpPr>
            <p:nvPr/>
          </p:nvSpPr>
          <p:spPr>
            <a:xfrm>
              <a:off x="3357243" y="5802562"/>
              <a:ext cx="212322" cy="205464"/>
            </a:xfrm>
            <a:prstGeom prst="rect">
              <a:avLst/>
            </a:prstGeom>
            <a:noFill/>
            <a:ln w="0">
              <a:noFill/>
              <a:prstDash val="solid"/>
            </a:ln>
          </p:spPr>
          <p:txBody>
            <a:bodyPr wrap="none" lIns="0" tIns="0" rIns="0" bIns="0" anchor="t">
              <a:noAutofit/>
            </a:bodyPr>
            <a:lstStyle>
              <a:defPPr algn="l">
                <a:defRPr sz="1163" b="0" i="0" kern="0" spc="-10">
                  <a:solidFill>
                    <a:srgbClr val="7B8BA0"/>
                  </a:solidFill>
                  <a:latin typeface="Inter"/>
                  <a:ea typeface="Inter"/>
                  <a:cs typeface="Inter"/>
                </a:defRPr>
              </a:defPPr>
              <a:lvl1pPr algn="l">
                <a:defRPr sz="1163" b="0" i="0" kern="0" spc="-10">
                  <a:solidFill>
                    <a:srgbClr val="7B8BA0"/>
                  </a:solidFill>
                  <a:latin typeface="Inter"/>
                  <a:ea typeface="Inter"/>
                  <a:cs typeface="Inter"/>
                </a:defRPr>
              </a:lvl1pPr>
              <a:lvl2pPr algn="l">
                <a:defRPr sz="1163" b="0" i="0" kern="0" spc="-10">
                  <a:solidFill>
                    <a:srgbClr val="7B8BA0"/>
                  </a:solidFill>
                  <a:latin typeface="Inter"/>
                  <a:ea typeface="Inter"/>
                  <a:cs typeface="Inter"/>
                </a:defRPr>
              </a:lvl2pPr>
              <a:lvl3pPr algn="l">
                <a:defRPr sz="1163" b="0" i="0" kern="0" spc="-10">
                  <a:solidFill>
                    <a:srgbClr val="7B8BA0"/>
                  </a:solidFill>
                  <a:latin typeface="Inter"/>
                  <a:ea typeface="Inter"/>
                  <a:cs typeface="Inter"/>
                </a:defRPr>
              </a:lvl3pPr>
              <a:lvl4pPr algn="l">
                <a:defRPr sz="1163" b="0" i="0" kern="0" spc="-10">
                  <a:solidFill>
                    <a:srgbClr val="7B8BA0"/>
                  </a:solidFill>
                  <a:latin typeface="Inter"/>
                  <a:ea typeface="Inter"/>
                  <a:cs typeface="Inter"/>
                </a:defRPr>
              </a:lvl4pPr>
              <a:lvl5pPr algn="l">
                <a:defRPr sz="1163" b="0" i="0" kern="0" spc="-10">
                  <a:solidFill>
                    <a:srgbClr val="7B8BA0"/>
                  </a:solidFill>
                  <a:latin typeface="Inter"/>
                  <a:ea typeface="Inter"/>
                  <a:cs typeface="Inter"/>
                </a:defRPr>
              </a:lvl5pPr>
              <a:lvl6pPr algn="l">
                <a:defRPr sz="1163" b="0" i="0" kern="0" spc="-10">
                  <a:solidFill>
                    <a:srgbClr val="7B8BA0"/>
                  </a:solidFill>
                  <a:latin typeface="Inter"/>
                  <a:ea typeface="Inter"/>
                  <a:cs typeface="Inter"/>
                </a:defRPr>
              </a:lvl6pPr>
              <a:lvl7pPr algn="l">
                <a:defRPr sz="1163" b="0" i="0" kern="0" spc="-10">
                  <a:solidFill>
                    <a:srgbClr val="7B8BA0"/>
                  </a:solidFill>
                  <a:latin typeface="Inter"/>
                  <a:ea typeface="Inter"/>
                  <a:cs typeface="Inter"/>
                </a:defRPr>
              </a:lvl7pPr>
              <a:lvl8pPr algn="l">
                <a:defRPr sz="1163" b="0" i="0" kern="0" spc="-10">
                  <a:solidFill>
                    <a:srgbClr val="7B8BA0"/>
                  </a:solidFill>
                  <a:latin typeface="Inter"/>
                  <a:ea typeface="Inter"/>
                  <a:cs typeface="Inter"/>
                </a:defRPr>
              </a:lvl8pPr>
              <a:lvl9pPr algn="l">
                <a:defRPr sz="1163" b="0" i="0" kern="0" spc="-10">
                  <a:solidFill>
                    <a:srgbClr val="7B8BA0"/>
                  </a:solidFill>
                  <a:latin typeface="Inter"/>
                  <a:ea typeface="Inter"/>
                  <a:cs typeface="Inter"/>
                </a:defRPr>
              </a:lvl9pPr>
            </a:lstStyle>
            <a:p>
              <a:pPr algn="l">
                <a:lnSpc>
                  <a:spcPct val="100000"/>
                </a:lnSpc>
                <a:buNone/>
                <a:defRPr sz="1163" b="0" i="0" kern="0" spc="-10">
                  <a:solidFill>
                    <a:srgbClr val="7B8BA0"/>
                  </a:solidFill>
                  <a:latin typeface="Inter"/>
                  <a:ea typeface="Inter"/>
                  <a:cs typeface="Inter"/>
                </a:defRPr>
              </a:pPr>
              <a:r>
                <a:rPr sz="1163" b="0" i="0" kern="0" spc="-10">
                  <a:solidFill>
                    <a:srgbClr val="7B8BA0"/>
                  </a:solidFill>
                  <a:latin typeface="Inter"/>
                  <a:ea typeface="Inter"/>
                  <a:cs typeface="Inter"/>
                </a:rPr>
                <a:t>10</a:t>
              </a:r>
            </a:p>
          </p:txBody>
        </p:sp>
        <p:sp>
          <p:nvSpPr>
            <p:cNvPr id="77" name="s8 text 30">
              <a:extLst>
                <a:ext uri="{FF2B5EF4-FFF2-40B4-BE49-F238E27FC236}">
                  <a16:creationId xmlns:a16="http://schemas.microsoft.com/office/drawing/2014/main" id="{48FDAB28-A72B-45DF-A5D3-10C934B73CA4}"/>
                </a:ext>
              </a:extLst>
            </p:cNvPr>
            <p:cNvSpPr>
              <a:spLocks noGrp="1"/>
            </p:cNvSpPr>
            <p:nvPr/>
          </p:nvSpPr>
          <p:spPr>
            <a:xfrm>
              <a:off x="4769361" y="5802562"/>
              <a:ext cx="242230" cy="205464"/>
            </a:xfrm>
            <a:prstGeom prst="rect">
              <a:avLst/>
            </a:prstGeom>
            <a:noFill/>
            <a:ln w="0">
              <a:noFill/>
              <a:prstDash val="solid"/>
            </a:ln>
          </p:spPr>
          <p:txBody>
            <a:bodyPr wrap="none" lIns="0" tIns="0" rIns="0" bIns="0" anchor="t">
              <a:noAutofit/>
            </a:bodyPr>
            <a:lstStyle>
              <a:defPPr algn="l">
                <a:defRPr sz="1163" b="0" i="0" kern="0" spc="-9">
                  <a:solidFill>
                    <a:srgbClr val="7B8BA0"/>
                  </a:solidFill>
                  <a:latin typeface="Inter"/>
                  <a:ea typeface="Inter"/>
                  <a:cs typeface="Inter"/>
                </a:defRPr>
              </a:defPPr>
              <a:lvl1pPr algn="l">
                <a:defRPr sz="1163" b="0" i="0" kern="0" spc="-9">
                  <a:solidFill>
                    <a:srgbClr val="7B8BA0"/>
                  </a:solidFill>
                  <a:latin typeface="Inter"/>
                  <a:ea typeface="Inter"/>
                  <a:cs typeface="Inter"/>
                </a:defRPr>
              </a:lvl1pPr>
              <a:lvl2pPr algn="l">
                <a:defRPr sz="1163" b="0" i="0" kern="0" spc="-9">
                  <a:solidFill>
                    <a:srgbClr val="7B8BA0"/>
                  </a:solidFill>
                  <a:latin typeface="Inter"/>
                  <a:ea typeface="Inter"/>
                  <a:cs typeface="Inter"/>
                </a:defRPr>
              </a:lvl2pPr>
              <a:lvl3pPr algn="l">
                <a:defRPr sz="1163" b="0" i="0" kern="0" spc="-9">
                  <a:solidFill>
                    <a:srgbClr val="7B8BA0"/>
                  </a:solidFill>
                  <a:latin typeface="Inter"/>
                  <a:ea typeface="Inter"/>
                  <a:cs typeface="Inter"/>
                </a:defRPr>
              </a:lvl3pPr>
              <a:lvl4pPr algn="l">
                <a:defRPr sz="1163" b="0" i="0" kern="0" spc="-9">
                  <a:solidFill>
                    <a:srgbClr val="7B8BA0"/>
                  </a:solidFill>
                  <a:latin typeface="Inter"/>
                  <a:ea typeface="Inter"/>
                  <a:cs typeface="Inter"/>
                </a:defRPr>
              </a:lvl4pPr>
              <a:lvl5pPr algn="l">
                <a:defRPr sz="1163" b="0" i="0" kern="0" spc="-9">
                  <a:solidFill>
                    <a:srgbClr val="7B8BA0"/>
                  </a:solidFill>
                  <a:latin typeface="Inter"/>
                  <a:ea typeface="Inter"/>
                  <a:cs typeface="Inter"/>
                </a:defRPr>
              </a:lvl5pPr>
              <a:lvl6pPr algn="l">
                <a:defRPr sz="1163" b="0" i="0" kern="0" spc="-9">
                  <a:solidFill>
                    <a:srgbClr val="7B8BA0"/>
                  </a:solidFill>
                  <a:latin typeface="Inter"/>
                  <a:ea typeface="Inter"/>
                  <a:cs typeface="Inter"/>
                </a:defRPr>
              </a:lvl6pPr>
              <a:lvl7pPr algn="l">
                <a:defRPr sz="1163" b="0" i="0" kern="0" spc="-9">
                  <a:solidFill>
                    <a:srgbClr val="7B8BA0"/>
                  </a:solidFill>
                  <a:latin typeface="Inter"/>
                  <a:ea typeface="Inter"/>
                  <a:cs typeface="Inter"/>
                </a:defRPr>
              </a:lvl7pPr>
              <a:lvl8pPr algn="l">
                <a:defRPr sz="1163" b="0" i="0" kern="0" spc="-9">
                  <a:solidFill>
                    <a:srgbClr val="7B8BA0"/>
                  </a:solidFill>
                  <a:latin typeface="Inter"/>
                  <a:ea typeface="Inter"/>
                  <a:cs typeface="Inter"/>
                </a:defRPr>
              </a:lvl8pPr>
              <a:lvl9pPr algn="l">
                <a:defRPr sz="1163" b="0" i="0" kern="0" spc="-9">
                  <a:solidFill>
                    <a:srgbClr val="7B8BA0"/>
                  </a:solidFill>
                  <a:latin typeface="Inter"/>
                  <a:ea typeface="Inter"/>
                  <a:cs typeface="Inter"/>
                </a:defRPr>
              </a:lvl9pPr>
            </a:lstStyle>
            <a:p>
              <a:pPr algn="l">
                <a:lnSpc>
                  <a:spcPct val="100000"/>
                </a:lnSpc>
                <a:buNone/>
                <a:defRPr sz="1163" b="0" i="0" kern="0" spc="-9">
                  <a:solidFill>
                    <a:srgbClr val="7B8BA0"/>
                  </a:solidFill>
                  <a:latin typeface="Inter"/>
                  <a:ea typeface="Inter"/>
                  <a:cs typeface="Inter"/>
                </a:defRPr>
              </a:pPr>
              <a:r>
                <a:rPr sz="1163" b="0" i="0" kern="0" spc="-9">
                  <a:solidFill>
                    <a:srgbClr val="7B8BA0"/>
                  </a:solidFill>
                  <a:latin typeface="Inter"/>
                  <a:ea typeface="Inter"/>
                  <a:cs typeface="Inter"/>
                </a:rPr>
                <a:t>20</a:t>
              </a:r>
            </a:p>
          </p:txBody>
        </p:sp>
        <p:sp>
          <p:nvSpPr>
            <p:cNvPr id="78" name="s8 text 31">
              <a:extLst>
                <a:ext uri="{FF2B5EF4-FFF2-40B4-BE49-F238E27FC236}">
                  <a16:creationId xmlns:a16="http://schemas.microsoft.com/office/drawing/2014/main" id="{425A5E51-F6CF-458E-97AB-D171C1DE1354}"/>
                </a:ext>
              </a:extLst>
            </p:cNvPr>
            <p:cNvSpPr>
              <a:spLocks noGrp="1"/>
            </p:cNvSpPr>
            <p:nvPr/>
          </p:nvSpPr>
          <p:spPr>
            <a:xfrm>
              <a:off x="6195767" y="5802562"/>
              <a:ext cx="243469" cy="205464"/>
            </a:xfrm>
            <a:prstGeom prst="rect">
              <a:avLst/>
            </a:prstGeom>
            <a:noFill/>
            <a:ln w="0">
              <a:noFill/>
              <a:prstDash val="solid"/>
            </a:ln>
          </p:spPr>
          <p:txBody>
            <a:bodyPr wrap="none" lIns="0" tIns="0" rIns="0" bIns="0" anchor="t">
              <a:noAutofit/>
            </a:bodyPr>
            <a:lstStyle>
              <a:defPPr algn="l">
                <a:defRPr sz="1163" b="0" i="0" kern="0" spc="-10">
                  <a:solidFill>
                    <a:srgbClr val="7B8BA0"/>
                  </a:solidFill>
                  <a:latin typeface="Inter"/>
                  <a:ea typeface="Inter"/>
                  <a:cs typeface="Inter"/>
                </a:defRPr>
              </a:defPPr>
              <a:lvl1pPr algn="l">
                <a:defRPr sz="1163" b="0" i="0" kern="0" spc="-10">
                  <a:solidFill>
                    <a:srgbClr val="7B8BA0"/>
                  </a:solidFill>
                  <a:latin typeface="Inter"/>
                  <a:ea typeface="Inter"/>
                  <a:cs typeface="Inter"/>
                </a:defRPr>
              </a:lvl1pPr>
              <a:lvl2pPr algn="l">
                <a:defRPr sz="1163" b="0" i="0" kern="0" spc="-10">
                  <a:solidFill>
                    <a:srgbClr val="7B8BA0"/>
                  </a:solidFill>
                  <a:latin typeface="Inter"/>
                  <a:ea typeface="Inter"/>
                  <a:cs typeface="Inter"/>
                </a:defRPr>
              </a:lvl2pPr>
              <a:lvl3pPr algn="l">
                <a:defRPr sz="1163" b="0" i="0" kern="0" spc="-10">
                  <a:solidFill>
                    <a:srgbClr val="7B8BA0"/>
                  </a:solidFill>
                  <a:latin typeface="Inter"/>
                  <a:ea typeface="Inter"/>
                  <a:cs typeface="Inter"/>
                </a:defRPr>
              </a:lvl3pPr>
              <a:lvl4pPr algn="l">
                <a:defRPr sz="1163" b="0" i="0" kern="0" spc="-10">
                  <a:solidFill>
                    <a:srgbClr val="7B8BA0"/>
                  </a:solidFill>
                  <a:latin typeface="Inter"/>
                  <a:ea typeface="Inter"/>
                  <a:cs typeface="Inter"/>
                </a:defRPr>
              </a:lvl4pPr>
              <a:lvl5pPr algn="l">
                <a:defRPr sz="1163" b="0" i="0" kern="0" spc="-10">
                  <a:solidFill>
                    <a:srgbClr val="7B8BA0"/>
                  </a:solidFill>
                  <a:latin typeface="Inter"/>
                  <a:ea typeface="Inter"/>
                  <a:cs typeface="Inter"/>
                </a:defRPr>
              </a:lvl5pPr>
              <a:lvl6pPr algn="l">
                <a:defRPr sz="1163" b="0" i="0" kern="0" spc="-10">
                  <a:solidFill>
                    <a:srgbClr val="7B8BA0"/>
                  </a:solidFill>
                  <a:latin typeface="Inter"/>
                  <a:ea typeface="Inter"/>
                  <a:cs typeface="Inter"/>
                </a:defRPr>
              </a:lvl6pPr>
              <a:lvl7pPr algn="l">
                <a:defRPr sz="1163" b="0" i="0" kern="0" spc="-10">
                  <a:solidFill>
                    <a:srgbClr val="7B8BA0"/>
                  </a:solidFill>
                  <a:latin typeface="Inter"/>
                  <a:ea typeface="Inter"/>
                  <a:cs typeface="Inter"/>
                </a:defRPr>
              </a:lvl7pPr>
              <a:lvl8pPr algn="l">
                <a:defRPr sz="1163" b="0" i="0" kern="0" spc="-10">
                  <a:solidFill>
                    <a:srgbClr val="7B8BA0"/>
                  </a:solidFill>
                  <a:latin typeface="Inter"/>
                  <a:ea typeface="Inter"/>
                  <a:cs typeface="Inter"/>
                </a:defRPr>
              </a:lvl8pPr>
              <a:lvl9pPr algn="l">
                <a:defRPr sz="1163" b="0" i="0" kern="0" spc="-10">
                  <a:solidFill>
                    <a:srgbClr val="7B8BA0"/>
                  </a:solidFill>
                  <a:latin typeface="Inter"/>
                  <a:ea typeface="Inter"/>
                  <a:cs typeface="Inter"/>
                </a:defRPr>
              </a:lvl9pPr>
            </a:lstStyle>
            <a:p>
              <a:pPr algn="l">
                <a:lnSpc>
                  <a:spcPct val="100000"/>
                </a:lnSpc>
                <a:buNone/>
                <a:defRPr sz="1163" b="0" i="0" kern="0" spc="-10">
                  <a:solidFill>
                    <a:srgbClr val="7B8BA0"/>
                  </a:solidFill>
                  <a:latin typeface="Inter"/>
                  <a:ea typeface="Inter"/>
                  <a:cs typeface="Inter"/>
                </a:defRPr>
              </a:pPr>
              <a:r>
                <a:rPr sz="1163" b="0" i="0" kern="0" spc="-10">
                  <a:solidFill>
                    <a:srgbClr val="7B8BA0"/>
                  </a:solidFill>
                  <a:latin typeface="Inter"/>
                  <a:ea typeface="Inter"/>
                  <a:cs typeface="Inter"/>
                </a:rPr>
                <a:t>30</a:t>
              </a:r>
            </a:p>
          </p:txBody>
        </p:sp>
        <p:sp>
          <p:nvSpPr>
            <p:cNvPr id="79" name="s8 text 32">
              <a:extLst>
                <a:ext uri="{FF2B5EF4-FFF2-40B4-BE49-F238E27FC236}">
                  <a16:creationId xmlns:a16="http://schemas.microsoft.com/office/drawing/2014/main" id="{3A87102B-174F-4A55-A7D1-5149F81EEA0F}"/>
                </a:ext>
              </a:extLst>
            </p:cNvPr>
            <p:cNvSpPr>
              <a:spLocks noGrp="1"/>
            </p:cNvSpPr>
            <p:nvPr/>
          </p:nvSpPr>
          <p:spPr>
            <a:xfrm>
              <a:off x="7620722" y="5802562"/>
              <a:ext cx="247564" cy="205464"/>
            </a:xfrm>
            <a:prstGeom prst="rect">
              <a:avLst/>
            </a:prstGeom>
            <a:noFill/>
            <a:ln w="0">
              <a:noFill/>
              <a:prstDash val="solid"/>
            </a:ln>
          </p:spPr>
          <p:txBody>
            <a:bodyPr wrap="none" lIns="0" tIns="0" rIns="0" bIns="0" anchor="t">
              <a:noAutofit/>
            </a:bodyPr>
            <a:lstStyle>
              <a:defPPr algn="l">
                <a:defRPr sz="1163" b="0" i="0" kern="0" spc="-9">
                  <a:solidFill>
                    <a:srgbClr val="7B8BA0"/>
                  </a:solidFill>
                  <a:latin typeface="Inter"/>
                  <a:ea typeface="Inter"/>
                  <a:cs typeface="Inter"/>
                </a:defRPr>
              </a:defPPr>
              <a:lvl1pPr algn="l">
                <a:defRPr sz="1163" b="0" i="0" kern="0" spc="-9">
                  <a:solidFill>
                    <a:srgbClr val="7B8BA0"/>
                  </a:solidFill>
                  <a:latin typeface="Inter"/>
                  <a:ea typeface="Inter"/>
                  <a:cs typeface="Inter"/>
                </a:defRPr>
              </a:lvl1pPr>
              <a:lvl2pPr algn="l">
                <a:defRPr sz="1163" b="0" i="0" kern="0" spc="-9">
                  <a:solidFill>
                    <a:srgbClr val="7B8BA0"/>
                  </a:solidFill>
                  <a:latin typeface="Inter"/>
                  <a:ea typeface="Inter"/>
                  <a:cs typeface="Inter"/>
                </a:defRPr>
              </a:lvl2pPr>
              <a:lvl3pPr algn="l">
                <a:defRPr sz="1163" b="0" i="0" kern="0" spc="-9">
                  <a:solidFill>
                    <a:srgbClr val="7B8BA0"/>
                  </a:solidFill>
                  <a:latin typeface="Inter"/>
                  <a:ea typeface="Inter"/>
                  <a:cs typeface="Inter"/>
                </a:defRPr>
              </a:lvl3pPr>
              <a:lvl4pPr algn="l">
                <a:defRPr sz="1163" b="0" i="0" kern="0" spc="-9">
                  <a:solidFill>
                    <a:srgbClr val="7B8BA0"/>
                  </a:solidFill>
                  <a:latin typeface="Inter"/>
                  <a:ea typeface="Inter"/>
                  <a:cs typeface="Inter"/>
                </a:defRPr>
              </a:lvl4pPr>
              <a:lvl5pPr algn="l">
                <a:defRPr sz="1163" b="0" i="0" kern="0" spc="-9">
                  <a:solidFill>
                    <a:srgbClr val="7B8BA0"/>
                  </a:solidFill>
                  <a:latin typeface="Inter"/>
                  <a:ea typeface="Inter"/>
                  <a:cs typeface="Inter"/>
                </a:defRPr>
              </a:lvl5pPr>
              <a:lvl6pPr algn="l">
                <a:defRPr sz="1163" b="0" i="0" kern="0" spc="-9">
                  <a:solidFill>
                    <a:srgbClr val="7B8BA0"/>
                  </a:solidFill>
                  <a:latin typeface="Inter"/>
                  <a:ea typeface="Inter"/>
                  <a:cs typeface="Inter"/>
                </a:defRPr>
              </a:lvl6pPr>
              <a:lvl7pPr algn="l">
                <a:defRPr sz="1163" b="0" i="0" kern="0" spc="-9">
                  <a:solidFill>
                    <a:srgbClr val="7B8BA0"/>
                  </a:solidFill>
                  <a:latin typeface="Inter"/>
                  <a:ea typeface="Inter"/>
                  <a:cs typeface="Inter"/>
                </a:defRPr>
              </a:lvl7pPr>
              <a:lvl8pPr algn="l">
                <a:defRPr sz="1163" b="0" i="0" kern="0" spc="-9">
                  <a:solidFill>
                    <a:srgbClr val="7B8BA0"/>
                  </a:solidFill>
                  <a:latin typeface="Inter"/>
                  <a:ea typeface="Inter"/>
                  <a:cs typeface="Inter"/>
                </a:defRPr>
              </a:lvl8pPr>
              <a:lvl9pPr algn="l">
                <a:defRPr sz="1163" b="0" i="0" kern="0" spc="-9">
                  <a:solidFill>
                    <a:srgbClr val="7B8BA0"/>
                  </a:solidFill>
                  <a:latin typeface="Inter"/>
                  <a:ea typeface="Inter"/>
                  <a:cs typeface="Inter"/>
                </a:defRPr>
              </a:lvl9pPr>
            </a:lstStyle>
            <a:p>
              <a:pPr algn="l">
                <a:lnSpc>
                  <a:spcPct val="100000"/>
                </a:lnSpc>
                <a:buNone/>
                <a:defRPr sz="1163" b="0" i="0" kern="0" spc="-9">
                  <a:solidFill>
                    <a:srgbClr val="7B8BA0"/>
                  </a:solidFill>
                  <a:latin typeface="Inter"/>
                  <a:ea typeface="Inter"/>
                  <a:cs typeface="Inter"/>
                </a:defRPr>
              </a:pPr>
              <a:r>
                <a:rPr sz="1163" b="0" i="0" kern="0" spc="-9">
                  <a:solidFill>
                    <a:srgbClr val="7B8BA0"/>
                  </a:solidFill>
                  <a:latin typeface="Inter"/>
                  <a:ea typeface="Inter"/>
                  <a:cs typeface="Inter"/>
                </a:rPr>
                <a:t>40</a:t>
              </a:r>
            </a:p>
          </p:txBody>
        </p:sp>
        <p:sp>
          <p:nvSpPr>
            <p:cNvPr id="80" name="s8 text 33">
              <a:extLst>
                <a:ext uri="{FF2B5EF4-FFF2-40B4-BE49-F238E27FC236}">
                  <a16:creationId xmlns:a16="http://schemas.microsoft.com/office/drawing/2014/main" id="{AC942B80-CB6F-46B7-A95D-2E38044F389F}"/>
                </a:ext>
              </a:extLst>
            </p:cNvPr>
            <p:cNvSpPr>
              <a:spLocks noGrp="1"/>
            </p:cNvSpPr>
            <p:nvPr/>
          </p:nvSpPr>
          <p:spPr>
            <a:xfrm>
              <a:off x="1785283" y="5602760"/>
              <a:ext cx="152219" cy="205464"/>
            </a:xfrm>
            <a:prstGeom prst="rect">
              <a:avLst/>
            </a:prstGeom>
            <a:noFill/>
            <a:ln w="0">
              <a:noFill/>
              <a:prstDash val="solid"/>
            </a:ln>
          </p:spPr>
          <p:txBody>
            <a:bodyPr wrap="none" lIns="0" tIns="0" rIns="0" bIns="0" anchor="t">
              <a:noAutofit/>
            </a:bodyPr>
            <a:lstStyle>
              <a:defPPr algn="l">
                <a:defRPr sz="1163" b="0" i="0" kern="0" spc="0">
                  <a:solidFill>
                    <a:srgbClr val="7B8BA0"/>
                  </a:solidFill>
                  <a:latin typeface="Inter"/>
                  <a:ea typeface="Inter"/>
                  <a:cs typeface="Inter"/>
                </a:defRPr>
              </a:defPPr>
              <a:lvl1pPr algn="l">
                <a:defRPr sz="1163" b="0" i="0" kern="0" spc="0">
                  <a:solidFill>
                    <a:srgbClr val="7B8BA0"/>
                  </a:solidFill>
                  <a:latin typeface="Inter"/>
                  <a:ea typeface="Inter"/>
                  <a:cs typeface="Inter"/>
                </a:defRPr>
              </a:lvl1pPr>
              <a:lvl2pPr algn="l">
                <a:defRPr sz="1163" b="0" i="0" kern="0" spc="0">
                  <a:solidFill>
                    <a:srgbClr val="7B8BA0"/>
                  </a:solidFill>
                  <a:latin typeface="Inter"/>
                  <a:ea typeface="Inter"/>
                  <a:cs typeface="Inter"/>
                </a:defRPr>
              </a:lvl2pPr>
              <a:lvl3pPr algn="l">
                <a:defRPr sz="1163" b="0" i="0" kern="0" spc="0">
                  <a:solidFill>
                    <a:srgbClr val="7B8BA0"/>
                  </a:solidFill>
                  <a:latin typeface="Inter"/>
                  <a:ea typeface="Inter"/>
                  <a:cs typeface="Inter"/>
                </a:defRPr>
              </a:lvl3pPr>
              <a:lvl4pPr algn="l">
                <a:defRPr sz="1163" b="0" i="0" kern="0" spc="0">
                  <a:solidFill>
                    <a:srgbClr val="7B8BA0"/>
                  </a:solidFill>
                  <a:latin typeface="Inter"/>
                  <a:ea typeface="Inter"/>
                  <a:cs typeface="Inter"/>
                </a:defRPr>
              </a:lvl4pPr>
              <a:lvl5pPr algn="l">
                <a:defRPr sz="1163" b="0" i="0" kern="0" spc="0">
                  <a:solidFill>
                    <a:srgbClr val="7B8BA0"/>
                  </a:solidFill>
                  <a:latin typeface="Inter"/>
                  <a:ea typeface="Inter"/>
                  <a:cs typeface="Inter"/>
                </a:defRPr>
              </a:lvl5pPr>
              <a:lvl6pPr algn="l">
                <a:defRPr sz="1163" b="0" i="0" kern="0" spc="0">
                  <a:solidFill>
                    <a:srgbClr val="7B8BA0"/>
                  </a:solidFill>
                  <a:latin typeface="Inter"/>
                  <a:ea typeface="Inter"/>
                  <a:cs typeface="Inter"/>
                </a:defRPr>
              </a:lvl6pPr>
              <a:lvl7pPr algn="l">
                <a:defRPr sz="1163" b="0" i="0" kern="0" spc="0">
                  <a:solidFill>
                    <a:srgbClr val="7B8BA0"/>
                  </a:solidFill>
                  <a:latin typeface="Inter"/>
                  <a:ea typeface="Inter"/>
                  <a:cs typeface="Inter"/>
                </a:defRPr>
              </a:lvl7pPr>
              <a:lvl8pPr algn="l">
                <a:defRPr sz="1163" b="0" i="0" kern="0" spc="0">
                  <a:solidFill>
                    <a:srgbClr val="7B8BA0"/>
                  </a:solidFill>
                  <a:latin typeface="Inter"/>
                  <a:ea typeface="Inter"/>
                  <a:cs typeface="Inter"/>
                </a:defRPr>
              </a:lvl8pPr>
              <a:lvl9pPr algn="l">
                <a:defRPr sz="1163" b="0" i="0" kern="0" spc="0">
                  <a:solidFill>
                    <a:srgbClr val="7B8BA0"/>
                  </a:solidFill>
                  <a:latin typeface="Inter"/>
                  <a:ea typeface="Inter"/>
                  <a:cs typeface="Inter"/>
                </a:defRPr>
              </a:lvl9pPr>
            </a:lstStyle>
            <a:p>
              <a:pPr algn="l">
                <a:lnSpc>
                  <a:spcPct val="100000"/>
                </a:lnSpc>
                <a:buNone/>
                <a:defRPr sz="1163" b="0" i="0" kern="0" spc="0">
                  <a:solidFill>
                    <a:srgbClr val="7B8BA0"/>
                  </a:solidFill>
                  <a:latin typeface="Inter"/>
                  <a:ea typeface="Inter"/>
                  <a:cs typeface="Inter"/>
                </a:defRPr>
              </a:pPr>
              <a:r>
                <a:rPr sz="1163" b="0" i="0" kern="0" spc="0">
                  <a:solidFill>
                    <a:srgbClr val="7B8BA0"/>
                  </a:solidFill>
                  <a:latin typeface="Inter"/>
                  <a:ea typeface="Inter"/>
                  <a:cs typeface="Inter"/>
                </a:rPr>
                <a:t>0</a:t>
              </a:r>
            </a:p>
          </p:txBody>
        </p:sp>
        <p:sp>
          <p:nvSpPr>
            <p:cNvPr id="81" name="s8 text 34">
              <a:extLst>
                <a:ext uri="{FF2B5EF4-FFF2-40B4-BE49-F238E27FC236}">
                  <a16:creationId xmlns:a16="http://schemas.microsoft.com/office/drawing/2014/main" id="{5321752E-433D-497B-8DB7-EFAA51F09F1F}"/>
                </a:ext>
              </a:extLst>
            </p:cNvPr>
            <p:cNvSpPr>
              <a:spLocks noGrp="1"/>
            </p:cNvSpPr>
            <p:nvPr/>
          </p:nvSpPr>
          <p:spPr>
            <a:xfrm>
              <a:off x="1701902" y="4942745"/>
              <a:ext cx="236706" cy="205464"/>
            </a:xfrm>
            <a:prstGeom prst="rect">
              <a:avLst/>
            </a:prstGeom>
            <a:noFill/>
            <a:ln w="0">
              <a:noFill/>
              <a:prstDash val="solid"/>
            </a:ln>
          </p:spPr>
          <p:txBody>
            <a:bodyPr wrap="none" lIns="0" tIns="0" rIns="0" bIns="0" anchor="t">
              <a:noAutofit/>
            </a:bodyPr>
            <a:lstStyle>
              <a:defPPr algn="l">
                <a:defRPr sz="1163" b="0" i="0" kern="0" spc="-9">
                  <a:solidFill>
                    <a:srgbClr val="7B8BA0"/>
                  </a:solidFill>
                  <a:latin typeface="Inter"/>
                  <a:ea typeface="Inter"/>
                  <a:cs typeface="Inter"/>
                </a:defRPr>
              </a:defPPr>
              <a:lvl1pPr algn="l">
                <a:defRPr sz="1163" b="0" i="0" kern="0" spc="-9">
                  <a:solidFill>
                    <a:srgbClr val="7B8BA0"/>
                  </a:solidFill>
                  <a:latin typeface="Inter"/>
                  <a:ea typeface="Inter"/>
                  <a:cs typeface="Inter"/>
                </a:defRPr>
              </a:lvl1pPr>
              <a:lvl2pPr algn="l">
                <a:defRPr sz="1163" b="0" i="0" kern="0" spc="-9">
                  <a:solidFill>
                    <a:srgbClr val="7B8BA0"/>
                  </a:solidFill>
                  <a:latin typeface="Inter"/>
                  <a:ea typeface="Inter"/>
                  <a:cs typeface="Inter"/>
                </a:defRPr>
              </a:lvl2pPr>
              <a:lvl3pPr algn="l">
                <a:defRPr sz="1163" b="0" i="0" kern="0" spc="-9">
                  <a:solidFill>
                    <a:srgbClr val="7B8BA0"/>
                  </a:solidFill>
                  <a:latin typeface="Inter"/>
                  <a:ea typeface="Inter"/>
                  <a:cs typeface="Inter"/>
                </a:defRPr>
              </a:lvl3pPr>
              <a:lvl4pPr algn="l">
                <a:defRPr sz="1163" b="0" i="0" kern="0" spc="-9">
                  <a:solidFill>
                    <a:srgbClr val="7B8BA0"/>
                  </a:solidFill>
                  <a:latin typeface="Inter"/>
                  <a:ea typeface="Inter"/>
                  <a:cs typeface="Inter"/>
                </a:defRPr>
              </a:lvl4pPr>
              <a:lvl5pPr algn="l">
                <a:defRPr sz="1163" b="0" i="0" kern="0" spc="-9">
                  <a:solidFill>
                    <a:srgbClr val="7B8BA0"/>
                  </a:solidFill>
                  <a:latin typeface="Inter"/>
                  <a:ea typeface="Inter"/>
                  <a:cs typeface="Inter"/>
                </a:defRPr>
              </a:lvl5pPr>
              <a:lvl6pPr algn="l">
                <a:defRPr sz="1163" b="0" i="0" kern="0" spc="-9">
                  <a:solidFill>
                    <a:srgbClr val="7B8BA0"/>
                  </a:solidFill>
                  <a:latin typeface="Inter"/>
                  <a:ea typeface="Inter"/>
                  <a:cs typeface="Inter"/>
                </a:defRPr>
              </a:lvl6pPr>
              <a:lvl7pPr algn="l">
                <a:defRPr sz="1163" b="0" i="0" kern="0" spc="-9">
                  <a:solidFill>
                    <a:srgbClr val="7B8BA0"/>
                  </a:solidFill>
                  <a:latin typeface="Inter"/>
                  <a:ea typeface="Inter"/>
                  <a:cs typeface="Inter"/>
                </a:defRPr>
              </a:lvl7pPr>
              <a:lvl8pPr algn="l">
                <a:defRPr sz="1163" b="0" i="0" kern="0" spc="-9">
                  <a:solidFill>
                    <a:srgbClr val="7B8BA0"/>
                  </a:solidFill>
                  <a:latin typeface="Inter"/>
                  <a:ea typeface="Inter"/>
                  <a:cs typeface="Inter"/>
                </a:defRPr>
              </a:lvl8pPr>
              <a:lvl9pPr algn="l">
                <a:defRPr sz="1163" b="0" i="0" kern="0" spc="-9">
                  <a:solidFill>
                    <a:srgbClr val="7B8BA0"/>
                  </a:solidFill>
                  <a:latin typeface="Inter"/>
                  <a:ea typeface="Inter"/>
                  <a:cs typeface="Inter"/>
                </a:defRPr>
              </a:lvl9pPr>
            </a:lstStyle>
            <a:p>
              <a:pPr algn="l">
                <a:lnSpc>
                  <a:spcPct val="100000"/>
                </a:lnSpc>
                <a:buNone/>
                <a:defRPr sz="1163" b="0" i="0" kern="0" spc="-9">
                  <a:solidFill>
                    <a:srgbClr val="7B8BA0"/>
                  </a:solidFill>
                  <a:latin typeface="Inter"/>
                  <a:ea typeface="Inter"/>
                  <a:cs typeface="Inter"/>
                </a:defRPr>
              </a:pPr>
              <a:r>
                <a:rPr sz="1163" b="0" i="0" kern="0" spc="-9">
                  <a:solidFill>
                    <a:srgbClr val="7B8BA0"/>
                  </a:solidFill>
                  <a:latin typeface="Inter"/>
                  <a:ea typeface="Inter"/>
                  <a:cs typeface="Inter"/>
                </a:rPr>
                <a:t>25</a:t>
              </a:r>
            </a:p>
          </p:txBody>
        </p:sp>
        <p:sp>
          <p:nvSpPr>
            <p:cNvPr id="82" name="s8 text 35">
              <a:extLst>
                <a:ext uri="{FF2B5EF4-FFF2-40B4-BE49-F238E27FC236}">
                  <a16:creationId xmlns:a16="http://schemas.microsoft.com/office/drawing/2014/main" id="{7A9FDE59-FBF8-4032-B31F-70B6BFEE41F3}"/>
                </a:ext>
              </a:extLst>
            </p:cNvPr>
            <p:cNvSpPr>
              <a:spLocks noGrp="1"/>
            </p:cNvSpPr>
            <p:nvPr/>
          </p:nvSpPr>
          <p:spPr>
            <a:xfrm>
              <a:off x="1698888" y="4282729"/>
              <a:ext cx="239849" cy="205464"/>
            </a:xfrm>
            <a:prstGeom prst="rect">
              <a:avLst/>
            </a:prstGeom>
            <a:noFill/>
            <a:ln w="0">
              <a:noFill/>
              <a:prstDash val="solid"/>
            </a:ln>
          </p:spPr>
          <p:txBody>
            <a:bodyPr wrap="none" lIns="0" tIns="0" rIns="0" bIns="0" anchor="t">
              <a:noAutofit/>
            </a:bodyPr>
            <a:lstStyle>
              <a:defPPr algn="l">
                <a:defRPr sz="1163" b="0" i="0" kern="0" spc="-10">
                  <a:solidFill>
                    <a:srgbClr val="7B8BA0"/>
                  </a:solidFill>
                  <a:latin typeface="Inter"/>
                  <a:ea typeface="Inter"/>
                  <a:cs typeface="Inter"/>
                </a:defRPr>
              </a:defPPr>
              <a:lvl1pPr algn="l">
                <a:defRPr sz="1163" b="0" i="0" kern="0" spc="-10">
                  <a:solidFill>
                    <a:srgbClr val="7B8BA0"/>
                  </a:solidFill>
                  <a:latin typeface="Inter"/>
                  <a:ea typeface="Inter"/>
                  <a:cs typeface="Inter"/>
                </a:defRPr>
              </a:lvl1pPr>
              <a:lvl2pPr algn="l">
                <a:defRPr sz="1163" b="0" i="0" kern="0" spc="-10">
                  <a:solidFill>
                    <a:srgbClr val="7B8BA0"/>
                  </a:solidFill>
                  <a:latin typeface="Inter"/>
                  <a:ea typeface="Inter"/>
                  <a:cs typeface="Inter"/>
                </a:defRPr>
              </a:lvl2pPr>
              <a:lvl3pPr algn="l">
                <a:defRPr sz="1163" b="0" i="0" kern="0" spc="-10">
                  <a:solidFill>
                    <a:srgbClr val="7B8BA0"/>
                  </a:solidFill>
                  <a:latin typeface="Inter"/>
                  <a:ea typeface="Inter"/>
                  <a:cs typeface="Inter"/>
                </a:defRPr>
              </a:lvl3pPr>
              <a:lvl4pPr algn="l">
                <a:defRPr sz="1163" b="0" i="0" kern="0" spc="-10">
                  <a:solidFill>
                    <a:srgbClr val="7B8BA0"/>
                  </a:solidFill>
                  <a:latin typeface="Inter"/>
                  <a:ea typeface="Inter"/>
                  <a:cs typeface="Inter"/>
                </a:defRPr>
              </a:lvl4pPr>
              <a:lvl5pPr algn="l">
                <a:defRPr sz="1163" b="0" i="0" kern="0" spc="-10">
                  <a:solidFill>
                    <a:srgbClr val="7B8BA0"/>
                  </a:solidFill>
                  <a:latin typeface="Inter"/>
                  <a:ea typeface="Inter"/>
                  <a:cs typeface="Inter"/>
                </a:defRPr>
              </a:lvl5pPr>
              <a:lvl6pPr algn="l">
                <a:defRPr sz="1163" b="0" i="0" kern="0" spc="-10">
                  <a:solidFill>
                    <a:srgbClr val="7B8BA0"/>
                  </a:solidFill>
                  <a:latin typeface="Inter"/>
                  <a:ea typeface="Inter"/>
                  <a:cs typeface="Inter"/>
                </a:defRPr>
              </a:lvl6pPr>
              <a:lvl7pPr algn="l">
                <a:defRPr sz="1163" b="0" i="0" kern="0" spc="-10">
                  <a:solidFill>
                    <a:srgbClr val="7B8BA0"/>
                  </a:solidFill>
                  <a:latin typeface="Inter"/>
                  <a:ea typeface="Inter"/>
                  <a:cs typeface="Inter"/>
                </a:defRPr>
              </a:lvl7pPr>
              <a:lvl8pPr algn="l">
                <a:defRPr sz="1163" b="0" i="0" kern="0" spc="-10">
                  <a:solidFill>
                    <a:srgbClr val="7B8BA0"/>
                  </a:solidFill>
                  <a:latin typeface="Inter"/>
                  <a:ea typeface="Inter"/>
                  <a:cs typeface="Inter"/>
                </a:defRPr>
              </a:lvl8pPr>
              <a:lvl9pPr algn="l">
                <a:defRPr sz="1163" b="0" i="0" kern="0" spc="-10">
                  <a:solidFill>
                    <a:srgbClr val="7B8BA0"/>
                  </a:solidFill>
                  <a:latin typeface="Inter"/>
                  <a:ea typeface="Inter"/>
                  <a:cs typeface="Inter"/>
                </a:defRPr>
              </a:lvl9pPr>
            </a:lstStyle>
            <a:p>
              <a:pPr algn="l">
                <a:lnSpc>
                  <a:spcPct val="100000"/>
                </a:lnSpc>
                <a:buNone/>
                <a:defRPr sz="1163" b="0" i="0" kern="0" spc="-10">
                  <a:solidFill>
                    <a:srgbClr val="7B8BA0"/>
                  </a:solidFill>
                  <a:latin typeface="Inter"/>
                  <a:ea typeface="Inter"/>
                  <a:cs typeface="Inter"/>
                </a:defRPr>
              </a:pPr>
              <a:r>
                <a:rPr sz="1163" b="0" i="0" kern="0" spc="-10">
                  <a:solidFill>
                    <a:srgbClr val="7B8BA0"/>
                  </a:solidFill>
                  <a:latin typeface="Inter"/>
                  <a:ea typeface="Inter"/>
                  <a:cs typeface="Inter"/>
                </a:rPr>
                <a:t>50</a:t>
              </a:r>
            </a:p>
          </p:txBody>
        </p:sp>
        <p:sp>
          <p:nvSpPr>
            <p:cNvPr id="83" name="s8 text 36">
              <a:extLst>
                <a:ext uri="{FF2B5EF4-FFF2-40B4-BE49-F238E27FC236}">
                  <a16:creationId xmlns:a16="http://schemas.microsoft.com/office/drawing/2014/main" id="{B97F3592-0530-4DE6-9493-5F767390FC4A}"/>
                </a:ext>
              </a:extLst>
            </p:cNvPr>
            <p:cNvSpPr>
              <a:spLocks noGrp="1"/>
            </p:cNvSpPr>
            <p:nvPr/>
          </p:nvSpPr>
          <p:spPr>
            <a:xfrm>
              <a:off x="1709827" y="3622714"/>
              <a:ext cx="228800" cy="205464"/>
            </a:xfrm>
            <a:prstGeom prst="rect">
              <a:avLst/>
            </a:prstGeom>
            <a:noFill/>
            <a:ln w="0">
              <a:noFill/>
              <a:prstDash val="solid"/>
            </a:ln>
          </p:spPr>
          <p:txBody>
            <a:bodyPr wrap="none" lIns="0" tIns="0" rIns="0" bIns="0" anchor="t">
              <a:noAutofit/>
            </a:bodyPr>
            <a:lstStyle>
              <a:defPPr algn="l">
                <a:defRPr sz="1163" b="0" i="0" kern="0" spc="-10">
                  <a:solidFill>
                    <a:srgbClr val="7B8BA0"/>
                  </a:solidFill>
                  <a:latin typeface="Inter"/>
                  <a:ea typeface="Inter"/>
                  <a:cs typeface="Inter"/>
                </a:defRPr>
              </a:defPPr>
              <a:lvl1pPr algn="l">
                <a:defRPr sz="1163" b="0" i="0" kern="0" spc="-10">
                  <a:solidFill>
                    <a:srgbClr val="7B8BA0"/>
                  </a:solidFill>
                  <a:latin typeface="Inter"/>
                  <a:ea typeface="Inter"/>
                  <a:cs typeface="Inter"/>
                </a:defRPr>
              </a:lvl1pPr>
              <a:lvl2pPr algn="l">
                <a:defRPr sz="1163" b="0" i="0" kern="0" spc="-10">
                  <a:solidFill>
                    <a:srgbClr val="7B8BA0"/>
                  </a:solidFill>
                  <a:latin typeface="Inter"/>
                  <a:ea typeface="Inter"/>
                  <a:cs typeface="Inter"/>
                </a:defRPr>
              </a:lvl2pPr>
              <a:lvl3pPr algn="l">
                <a:defRPr sz="1163" b="0" i="0" kern="0" spc="-10">
                  <a:solidFill>
                    <a:srgbClr val="7B8BA0"/>
                  </a:solidFill>
                  <a:latin typeface="Inter"/>
                  <a:ea typeface="Inter"/>
                  <a:cs typeface="Inter"/>
                </a:defRPr>
              </a:lvl3pPr>
              <a:lvl4pPr algn="l">
                <a:defRPr sz="1163" b="0" i="0" kern="0" spc="-10">
                  <a:solidFill>
                    <a:srgbClr val="7B8BA0"/>
                  </a:solidFill>
                  <a:latin typeface="Inter"/>
                  <a:ea typeface="Inter"/>
                  <a:cs typeface="Inter"/>
                </a:defRPr>
              </a:lvl4pPr>
              <a:lvl5pPr algn="l">
                <a:defRPr sz="1163" b="0" i="0" kern="0" spc="-10">
                  <a:solidFill>
                    <a:srgbClr val="7B8BA0"/>
                  </a:solidFill>
                  <a:latin typeface="Inter"/>
                  <a:ea typeface="Inter"/>
                  <a:cs typeface="Inter"/>
                </a:defRPr>
              </a:lvl5pPr>
              <a:lvl6pPr algn="l">
                <a:defRPr sz="1163" b="0" i="0" kern="0" spc="-10">
                  <a:solidFill>
                    <a:srgbClr val="7B8BA0"/>
                  </a:solidFill>
                  <a:latin typeface="Inter"/>
                  <a:ea typeface="Inter"/>
                  <a:cs typeface="Inter"/>
                </a:defRPr>
              </a:lvl6pPr>
              <a:lvl7pPr algn="l">
                <a:defRPr sz="1163" b="0" i="0" kern="0" spc="-10">
                  <a:solidFill>
                    <a:srgbClr val="7B8BA0"/>
                  </a:solidFill>
                  <a:latin typeface="Inter"/>
                  <a:ea typeface="Inter"/>
                  <a:cs typeface="Inter"/>
                </a:defRPr>
              </a:lvl7pPr>
              <a:lvl8pPr algn="l">
                <a:defRPr sz="1163" b="0" i="0" kern="0" spc="-10">
                  <a:solidFill>
                    <a:srgbClr val="7B8BA0"/>
                  </a:solidFill>
                  <a:latin typeface="Inter"/>
                  <a:ea typeface="Inter"/>
                  <a:cs typeface="Inter"/>
                </a:defRPr>
              </a:lvl8pPr>
              <a:lvl9pPr algn="l">
                <a:defRPr sz="1163" b="0" i="0" kern="0" spc="-10">
                  <a:solidFill>
                    <a:srgbClr val="7B8BA0"/>
                  </a:solidFill>
                  <a:latin typeface="Inter"/>
                  <a:ea typeface="Inter"/>
                  <a:cs typeface="Inter"/>
                </a:defRPr>
              </a:lvl9pPr>
            </a:lstStyle>
            <a:p>
              <a:pPr algn="l">
                <a:lnSpc>
                  <a:spcPct val="100000"/>
                </a:lnSpc>
                <a:buNone/>
                <a:defRPr sz="1163" b="0" i="0" kern="0" spc="-10">
                  <a:solidFill>
                    <a:srgbClr val="7B8BA0"/>
                  </a:solidFill>
                  <a:latin typeface="Inter"/>
                  <a:ea typeface="Inter"/>
                  <a:cs typeface="Inter"/>
                </a:defRPr>
              </a:pPr>
              <a:r>
                <a:rPr sz="1163" b="0" i="0" kern="0" spc="-10">
                  <a:solidFill>
                    <a:srgbClr val="7B8BA0"/>
                  </a:solidFill>
                  <a:latin typeface="Inter"/>
                  <a:ea typeface="Inter"/>
                  <a:cs typeface="Inter"/>
                </a:rPr>
                <a:t>75</a:t>
              </a:r>
            </a:p>
          </p:txBody>
        </p:sp>
        <p:sp>
          <p:nvSpPr>
            <p:cNvPr id="84" name="s8 text 37">
              <a:extLst>
                <a:ext uri="{FF2B5EF4-FFF2-40B4-BE49-F238E27FC236}">
                  <a16:creationId xmlns:a16="http://schemas.microsoft.com/office/drawing/2014/main" id="{062C5C26-AF27-4CCF-8953-C01CCC45719D}"/>
                </a:ext>
              </a:extLst>
            </p:cNvPr>
            <p:cNvSpPr>
              <a:spLocks noGrp="1"/>
            </p:cNvSpPr>
            <p:nvPr/>
          </p:nvSpPr>
          <p:spPr>
            <a:xfrm>
              <a:off x="1634371" y="2962698"/>
              <a:ext cx="305476" cy="205464"/>
            </a:xfrm>
            <a:prstGeom prst="rect">
              <a:avLst/>
            </a:prstGeom>
            <a:noFill/>
            <a:ln w="0">
              <a:noFill/>
              <a:prstDash val="solid"/>
            </a:ln>
          </p:spPr>
          <p:txBody>
            <a:bodyPr wrap="none" lIns="0" tIns="0" rIns="0" bIns="0" anchor="t">
              <a:noAutofit/>
            </a:bodyPr>
            <a:lstStyle>
              <a:defPPr algn="l">
                <a:defRPr sz="1163" b="0" i="0" kern="0" spc="-10">
                  <a:solidFill>
                    <a:srgbClr val="7B8BA0"/>
                  </a:solidFill>
                  <a:latin typeface="Inter"/>
                  <a:ea typeface="Inter"/>
                  <a:cs typeface="Inter"/>
                </a:defRPr>
              </a:defPPr>
              <a:lvl1pPr algn="l">
                <a:defRPr sz="1163" b="0" i="0" kern="0" spc="-10">
                  <a:solidFill>
                    <a:srgbClr val="7B8BA0"/>
                  </a:solidFill>
                  <a:latin typeface="Inter"/>
                  <a:ea typeface="Inter"/>
                  <a:cs typeface="Inter"/>
                </a:defRPr>
              </a:lvl1pPr>
              <a:lvl2pPr algn="l">
                <a:defRPr sz="1163" b="0" i="0" kern="0" spc="-10">
                  <a:solidFill>
                    <a:srgbClr val="7B8BA0"/>
                  </a:solidFill>
                  <a:latin typeface="Inter"/>
                  <a:ea typeface="Inter"/>
                  <a:cs typeface="Inter"/>
                </a:defRPr>
              </a:lvl2pPr>
              <a:lvl3pPr algn="l">
                <a:defRPr sz="1163" b="0" i="0" kern="0" spc="-10">
                  <a:solidFill>
                    <a:srgbClr val="7B8BA0"/>
                  </a:solidFill>
                  <a:latin typeface="Inter"/>
                  <a:ea typeface="Inter"/>
                  <a:cs typeface="Inter"/>
                </a:defRPr>
              </a:lvl3pPr>
              <a:lvl4pPr algn="l">
                <a:defRPr sz="1163" b="0" i="0" kern="0" spc="-10">
                  <a:solidFill>
                    <a:srgbClr val="7B8BA0"/>
                  </a:solidFill>
                  <a:latin typeface="Inter"/>
                  <a:ea typeface="Inter"/>
                  <a:cs typeface="Inter"/>
                </a:defRPr>
              </a:lvl4pPr>
              <a:lvl5pPr algn="l">
                <a:defRPr sz="1163" b="0" i="0" kern="0" spc="-10">
                  <a:solidFill>
                    <a:srgbClr val="7B8BA0"/>
                  </a:solidFill>
                  <a:latin typeface="Inter"/>
                  <a:ea typeface="Inter"/>
                  <a:cs typeface="Inter"/>
                </a:defRPr>
              </a:lvl5pPr>
              <a:lvl6pPr algn="l">
                <a:defRPr sz="1163" b="0" i="0" kern="0" spc="-10">
                  <a:solidFill>
                    <a:srgbClr val="7B8BA0"/>
                  </a:solidFill>
                  <a:latin typeface="Inter"/>
                  <a:ea typeface="Inter"/>
                  <a:cs typeface="Inter"/>
                </a:defRPr>
              </a:lvl6pPr>
              <a:lvl7pPr algn="l">
                <a:defRPr sz="1163" b="0" i="0" kern="0" spc="-10">
                  <a:solidFill>
                    <a:srgbClr val="7B8BA0"/>
                  </a:solidFill>
                  <a:latin typeface="Inter"/>
                  <a:ea typeface="Inter"/>
                  <a:cs typeface="Inter"/>
                </a:defRPr>
              </a:lvl7pPr>
              <a:lvl8pPr algn="l">
                <a:defRPr sz="1163" b="0" i="0" kern="0" spc="-10">
                  <a:solidFill>
                    <a:srgbClr val="7B8BA0"/>
                  </a:solidFill>
                  <a:latin typeface="Inter"/>
                  <a:ea typeface="Inter"/>
                  <a:cs typeface="Inter"/>
                </a:defRPr>
              </a:lvl8pPr>
              <a:lvl9pPr algn="l">
                <a:defRPr sz="1163" b="0" i="0" kern="0" spc="-10">
                  <a:solidFill>
                    <a:srgbClr val="7B8BA0"/>
                  </a:solidFill>
                  <a:latin typeface="Inter"/>
                  <a:ea typeface="Inter"/>
                  <a:cs typeface="Inter"/>
                </a:defRPr>
              </a:lvl9pPr>
            </a:lstStyle>
            <a:p>
              <a:pPr algn="l">
                <a:lnSpc>
                  <a:spcPct val="100000"/>
                </a:lnSpc>
                <a:buNone/>
                <a:defRPr sz="1163" b="0" i="0" kern="0" spc="-10">
                  <a:solidFill>
                    <a:srgbClr val="7B8BA0"/>
                  </a:solidFill>
                  <a:latin typeface="Inter"/>
                  <a:ea typeface="Inter"/>
                  <a:cs typeface="Inter"/>
                </a:defRPr>
              </a:pPr>
              <a:r>
                <a:rPr sz="1163" b="0" i="0" kern="0" spc="-10">
                  <a:solidFill>
                    <a:srgbClr val="7B8BA0"/>
                  </a:solidFill>
                  <a:latin typeface="Inter"/>
                  <a:ea typeface="Inter"/>
                  <a:cs typeface="Inter"/>
                </a:rPr>
                <a:t>100</a:t>
              </a:r>
            </a:p>
          </p:txBody>
        </p:sp>
        <p:sp>
          <p:nvSpPr>
            <p:cNvPr id="85" name="s8 text 38">
              <a:extLst>
                <a:ext uri="{FF2B5EF4-FFF2-40B4-BE49-F238E27FC236}">
                  <a16:creationId xmlns:a16="http://schemas.microsoft.com/office/drawing/2014/main" id="{8449071F-800C-44B3-B335-CAD05D8D05CC}"/>
                </a:ext>
              </a:extLst>
            </p:cNvPr>
            <p:cNvSpPr>
              <a:spLocks noGrp="1"/>
            </p:cNvSpPr>
            <p:nvPr/>
          </p:nvSpPr>
          <p:spPr>
            <a:xfrm>
              <a:off x="1643078" y="2302794"/>
              <a:ext cx="296809" cy="205464"/>
            </a:xfrm>
            <a:prstGeom prst="rect">
              <a:avLst/>
            </a:prstGeom>
            <a:noFill/>
            <a:ln w="0">
              <a:noFill/>
              <a:prstDash val="solid"/>
            </a:ln>
          </p:spPr>
          <p:txBody>
            <a:bodyPr wrap="none" lIns="0" tIns="0" rIns="0" bIns="0" anchor="t">
              <a:noAutofit/>
            </a:bodyPr>
            <a:lstStyle>
              <a:defPPr algn="l">
                <a:defRPr sz="1163" b="0" i="0" kern="0" spc="-9">
                  <a:solidFill>
                    <a:srgbClr val="7B8BA0"/>
                  </a:solidFill>
                  <a:latin typeface="Inter"/>
                  <a:ea typeface="Inter"/>
                  <a:cs typeface="Inter"/>
                </a:defRPr>
              </a:defPPr>
              <a:lvl1pPr algn="l">
                <a:defRPr sz="1163" b="0" i="0" kern="0" spc="-9">
                  <a:solidFill>
                    <a:srgbClr val="7B8BA0"/>
                  </a:solidFill>
                  <a:latin typeface="Inter"/>
                  <a:ea typeface="Inter"/>
                  <a:cs typeface="Inter"/>
                </a:defRPr>
              </a:lvl1pPr>
              <a:lvl2pPr algn="l">
                <a:defRPr sz="1163" b="0" i="0" kern="0" spc="-9">
                  <a:solidFill>
                    <a:srgbClr val="7B8BA0"/>
                  </a:solidFill>
                  <a:latin typeface="Inter"/>
                  <a:ea typeface="Inter"/>
                  <a:cs typeface="Inter"/>
                </a:defRPr>
              </a:lvl2pPr>
              <a:lvl3pPr algn="l">
                <a:defRPr sz="1163" b="0" i="0" kern="0" spc="-9">
                  <a:solidFill>
                    <a:srgbClr val="7B8BA0"/>
                  </a:solidFill>
                  <a:latin typeface="Inter"/>
                  <a:ea typeface="Inter"/>
                  <a:cs typeface="Inter"/>
                </a:defRPr>
              </a:lvl3pPr>
              <a:lvl4pPr algn="l">
                <a:defRPr sz="1163" b="0" i="0" kern="0" spc="-9">
                  <a:solidFill>
                    <a:srgbClr val="7B8BA0"/>
                  </a:solidFill>
                  <a:latin typeface="Inter"/>
                  <a:ea typeface="Inter"/>
                  <a:cs typeface="Inter"/>
                </a:defRPr>
              </a:lvl4pPr>
              <a:lvl5pPr algn="l">
                <a:defRPr sz="1163" b="0" i="0" kern="0" spc="-9">
                  <a:solidFill>
                    <a:srgbClr val="7B8BA0"/>
                  </a:solidFill>
                  <a:latin typeface="Inter"/>
                  <a:ea typeface="Inter"/>
                  <a:cs typeface="Inter"/>
                </a:defRPr>
              </a:lvl5pPr>
              <a:lvl6pPr algn="l">
                <a:defRPr sz="1163" b="0" i="0" kern="0" spc="-9">
                  <a:solidFill>
                    <a:srgbClr val="7B8BA0"/>
                  </a:solidFill>
                  <a:latin typeface="Inter"/>
                  <a:ea typeface="Inter"/>
                  <a:cs typeface="Inter"/>
                </a:defRPr>
              </a:lvl6pPr>
              <a:lvl7pPr algn="l">
                <a:defRPr sz="1163" b="0" i="0" kern="0" spc="-9">
                  <a:solidFill>
                    <a:srgbClr val="7B8BA0"/>
                  </a:solidFill>
                  <a:latin typeface="Inter"/>
                  <a:ea typeface="Inter"/>
                  <a:cs typeface="Inter"/>
                </a:defRPr>
              </a:lvl7pPr>
              <a:lvl8pPr algn="l">
                <a:defRPr sz="1163" b="0" i="0" kern="0" spc="-9">
                  <a:solidFill>
                    <a:srgbClr val="7B8BA0"/>
                  </a:solidFill>
                  <a:latin typeface="Inter"/>
                  <a:ea typeface="Inter"/>
                  <a:cs typeface="Inter"/>
                </a:defRPr>
              </a:lvl8pPr>
              <a:lvl9pPr algn="l">
                <a:defRPr sz="1163" b="0" i="0" kern="0" spc="-9">
                  <a:solidFill>
                    <a:srgbClr val="7B8BA0"/>
                  </a:solidFill>
                  <a:latin typeface="Inter"/>
                  <a:ea typeface="Inter"/>
                  <a:cs typeface="Inter"/>
                </a:defRPr>
              </a:lvl9pPr>
            </a:lstStyle>
            <a:p>
              <a:pPr algn="l">
                <a:lnSpc>
                  <a:spcPct val="100000"/>
                </a:lnSpc>
                <a:buNone/>
                <a:defRPr sz="1163" b="0" i="0" kern="0" spc="-9">
                  <a:solidFill>
                    <a:srgbClr val="7B8BA0"/>
                  </a:solidFill>
                  <a:latin typeface="Inter"/>
                  <a:ea typeface="Inter"/>
                  <a:cs typeface="Inter"/>
                </a:defRPr>
              </a:pPr>
              <a:r>
                <a:rPr sz="1163" b="0" i="0" kern="0" spc="-9">
                  <a:solidFill>
                    <a:srgbClr val="7B8BA0"/>
                  </a:solidFill>
                  <a:latin typeface="Inter"/>
                  <a:ea typeface="Inter"/>
                  <a:cs typeface="Inter"/>
                </a:rPr>
                <a:t>125</a:t>
              </a:r>
            </a:p>
          </p:txBody>
        </p:sp>
        <p:sp>
          <p:nvSpPr>
            <p:cNvPr id="86" name="s8 text 39 halo">
              <a:extLst>
                <a:ext uri="{FF2B5EF4-FFF2-40B4-BE49-F238E27FC236}">
                  <a16:creationId xmlns:a16="http://schemas.microsoft.com/office/drawing/2014/main" id="{E295B0F8-A965-4202-83D6-68F6E4D45710}"/>
                </a:ext>
              </a:extLst>
            </p:cNvPr>
            <p:cNvSpPr>
              <a:spLocks noGrp="1"/>
            </p:cNvSpPr>
            <p:nvPr/>
          </p:nvSpPr>
          <p:spPr>
            <a:xfrm>
              <a:off x="3600353" y="6064021"/>
              <a:ext cx="2625318" cy="260235"/>
            </a:xfrm>
            <a:prstGeom prst="rect">
              <a:avLst/>
            </a:prstGeom>
            <a:noFill/>
            <a:ln w="0">
              <a:noFill/>
              <a:prstDash val="solid"/>
            </a:ln>
          </p:spPr>
          <p:txBody>
            <a:bodyPr wrap="none" lIns="0" tIns="0" rIns="0" bIns="0" anchor="t">
              <a:noAutofit/>
            </a:bodyPr>
            <a:lstStyle>
              <a:defPPr algn="l">
                <a:defRPr sz="1473" b="0" i="0" kern="0" spc="-9">
                  <a:ln w="42811">
                    <a:solidFill>
                      <a:srgbClr val="FFFFFF"/>
                    </a:solidFill>
                    <a:prstDash val="solid"/>
                  </a:ln>
                  <a:solidFill>
                    <a:srgbClr val="FFFFFF"/>
                  </a:solidFill>
                  <a:latin typeface="Inter SemiBold"/>
                  <a:ea typeface="Inter SemiBold"/>
                  <a:cs typeface="Inter SemiBold"/>
                </a:defRPr>
              </a:defPPr>
              <a:lvl1pPr algn="l">
                <a:defRPr sz="1473" b="0" i="0" kern="0" spc="-9">
                  <a:ln w="42811">
                    <a:solidFill>
                      <a:srgbClr val="FFFFFF"/>
                    </a:solidFill>
                    <a:prstDash val="solid"/>
                  </a:ln>
                  <a:solidFill>
                    <a:srgbClr val="FFFFFF"/>
                  </a:solidFill>
                  <a:latin typeface="Inter SemiBold"/>
                  <a:ea typeface="Inter SemiBold"/>
                  <a:cs typeface="Inter SemiBold"/>
                </a:defRPr>
              </a:lvl1pPr>
              <a:lvl2pPr algn="l">
                <a:defRPr sz="1473" b="0" i="0" kern="0" spc="-9">
                  <a:ln w="42811">
                    <a:solidFill>
                      <a:srgbClr val="FFFFFF"/>
                    </a:solidFill>
                    <a:prstDash val="solid"/>
                  </a:ln>
                  <a:solidFill>
                    <a:srgbClr val="FFFFFF"/>
                  </a:solidFill>
                  <a:latin typeface="Inter SemiBold"/>
                  <a:ea typeface="Inter SemiBold"/>
                  <a:cs typeface="Inter SemiBold"/>
                </a:defRPr>
              </a:lvl2pPr>
              <a:lvl3pPr algn="l">
                <a:defRPr sz="1473" b="0" i="0" kern="0" spc="-9">
                  <a:ln w="42811">
                    <a:solidFill>
                      <a:srgbClr val="FFFFFF"/>
                    </a:solidFill>
                    <a:prstDash val="solid"/>
                  </a:ln>
                  <a:solidFill>
                    <a:srgbClr val="FFFFFF"/>
                  </a:solidFill>
                  <a:latin typeface="Inter SemiBold"/>
                  <a:ea typeface="Inter SemiBold"/>
                  <a:cs typeface="Inter SemiBold"/>
                </a:defRPr>
              </a:lvl3pPr>
              <a:lvl4pPr algn="l">
                <a:defRPr sz="1473" b="0" i="0" kern="0" spc="-9">
                  <a:ln w="42811">
                    <a:solidFill>
                      <a:srgbClr val="FFFFFF"/>
                    </a:solidFill>
                    <a:prstDash val="solid"/>
                  </a:ln>
                  <a:solidFill>
                    <a:srgbClr val="FFFFFF"/>
                  </a:solidFill>
                  <a:latin typeface="Inter SemiBold"/>
                  <a:ea typeface="Inter SemiBold"/>
                  <a:cs typeface="Inter SemiBold"/>
                </a:defRPr>
              </a:lvl4pPr>
              <a:lvl5pPr algn="l">
                <a:defRPr sz="1473" b="0" i="0" kern="0" spc="-9">
                  <a:ln w="42811">
                    <a:solidFill>
                      <a:srgbClr val="FFFFFF"/>
                    </a:solidFill>
                    <a:prstDash val="solid"/>
                  </a:ln>
                  <a:solidFill>
                    <a:srgbClr val="FFFFFF"/>
                  </a:solidFill>
                  <a:latin typeface="Inter SemiBold"/>
                  <a:ea typeface="Inter SemiBold"/>
                  <a:cs typeface="Inter SemiBold"/>
                </a:defRPr>
              </a:lvl5pPr>
              <a:lvl6pPr algn="l">
                <a:defRPr sz="1473" b="0" i="0" kern="0" spc="-9">
                  <a:ln w="42811">
                    <a:solidFill>
                      <a:srgbClr val="FFFFFF"/>
                    </a:solidFill>
                    <a:prstDash val="solid"/>
                  </a:ln>
                  <a:solidFill>
                    <a:srgbClr val="FFFFFF"/>
                  </a:solidFill>
                  <a:latin typeface="Inter SemiBold"/>
                  <a:ea typeface="Inter SemiBold"/>
                  <a:cs typeface="Inter SemiBold"/>
                </a:defRPr>
              </a:lvl6pPr>
              <a:lvl7pPr algn="l">
                <a:defRPr sz="1473" b="0" i="0" kern="0" spc="-9">
                  <a:ln w="42811">
                    <a:solidFill>
                      <a:srgbClr val="FFFFFF"/>
                    </a:solidFill>
                    <a:prstDash val="solid"/>
                  </a:ln>
                  <a:solidFill>
                    <a:srgbClr val="FFFFFF"/>
                  </a:solidFill>
                  <a:latin typeface="Inter SemiBold"/>
                  <a:ea typeface="Inter SemiBold"/>
                  <a:cs typeface="Inter SemiBold"/>
                </a:defRPr>
              </a:lvl7pPr>
              <a:lvl8pPr algn="l">
                <a:defRPr sz="1473" b="0" i="0" kern="0" spc="-9">
                  <a:ln w="42811">
                    <a:solidFill>
                      <a:srgbClr val="FFFFFF"/>
                    </a:solidFill>
                    <a:prstDash val="solid"/>
                  </a:ln>
                  <a:solidFill>
                    <a:srgbClr val="FFFFFF"/>
                  </a:solidFill>
                  <a:latin typeface="Inter SemiBold"/>
                  <a:ea typeface="Inter SemiBold"/>
                  <a:cs typeface="Inter SemiBold"/>
                </a:defRPr>
              </a:lvl8pPr>
              <a:lvl9pPr algn="l">
                <a:defRPr sz="1473" b="0" i="0" kern="0" spc="-9">
                  <a:ln w="42811">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473" b="0" i="0" kern="0" spc="-9">
                  <a:solidFill>
                    <a:srgbClr val="FFFFFF"/>
                  </a:solidFill>
                  <a:latin typeface="Inter SemiBold"/>
                  <a:ea typeface="Inter SemiBold"/>
                  <a:cs typeface="Inter SemiBold"/>
                </a:defRPr>
              </a:pPr>
              <a:r>
                <a:rPr sz="1473" b="0" i="0" kern="0" spc="-9">
                  <a:ln w="42811">
                    <a:solidFill>
                      <a:srgbClr val="FFFFFF"/>
                    </a:solidFill>
                    <a:prstDash val="solid"/>
                  </a:ln>
                  <a:solidFill>
                    <a:srgbClr val="FFFFFF"/>
                  </a:solidFill>
                  <a:latin typeface="Inter SemiBold"/>
                  <a:ea typeface="Inter SemiBold"/>
                  <a:cs typeface="Inter SemiBold"/>
                </a:rPr>
                <a:t>Quantity of TVs (thousands)</a:t>
              </a:r>
            </a:p>
          </p:txBody>
        </p:sp>
        <p:sp>
          <p:nvSpPr>
            <p:cNvPr id="87" name="s8 text 39">
              <a:extLst>
                <a:ext uri="{FF2B5EF4-FFF2-40B4-BE49-F238E27FC236}">
                  <a16:creationId xmlns:a16="http://schemas.microsoft.com/office/drawing/2014/main" id="{230D28E4-CA25-440B-A3FD-07E994709DBC}"/>
                </a:ext>
              </a:extLst>
            </p:cNvPr>
            <p:cNvSpPr>
              <a:spLocks noGrp="1"/>
            </p:cNvSpPr>
            <p:nvPr/>
          </p:nvSpPr>
          <p:spPr>
            <a:xfrm>
              <a:off x="3600353" y="6064021"/>
              <a:ext cx="2625318" cy="260235"/>
            </a:xfrm>
            <a:prstGeom prst="rect">
              <a:avLst/>
            </a:prstGeom>
            <a:noFill/>
            <a:ln w="0">
              <a:noFill/>
              <a:prstDash val="solid"/>
            </a:ln>
          </p:spPr>
          <p:txBody>
            <a:bodyPr wrap="none" lIns="0" tIns="0" rIns="0" bIns="0" anchor="t">
              <a:noAutofit/>
            </a:bodyPr>
            <a:lstStyle>
              <a:defPPr algn="l">
                <a:defRPr sz="1473" b="0" i="0" kern="0" spc="-9">
                  <a:solidFill>
                    <a:srgbClr val="0A2540"/>
                  </a:solidFill>
                  <a:latin typeface="Inter SemiBold"/>
                  <a:ea typeface="Inter SemiBold"/>
                  <a:cs typeface="Inter SemiBold"/>
                </a:defRPr>
              </a:defPPr>
              <a:lvl1pPr algn="l">
                <a:defRPr sz="1473" b="0" i="0" kern="0" spc="-9">
                  <a:solidFill>
                    <a:srgbClr val="0A2540"/>
                  </a:solidFill>
                  <a:latin typeface="Inter SemiBold"/>
                  <a:ea typeface="Inter SemiBold"/>
                  <a:cs typeface="Inter SemiBold"/>
                </a:defRPr>
              </a:lvl1pPr>
              <a:lvl2pPr algn="l">
                <a:defRPr sz="1473" b="0" i="0" kern="0" spc="-9">
                  <a:solidFill>
                    <a:srgbClr val="0A2540"/>
                  </a:solidFill>
                  <a:latin typeface="Inter SemiBold"/>
                  <a:ea typeface="Inter SemiBold"/>
                  <a:cs typeface="Inter SemiBold"/>
                </a:defRPr>
              </a:lvl2pPr>
              <a:lvl3pPr algn="l">
                <a:defRPr sz="1473" b="0" i="0" kern="0" spc="-9">
                  <a:solidFill>
                    <a:srgbClr val="0A2540"/>
                  </a:solidFill>
                  <a:latin typeface="Inter SemiBold"/>
                  <a:ea typeface="Inter SemiBold"/>
                  <a:cs typeface="Inter SemiBold"/>
                </a:defRPr>
              </a:lvl3pPr>
              <a:lvl4pPr algn="l">
                <a:defRPr sz="1473" b="0" i="0" kern="0" spc="-9">
                  <a:solidFill>
                    <a:srgbClr val="0A2540"/>
                  </a:solidFill>
                  <a:latin typeface="Inter SemiBold"/>
                  <a:ea typeface="Inter SemiBold"/>
                  <a:cs typeface="Inter SemiBold"/>
                </a:defRPr>
              </a:lvl4pPr>
              <a:lvl5pPr algn="l">
                <a:defRPr sz="1473" b="0" i="0" kern="0" spc="-9">
                  <a:solidFill>
                    <a:srgbClr val="0A2540"/>
                  </a:solidFill>
                  <a:latin typeface="Inter SemiBold"/>
                  <a:ea typeface="Inter SemiBold"/>
                  <a:cs typeface="Inter SemiBold"/>
                </a:defRPr>
              </a:lvl5pPr>
              <a:lvl6pPr algn="l">
                <a:defRPr sz="1473" b="0" i="0" kern="0" spc="-9">
                  <a:solidFill>
                    <a:srgbClr val="0A2540"/>
                  </a:solidFill>
                  <a:latin typeface="Inter SemiBold"/>
                  <a:ea typeface="Inter SemiBold"/>
                  <a:cs typeface="Inter SemiBold"/>
                </a:defRPr>
              </a:lvl6pPr>
              <a:lvl7pPr algn="l">
                <a:defRPr sz="1473" b="0" i="0" kern="0" spc="-9">
                  <a:solidFill>
                    <a:srgbClr val="0A2540"/>
                  </a:solidFill>
                  <a:latin typeface="Inter SemiBold"/>
                  <a:ea typeface="Inter SemiBold"/>
                  <a:cs typeface="Inter SemiBold"/>
                </a:defRPr>
              </a:lvl7pPr>
              <a:lvl8pPr algn="l">
                <a:defRPr sz="1473" b="0" i="0" kern="0" spc="-9">
                  <a:solidFill>
                    <a:srgbClr val="0A2540"/>
                  </a:solidFill>
                  <a:latin typeface="Inter SemiBold"/>
                  <a:ea typeface="Inter SemiBold"/>
                  <a:cs typeface="Inter SemiBold"/>
                </a:defRPr>
              </a:lvl8pPr>
              <a:lvl9pPr algn="l">
                <a:defRPr sz="1473" b="0" i="0" kern="0" spc="-9">
                  <a:solidFill>
                    <a:srgbClr val="0A2540"/>
                  </a:solidFill>
                  <a:latin typeface="Inter SemiBold"/>
                  <a:ea typeface="Inter SemiBold"/>
                  <a:cs typeface="Inter SemiBold"/>
                </a:defRPr>
              </a:lvl9pPr>
            </a:lstStyle>
            <a:p>
              <a:pPr algn="l">
                <a:lnSpc>
                  <a:spcPct val="100000"/>
                </a:lnSpc>
                <a:buNone/>
                <a:defRPr sz="1473" b="0" i="0" kern="0" spc="-9">
                  <a:solidFill>
                    <a:srgbClr val="0A2540"/>
                  </a:solidFill>
                  <a:latin typeface="Inter SemiBold"/>
                  <a:ea typeface="Inter SemiBold"/>
                  <a:cs typeface="Inter SemiBold"/>
                </a:defRPr>
              </a:pPr>
              <a:r>
                <a:rPr sz="1473" b="0" i="0" kern="0" spc="-9">
                  <a:solidFill>
                    <a:srgbClr val="0A2540"/>
                  </a:solidFill>
                  <a:latin typeface="Inter SemiBold"/>
                  <a:ea typeface="Inter SemiBold"/>
                  <a:cs typeface="Inter SemiBold"/>
                </a:rPr>
                <a:t>Quantity of TVs (thousands)</a:t>
              </a:r>
            </a:p>
          </p:txBody>
        </p:sp>
        <p:sp>
          <p:nvSpPr>
            <p:cNvPr id="88" name="s8 text 40">
              <a:extLst>
                <a:ext uri="{FF2B5EF4-FFF2-40B4-BE49-F238E27FC236}">
                  <a16:creationId xmlns:a16="http://schemas.microsoft.com/office/drawing/2014/main" id="{B8A323F8-93E1-4BEE-A1F7-247B524A4B76}"/>
                </a:ext>
              </a:extLst>
            </p:cNvPr>
            <p:cNvSpPr>
              <a:spLocks noGrp="1"/>
            </p:cNvSpPr>
            <p:nvPr/>
          </p:nvSpPr>
          <p:spPr>
            <a:xfrm rot="-5400000">
              <a:off x="1342171" y="4217886"/>
              <a:ext cx="135517" cy="188566"/>
            </a:xfrm>
            <a:prstGeom prst="rect">
              <a:avLst/>
            </a:prstGeom>
            <a:noFill/>
            <a:ln w="0">
              <a:noFill/>
              <a:prstDash val="solid"/>
            </a:ln>
          </p:spPr>
          <p:txBody>
            <a:bodyPr wrap="none" lIns="0" tIns="0" rIns="0" bIns="0" anchor="t">
              <a:noAutofit/>
            </a:bodyPr>
            <a:lstStyle>
              <a:defPPr algn="l">
                <a:defRPr sz="1067" b="0" i="0" kern="0" spc="0">
                  <a:solidFill>
                    <a:srgbClr val="0A2540"/>
                  </a:solidFill>
                  <a:latin typeface="Inter SemiBold"/>
                  <a:ea typeface="Inter SemiBold"/>
                  <a:cs typeface="Inter SemiBold"/>
                </a:defRPr>
              </a:defPPr>
              <a:lvl1pPr algn="l">
                <a:defRPr sz="1067" b="0" i="0" kern="0" spc="0">
                  <a:solidFill>
                    <a:srgbClr val="0A2540"/>
                  </a:solidFill>
                  <a:latin typeface="Inter SemiBold"/>
                  <a:ea typeface="Inter SemiBold"/>
                  <a:cs typeface="Inter SemiBold"/>
                </a:defRPr>
              </a:lvl1pPr>
              <a:lvl2pPr algn="l">
                <a:defRPr sz="1067" b="0" i="0" kern="0" spc="0">
                  <a:solidFill>
                    <a:srgbClr val="0A2540"/>
                  </a:solidFill>
                  <a:latin typeface="Inter SemiBold"/>
                  <a:ea typeface="Inter SemiBold"/>
                  <a:cs typeface="Inter SemiBold"/>
                </a:defRPr>
              </a:lvl2pPr>
              <a:lvl3pPr algn="l">
                <a:defRPr sz="1067" b="0" i="0" kern="0" spc="0">
                  <a:solidFill>
                    <a:srgbClr val="0A2540"/>
                  </a:solidFill>
                  <a:latin typeface="Inter SemiBold"/>
                  <a:ea typeface="Inter SemiBold"/>
                  <a:cs typeface="Inter SemiBold"/>
                </a:defRPr>
              </a:lvl3pPr>
              <a:lvl4pPr algn="l">
                <a:defRPr sz="1067" b="0" i="0" kern="0" spc="0">
                  <a:solidFill>
                    <a:srgbClr val="0A2540"/>
                  </a:solidFill>
                  <a:latin typeface="Inter SemiBold"/>
                  <a:ea typeface="Inter SemiBold"/>
                  <a:cs typeface="Inter SemiBold"/>
                </a:defRPr>
              </a:lvl4pPr>
              <a:lvl5pPr algn="l">
                <a:defRPr sz="1067" b="0" i="0" kern="0" spc="0">
                  <a:solidFill>
                    <a:srgbClr val="0A2540"/>
                  </a:solidFill>
                  <a:latin typeface="Inter SemiBold"/>
                  <a:ea typeface="Inter SemiBold"/>
                  <a:cs typeface="Inter SemiBold"/>
                </a:defRPr>
              </a:lvl5pPr>
              <a:lvl6pPr algn="l">
                <a:defRPr sz="1067" b="0" i="0" kern="0" spc="0">
                  <a:solidFill>
                    <a:srgbClr val="0A2540"/>
                  </a:solidFill>
                  <a:latin typeface="Inter SemiBold"/>
                  <a:ea typeface="Inter SemiBold"/>
                  <a:cs typeface="Inter SemiBold"/>
                </a:defRPr>
              </a:lvl6pPr>
              <a:lvl7pPr algn="l">
                <a:defRPr sz="1067" b="0" i="0" kern="0" spc="0">
                  <a:solidFill>
                    <a:srgbClr val="0A2540"/>
                  </a:solidFill>
                  <a:latin typeface="Inter SemiBold"/>
                  <a:ea typeface="Inter SemiBold"/>
                  <a:cs typeface="Inter SemiBold"/>
                </a:defRPr>
              </a:lvl7pPr>
              <a:lvl8pPr algn="l">
                <a:defRPr sz="1067" b="0" i="0" kern="0" spc="0">
                  <a:solidFill>
                    <a:srgbClr val="0A2540"/>
                  </a:solidFill>
                  <a:latin typeface="Inter SemiBold"/>
                  <a:ea typeface="Inter SemiBold"/>
                  <a:cs typeface="Inter SemiBold"/>
                </a:defRPr>
              </a:lvl8pPr>
              <a:lvl9pPr algn="l">
                <a:defRPr sz="1067" b="0" i="0" kern="0" spc="0">
                  <a:solidFill>
                    <a:srgbClr val="0A2540"/>
                  </a:solidFill>
                  <a:latin typeface="Inter SemiBold"/>
                  <a:ea typeface="Inter SemiBold"/>
                  <a:cs typeface="Inter SemiBold"/>
                </a:defRPr>
              </a:lvl9pPr>
            </a:lstStyle>
            <a:p>
              <a:pPr algn="l">
                <a:lnSpc>
                  <a:spcPct val="100000"/>
                </a:lnSpc>
                <a:buNone/>
                <a:defRPr sz="1067" b="0" i="0" kern="0" spc="0">
                  <a:solidFill>
                    <a:srgbClr val="0A2540"/>
                  </a:solidFill>
                  <a:latin typeface="Inter SemiBold"/>
                  <a:ea typeface="Inter SemiBold"/>
                  <a:cs typeface="Inter SemiBold"/>
                </a:defRPr>
              </a:pPr>
              <a:r>
                <a:rPr sz="1067" b="0" i="0" kern="0" spc="0">
                  <a:solidFill>
                    <a:srgbClr val="0A2540"/>
                  </a:solidFill>
                  <a:latin typeface="Inter SemiBold"/>
                  <a:ea typeface="Inter SemiBold"/>
                  <a:cs typeface="Inter SemiBold"/>
                </a:rPr>
                <a:t>P</a:t>
              </a:r>
            </a:p>
          </p:txBody>
        </p:sp>
        <p:sp>
          <p:nvSpPr>
            <p:cNvPr id="89" name="s8 text 41">
              <a:extLst>
                <a:ext uri="{FF2B5EF4-FFF2-40B4-BE49-F238E27FC236}">
                  <a16:creationId xmlns:a16="http://schemas.microsoft.com/office/drawing/2014/main" id="{943C9E42-292B-4F8A-BCF1-E47B71F1FA2C}"/>
                </a:ext>
              </a:extLst>
            </p:cNvPr>
            <p:cNvSpPr>
              <a:spLocks noGrp="1"/>
            </p:cNvSpPr>
            <p:nvPr/>
          </p:nvSpPr>
          <p:spPr>
            <a:xfrm rot="-5400000">
              <a:off x="1342171" y="4148430"/>
              <a:ext cx="135517" cy="188566"/>
            </a:xfrm>
            <a:prstGeom prst="rect">
              <a:avLst/>
            </a:prstGeom>
            <a:noFill/>
            <a:ln w="0">
              <a:noFill/>
              <a:prstDash val="solid"/>
            </a:ln>
          </p:spPr>
          <p:txBody>
            <a:bodyPr wrap="none" lIns="0" tIns="0" rIns="0" bIns="0" anchor="t">
              <a:noAutofit/>
            </a:bodyPr>
            <a:lstStyle>
              <a:defPPr algn="l">
                <a:defRPr sz="1067" b="0" i="0" kern="0" spc="0">
                  <a:solidFill>
                    <a:srgbClr val="0A2540"/>
                  </a:solidFill>
                  <a:latin typeface="Inter SemiBold"/>
                  <a:ea typeface="Inter SemiBold"/>
                  <a:cs typeface="Inter SemiBold"/>
                </a:defRPr>
              </a:defPPr>
              <a:lvl1pPr algn="l">
                <a:defRPr sz="1067" b="0" i="0" kern="0" spc="0">
                  <a:solidFill>
                    <a:srgbClr val="0A2540"/>
                  </a:solidFill>
                  <a:latin typeface="Inter SemiBold"/>
                  <a:ea typeface="Inter SemiBold"/>
                  <a:cs typeface="Inter SemiBold"/>
                </a:defRPr>
              </a:lvl1pPr>
              <a:lvl2pPr algn="l">
                <a:defRPr sz="1067" b="0" i="0" kern="0" spc="0">
                  <a:solidFill>
                    <a:srgbClr val="0A2540"/>
                  </a:solidFill>
                  <a:latin typeface="Inter SemiBold"/>
                  <a:ea typeface="Inter SemiBold"/>
                  <a:cs typeface="Inter SemiBold"/>
                </a:defRPr>
              </a:lvl2pPr>
              <a:lvl3pPr algn="l">
                <a:defRPr sz="1067" b="0" i="0" kern="0" spc="0">
                  <a:solidFill>
                    <a:srgbClr val="0A2540"/>
                  </a:solidFill>
                  <a:latin typeface="Inter SemiBold"/>
                  <a:ea typeface="Inter SemiBold"/>
                  <a:cs typeface="Inter SemiBold"/>
                </a:defRPr>
              </a:lvl3pPr>
              <a:lvl4pPr algn="l">
                <a:defRPr sz="1067" b="0" i="0" kern="0" spc="0">
                  <a:solidFill>
                    <a:srgbClr val="0A2540"/>
                  </a:solidFill>
                  <a:latin typeface="Inter SemiBold"/>
                  <a:ea typeface="Inter SemiBold"/>
                  <a:cs typeface="Inter SemiBold"/>
                </a:defRPr>
              </a:lvl4pPr>
              <a:lvl5pPr algn="l">
                <a:defRPr sz="1067" b="0" i="0" kern="0" spc="0">
                  <a:solidFill>
                    <a:srgbClr val="0A2540"/>
                  </a:solidFill>
                  <a:latin typeface="Inter SemiBold"/>
                  <a:ea typeface="Inter SemiBold"/>
                  <a:cs typeface="Inter SemiBold"/>
                </a:defRPr>
              </a:lvl5pPr>
              <a:lvl6pPr algn="l">
                <a:defRPr sz="1067" b="0" i="0" kern="0" spc="0">
                  <a:solidFill>
                    <a:srgbClr val="0A2540"/>
                  </a:solidFill>
                  <a:latin typeface="Inter SemiBold"/>
                  <a:ea typeface="Inter SemiBold"/>
                  <a:cs typeface="Inter SemiBold"/>
                </a:defRPr>
              </a:lvl6pPr>
              <a:lvl7pPr algn="l">
                <a:defRPr sz="1067" b="0" i="0" kern="0" spc="0">
                  <a:solidFill>
                    <a:srgbClr val="0A2540"/>
                  </a:solidFill>
                  <a:latin typeface="Inter SemiBold"/>
                  <a:ea typeface="Inter SemiBold"/>
                  <a:cs typeface="Inter SemiBold"/>
                </a:defRPr>
              </a:lvl7pPr>
              <a:lvl8pPr algn="l">
                <a:defRPr sz="1067" b="0" i="0" kern="0" spc="0">
                  <a:solidFill>
                    <a:srgbClr val="0A2540"/>
                  </a:solidFill>
                  <a:latin typeface="Inter SemiBold"/>
                  <a:ea typeface="Inter SemiBold"/>
                  <a:cs typeface="Inter SemiBold"/>
                </a:defRPr>
              </a:lvl8pPr>
              <a:lvl9pPr algn="l">
                <a:defRPr sz="1067" b="0" i="0" kern="0" spc="0">
                  <a:solidFill>
                    <a:srgbClr val="0A2540"/>
                  </a:solidFill>
                  <a:latin typeface="Inter SemiBold"/>
                  <a:ea typeface="Inter SemiBold"/>
                  <a:cs typeface="Inter SemiBold"/>
                </a:defRPr>
              </a:lvl9pPr>
            </a:lstStyle>
            <a:p>
              <a:pPr algn="l">
                <a:lnSpc>
                  <a:spcPct val="100000"/>
                </a:lnSpc>
                <a:buNone/>
                <a:defRPr sz="1067" b="0" i="0" kern="0" spc="0">
                  <a:solidFill>
                    <a:srgbClr val="0A2540"/>
                  </a:solidFill>
                  <a:latin typeface="Inter SemiBold"/>
                  <a:ea typeface="Inter SemiBold"/>
                  <a:cs typeface="Inter SemiBold"/>
                </a:defRPr>
              </a:pPr>
              <a:r>
                <a:rPr sz="1067" b="0" i="0" kern="0" spc="0">
                  <a:solidFill>
                    <a:srgbClr val="0A2540"/>
                  </a:solidFill>
                  <a:latin typeface="Inter SemiBold"/>
                  <a:ea typeface="Inter SemiBold"/>
                  <a:cs typeface="Inter SemiBold"/>
                </a:rPr>
                <a:t>r</a:t>
              </a:r>
            </a:p>
          </p:txBody>
        </p:sp>
        <p:sp>
          <p:nvSpPr>
            <p:cNvPr id="90" name="s8 text 42">
              <a:extLst>
                <a:ext uri="{FF2B5EF4-FFF2-40B4-BE49-F238E27FC236}">
                  <a16:creationId xmlns:a16="http://schemas.microsoft.com/office/drawing/2014/main" id="{E70767C8-57CB-44BA-9D94-B84B74985297}"/>
                </a:ext>
              </a:extLst>
            </p:cNvPr>
            <p:cNvSpPr>
              <a:spLocks noGrp="1"/>
            </p:cNvSpPr>
            <p:nvPr/>
          </p:nvSpPr>
          <p:spPr>
            <a:xfrm rot="-5400000">
              <a:off x="1342171" y="4104096"/>
              <a:ext cx="135517" cy="188566"/>
            </a:xfrm>
            <a:prstGeom prst="rect">
              <a:avLst/>
            </a:prstGeom>
            <a:noFill/>
            <a:ln w="0">
              <a:noFill/>
              <a:prstDash val="solid"/>
            </a:ln>
          </p:spPr>
          <p:txBody>
            <a:bodyPr wrap="none" lIns="0" tIns="0" rIns="0" bIns="0" anchor="t">
              <a:noAutofit/>
            </a:bodyPr>
            <a:lstStyle>
              <a:defPPr algn="l">
                <a:defRPr sz="1067" b="0" i="0" kern="0" spc="0">
                  <a:solidFill>
                    <a:srgbClr val="0A2540"/>
                  </a:solidFill>
                  <a:latin typeface="Inter SemiBold"/>
                  <a:ea typeface="Inter SemiBold"/>
                  <a:cs typeface="Inter SemiBold"/>
                </a:defRPr>
              </a:defPPr>
              <a:lvl1pPr algn="l">
                <a:defRPr sz="1067" b="0" i="0" kern="0" spc="0">
                  <a:solidFill>
                    <a:srgbClr val="0A2540"/>
                  </a:solidFill>
                  <a:latin typeface="Inter SemiBold"/>
                  <a:ea typeface="Inter SemiBold"/>
                  <a:cs typeface="Inter SemiBold"/>
                </a:defRPr>
              </a:lvl1pPr>
              <a:lvl2pPr algn="l">
                <a:defRPr sz="1067" b="0" i="0" kern="0" spc="0">
                  <a:solidFill>
                    <a:srgbClr val="0A2540"/>
                  </a:solidFill>
                  <a:latin typeface="Inter SemiBold"/>
                  <a:ea typeface="Inter SemiBold"/>
                  <a:cs typeface="Inter SemiBold"/>
                </a:defRPr>
              </a:lvl2pPr>
              <a:lvl3pPr algn="l">
                <a:defRPr sz="1067" b="0" i="0" kern="0" spc="0">
                  <a:solidFill>
                    <a:srgbClr val="0A2540"/>
                  </a:solidFill>
                  <a:latin typeface="Inter SemiBold"/>
                  <a:ea typeface="Inter SemiBold"/>
                  <a:cs typeface="Inter SemiBold"/>
                </a:defRPr>
              </a:lvl3pPr>
              <a:lvl4pPr algn="l">
                <a:defRPr sz="1067" b="0" i="0" kern="0" spc="0">
                  <a:solidFill>
                    <a:srgbClr val="0A2540"/>
                  </a:solidFill>
                  <a:latin typeface="Inter SemiBold"/>
                  <a:ea typeface="Inter SemiBold"/>
                  <a:cs typeface="Inter SemiBold"/>
                </a:defRPr>
              </a:lvl4pPr>
              <a:lvl5pPr algn="l">
                <a:defRPr sz="1067" b="0" i="0" kern="0" spc="0">
                  <a:solidFill>
                    <a:srgbClr val="0A2540"/>
                  </a:solidFill>
                  <a:latin typeface="Inter SemiBold"/>
                  <a:ea typeface="Inter SemiBold"/>
                  <a:cs typeface="Inter SemiBold"/>
                </a:defRPr>
              </a:lvl5pPr>
              <a:lvl6pPr algn="l">
                <a:defRPr sz="1067" b="0" i="0" kern="0" spc="0">
                  <a:solidFill>
                    <a:srgbClr val="0A2540"/>
                  </a:solidFill>
                  <a:latin typeface="Inter SemiBold"/>
                  <a:ea typeface="Inter SemiBold"/>
                  <a:cs typeface="Inter SemiBold"/>
                </a:defRPr>
              </a:lvl6pPr>
              <a:lvl7pPr algn="l">
                <a:defRPr sz="1067" b="0" i="0" kern="0" spc="0">
                  <a:solidFill>
                    <a:srgbClr val="0A2540"/>
                  </a:solidFill>
                  <a:latin typeface="Inter SemiBold"/>
                  <a:ea typeface="Inter SemiBold"/>
                  <a:cs typeface="Inter SemiBold"/>
                </a:defRPr>
              </a:lvl7pPr>
              <a:lvl8pPr algn="l">
                <a:defRPr sz="1067" b="0" i="0" kern="0" spc="0">
                  <a:solidFill>
                    <a:srgbClr val="0A2540"/>
                  </a:solidFill>
                  <a:latin typeface="Inter SemiBold"/>
                  <a:ea typeface="Inter SemiBold"/>
                  <a:cs typeface="Inter SemiBold"/>
                </a:defRPr>
              </a:lvl8pPr>
              <a:lvl9pPr algn="l">
                <a:defRPr sz="1067" b="0" i="0" kern="0" spc="0">
                  <a:solidFill>
                    <a:srgbClr val="0A2540"/>
                  </a:solidFill>
                  <a:latin typeface="Inter SemiBold"/>
                  <a:ea typeface="Inter SemiBold"/>
                  <a:cs typeface="Inter SemiBold"/>
                </a:defRPr>
              </a:lvl9pPr>
            </a:lstStyle>
            <a:p>
              <a:pPr algn="l">
                <a:lnSpc>
                  <a:spcPct val="100000"/>
                </a:lnSpc>
                <a:buNone/>
                <a:defRPr sz="1067" b="0" i="0" kern="0" spc="0">
                  <a:solidFill>
                    <a:srgbClr val="0A2540"/>
                  </a:solidFill>
                  <a:latin typeface="Inter SemiBold"/>
                  <a:ea typeface="Inter SemiBold"/>
                  <a:cs typeface="Inter SemiBold"/>
                </a:defRPr>
              </a:pPr>
              <a:r>
                <a:rPr sz="1067" b="0" i="0" kern="0" spc="0">
                  <a:solidFill>
                    <a:srgbClr val="0A2540"/>
                  </a:solidFill>
                  <a:latin typeface="Inter SemiBold"/>
                  <a:ea typeface="Inter SemiBold"/>
                  <a:cs typeface="Inter SemiBold"/>
                </a:rPr>
                <a:t>i</a:t>
              </a:r>
            </a:p>
          </p:txBody>
        </p:sp>
        <p:sp>
          <p:nvSpPr>
            <p:cNvPr id="91" name="s8 text 43">
              <a:extLst>
                <a:ext uri="{FF2B5EF4-FFF2-40B4-BE49-F238E27FC236}">
                  <a16:creationId xmlns:a16="http://schemas.microsoft.com/office/drawing/2014/main" id="{62BB94A1-897D-4A67-BE5D-D272233645A8}"/>
                </a:ext>
              </a:extLst>
            </p:cNvPr>
            <p:cNvSpPr>
              <a:spLocks noGrp="1"/>
            </p:cNvSpPr>
            <p:nvPr/>
          </p:nvSpPr>
          <p:spPr>
            <a:xfrm rot="-5400000">
              <a:off x="1342171" y="4048036"/>
              <a:ext cx="135517" cy="188566"/>
            </a:xfrm>
            <a:prstGeom prst="rect">
              <a:avLst/>
            </a:prstGeom>
            <a:noFill/>
            <a:ln w="0">
              <a:noFill/>
              <a:prstDash val="solid"/>
            </a:ln>
          </p:spPr>
          <p:txBody>
            <a:bodyPr wrap="none" lIns="0" tIns="0" rIns="0" bIns="0" anchor="t">
              <a:noAutofit/>
            </a:bodyPr>
            <a:lstStyle>
              <a:defPPr algn="l">
                <a:defRPr sz="1067" b="0" i="0" kern="0" spc="0">
                  <a:solidFill>
                    <a:srgbClr val="0A2540"/>
                  </a:solidFill>
                  <a:latin typeface="Inter SemiBold"/>
                  <a:ea typeface="Inter SemiBold"/>
                  <a:cs typeface="Inter SemiBold"/>
                </a:defRPr>
              </a:defPPr>
              <a:lvl1pPr algn="l">
                <a:defRPr sz="1067" b="0" i="0" kern="0" spc="0">
                  <a:solidFill>
                    <a:srgbClr val="0A2540"/>
                  </a:solidFill>
                  <a:latin typeface="Inter SemiBold"/>
                  <a:ea typeface="Inter SemiBold"/>
                  <a:cs typeface="Inter SemiBold"/>
                </a:defRPr>
              </a:lvl1pPr>
              <a:lvl2pPr algn="l">
                <a:defRPr sz="1067" b="0" i="0" kern="0" spc="0">
                  <a:solidFill>
                    <a:srgbClr val="0A2540"/>
                  </a:solidFill>
                  <a:latin typeface="Inter SemiBold"/>
                  <a:ea typeface="Inter SemiBold"/>
                  <a:cs typeface="Inter SemiBold"/>
                </a:defRPr>
              </a:lvl2pPr>
              <a:lvl3pPr algn="l">
                <a:defRPr sz="1067" b="0" i="0" kern="0" spc="0">
                  <a:solidFill>
                    <a:srgbClr val="0A2540"/>
                  </a:solidFill>
                  <a:latin typeface="Inter SemiBold"/>
                  <a:ea typeface="Inter SemiBold"/>
                  <a:cs typeface="Inter SemiBold"/>
                </a:defRPr>
              </a:lvl3pPr>
              <a:lvl4pPr algn="l">
                <a:defRPr sz="1067" b="0" i="0" kern="0" spc="0">
                  <a:solidFill>
                    <a:srgbClr val="0A2540"/>
                  </a:solidFill>
                  <a:latin typeface="Inter SemiBold"/>
                  <a:ea typeface="Inter SemiBold"/>
                  <a:cs typeface="Inter SemiBold"/>
                </a:defRPr>
              </a:lvl4pPr>
              <a:lvl5pPr algn="l">
                <a:defRPr sz="1067" b="0" i="0" kern="0" spc="0">
                  <a:solidFill>
                    <a:srgbClr val="0A2540"/>
                  </a:solidFill>
                  <a:latin typeface="Inter SemiBold"/>
                  <a:ea typeface="Inter SemiBold"/>
                  <a:cs typeface="Inter SemiBold"/>
                </a:defRPr>
              </a:lvl5pPr>
              <a:lvl6pPr algn="l">
                <a:defRPr sz="1067" b="0" i="0" kern="0" spc="0">
                  <a:solidFill>
                    <a:srgbClr val="0A2540"/>
                  </a:solidFill>
                  <a:latin typeface="Inter SemiBold"/>
                  <a:ea typeface="Inter SemiBold"/>
                  <a:cs typeface="Inter SemiBold"/>
                </a:defRPr>
              </a:lvl6pPr>
              <a:lvl7pPr algn="l">
                <a:defRPr sz="1067" b="0" i="0" kern="0" spc="0">
                  <a:solidFill>
                    <a:srgbClr val="0A2540"/>
                  </a:solidFill>
                  <a:latin typeface="Inter SemiBold"/>
                  <a:ea typeface="Inter SemiBold"/>
                  <a:cs typeface="Inter SemiBold"/>
                </a:defRPr>
              </a:lvl7pPr>
              <a:lvl8pPr algn="l">
                <a:defRPr sz="1067" b="0" i="0" kern="0" spc="0">
                  <a:solidFill>
                    <a:srgbClr val="0A2540"/>
                  </a:solidFill>
                  <a:latin typeface="Inter SemiBold"/>
                  <a:ea typeface="Inter SemiBold"/>
                  <a:cs typeface="Inter SemiBold"/>
                </a:defRPr>
              </a:lvl8pPr>
              <a:lvl9pPr algn="l">
                <a:defRPr sz="1067" b="0" i="0" kern="0" spc="0">
                  <a:solidFill>
                    <a:srgbClr val="0A2540"/>
                  </a:solidFill>
                  <a:latin typeface="Inter SemiBold"/>
                  <a:ea typeface="Inter SemiBold"/>
                  <a:cs typeface="Inter SemiBold"/>
                </a:defRPr>
              </a:lvl9pPr>
            </a:lstStyle>
            <a:p>
              <a:pPr algn="l">
                <a:lnSpc>
                  <a:spcPct val="100000"/>
                </a:lnSpc>
                <a:buNone/>
                <a:defRPr sz="1067" b="0" i="0" kern="0" spc="0">
                  <a:solidFill>
                    <a:srgbClr val="0A2540"/>
                  </a:solidFill>
                  <a:latin typeface="Inter SemiBold"/>
                  <a:ea typeface="Inter SemiBold"/>
                  <a:cs typeface="Inter SemiBold"/>
                </a:defRPr>
              </a:pPr>
              <a:r>
                <a:rPr sz="1067" b="0" i="0" kern="0" spc="0">
                  <a:solidFill>
                    <a:srgbClr val="0A2540"/>
                  </a:solidFill>
                  <a:latin typeface="Inter SemiBold"/>
                  <a:ea typeface="Inter SemiBold"/>
                  <a:cs typeface="Inter SemiBold"/>
                </a:rPr>
                <a:t>c</a:t>
              </a:r>
            </a:p>
          </p:txBody>
        </p:sp>
        <p:sp>
          <p:nvSpPr>
            <p:cNvPr id="92" name="s8 text 44">
              <a:extLst>
                <a:ext uri="{FF2B5EF4-FFF2-40B4-BE49-F238E27FC236}">
                  <a16:creationId xmlns:a16="http://schemas.microsoft.com/office/drawing/2014/main" id="{6EAFC70A-3501-4CA5-9894-9CBF4BE94486}"/>
                </a:ext>
              </a:extLst>
            </p:cNvPr>
            <p:cNvSpPr>
              <a:spLocks noGrp="1"/>
            </p:cNvSpPr>
            <p:nvPr/>
          </p:nvSpPr>
          <p:spPr>
            <a:xfrm rot="-5400000">
              <a:off x="1342171" y="3969646"/>
              <a:ext cx="135517" cy="188566"/>
            </a:xfrm>
            <a:prstGeom prst="rect">
              <a:avLst/>
            </a:prstGeom>
            <a:noFill/>
            <a:ln w="0">
              <a:noFill/>
              <a:prstDash val="solid"/>
            </a:ln>
          </p:spPr>
          <p:txBody>
            <a:bodyPr wrap="none" lIns="0" tIns="0" rIns="0" bIns="0" anchor="t">
              <a:noAutofit/>
            </a:bodyPr>
            <a:lstStyle>
              <a:defPPr algn="l">
                <a:defRPr sz="1067" b="0" i="0" kern="0" spc="0">
                  <a:solidFill>
                    <a:srgbClr val="0A2540"/>
                  </a:solidFill>
                  <a:latin typeface="Inter SemiBold"/>
                  <a:ea typeface="Inter SemiBold"/>
                  <a:cs typeface="Inter SemiBold"/>
                </a:defRPr>
              </a:defPPr>
              <a:lvl1pPr algn="l">
                <a:defRPr sz="1067" b="0" i="0" kern="0" spc="0">
                  <a:solidFill>
                    <a:srgbClr val="0A2540"/>
                  </a:solidFill>
                  <a:latin typeface="Inter SemiBold"/>
                  <a:ea typeface="Inter SemiBold"/>
                  <a:cs typeface="Inter SemiBold"/>
                </a:defRPr>
              </a:lvl1pPr>
              <a:lvl2pPr algn="l">
                <a:defRPr sz="1067" b="0" i="0" kern="0" spc="0">
                  <a:solidFill>
                    <a:srgbClr val="0A2540"/>
                  </a:solidFill>
                  <a:latin typeface="Inter SemiBold"/>
                  <a:ea typeface="Inter SemiBold"/>
                  <a:cs typeface="Inter SemiBold"/>
                </a:defRPr>
              </a:lvl2pPr>
              <a:lvl3pPr algn="l">
                <a:defRPr sz="1067" b="0" i="0" kern="0" spc="0">
                  <a:solidFill>
                    <a:srgbClr val="0A2540"/>
                  </a:solidFill>
                  <a:latin typeface="Inter SemiBold"/>
                  <a:ea typeface="Inter SemiBold"/>
                  <a:cs typeface="Inter SemiBold"/>
                </a:defRPr>
              </a:lvl3pPr>
              <a:lvl4pPr algn="l">
                <a:defRPr sz="1067" b="0" i="0" kern="0" spc="0">
                  <a:solidFill>
                    <a:srgbClr val="0A2540"/>
                  </a:solidFill>
                  <a:latin typeface="Inter SemiBold"/>
                  <a:ea typeface="Inter SemiBold"/>
                  <a:cs typeface="Inter SemiBold"/>
                </a:defRPr>
              </a:lvl4pPr>
              <a:lvl5pPr algn="l">
                <a:defRPr sz="1067" b="0" i="0" kern="0" spc="0">
                  <a:solidFill>
                    <a:srgbClr val="0A2540"/>
                  </a:solidFill>
                  <a:latin typeface="Inter SemiBold"/>
                  <a:ea typeface="Inter SemiBold"/>
                  <a:cs typeface="Inter SemiBold"/>
                </a:defRPr>
              </a:lvl5pPr>
              <a:lvl6pPr algn="l">
                <a:defRPr sz="1067" b="0" i="0" kern="0" spc="0">
                  <a:solidFill>
                    <a:srgbClr val="0A2540"/>
                  </a:solidFill>
                  <a:latin typeface="Inter SemiBold"/>
                  <a:ea typeface="Inter SemiBold"/>
                  <a:cs typeface="Inter SemiBold"/>
                </a:defRPr>
              </a:lvl6pPr>
              <a:lvl7pPr algn="l">
                <a:defRPr sz="1067" b="0" i="0" kern="0" spc="0">
                  <a:solidFill>
                    <a:srgbClr val="0A2540"/>
                  </a:solidFill>
                  <a:latin typeface="Inter SemiBold"/>
                  <a:ea typeface="Inter SemiBold"/>
                  <a:cs typeface="Inter SemiBold"/>
                </a:defRPr>
              </a:lvl7pPr>
              <a:lvl8pPr algn="l">
                <a:defRPr sz="1067" b="0" i="0" kern="0" spc="0">
                  <a:solidFill>
                    <a:srgbClr val="0A2540"/>
                  </a:solidFill>
                  <a:latin typeface="Inter SemiBold"/>
                  <a:ea typeface="Inter SemiBold"/>
                  <a:cs typeface="Inter SemiBold"/>
                </a:defRPr>
              </a:lvl8pPr>
              <a:lvl9pPr algn="l">
                <a:defRPr sz="1067" b="0" i="0" kern="0" spc="0">
                  <a:solidFill>
                    <a:srgbClr val="0A2540"/>
                  </a:solidFill>
                  <a:latin typeface="Inter SemiBold"/>
                  <a:ea typeface="Inter SemiBold"/>
                  <a:cs typeface="Inter SemiBold"/>
                </a:defRPr>
              </a:lvl9pPr>
            </a:lstStyle>
            <a:p>
              <a:pPr algn="l">
                <a:lnSpc>
                  <a:spcPct val="100000"/>
                </a:lnSpc>
                <a:buNone/>
                <a:defRPr sz="1067" b="0" i="0" kern="0" spc="0">
                  <a:solidFill>
                    <a:srgbClr val="0A2540"/>
                  </a:solidFill>
                  <a:latin typeface="Inter SemiBold"/>
                  <a:ea typeface="Inter SemiBold"/>
                  <a:cs typeface="Inter SemiBold"/>
                </a:defRPr>
              </a:pPr>
              <a:r>
                <a:rPr sz="1067" b="0" i="0" kern="0" spc="0">
                  <a:solidFill>
                    <a:srgbClr val="0A2540"/>
                  </a:solidFill>
                  <a:latin typeface="Inter SemiBold"/>
                  <a:ea typeface="Inter SemiBold"/>
                  <a:cs typeface="Inter SemiBold"/>
                </a:rPr>
                <a:t>e</a:t>
              </a:r>
            </a:p>
          </p:txBody>
        </p:sp>
        <p:sp>
          <p:nvSpPr>
            <p:cNvPr id="93" name="s8 text 46">
              <a:extLst>
                <a:ext uri="{FF2B5EF4-FFF2-40B4-BE49-F238E27FC236}">
                  <a16:creationId xmlns:a16="http://schemas.microsoft.com/office/drawing/2014/main" id="{F46BF1F6-26C1-4EEE-8AFB-0AE7E08B10B2}"/>
                </a:ext>
              </a:extLst>
            </p:cNvPr>
            <p:cNvSpPr>
              <a:spLocks noGrp="1"/>
            </p:cNvSpPr>
            <p:nvPr/>
          </p:nvSpPr>
          <p:spPr>
            <a:xfrm rot="-5400000">
              <a:off x="1342171" y="3856469"/>
              <a:ext cx="135517" cy="188566"/>
            </a:xfrm>
            <a:prstGeom prst="rect">
              <a:avLst/>
            </a:prstGeom>
            <a:noFill/>
            <a:ln w="0">
              <a:noFill/>
              <a:prstDash val="solid"/>
            </a:ln>
          </p:spPr>
          <p:txBody>
            <a:bodyPr wrap="none" lIns="0" tIns="0" rIns="0" bIns="0" anchor="t">
              <a:noAutofit/>
            </a:bodyPr>
            <a:lstStyle>
              <a:defPPr algn="l">
                <a:defRPr sz="1067" b="0" i="0" kern="0" spc="0">
                  <a:solidFill>
                    <a:srgbClr val="0A2540"/>
                  </a:solidFill>
                  <a:latin typeface="Inter SemiBold"/>
                  <a:ea typeface="Inter SemiBold"/>
                  <a:cs typeface="Inter SemiBold"/>
                </a:defRPr>
              </a:defPPr>
              <a:lvl1pPr algn="l">
                <a:defRPr sz="1067" b="0" i="0" kern="0" spc="0">
                  <a:solidFill>
                    <a:srgbClr val="0A2540"/>
                  </a:solidFill>
                  <a:latin typeface="Inter SemiBold"/>
                  <a:ea typeface="Inter SemiBold"/>
                  <a:cs typeface="Inter SemiBold"/>
                </a:defRPr>
              </a:lvl1pPr>
              <a:lvl2pPr algn="l">
                <a:defRPr sz="1067" b="0" i="0" kern="0" spc="0">
                  <a:solidFill>
                    <a:srgbClr val="0A2540"/>
                  </a:solidFill>
                  <a:latin typeface="Inter SemiBold"/>
                  <a:ea typeface="Inter SemiBold"/>
                  <a:cs typeface="Inter SemiBold"/>
                </a:defRPr>
              </a:lvl2pPr>
              <a:lvl3pPr algn="l">
                <a:defRPr sz="1067" b="0" i="0" kern="0" spc="0">
                  <a:solidFill>
                    <a:srgbClr val="0A2540"/>
                  </a:solidFill>
                  <a:latin typeface="Inter SemiBold"/>
                  <a:ea typeface="Inter SemiBold"/>
                  <a:cs typeface="Inter SemiBold"/>
                </a:defRPr>
              </a:lvl3pPr>
              <a:lvl4pPr algn="l">
                <a:defRPr sz="1067" b="0" i="0" kern="0" spc="0">
                  <a:solidFill>
                    <a:srgbClr val="0A2540"/>
                  </a:solidFill>
                  <a:latin typeface="Inter SemiBold"/>
                  <a:ea typeface="Inter SemiBold"/>
                  <a:cs typeface="Inter SemiBold"/>
                </a:defRPr>
              </a:lvl4pPr>
              <a:lvl5pPr algn="l">
                <a:defRPr sz="1067" b="0" i="0" kern="0" spc="0">
                  <a:solidFill>
                    <a:srgbClr val="0A2540"/>
                  </a:solidFill>
                  <a:latin typeface="Inter SemiBold"/>
                  <a:ea typeface="Inter SemiBold"/>
                  <a:cs typeface="Inter SemiBold"/>
                </a:defRPr>
              </a:lvl5pPr>
              <a:lvl6pPr algn="l">
                <a:defRPr sz="1067" b="0" i="0" kern="0" spc="0">
                  <a:solidFill>
                    <a:srgbClr val="0A2540"/>
                  </a:solidFill>
                  <a:latin typeface="Inter SemiBold"/>
                  <a:ea typeface="Inter SemiBold"/>
                  <a:cs typeface="Inter SemiBold"/>
                </a:defRPr>
              </a:lvl6pPr>
              <a:lvl7pPr algn="l">
                <a:defRPr sz="1067" b="0" i="0" kern="0" spc="0">
                  <a:solidFill>
                    <a:srgbClr val="0A2540"/>
                  </a:solidFill>
                  <a:latin typeface="Inter SemiBold"/>
                  <a:ea typeface="Inter SemiBold"/>
                  <a:cs typeface="Inter SemiBold"/>
                </a:defRPr>
              </a:lvl7pPr>
              <a:lvl8pPr algn="l">
                <a:defRPr sz="1067" b="0" i="0" kern="0" spc="0">
                  <a:solidFill>
                    <a:srgbClr val="0A2540"/>
                  </a:solidFill>
                  <a:latin typeface="Inter SemiBold"/>
                  <a:ea typeface="Inter SemiBold"/>
                  <a:cs typeface="Inter SemiBold"/>
                </a:defRPr>
              </a:lvl8pPr>
              <a:lvl9pPr algn="l">
                <a:defRPr sz="1067" b="0" i="0" kern="0" spc="0">
                  <a:solidFill>
                    <a:srgbClr val="0A2540"/>
                  </a:solidFill>
                  <a:latin typeface="Inter SemiBold"/>
                  <a:ea typeface="Inter SemiBold"/>
                  <a:cs typeface="Inter SemiBold"/>
                </a:defRPr>
              </a:lvl9pPr>
            </a:lstStyle>
            <a:p>
              <a:pPr algn="l">
                <a:lnSpc>
                  <a:spcPct val="100000"/>
                </a:lnSpc>
                <a:buNone/>
                <a:defRPr sz="1067" b="0" i="0" kern="0" spc="0">
                  <a:solidFill>
                    <a:srgbClr val="0A2540"/>
                  </a:solidFill>
                  <a:latin typeface="Inter SemiBold"/>
                  <a:ea typeface="Inter SemiBold"/>
                  <a:cs typeface="Inter SemiBold"/>
                </a:defRPr>
              </a:pPr>
              <a:r>
                <a:rPr sz="1067" b="0" i="0" kern="0" spc="0">
                  <a:solidFill>
                    <a:srgbClr val="0A2540"/>
                  </a:solidFill>
                  <a:latin typeface="Inter SemiBold"/>
                  <a:ea typeface="Inter SemiBold"/>
                  <a:cs typeface="Inter SemiBold"/>
                </a:rPr>
                <a:t>o</a:t>
              </a:r>
            </a:p>
          </p:txBody>
        </p:sp>
        <p:sp>
          <p:nvSpPr>
            <p:cNvPr id="94" name="s8 text 47">
              <a:extLst>
                <a:ext uri="{FF2B5EF4-FFF2-40B4-BE49-F238E27FC236}">
                  <a16:creationId xmlns:a16="http://schemas.microsoft.com/office/drawing/2014/main" id="{AB38F492-93EF-409E-A1D9-CDBD4A657C4D}"/>
                </a:ext>
              </a:extLst>
            </p:cNvPr>
            <p:cNvSpPr>
              <a:spLocks noGrp="1"/>
            </p:cNvSpPr>
            <p:nvPr/>
          </p:nvSpPr>
          <p:spPr>
            <a:xfrm rot="-5400000">
              <a:off x="1342171" y="3790023"/>
              <a:ext cx="135517" cy="188566"/>
            </a:xfrm>
            <a:prstGeom prst="rect">
              <a:avLst/>
            </a:prstGeom>
            <a:noFill/>
            <a:ln w="0">
              <a:noFill/>
              <a:prstDash val="solid"/>
            </a:ln>
          </p:spPr>
          <p:txBody>
            <a:bodyPr wrap="none" lIns="0" tIns="0" rIns="0" bIns="0" anchor="t">
              <a:noAutofit/>
            </a:bodyPr>
            <a:lstStyle>
              <a:defPPr algn="l">
                <a:defRPr sz="1067" b="0" i="0" kern="0" spc="0">
                  <a:solidFill>
                    <a:srgbClr val="0A2540"/>
                  </a:solidFill>
                  <a:latin typeface="Inter SemiBold"/>
                  <a:ea typeface="Inter SemiBold"/>
                  <a:cs typeface="Inter SemiBold"/>
                </a:defRPr>
              </a:defPPr>
              <a:lvl1pPr algn="l">
                <a:defRPr sz="1067" b="0" i="0" kern="0" spc="0">
                  <a:solidFill>
                    <a:srgbClr val="0A2540"/>
                  </a:solidFill>
                  <a:latin typeface="Inter SemiBold"/>
                  <a:ea typeface="Inter SemiBold"/>
                  <a:cs typeface="Inter SemiBold"/>
                </a:defRPr>
              </a:lvl1pPr>
              <a:lvl2pPr algn="l">
                <a:defRPr sz="1067" b="0" i="0" kern="0" spc="0">
                  <a:solidFill>
                    <a:srgbClr val="0A2540"/>
                  </a:solidFill>
                  <a:latin typeface="Inter SemiBold"/>
                  <a:ea typeface="Inter SemiBold"/>
                  <a:cs typeface="Inter SemiBold"/>
                </a:defRPr>
              </a:lvl2pPr>
              <a:lvl3pPr algn="l">
                <a:defRPr sz="1067" b="0" i="0" kern="0" spc="0">
                  <a:solidFill>
                    <a:srgbClr val="0A2540"/>
                  </a:solidFill>
                  <a:latin typeface="Inter SemiBold"/>
                  <a:ea typeface="Inter SemiBold"/>
                  <a:cs typeface="Inter SemiBold"/>
                </a:defRPr>
              </a:lvl3pPr>
              <a:lvl4pPr algn="l">
                <a:defRPr sz="1067" b="0" i="0" kern="0" spc="0">
                  <a:solidFill>
                    <a:srgbClr val="0A2540"/>
                  </a:solidFill>
                  <a:latin typeface="Inter SemiBold"/>
                  <a:ea typeface="Inter SemiBold"/>
                  <a:cs typeface="Inter SemiBold"/>
                </a:defRPr>
              </a:lvl4pPr>
              <a:lvl5pPr algn="l">
                <a:defRPr sz="1067" b="0" i="0" kern="0" spc="0">
                  <a:solidFill>
                    <a:srgbClr val="0A2540"/>
                  </a:solidFill>
                  <a:latin typeface="Inter SemiBold"/>
                  <a:ea typeface="Inter SemiBold"/>
                  <a:cs typeface="Inter SemiBold"/>
                </a:defRPr>
              </a:lvl5pPr>
              <a:lvl6pPr algn="l">
                <a:defRPr sz="1067" b="0" i="0" kern="0" spc="0">
                  <a:solidFill>
                    <a:srgbClr val="0A2540"/>
                  </a:solidFill>
                  <a:latin typeface="Inter SemiBold"/>
                  <a:ea typeface="Inter SemiBold"/>
                  <a:cs typeface="Inter SemiBold"/>
                </a:defRPr>
              </a:lvl6pPr>
              <a:lvl7pPr algn="l">
                <a:defRPr sz="1067" b="0" i="0" kern="0" spc="0">
                  <a:solidFill>
                    <a:srgbClr val="0A2540"/>
                  </a:solidFill>
                  <a:latin typeface="Inter SemiBold"/>
                  <a:ea typeface="Inter SemiBold"/>
                  <a:cs typeface="Inter SemiBold"/>
                </a:defRPr>
              </a:lvl7pPr>
              <a:lvl8pPr algn="l">
                <a:defRPr sz="1067" b="0" i="0" kern="0" spc="0">
                  <a:solidFill>
                    <a:srgbClr val="0A2540"/>
                  </a:solidFill>
                  <a:latin typeface="Inter SemiBold"/>
                  <a:ea typeface="Inter SemiBold"/>
                  <a:cs typeface="Inter SemiBold"/>
                </a:defRPr>
              </a:lvl8pPr>
              <a:lvl9pPr algn="l">
                <a:defRPr sz="1067" b="0" i="0" kern="0" spc="0">
                  <a:solidFill>
                    <a:srgbClr val="0A2540"/>
                  </a:solidFill>
                  <a:latin typeface="Inter SemiBold"/>
                  <a:ea typeface="Inter SemiBold"/>
                  <a:cs typeface="Inter SemiBold"/>
                </a:defRPr>
              </a:lvl9pPr>
            </a:lstStyle>
            <a:p>
              <a:pPr algn="l">
                <a:lnSpc>
                  <a:spcPct val="100000"/>
                </a:lnSpc>
                <a:buNone/>
                <a:defRPr sz="1067" b="0" i="0" kern="0" spc="0">
                  <a:solidFill>
                    <a:srgbClr val="0A2540"/>
                  </a:solidFill>
                  <a:latin typeface="Inter SemiBold"/>
                  <a:ea typeface="Inter SemiBold"/>
                  <a:cs typeface="Inter SemiBold"/>
                </a:defRPr>
              </a:pPr>
              <a:r>
                <a:rPr sz="1067" b="0" i="0" kern="0" spc="0">
                  <a:solidFill>
                    <a:srgbClr val="0A2540"/>
                  </a:solidFill>
                  <a:latin typeface="Inter SemiBold"/>
                  <a:ea typeface="Inter SemiBold"/>
                  <a:cs typeface="Inter SemiBold"/>
                </a:rPr>
                <a:t>f</a:t>
              </a:r>
            </a:p>
          </p:txBody>
        </p:sp>
        <p:sp>
          <p:nvSpPr>
            <p:cNvPr id="95" name="s8 text 49">
              <a:extLst>
                <a:ext uri="{FF2B5EF4-FFF2-40B4-BE49-F238E27FC236}">
                  <a16:creationId xmlns:a16="http://schemas.microsoft.com/office/drawing/2014/main" id="{819FBD66-ED8D-4F35-A36A-CA7FBF910F02}"/>
                </a:ext>
              </a:extLst>
            </p:cNvPr>
            <p:cNvSpPr>
              <a:spLocks noGrp="1"/>
            </p:cNvSpPr>
            <p:nvPr/>
          </p:nvSpPr>
          <p:spPr>
            <a:xfrm rot="-5400000">
              <a:off x="1342171" y="3687101"/>
              <a:ext cx="135517" cy="188566"/>
            </a:xfrm>
            <a:prstGeom prst="rect">
              <a:avLst/>
            </a:prstGeom>
            <a:noFill/>
            <a:ln w="0">
              <a:noFill/>
              <a:prstDash val="solid"/>
            </a:ln>
          </p:spPr>
          <p:txBody>
            <a:bodyPr wrap="none" lIns="0" tIns="0" rIns="0" bIns="0" anchor="t">
              <a:noAutofit/>
            </a:bodyPr>
            <a:lstStyle>
              <a:defPPr algn="l">
                <a:defRPr sz="1067" b="0" i="0" kern="0" spc="0">
                  <a:solidFill>
                    <a:srgbClr val="0A2540"/>
                  </a:solidFill>
                  <a:latin typeface="Inter SemiBold"/>
                  <a:ea typeface="Inter SemiBold"/>
                  <a:cs typeface="Inter SemiBold"/>
                </a:defRPr>
              </a:defPPr>
              <a:lvl1pPr algn="l">
                <a:defRPr sz="1067" b="0" i="0" kern="0" spc="0">
                  <a:solidFill>
                    <a:srgbClr val="0A2540"/>
                  </a:solidFill>
                  <a:latin typeface="Inter SemiBold"/>
                  <a:ea typeface="Inter SemiBold"/>
                  <a:cs typeface="Inter SemiBold"/>
                </a:defRPr>
              </a:lvl1pPr>
              <a:lvl2pPr algn="l">
                <a:defRPr sz="1067" b="0" i="0" kern="0" spc="0">
                  <a:solidFill>
                    <a:srgbClr val="0A2540"/>
                  </a:solidFill>
                  <a:latin typeface="Inter SemiBold"/>
                  <a:ea typeface="Inter SemiBold"/>
                  <a:cs typeface="Inter SemiBold"/>
                </a:defRPr>
              </a:lvl2pPr>
              <a:lvl3pPr algn="l">
                <a:defRPr sz="1067" b="0" i="0" kern="0" spc="0">
                  <a:solidFill>
                    <a:srgbClr val="0A2540"/>
                  </a:solidFill>
                  <a:latin typeface="Inter SemiBold"/>
                  <a:ea typeface="Inter SemiBold"/>
                  <a:cs typeface="Inter SemiBold"/>
                </a:defRPr>
              </a:lvl3pPr>
              <a:lvl4pPr algn="l">
                <a:defRPr sz="1067" b="0" i="0" kern="0" spc="0">
                  <a:solidFill>
                    <a:srgbClr val="0A2540"/>
                  </a:solidFill>
                  <a:latin typeface="Inter SemiBold"/>
                  <a:ea typeface="Inter SemiBold"/>
                  <a:cs typeface="Inter SemiBold"/>
                </a:defRPr>
              </a:lvl4pPr>
              <a:lvl5pPr algn="l">
                <a:defRPr sz="1067" b="0" i="0" kern="0" spc="0">
                  <a:solidFill>
                    <a:srgbClr val="0A2540"/>
                  </a:solidFill>
                  <a:latin typeface="Inter SemiBold"/>
                  <a:ea typeface="Inter SemiBold"/>
                  <a:cs typeface="Inter SemiBold"/>
                </a:defRPr>
              </a:lvl5pPr>
              <a:lvl6pPr algn="l">
                <a:defRPr sz="1067" b="0" i="0" kern="0" spc="0">
                  <a:solidFill>
                    <a:srgbClr val="0A2540"/>
                  </a:solidFill>
                  <a:latin typeface="Inter SemiBold"/>
                  <a:ea typeface="Inter SemiBold"/>
                  <a:cs typeface="Inter SemiBold"/>
                </a:defRPr>
              </a:lvl6pPr>
              <a:lvl7pPr algn="l">
                <a:defRPr sz="1067" b="0" i="0" kern="0" spc="0">
                  <a:solidFill>
                    <a:srgbClr val="0A2540"/>
                  </a:solidFill>
                  <a:latin typeface="Inter SemiBold"/>
                  <a:ea typeface="Inter SemiBold"/>
                  <a:cs typeface="Inter SemiBold"/>
                </a:defRPr>
              </a:lvl7pPr>
              <a:lvl8pPr algn="l">
                <a:defRPr sz="1067" b="0" i="0" kern="0" spc="0">
                  <a:solidFill>
                    <a:srgbClr val="0A2540"/>
                  </a:solidFill>
                  <a:latin typeface="Inter SemiBold"/>
                  <a:ea typeface="Inter SemiBold"/>
                  <a:cs typeface="Inter SemiBold"/>
                </a:defRPr>
              </a:lvl8pPr>
              <a:lvl9pPr algn="l">
                <a:defRPr sz="1067" b="0" i="0" kern="0" spc="0">
                  <a:solidFill>
                    <a:srgbClr val="0A2540"/>
                  </a:solidFill>
                  <a:latin typeface="Inter SemiBold"/>
                  <a:ea typeface="Inter SemiBold"/>
                  <a:cs typeface="Inter SemiBold"/>
                </a:defRPr>
              </a:lvl9pPr>
            </a:lstStyle>
            <a:p>
              <a:pPr algn="l">
                <a:lnSpc>
                  <a:spcPct val="100000"/>
                </a:lnSpc>
                <a:buNone/>
                <a:defRPr sz="1067" b="0" i="0" kern="0" spc="0">
                  <a:solidFill>
                    <a:srgbClr val="0A2540"/>
                  </a:solidFill>
                  <a:latin typeface="Inter SemiBold"/>
                  <a:ea typeface="Inter SemiBold"/>
                  <a:cs typeface="Inter SemiBold"/>
                </a:defRPr>
              </a:pPr>
              <a:r>
                <a:rPr sz="1067" b="0" i="0" kern="0" spc="0">
                  <a:solidFill>
                    <a:srgbClr val="0A2540"/>
                  </a:solidFill>
                  <a:latin typeface="Inter SemiBold"/>
                  <a:ea typeface="Inter SemiBold"/>
                  <a:cs typeface="Inter SemiBold"/>
                </a:rPr>
                <a:t>T</a:t>
              </a:r>
            </a:p>
          </p:txBody>
        </p:sp>
        <p:sp>
          <p:nvSpPr>
            <p:cNvPr id="96" name="s8 text 50">
              <a:extLst>
                <a:ext uri="{FF2B5EF4-FFF2-40B4-BE49-F238E27FC236}">
                  <a16:creationId xmlns:a16="http://schemas.microsoft.com/office/drawing/2014/main" id="{9DC80C15-2CC4-4786-8B89-E1580D8401ED}"/>
                </a:ext>
              </a:extLst>
            </p:cNvPr>
            <p:cNvSpPr>
              <a:spLocks noGrp="1"/>
            </p:cNvSpPr>
            <p:nvPr/>
          </p:nvSpPr>
          <p:spPr>
            <a:xfrm rot="-5400000">
              <a:off x="1342171" y="3594221"/>
              <a:ext cx="135517" cy="188566"/>
            </a:xfrm>
            <a:prstGeom prst="rect">
              <a:avLst/>
            </a:prstGeom>
            <a:noFill/>
            <a:ln w="0">
              <a:noFill/>
              <a:prstDash val="solid"/>
            </a:ln>
          </p:spPr>
          <p:txBody>
            <a:bodyPr wrap="none" lIns="0" tIns="0" rIns="0" bIns="0" anchor="t">
              <a:noAutofit/>
            </a:bodyPr>
            <a:lstStyle>
              <a:defPPr algn="l">
                <a:defRPr sz="1067" b="0" i="0" kern="0" spc="0">
                  <a:solidFill>
                    <a:srgbClr val="0A2540"/>
                  </a:solidFill>
                  <a:latin typeface="Inter SemiBold"/>
                  <a:ea typeface="Inter SemiBold"/>
                  <a:cs typeface="Inter SemiBold"/>
                </a:defRPr>
              </a:defPPr>
              <a:lvl1pPr algn="l">
                <a:defRPr sz="1067" b="0" i="0" kern="0" spc="0">
                  <a:solidFill>
                    <a:srgbClr val="0A2540"/>
                  </a:solidFill>
                  <a:latin typeface="Inter SemiBold"/>
                  <a:ea typeface="Inter SemiBold"/>
                  <a:cs typeface="Inter SemiBold"/>
                </a:defRPr>
              </a:lvl1pPr>
              <a:lvl2pPr algn="l">
                <a:defRPr sz="1067" b="0" i="0" kern="0" spc="0">
                  <a:solidFill>
                    <a:srgbClr val="0A2540"/>
                  </a:solidFill>
                  <a:latin typeface="Inter SemiBold"/>
                  <a:ea typeface="Inter SemiBold"/>
                  <a:cs typeface="Inter SemiBold"/>
                </a:defRPr>
              </a:lvl2pPr>
              <a:lvl3pPr algn="l">
                <a:defRPr sz="1067" b="0" i="0" kern="0" spc="0">
                  <a:solidFill>
                    <a:srgbClr val="0A2540"/>
                  </a:solidFill>
                  <a:latin typeface="Inter SemiBold"/>
                  <a:ea typeface="Inter SemiBold"/>
                  <a:cs typeface="Inter SemiBold"/>
                </a:defRPr>
              </a:lvl3pPr>
              <a:lvl4pPr algn="l">
                <a:defRPr sz="1067" b="0" i="0" kern="0" spc="0">
                  <a:solidFill>
                    <a:srgbClr val="0A2540"/>
                  </a:solidFill>
                  <a:latin typeface="Inter SemiBold"/>
                  <a:ea typeface="Inter SemiBold"/>
                  <a:cs typeface="Inter SemiBold"/>
                </a:defRPr>
              </a:lvl4pPr>
              <a:lvl5pPr algn="l">
                <a:defRPr sz="1067" b="0" i="0" kern="0" spc="0">
                  <a:solidFill>
                    <a:srgbClr val="0A2540"/>
                  </a:solidFill>
                  <a:latin typeface="Inter SemiBold"/>
                  <a:ea typeface="Inter SemiBold"/>
                  <a:cs typeface="Inter SemiBold"/>
                </a:defRPr>
              </a:lvl5pPr>
              <a:lvl6pPr algn="l">
                <a:defRPr sz="1067" b="0" i="0" kern="0" spc="0">
                  <a:solidFill>
                    <a:srgbClr val="0A2540"/>
                  </a:solidFill>
                  <a:latin typeface="Inter SemiBold"/>
                  <a:ea typeface="Inter SemiBold"/>
                  <a:cs typeface="Inter SemiBold"/>
                </a:defRPr>
              </a:lvl6pPr>
              <a:lvl7pPr algn="l">
                <a:defRPr sz="1067" b="0" i="0" kern="0" spc="0">
                  <a:solidFill>
                    <a:srgbClr val="0A2540"/>
                  </a:solidFill>
                  <a:latin typeface="Inter SemiBold"/>
                  <a:ea typeface="Inter SemiBold"/>
                  <a:cs typeface="Inter SemiBold"/>
                </a:defRPr>
              </a:lvl7pPr>
              <a:lvl8pPr algn="l">
                <a:defRPr sz="1067" b="0" i="0" kern="0" spc="0">
                  <a:solidFill>
                    <a:srgbClr val="0A2540"/>
                  </a:solidFill>
                  <a:latin typeface="Inter SemiBold"/>
                  <a:ea typeface="Inter SemiBold"/>
                  <a:cs typeface="Inter SemiBold"/>
                </a:defRPr>
              </a:lvl8pPr>
              <a:lvl9pPr algn="l">
                <a:defRPr sz="1067" b="0" i="0" kern="0" spc="0">
                  <a:solidFill>
                    <a:srgbClr val="0A2540"/>
                  </a:solidFill>
                  <a:latin typeface="Inter SemiBold"/>
                  <a:ea typeface="Inter SemiBold"/>
                  <a:cs typeface="Inter SemiBold"/>
                </a:defRPr>
              </a:lvl9pPr>
            </a:lstStyle>
            <a:p>
              <a:pPr algn="l">
                <a:lnSpc>
                  <a:spcPct val="100000"/>
                </a:lnSpc>
                <a:buNone/>
                <a:defRPr sz="1067" b="0" i="0" kern="0" spc="0">
                  <a:solidFill>
                    <a:srgbClr val="0A2540"/>
                  </a:solidFill>
                  <a:latin typeface="Inter SemiBold"/>
                  <a:ea typeface="Inter SemiBold"/>
                  <a:cs typeface="Inter SemiBold"/>
                </a:defRPr>
              </a:pPr>
              <a:r>
                <a:rPr sz="1067" b="0" i="0" kern="0" spc="0">
                  <a:solidFill>
                    <a:srgbClr val="0A2540"/>
                  </a:solidFill>
                  <a:latin typeface="Inter SemiBold"/>
                  <a:ea typeface="Inter SemiBold"/>
                  <a:cs typeface="Inter SemiBold"/>
                </a:rPr>
                <a:t>V</a:t>
              </a:r>
            </a:p>
          </p:txBody>
        </p:sp>
        <p:sp>
          <p:nvSpPr>
            <p:cNvPr id="97" name="s8 text 51">
              <a:extLst>
                <a:ext uri="{FF2B5EF4-FFF2-40B4-BE49-F238E27FC236}">
                  <a16:creationId xmlns:a16="http://schemas.microsoft.com/office/drawing/2014/main" id="{4CF8989B-55AF-4441-BED3-3369BF648B99}"/>
                </a:ext>
              </a:extLst>
            </p:cNvPr>
            <p:cNvSpPr>
              <a:spLocks noGrp="1"/>
            </p:cNvSpPr>
            <p:nvPr/>
          </p:nvSpPr>
          <p:spPr>
            <a:xfrm rot="-5400000">
              <a:off x="1342171" y="3515005"/>
              <a:ext cx="135517" cy="188566"/>
            </a:xfrm>
            <a:prstGeom prst="rect">
              <a:avLst/>
            </a:prstGeom>
            <a:noFill/>
            <a:ln w="0">
              <a:noFill/>
              <a:prstDash val="solid"/>
            </a:ln>
          </p:spPr>
          <p:txBody>
            <a:bodyPr wrap="none" lIns="0" tIns="0" rIns="0" bIns="0" anchor="t">
              <a:noAutofit/>
            </a:bodyPr>
            <a:lstStyle>
              <a:defPPr algn="l">
                <a:defRPr sz="1067" b="0" i="0" kern="0" spc="0">
                  <a:solidFill>
                    <a:srgbClr val="0A2540"/>
                  </a:solidFill>
                  <a:latin typeface="Inter SemiBold"/>
                  <a:ea typeface="Inter SemiBold"/>
                  <a:cs typeface="Inter SemiBold"/>
                </a:defRPr>
              </a:defPPr>
              <a:lvl1pPr algn="l">
                <a:defRPr sz="1067" b="0" i="0" kern="0" spc="0">
                  <a:solidFill>
                    <a:srgbClr val="0A2540"/>
                  </a:solidFill>
                  <a:latin typeface="Inter SemiBold"/>
                  <a:ea typeface="Inter SemiBold"/>
                  <a:cs typeface="Inter SemiBold"/>
                </a:defRPr>
              </a:lvl1pPr>
              <a:lvl2pPr algn="l">
                <a:defRPr sz="1067" b="0" i="0" kern="0" spc="0">
                  <a:solidFill>
                    <a:srgbClr val="0A2540"/>
                  </a:solidFill>
                  <a:latin typeface="Inter SemiBold"/>
                  <a:ea typeface="Inter SemiBold"/>
                  <a:cs typeface="Inter SemiBold"/>
                </a:defRPr>
              </a:lvl2pPr>
              <a:lvl3pPr algn="l">
                <a:defRPr sz="1067" b="0" i="0" kern="0" spc="0">
                  <a:solidFill>
                    <a:srgbClr val="0A2540"/>
                  </a:solidFill>
                  <a:latin typeface="Inter SemiBold"/>
                  <a:ea typeface="Inter SemiBold"/>
                  <a:cs typeface="Inter SemiBold"/>
                </a:defRPr>
              </a:lvl3pPr>
              <a:lvl4pPr algn="l">
                <a:defRPr sz="1067" b="0" i="0" kern="0" spc="0">
                  <a:solidFill>
                    <a:srgbClr val="0A2540"/>
                  </a:solidFill>
                  <a:latin typeface="Inter SemiBold"/>
                  <a:ea typeface="Inter SemiBold"/>
                  <a:cs typeface="Inter SemiBold"/>
                </a:defRPr>
              </a:lvl4pPr>
              <a:lvl5pPr algn="l">
                <a:defRPr sz="1067" b="0" i="0" kern="0" spc="0">
                  <a:solidFill>
                    <a:srgbClr val="0A2540"/>
                  </a:solidFill>
                  <a:latin typeface="Inter SemiBold"/>
                  <a:ea typeface="Inter SemiBold"/>
                  <a:cs typeface="Inter SemiBold"/>
                </a:defRPr>
              </a:lvl5pPr>
              <a:lvl6pPr algn="l">
                <a:defRPr sz="1067" b="0" i="0" kern="0" spc="0">
                  <a:solidFill>
                    <a:srgbClr val="0A2540"/>
                  </a:solidFill>
                  <a:latin typeface="Inter SemiBold"/>
                  <a:ea typeface="Inter SemiBold"/>
                  <a:cs typeface="Inter SemiBold"/>
                </a:defRPr>
              </a:lvl6pPr>
              <a:lvl7pPr algn="l">
                <a:defRPr sz="1067" b="0" i="0" kern="0" spc="0">
                  <a:solidFill>
                    <a:srgbClr val="0A2540"/>
                  </a:solidFill>
                  <a:latin typeface="Inter SemiBold"/>
                  <a:ea typeface="Inter SemiBold"/>
                  <a:cs typeface="Inter SemiBold"/>
                </a:defRPr>
              </a:lvl7pPr>
              <a:lvl8pPr algn="l">
                <a:defRPr sz="1067" b="0" i="0" kern="0" spc="0">
                  <a:solidFill>
                    <a:srgbClr val="0A2540"/>
                  </a:solidFill>
                  <a:latin typeface="Inter SemiBold"/>
                  <a:ea typeface="Inter SemiBold"/>
                  <a:cs typeface="Inter SemiBold"/>
                </a:defRPr>
              </a:lvl8pPr>
              <a:lvl9pPr algn="l">
                <a:defRPr sz="1067" b="0" i="0" kern="0" spc="0">
                  <a:solidFill>
                    <a:srgbClr val="0A2540"/>
                  </a:solidFill>
                  <a:latin typeface="Inter SemiBold"/>
                  <a:ea typeface="Inter SemiBold"/>
                  <a:cs typeface="Inter SemiBold"/>
                </a:defRPr>
              </a:lvl9pPr>
            </a:lstStyle>
            <a:p>
              <a:pPr algn="l">
                <a:lnSpc>
                  <a:spcPct val="100000"/>
                </a:lnSpc>
                <a:buNone/>
                <a:defRPr sz="1067" b="0" i="0" kern="0" spc="0">
                  <a:solidFill>
                    <a:srgbClr val="0A2540"/>
                  </a:solidFill>
                  <a:latin typeface="Inter SemiBold"/>
                  <a:ea typeface="Inter SemiBold"/>
                  <a:cs typeface="Inter SemiBold"/>
                </a:defRPr>
              </a:pPr>
              <a:r>
                <a:rPr sz="1067" b="0" i="0" kern="0" spc="0">
                  <a:solidFill>
                    <a:srgbClr val="0A2540"/>
                  </a:solidFill>
                  <a:latin typeface="Inter SemiBold"/>
                  <a:ea typeface="Inter SemiBold"/>
                  <a:cs typeface="Inter SemiBold"/>
                </a:rPr>
                <a:t>s</a:t>
              </a:r>
            </a:p>
          </p:txBody>
        </p:sp>
        <p:sp>
          <p:nvSpPr>
            <p:cNvPr id="98" name="s8 text 53">
              <a:extLst>
                <a:ext uri="{FF2B5EF4-FFF2-40B4-BE49-F238E27FC236}">
                  <a16:creationId xmlns:a16="http://schemas.microsoft.com/office/drawing/2014/main" id="{A79DB791-4EE7-448A-81D3-8CDB218CA808}"/>
                </a:ext>
              </a:extLst>
            </p:cNvPr>
            <p:cNvSpPr>
              <a:spLocks noGrp="1"/>
            </p:cNvSpPr>
            <p:nvPr/>
          </p:nvSpPr>
          <p:spPr>
            <a:xfrm rot="-5400000">
              <a:off x="1342171" y="3420653"/>
              <a:ext cx="135517" cy="188566"/>
            </a:xfrm>
            <a:prstGeom prst="rect">
              <a:avLst/>
            </a:prstGeom>
            <a:noFill/>
            <a:ln w="0">
              <a:noFill/>
              <a:prstDash val="solid"/>
            </a:ln>
          </p:spPr>
          <p:txBody>
            <a:bodyPr wrap="none" lIns="0" tIns="0" rIns="0" bIns="0" anchor="t">
              <a:noAutofit/>
            </a:bodyPr>
            <a:lstStyle>
              <a:defPPr algn="l">
                <a:defRPr sz="1067" b="0" i="0" kern="0" spc="0">
                  <a:solidFill>
                    <a:srgbClr val="0A2540"/>
                  </a:solidFill>
                  <a:latin typeface="Inter SemiBold"/>
                  <a:ea typeface="Inter SemiBold"/>
                  <a:cs typeface="Inter SemiBold"/>
                </a:defRPr>
              </a:defPPr>
              <a:lvl1pPr algn="l">
                <a:defRPr sz="1067" b="0" i="0" kern="0" spc="0">
                  <a:solidFill>
                    <a:srgbClr val="0A2540"/>
                  </a:solidFill>
                  <a:latin typeface="Inter SemiBold"/>
                  <a:ea typeface="Inter SemiBold"/>
                  <a:cs typeface="Inter SemiBold"/>
                </a:defRPr>
              </a:lvl1pPr>
              <a:lvl2pPr algn="l">
                <a:defRPr sz="1067" b="0" i="0" kern="0" spc="0">
                  <a:solidFill>
                    <a:srgbClr val="0A2540"/>
                  </a:solidFill>
                  <a:latin typeface="Inter SemiBold"/>
                  <a:ea typeface="Inter SemiBold"/>
                  <a:cs typeface="Inter SemiBold"/>
                </a:defRPr>
              </a:lvl2pPr>
              <a:lvl3pPr algn="l">
                <a:defRPr sz="1067" b="0" i="0" kern="0" spc="0">
                  <a:solidFill>
                    <a:srgbClr val="0A2540"/>
                  </a:solidFill>
                  <a:latin typeface="Inter SemiBold"/>
                  <a:ea typeface="Inter SemiBold"/>
                  <a:cs typeface="Inter SemiBold"/>
                </a:defRPr>
              </a:lvl3pPr>
              <a:lvl4pPr algn="l">
                <a:defRPr sz="1067" b="0" i="0" kern="0" spc="0">
                  <a:solidFill>
                    <a:srgbClr val="0A2540"/>
                  </a:solidFill>
                  <a:latin typeface="Inter SemiBold"/>
                  <a:ea typeface="Inter SemiBold"/>
                  <a:cs typeface="Inter SemiBold"/>
                </a:defRPr>
              </a:lvl4pPr>
              <a:lvl5pPr algn="l">
                <a:defRPr sz="1067" b="0" i="0" kern="0" spc="0">
                  <a:solidFill>
                    <a:srgbClr val="0A2540"/>
                  </a:solidFill>
                  <a:latin typeface="Inter SemiBold"/>
                  <a:ea typeface="Inter SemiBold"/>
                  <a:cs typeface="Inter SemiBold"/>
                </a:defRPr>
              </a:lvl5pPr>
              <a:lvl6pPr algn="l">
                <a:defRPr sz="1067" b="0" i="0" kern="0" spc="0">
                  <a:solidFill>
                    <a:srgbClr val="0A2540"/>
                  </a:solidFill>
                  <a:latin typeface="Inter SemiBold"/>
                  <a:ea typeface="Inter SemiBold"/>
                  <a:cs typeface="Inter SemiBold"/>
                </a:defRPr>
              </a:lvl6pPr>
              <a:lvl7pPr algn="l">
                <a:defRPr sz="1067" b="0" i="0" kern="0" spc="0">
                  <a:solidFill>
                    <a:srgbClr val="0A2540"/>
                  </a:solidFill>
                  <a:latin typeface="Inter SemiBold"/>
                  <a:ea typeface="Inter SemiBold"/>
                  <a:cs typeface="Inter SemiBold"/>
                </a:defRPr>
              </a:lvl7pPr>
              <a:lvl8pPr algn="l">
                <a:defRPr sz="1067" b="0" i="0" kern="0" spc="0">
                  <a:solidFill>
                    <a:srgbClr val="0A2540"/>
                  </a:solidFill>
                  <a:latin typeface="Inter SemiBold"/>
                  <a:ea typeface="Inter SemiBold"/>
                  <a:cs typeface="Inter SemiBold"/>
                </a:defRPr>
              </a:lvl8pPr>
              <a:lvl9pPr algn="l">
                <a:defRPr sz="1067" b="0" i="0" kern="0" spc="0">
                  <a:solidFill>
                    <a:srgbClr val="0A2540"/>
                  </a:solidFill>
                  <a:latin typeface="Inter SemiBold"/>
                  <a:ea typeface="Inter SemiBold"/>
                  <a:cs typeface="Inter SemiBold"/>
                </a:defRPr>
              </a:lvl9pPr>
            </a:lstStyle>
            <a:p>
              <a:pPr algn="l">
                <a:lnSpc>
                  <a:spcPct val="100000"/>
                </a:lnSpc>
                <a:buNone/>
                <a:defRPr sz="1067" b="0" i="0" kern="0" spc="0">
                  <a:solidFill>
                    <a:srgbClr val="0A2540"/>
                  </a:solidFill>
                  <a:latin typeface="Inter SemiBold"/>
                  <a:ea typeface="Inter SemiBold"/>
                  <a:cs typeface="Inter SemiBold"/>
                </a:defRPr>
              </a:pPr>
              <a:r>
                <a:rPr sz="1067" b="0" i="0" kern="0" spc="0">
                  <a:solidFill>
                    <a:srgbClr val="0A2540"/>
                  </a:solidFill>
                  <a:latin typeface="Inter SemiBold"/>
                  <a:ea typeface="Inter SemiBold"/>
                  <a:cs typeface="Inter SemiBold"/>
                </a:rPr>
                <a:t>(</a:t>
              </a:r>
            </a:p>
          </p:txBody>
        </p:sp>
        <p:sp>
          <p:nvSpPr>
            <p:cNvPr id="99" name="s8 text 54">
              <a:extLst>
                <a:ext uri="{FF2B5EF4-FFF2-40B4-BE49-F238E27FC236}">
                  <a16:creationId xmlns:a16="http://schemas.microsoft.com/office/drawing/2014/main" id="{14A83A8B-9093-422D-8BC9-1BF80090DE94}"/>
                </a:ext>
              </a:extLst>
            </p:cNvPr>
            <p:cNvSpPr>
              <a:spLocks noGrp="1"/>
            </p:cNvSpPr>
            <p:nvPr/>
          </p:nvSpPr>
          <p:spPr>
            <a:xfrm rot="-5400000">
              <a:off x="1342171" y="3352452"/>
              <a:ext cx="135517" cy="188566"/>
            </a:xfrm>
            <a:prstGeom prst="rect">
              <a:avLst/>
            </a:prstGeom>
            <a:noFill/>
            <a:ln w="0">
              <a:noFill/>
              <a:prstDash val="solid"/>
            </a:ln>
          </p:spPr>
          <p:txBody>
            <a:bodyPr wrap="none" lIns="0" tIns="0" rIns="0" bIns="0" anchor="t">
              <a:noAutofit/>
            </a:bodyPr>
            <a:lstStyle>
              <a:defPPr algn="l">
                <a:defRPr sz="1067" b="0" i="0" kern="0" spc="0">
                  <a:solidFill>
                    <a:srgbClr val="0A2540"/>
                  </a:solidFill>
                  <a:latin typeface="Inter SemiBold"/>
                  <a:ea typeface="Inter SemiBold"/>
                  <a:cs typeface="Inter SemiBold"/>
                </a:defRPr>
              </a:defPPr>
              <a:lvl1pPr algn="l">
                <a:defRPr sz="1067" b="0" i="0" kern="0" spc="0">
                  <a:solidFill>
                    <a:srgbClr val="0A2540"/>
                  </a:solidFill>
                  <a:latin typeface="Inter SemiBold"/>
                  <a:ea typeface="Inter SemiBold"/>
                  <a:cs typeface="Inter SemiBold"/>
                </a:defRPr>
              </a:lvl1pPr>
              <a:lvl2pPr algn="l">
                <a:defRPr sz="1067" b="0" i="0" kern="0" spc="0">
                  <a:solidFill>
                    <a:srgbClr val="0A2540"/>
                  </a:solidFill>
                  <a:latin typeface="Inter SemiBold"/>
                  <a:ea typeface="Inter SemiBold"/>
                  <a:cs typeface="Inter SemiBold"/>
                </a:defRPr>
              </a:lvl2pPr>
              <a:lvl3pPr algn="l">
                <a:defRPr sz="1067" b="0" i="0" kern="0" spc="0">
                  <a:solidFill>
                    <a:srgbClr val="0A2540"/>
                  </a:solidFill>
                  <a:latin typeface="Inter SemiBold"/>
                  <a:ea typeface="Inter SemiBold"/>
                  <a:cs typeface="Inter SemiBold"/>
                </a:defRPr>
              </a:lvl3pPr>
              <a:lvl4pPr algn="l">
                <a:defRPr sz="1067" b="0" i="0" kern="0" spc="0">
                  <a:solidFill>
                    <a:srgbClr val="0A2540"/>
                  </a:solidFill>
                  <a:latin typeface="Inter SemiBold"/>
                  <a:ea typeface="Inter SemiBold"/>
                  <a:cs typeface="Inter SemiBold"/>
                </a:defRPr>
              </a:lvl4pPr>
              <a:lvl5pPr algn="l">
                <a:defRPr sz="1067" b="0" i="0" kern="0" spc="0">
                  <a:solidFill>
                    <a:srgbClr val="0A2540"/>
                  </a:solidFill>
                  <a:latin typeface="Inter SemiBold"/>
                  <a:ea typeface="Inter SemiBold"/>
                  <a:cs typeface="Inter SemiBold"/>
                </a:defRPr>
              </a:lvl5pPr>
              <a:lvl6pPr algn="l">
                <a:defRPr sz="1067" b="0" i="0" kern="0" spc="0">
                  <a:solidFill>
                    <a:srgbClr val="0A2540"/>
                  </a:solidFill>
                  <a:latin typeface="Inter SemiBold"/>
                  <a:ea typeface="Inter SemiBold"/>
                  <a:cs typeface="Inter SemiBold"/>
                </a:defRPr>
              </a:lvl6pPr>
              <a:lvl7pPr algn="l">
                <a:defRPr sz="1067" b="0" i="0" kern="0" spc="0">
                  <a:solidFill>
                    <a:srgbClr val="0A2540"/>
                  </a:solidFill>
                  <a:latin typeface="Inter SemiBold"/>
                  <a:ea typeface="Inter SemiBold"/>
                  <a:cs typeface="Inter SemiBold"/>
                </a:defRPr>
              </a:lvl7pPr>
              <a:lvl8pPr algn="l">
                <a:defRPr sz="1067" b="0" i="0" kern="0" spc="0">
                  <a:solidFill>
                    <a:srgbClr val="0A2540"/>
                  </a:solidFill>
                  <a:latin typeface="Inter SemiBold"/>
                  <a:ea typeface="Inter SemiBold"/>
                  <a:cs typeface="Inter SemiBold"/>
                </a:defRPr>
              </a:lvl8pPr>
              <a:lvl9pPr algn="l">
                <a:defRPr sz="1067" b="0" i="0" kern="0" spc="0">
                  <a:solidFill>
                    <a:srgbClr val="0A2540"/>
                  </a:solidFill>
                  <a:latin typeface="Inter SemiBold"/>
                  <a:ea typeface="Inter SemiBold"/>
                  <a:cs typeface="Inter SemiBold"/>
                </a:defRPr>
              </a:lvl9pPr>
            </a:lstStyle>
            <a:p>
              <a:pPr algn="l">
                <a:lnSpc>
                  <a:spcPct val="100000"/>
                </a:lnSpc>
                <a:buNone/>
                <a:defRPr sz="1067" b="0" i="0" kern="0" spc="0">
                  <a:solidFill>
                    <a:srgbClr val="0A2540"/>
                  </a:solidFill>
                  <a:latin typeface="Inter SemiBold"/>
                  <a:ea typeface="Inter SemiBold"/>
                  <a:cs typeface="Inter SemiBold"/>
                </a:defRPr>
              </a:pPr>
              <a:r>
                <a:rPr sz="1067" b="0" i="0" kern="0" spc="0">
                  <a:solidFill>
                    <a:srgbClr val="0A2540"/>
                  </a:solidFill>
                  <a:latin typeface="Inter SemiBold"/>
                  <a:ea typeface="Inter SemiBold"/>
                  <a:cs typeface="Inter SemiBold"/>
                </a:rPr>
                <a:t>$</a:t>
              </a:r>
            </a:p>
          </p:txBody>
        </p:sp>
        <p:sp>
          <p:nvSpPr>
            <p:cNvPr id="100" name="s8 text 55">
              <a:extLst>
                <a:ext uri="{FF2B5EF4-FFF2-40B4-BE49-F238E27FC236}">
                  <a16:creationId xmlns:a16="http://schemas.microsoft.com/office/drawing/2014/main" id="{36386BD7-0412-4275-A911-4FA619886C5E}"/>
                </a:ext>
              </a:extLst>
            </p:cNvPr>
            <p:cNvSpPr>
              <a:spLocks noGrp="1"/>
            </p:cNvSpPr>
            <p:nvPr/>
          </p:nvSpPr>
          <p:spPr>
            <a:xfrm rot="-5400000">
              <a:off x="1342171" y="3284253"/>
              <a:ext cx="135517" cy="188566"/>
            </a:xfrm>
            <a:prstGeom prst="rect">
              <a:avLst/>
            </a:prstGeom>
            <a:noFill/>
            <a:ln w="0">
              <a:noFill/>
              <a:prstDash val="solid"/>
            </a:ln>
          </p:spPr>
          <p:txBody>
            <a:bodyPr wrap="none" lIns="0" tIns="0" rIns="0" bIns="0" anchor="t">
              <a:noAutofit/>
            </a:bodyPr>
            <a:lstStyle>
              <a:defPPr algn="l">
                <a:defRPr sz="1067" b="0" i="0" kern="0" spc="0">
                  <a:solidFill>
                    <a:srgbClr val="0A2540"/>
                  </a:solidFill>
                  <a:latin typeface="Inter SemiBold"/>
                  <a:ea typeface="Inter SemiBold"/>
                  <a:cs typeface="Inter SemiBold"/>
                </a:defRPr>
              </a:defPPr>
              <a:lvl1pPr algn="l">
                <a:defRPr sz="1067" b="0" i="0" kern="0" spc="0">
                  <a:solidFill>
                    <a:srgbClr val="0A2540"/>
                  </a:solidFill>
                  <a:latin typeface="Inter SemiBold"/>
                  <a:ea typeface="Inter SemiBold"/>
                  <a:cs typeface="Inter SemiBold"/>
                </a:defRPr>
              </a:lvl1pPr>
              <a:lvl2pPr algn="l">
                <a:defRPr sz="1067" b="0" i="0" kern="0" spc="0">
                  <a:solidFill>
                    <a:srgbClr val="0A2540"/>
                  </a:solidFill>
                  <a:latin typeface="Inter SemiBold"/>
                  <a:ea typeface="Inter SemiBold"/>
                  <a:cs typeface="Inter SemiBold"/>
                </a:defRPr>
              </a:lvl2pPr>
              <a:lvl3pPr algn="l">
                <a:defRPr sz="1067" b="0" i="0" kern="0" spc="0">
                  <a:solidFill>
                    <a:srgbClr val="0A2540"/>
                  </a:solidFill>
                  <a:latin typeface="Inter SemiBold"/>
                  <a:ea typeface="Inter SemiBold"/>
                  <a:cs typeface="Inter SemiBold"/>
                </a:defRPr>
              </a:lvl3pPr>
              <a:lvl4pPr algn="l">
                <a:defRPr sz="1067" b="0" i="0" kern="0" spc="0">
                  <a:solidFill>
                    <a:srgbClr val="0A2540"/>
                  </a:solidFill>
                  <a:latin typeface="Inter SemiBold"/>
                  <a:ea typeface="Inter SemiBold"/>
                  <a:cs typeface="Inter SemiBold"/>
                </a:defRPr>
              </a:lvl4pPr>
              <a:lvl5pPr algn="l">
                <a:defRPr sz="1067" b="0" i="0" kern="0" spc="0">
                  <a:solidFill>
                    <a:srgbClr val="0A2540"/>
                  </a:solidFill>
                  <a:latin typeface="Inter SemiBold"/>
                  <a:ea typeface="Inter SemiBold"/>
                  <a:cs typeface="Inter SemiBold"/>
                </a:defRPr>
              </a:lvl5pPr>
              <a:lvl6pPr algn="l">
                <a:defRPr sz="1067" b="0" i="0" kern="0" spc="0">
                  <a:solidFill>
                    <a:srgbClr val="0A2540"/>
                  </a:solidFill>
                  <a:latin typeface="Inter SemiBold"/>
                  <a:ea typeface="Inter SemiBold"/>
                  <a:cs typeface="Inter SemiBold"/>
                </a:defRPr>
              </a:lvl6pPr>
              <a:lvl7pPr algn="l">
                <a:defRPr sz="1067" b="0" i="0" kern="0" spc="0">
                  <a:solidFill>
                    <a:srgbClr val="0A2540"/>
                  </a:solidFill>
                  <a:latin typeface="Inter SemiBold"/>
                  <a:ea typeface="Inter SemiBold"/>
                  <a:cs typeface="Inter SemiBold"/>
                </a:defRPr>
              </a:lvl7pPr>
              <a:lvl8pPr algn="l">
                <a:defRPr sz="1067" b="0" i="0" kern="0" spc="0">
                  <a:solidFill>
                    <a:srgbClr val="0A2540"/>
                  </a:solidFill>
                  <a:latin typeface="Inter SemiBold"/>
                  <a:ea typeface="Inter SemiBold"/>
                  <a:cs typeface="Inter SemiBold"/>
                </a:defRPr>
              </a:lvl8pPr>
              <a:lvl9pPr algn="l">
                <a:defRPr sz="1067" b="0" i="0" kern="0" spc="0">
                  <a:solidFill>
                    <a:srgbClr val="0A2540"/>
                  </a:solidFill>
                  <a:latin typeface="Inter SemiBold"/>
                  <a:ea typeface="Inter SemiBold"/>
                  <a:cs typeface="Inter SemiBold"/>
                </a:defRPr>
              </a:lvl9pPr>
            </a:lstStyle>
            <a:p>
              <a:pPr algn="l">
                <a:lnSpc>
                  <a:spcPct val="100000"/>
                </a:lnSpc>
                <a:buNone/>
                <a:defRPr sz="1067" b="0" i="0" kern="0" spc="0">
                  <a:solidFill>
                    <a:srgbClr val="0A2540"/>
                  </a:solidFill>
                  <a:latin typeface="Inter SemiBold"/>
                  <a:ea typeface="Inter SemiBold"/>
                  <a:cs typeface="Inter SemiBold"/>
                </a:defRPr>
              </a:pPr>
              <a:r>
                <a:rPr sz="1067" b="0" i="0" kern="0" spc="0">
                  <a:solidFill>
                    <a:srgbClr val="0A2540"/>
                  </a:solidFill>
                  <a:latin typeface="Inter SemiBold"/>
                  <a:ea typeface="Inter SemiBold"/>
                  <a:cs typeface="Inter SemiBold"/>
                </a:rPr>
                <a:t>)</a:t>
              </a:r>
            </a:p>
          </p:txBody>
        </p:sp>
        <p:sp>
          <p:nvSpPr>
            <p:cNvPr id="101" name="s8 text 56 halo">
              <a:extLst>
                <a:ext uri="{FF2B5EF4-FFF2-40B4-BE49-F238E27FC236}">
                  <a16:creationId xmlns:a16="http://schemas.microsoft.com/office/drawing/2014/main" id="{2C802DCA-7A37-4257-A5A6-8AF8BDFEBC5C}"/>
                </a:ext>
              </a:extLst>
            </p:cNvPr>
            <p:cNvSpPr>
              <a:spLocks noGrp="1"/>
            </p:cNvSpPr>
            <p:nvPr/>
          </p:nvSpPr>
          <p:spPr>
            <a:xfrm>
              <a:off x="6144086" y="3558623"/>
              <a:ext cx="207668" cy="273952"/>
            </a:xfrm>
            <a:prstGeom prst="rect">
              <a:avLst/>
            </a:prstGeom>
            <a:noFill/>
            <a:ln w="0">
              <a:noFill/>
              <a:prstDash val="solid"/>
            </a:ln>
          </p:spPr>
          <p:txBody>
            <a:bodyPr wrap="none" lIns="0" tIns="0" rIns="0" bIns="0" anchor="t">
              <a:noAutofit/>
            </a:bodyPr>
            <a:lstStyle>
              <a:defPPr algn="l">
                <a:defRPr sz="1550" b="1" i="0" kern="0" spc="0">
                  <a:ln w="42811">
                    <a:solidFill>
                      <a:srgbClr val="FFFFFF"/>
                    </a:solidFill>
                    <a:prstDash val="solid"/>
                  </a:ln>
                  <a:solidFill>
                    <a:srgbClr val="FFFFFF"/>
                  </a:solidFill>
                  <a:latin typeface="Inter"/>
                  <a:ea typeface="Inter"/>
                  <a:cs typeface="Inter"/>
                </a:defRPr>
              </a:defPPr>
              <a:lvl1pPr algn="l">
                <a:defRPr sz="1550" b="1" i="0" kern="0" spc="0">
                  <a:ln w="42811">
                    <a:solidFill>
                      <a:srgbClr val="FFFFFF"/>
                    </a:solidFill>
                    <a:prstDash val="solid"/>
                  </a:ln>
                  <a:solidFill>
                    <a:srgbClr val="FFFFFF"/>
                  </a:solidFill>
                  <a:latin typeface="Inter"/>
                  <a:ea typeface="Inter"/>
                  <a:cs typeface="Inter"/>
                </a:defRPr>
              </a:lvl1pPr>
              <a:lvl2pPr algn="l">
                <a:defRPr sz="1550" b="1" i="0" kern="0" spc="0">
                  <a:ln w="42811">
                    <a:solidFill>
                      <a:srgbClr val="FFFFFF"/>
                    </a:solidFill>
                    <a:prstDash val="solid"/>
                  </a:ln>
                  <a:solidFill>
                    <a:srgbClr val="FFFFFF"/>
                  </a:solidFill>
                  <a:latin typeface="Inter"/>
                  <a:ea typeface="Inter"/>
                  <a:cs typeface="Inter"/>
                </a:defRPr>
              </a:lvl2pPr>
              <a:lvl3pPr algn="l">
                <a:defRPr sz="1550" b="1" i="0" kern="0" spc="0">
                  <a:ln w="42811">
                    <a:solidFill>
                      <a:srgbClr val="FFFFFF"/>
                    </a:solidFill>
                    <a:prstDash val="solid"/>
                  </a:ln>
                  <a:solidFill>
                    <a:srgbClr val="FFFFFF"/>
                  </a:solidFill>
                  <a:latin typeface="Inter"/>
                  <a:ea typeface="Inter"/>
                  <a:cs typeface="Inter"/>
                </a:defRPr>
              </a:lvl3pPr>
              <a:lvl4pPr algn="l">
                <a:defRPr sz="1550" b="1" i="0" kern="0" spc="0">
                  <a:ln w="42811">
                    <a:solidFill>
                      <a:srgbClr val="FFFFFF"/>
                    </a:solidFill>
                    <a:prstDash val="solid"/>
                  </a:ln>
                  <a:solidFill>
                    <a:srgbClr val="FFFFFF"/>
                  </a:solidFill>
                  <a:latin typeface="Inter"/>
                  <a:ea typeface="Inter"/>
                  <a:cs typeface="Inter"/>
                </a:defRPr>
              </a:lvl4pPr>
              <a:lvl5pPr algn="l">
                <a:defRPr sz="1550" b="1" i="0" kern="0" spc="0">
                  <a:ln w="42811">
                    <a:solidFill>
                      <a:srgbClr val="FFFFFF"/>
                    </a:solidFill>
                    <a:prstDash val="solid"/>
                  </a:ln>
                  <a:solidFill>
                    <a:srgbClr val="FFFFFF"/>
                  </a:solidFill>
                  <a:latin typeface="Inter"/>
                  <a:ea typeface="Inter"/>
                  <a:cs typeface="Inter"/>
                </a:defRPr>
              </a:lvl5pPr>
              <a:lvl6pPr algn="l">
                <a:defRPr sz="1550" b="1" i="0" kern="0" spc="0">
                  <a:ln w="42811">
                    <a:solidFill>
                      <a:srgbClr val="FFFFFF"/>
                    </a:solidFill>
                    <a:prstDash val="solid"/>
                  </a:ln>
                  <a:solidFill>
                    <a:srgbClr val="FFFFFF"/>
                  </a:solidFill>
                  <a:latin typeface="Inter"/>
                  <a:ea typeface="Inter"/>
                  <a:cs typeface="Inter"/>
                </a:defRPr>
              </a:lvl6pPr>
              <a:lvl7pPr algn="l">
                <a:defRPr sz="1550" b="1" i="0" kern="0" spc="0">
                  <a:ln w="42811">
                    <a:solidFill>
                      <a:srgbClr val="FFFFFF"/>
                    </a:solidFill>
                    <a:prstDash val="solid"/>
                  </a:ln>
                  <a:solidFill>
                    <a:srgbClr val="FFFFFF"/>
                  </a:solidFill>
                  <a:latin typeface="Inter"/>
                  <a:ea typeface="Inter"/>
                  <a:cs typeface="Inter"/>
                </a:defRPr>
              </a:lvl7pPr>
              <a:lvl8pPr algn="l">
                <a:defRPr sz="1550" b="1" i="0" kern="0" spc="0">
                  <a:ln w="42811">
                    <a:solidFill>
                      <a:srgbClr val="FFFFFF"/>
                    </a:solidFill>
                    <a:prstDash val="solid"/>
                  </a:ln>
                  <a:solidFill>
                    <a:srgbClr val="FFFFFF"/>
                  </a:solidFill>
                  <a:latin typeface="Inter"/>
                  <a:ea typeface="Inter"/>
                  <a:cs typeface="Inter"/>
                </a:defRPr>
              </a:lvl8pPr>
              <a:lvl9pPr algn="l">
                <a:defRPr sz="1550" b="1" i="0" kern="0" spc="0">
                  <a:ln w="42811">
                    <a:solidFill>
                      <a:srgbClr val="FFFFFF"/>
                    </a:solidFill>
                    <a:prstDash val="solid"/>
                  </a:ln>
                  <a:solidFill>
                    <a:srgbClr val="FFFFFF"/>
                  </a:solidFill>
                  <a:latin typeface="Inter"/>
                  <a:ea typeface="Inter"/>
                  <a:cs typeface="Inter"/>
                </a:defRPr>
              </a:lvl9pPr>
            </a:lstStyle>
            <a:p>
              <a:pPr algn="l">
                <a:lnSpc>
                  <a:spcPct val="100000"/>
                </a:lnSpc>
                <a:buNone/>
                <a:defRPr sz="1550" b="1" i="0" kern="0" spc="0">
                  <a:solidFill>
                    <a:srgbClr val="FFFFFF"/>
                  </a:solidFill>
                  <a:latin typeface="Inter"/>
                  <a:ea typeface="Inter"/>
                  <a:cs typeface="Inter"/>
                </a:defRPr>
              </a:pPr>
              <a:r>
                <a:rPr sz="1550" b="1" i="0" kern="0" spc="0">
                  <a:ln w="42811">
                    <a:solidFill>
                      <a:srgbClr val="FFFFFF"/>
                    </a:solidFill>
                    <a:prstDash val="solid"/>
                  </a:ln>
                  <a:solidFill>
                    <a:srgbClr val="FFFFFF"/>
                  </a:solidFill>
                  <a:latin typeface="Inter"/>
                  <a:ea typeface="Inter"/>
                  <a:cs typeface="Inter"/>
                </a:rPr>
                <a:t>S</a:t>
              </a:r>
            </a:p>
          </p:txBody>
        </p:sp>
        <p:sp>
          <p:nvSpPr>
            <p:cNvPr id="102" name="s8 text 56">
              <a:extLst>
                <a:ext uri="{FF2B5EF4-FFF2-40B4-BE49-F238E27FC236}">
                  <a16:creationId xmlns:a16="http://schemas.microsoft.com/office/drawing/2014/main" id="{D53226F2-C611-451F-8007-B9176B0CB300}"/>
                </a:ext>
              </a:extLst>
            </p:cNvPr>
            <p:cNvSpPr>
              <a:spLocks noGrp="1"/>
            </p:cNvSpPr>
            <p:nvPr/>
          </p:nvSpPr>
          <p:spPr>
            <a:xfrm>
              <a:off x="6144086" y="3558623"/>
              <a:ext cx="207668" cy="273952"/>
            </a:xfrm>
            <a:prstGeom prst="rect">
              <a:avLst/>
            </a:prstGeom>
            <a:noFill/>
            <a:ln w="0">
              <a:noFill/>
              <a:prstDash val="solid"/>
            </a:ln>
          </p:spPr>
          <p:txBody>
            <a:bodyPr wrap="none" lIns="0" tIns="0" rIns="0" bIns="0" anchor="t">
              <a:noAutofit/>
            </a:bodyPr>
            <a:lstStyle>
              <a:defPPr algn="l">
                <a:defRPr sz="1550" b="1" i="0" kern="0" spc="0">
                  <a:solidFill>
                    <a:srgbClr val="0A2540"/>
                  </a:solidFill>
                  <a:latin typeface="Inter"/>
                  <a:ea typeface="Inter"/>
                  <a:cs typeface="Inter"/>
                </a:defRPr>
              </a:defPPr>
              <a:lvl1pPr algn="l">
                <a:defRPr sz="1550" b="1" i="0" kern="0" spc="0">
                  <a:solidFill>
                    <a:srgbClr val="0A2540"/>
                  </a:solidFill>
                  <a:latin typeface="Inter"/>
                  <a:ea typeface="Inter"/>
                  <a:cs typeface="Inter"/>
                </a:defRPr>
              </a:lvl1pPr>
              <a:lvl2pPr algn="l">
                <a:defRPr sz="1550" b="1" i="0" kern="0" spc="0">
                  <a:solidFill>
                    <a:srgbClr val="0A2540"/>
                  </a:solidFill>
                  <a:latin typeface="Inter"/>
                  <a:ea typeface="Inter"/>
                  <a:cs typeface="Inter"/>
                </a:defRPr>
              </a:lvl2pPr>
              <a:lvl3pPr algn="l">
                <a:defRPr sz="1550" b="1" i="0" kern="0" spc="0">
                  <a:solidFill>
                    <a:srgbClr val="0A2540"/>
                  </a:solidFill>
                  <a:latin typeface="Inter"/>
                  <a:ea typeface="Inter"/>
                  <a:cs typeface="Inter"/>
                </a:defRPr>
              </a:lvl3pPr>
              <a:lvl4pPr algn="l">
                <a:defRPr sz="1550" b="1" i="0" kern="0" spc="0">
                  <a:solidFill>
                    <a:srgbClr val="0A2540"/>
                  </a:solidFill>
                  <a:latin typeface="Inter"/>
                  <a:ea typeface="Inter"/>
                  <a:cs typeface="Inter"/>
                </a:defRPr>
              </a:lvl4pPr>
              <a:lvl5pPr algn="l">
                <a:defRPr sz="1550" b="1" i="0" kern="0" spc="0">
                  <a:solidFill>
                    <a:srgbClr val="0A2540"/>
                  </a:solidFill>
                  <a:latin typeface="Inter"/>
                  <a:ea typeface="Inter"/>
                  <a:cs typeface="Inter"/>
                </a:defRPr>
              </a:lvl5pPr>
              <a:lvl6pPr algn="l">
                <a:defRPr sz="1550" b="1" i="0" kern="0" spc="0">
                  <a:solidFill>
                    <a:srgbClr val="0A2540"/>
                  </a:solidFill>
                  <a:latin typeface="Inter"/>
                  <a:ea typeface="Inter"/>
                  <a:cs typeface="Inter"/>
                </a:defRPr>
              </a:lvl6pPr>
              <a:lvl7pPr algn="l">
                <a:defRPr sz="1550" b="1" i="0" kern="0" spc="0">
                  <a:solidFill>
                    <a:srgbClr val="0A2540"/>
                  </a:solidFill>
                  <a:latin typeface="Inter"/>
                  <a:ea typeface="Inter"/>
                  <a:cs typeface="Inter"/>
                </a:defRPr>
              </a:lvl7pPr>
              <a:lvl8pPr algn="l">
                <a:defRPr sz="1550" b="1" i="0" kern="0" spc="0">
                  <a:solidFill>
                    <a:srgbClr val="0A2540"/>
                  </a:solidFill>
                  <a:latin typeface="Inter"/>
                  <a:ea typeface="Inter"/>
                  <a:cs typeface="Inter"/>
                </a:defRPr>
              </a:lvl8pPr>
              <a:lvl9pPr algn="l">
                <a:defRPr sz="1550" b="1" i="0" kern="0" spc="0">
                  <a:solidFill>
                    <a:srgbClr val="0A2540"/>
                  </a:solidFill>
                  <a:latin typeface="Inter"/>
                  <a:ea typeface="Inter"/>
                  <a:cs typeface="Inter"/>
                </a:defRPr>
              </a:lvl9pPr>
            </a:lstStyle>
            <a:p>
              <a:pPr algn="l">
                <a:lnSpc>
                  <a:spcPct val="100000"/>
                </a:lnSpc>
                <a:buNone/>
                <a:defRPr sz="1550" b="1" i="0" kern="0" spc="0">
                  <a:solidFill>
                    <a:srgbClr val="0A2540"/>
                  </a:solidFill>
                  <a:latin typeface="Inter"/>
                  <a:ea typeface="Inter"/>
                  <a:cs typeface="Inter"/>
                </a:defRPr>
              </a:pPr>
              <a:r>
                <a:rPr sz="1550" b="1" i="0" kern="0" spc="0">
                  <a:solidFill>
                    <a:srgbClr val="0A2540"/>
                  </a:solidFill>
                  <a:latin typeface="Inter"/>
                  <a:ea typeface="Inter"/>
                  <a:cs typeface="Inter"/>
                </a:rPr>
                <a:t>S</a:t>
              </a:r>
            </a:p>
          </p:txBody>
        </p:sp>
        <p:sp>
          <p:nvSpPr>
            <p:cNvPr id="103" name="s8 text 57 halo">
              <a:extLst>
                <a:ext uri="{FF2B5EF4-FFF2-40B4-BE49-F238E27FC236}">
                  <a16:creationId xmlns:a16="http://schemas.microsoft.com/office/drawing/2014/main" id="{83286E65-6035-46BE-956C-4DFCB5723DCB}"/>
                </a:ext>
              </a:extLst>
            </p:cNvPr>
            <p:cNvSpPr>
              <a:spLocks noGrp="1"/>
            </p:cNvSpPr>
            <p:nvPr/>
          </p:nvSpPr>
          <p:spPr>
            <a:xfrm>
              <a:off x="2091348" y="3313671"/>
              <a:ext cx="1443542" cy="246617"/>
            </a:xfrm>
            <a:prstGeom prst="rect">
              <a:avLst/>
            </a:prstGeom>
            <a:noFill/>
            <a:ln w="0">
              <a:noFill/>
              <a:prstDash val="solid"/>
            </a:ln>
          </p:spPr>
          <p:txBody>
            <a:bodyPr wrap="none" lIns="0" tIns="0" rIns="0" bIns="0" anchor="t">
              <a:noAutofit/>
            </a:bodyPr>
            <a:lstStyle>
              <a:defPPr algn="l">
                <a:defRPr sz="1396" b="1" i="0" kern="0" spc="-9">
                  <a:ln w="42811">
                    <a:solidFill>
                      <a:srgbClr val="FFFFFF"/>
                    </a:solidFill>
                    <a:prstDash val="solid"/>
                  </a:ln>
                  <a:solidFill>
                    <a:srgbClr val="FFFFFF"/>
                  </a:solidFill>
                  <a:latin typeface="Inter"/>
                  <a:ea typeface="Inter"/>
                  <a:cs typeface="Inter"/>
                </a:defRPr>
              </a:defPPr>
              <a:lvl1pPr algn="l">
                <a:defRPr sz="1396" b="1" i="0" kern="0" spc="-9">
                  <a:ln w="42811">
                    <a:solidFill>
                      <a:srgbClr val="FFFFFF"/>
                    </a:solidFill>
                    <a:prstDash val="solid"/>
                  </a:ln>
                  <a:solidFill>
                    <a:srgbClr val="FFFFFF"/>
                  </a:solidFill>
                  <a:latin typeface="Inter"/>
                  <a:ea typeface="Inter"/>
                  <a:cs typeface="Inter"/>
                </a:defRPr>
              </a:lvl1pPr>
              <a:lvl2pPr algn="l">
                <a:defRPr sz="1396" b="1" i="0" kern="0" spc="-9">
                  <a:ln w="42811">
                    <a:solidFill>
                      <a:srgbClr val="FFFFFF"/>
                    </a:solidFill>
                    <a:prstDash val="solid"/>
                  </a:ln>
                  <a:solidFill>
                    <a:srgbClr val="FFFFFF"/>
                  </a:solidFill>
                  <a:latin typeface="Inter"/>
                  <a:ea typeface="Inter"/>
                  <a:cs typeface="Inter"/>
                </a:defRPr>
              </a:lvl2pPr>
              <a:lvl3pPr algn="l">
                <a:defRPr sz="1396" b="1" i="0" kern="0" spc="-9">
                  <a:ln w="42811">
                    <a:solidFill>
                      <a:srgbClr val="FFFFFF"/>
                    </a:solidFill>
                    <a:prstDash val="solid"/>
                  </a:ln>
                  <a:solidFill>
                    <a:srgbClr val="FFFFFF"/>
                  </a:solidFill>
                  <a:latin typeface="Inter"/>
                  <a:ea typeface="Inter"/>
                  <a:cs typeface="Inter"/>
                </a:defRPr>
              </a:lvl3pPr>
              <a:lvl4pPr algn="l">
                <a:defRPr sz="1396" b="1" i="0" kern="0" spc="-9">
                  <a:ln w="42811">
                    <a:solidFill>
                      <a:srgbClr val="FFFFFF"/>
                    </a:solidFill>
                    <a:prstDash val="solid"/>
                  </a:ln>
                  <a:solidFill>
                    <a:srgbClr val="FFFFFF"/>
                  </a:solidFill>
                  <a:latin typeface="Inter"/>
                  <a:ea typeface="Inter"/>
                  <a:cs typeface="Inter"/>
                </a:defRPr>
              </a:lvl4pPr>
              <a:lvl5pPr algn="l">
                <a:defRPr sz="1396" b="1" i="0" kern="0" spc="-9">
                  <a:ln w="42811">
                    <a:solidFill>
                      <a:srgbClr val="FFFFFF"/>
                    </a:solidFill>
                    <a:prstDash val="solid"/>
                  </a:ln>
                  <a:solidFill>
                    <a:srgbClr val="FFFFFF"/>
                  </a:solidFill>
                  <a:latin typeface="Inter"/>
                  <a:ea typeface="Inter"/>
                  <a:cs typeface="Inter"/>
                </a:defRPr>
              </a:lvl5pPr>
              <a:lvl6pPr algn="l">
                <a:defRPr sz="1396" b="1" i="0" kern="0" spc="-9">
                  <a:ln w="42811">
                    <a:solidFill>
                      <a:srgbClr val="FFFFFF"/>
                    </a:solidFill>
                    <a:prstDash val="solid"/>
                  </a:ln>
                  <a:solidFill>
                    <a:srgbClr val="FFFFFF"/>
                  </a:solidFill>
                  <a:latin typeface="Inter"/>
                  <a:ea typeface="Inter"/>
                  <a:cs typeface="Inter"/>
                </a:defRPr>
              </a:lvl6pPr>
              <a:lvl7pPr algn="l">
                <a:defRPr sz="1396" b="1" i="0" kern="0" spc="-9">
                  <a:ln w="42811">
                    <a:solidFill>
                      <a:srgbClr val="FFFFFF"/>
                    </a:solidFill>
                    <a:prstDash val="solid"/>
                  </a:ln>
                  <a:solidFill>
                    <a:srgbClr val="FFFFFF"/>
                  </a:solidFill>
                  <a:latin typeface="Inter"/>
                  <a:ea typeface="Inter"/>
                  <a:cs typeface="Inter"/>
                </a:defRPr>
              </a:lvl7pPr>
              <a:lvl8pPr algn="l">
                <a:defRPr sz="1396" b="1" i="0" kern="0" spc="-9">
                  <a:ln w="42811">
                    <a:solidFill>
                      <a:srgbClr val="FFFFFF"/>
                    </a:solidFill>
                    <a:prstDash val="solid"/>
                  </a:ln>
                  <a:solidFill>
                    <a:srgbClr val="FFFFFF"/>
                  </a:solidFill>
                  <a:latin typeface="Inter"/>
                  <a:ea typeface="Inter"/>
                  <a:cs typeface="Inter"/>
                </a:defRPr>
              </a:lvl8pPr>
              <a:lvl9pPr algn="l">
                <a:defRPr sz="1396" b="1" i="0" kern="0" spc="-9">
                  <a:ln w="42811">
                    <a:solidFill>
                      <a:srgbClr val="FFFFFF"/>
                    </a:solidFill>
                    <a:prstDash val="solid"/>
                  </a:ln>
                  <a:solidFill>
                    <a:srgbClr val="FFFFFF"/>
                  </a:solidFill>
                  <a:latin typeface="Inter"/>
                  <a:ea typeface="Inter"/>
                  <a:cs typeface="Inter"/>
                </a:defRPr>
              </a:lvl9pPr>
            </a:lstStyle>
            <a:p>
              <a:pPr algn="l">
                <a:lnSpc>
                  <a:spcPct val="100000"/>
                </a:lnSpc>
                <a:buNone/>
                <a:defRPr sz="1396" b="1" i="0" kern="0" spc="-9">
                  <a:solidFill>
                    <a:srgbClr val="FFFFFF"/>
                  </a:solidFill>
                  <a:latin typeface="Inter"/>
                  <a:ea typeface="Inter"/>
                  <a:cs typeface="Inter"/>
                </a:defRPr>
              </a:pPr>
              <a:r>
                <a:rPr sz="1396" b="1" i="0" kern="0" spc="-9">
                  <a:ln w="42811">
                    <a:solidFill>
                      <a:srgbClr val="FFFFFF"/>
                    </a:solidFill>
                    <a:prstDash val="solid"/>
                  </a:ln>
                  <a:solidFill>
                    <a:srgbClr val="FFFFFF"/>
                  </a:solidFill>
                  <a:latin typeface="Inter"/>
                  <a:ea typeface="Inter"/>
                  <a:cs typeface="Inter"/>
                </a:rPr>
                <a:t>World price $75</a:t>
              </a:r>
            </a:p>
          </p:txBody>
        </p:sp>
        <p:sp>
          <p:nvSpPr>
            <p:cNvPr id="104" name="s8 text 57">
              <a:extLst>
                <a:ext uri="{FF2B5EF4-FFF2-40B4-BE49-F238E27FC236}">
                  <a16:creationId xmlns:a16="http://schemas.microsoft.com/office/drawing/2014/main" id="{F6FE1DBE-9767-48FE-B5D7-1AB1DF493799}"/>
                </a:ext>
              </a:extLst>
            </p:cNvPr>
            <p:cNvSpPr>
              <a:spLocks noGrp="1"/>
            </p:cNvSpPr>
            <p:nvPr/>
          </p:nvSpPr>
          <p:spPr>
            <a:xfrm>
              <a:off x="2091348" y="3313671"/>
              <a:ext cx="1443542" cy="246617"/>
            </a:xfrm>
            <a:prstGeom prst="rect">
              <a:avLst/>
            </a:prstGeom>
            <a:noFill/>
            <a:ln w="0">
              <a:noFill/>
              <a:prstDash val="solid"/>
            </a:ln>
          </p:spPr>
          <p:txBody>
            <a:bodyPr wrap="none" lIns="0" tIns="0" rIns="0" bIns="0" anchor="t">
              <a:noAutofit/>
            </a:bodyPr>
            <a:lstStyle>
              <a:defPPr algn="l">
                <a:defRPr sz="1396" b="1" i="0" kern="0" spc="-9">
                  <a:solidFill>
                    <a:srgbClr val="0A2540"/>
                  </a:solidFill>
                  <a:latin typeface="Inter"/>
                  <a:ea typeface="Inter"/>
                  <a:cs typeface="Inter"/>
                </a:defRPr>
              </a:defPPr>
              <a:lvl1pPr algn="l">
                <a:defRPr sz="1396" b="1" i="0" kern="0" spc="-9">
                  <a:solidFill>
                    <a:srgbClr val="0A2540"/>
                  </a:solidFill>
                  <a:latin typeface="Inter"/>
                  <a:ea typeface="Inter"/>
                  <a:cs typeface="Inter"/>
                </a:defRPr>
              </a:lvl1pPr>
              <a:lvl2pPr algn="l">
                <a:defRPr sz="1396" b="1" i="0" kern="0" spc="-9">
                  <a:solidFill>
                    <a:srgbClr val="0A2540"/>
                  </a:solidFill>
                  <a:latin typeface="Inter"/>
                  <a:ea typeface="Inter"/>
                  <a:cs typeface="Inter"/>
                </a:defRPr>
              </a:lvl2pPr>
              <a:lvl3pPr algn="l">
                <a:defRPr sz="1396" b="1" i="0" kern="0" spc="-9">
                  <a:solidFill>
                    <a:srgbClr val="0A2540"/>
                  </a:solidFill>
                  <a:latin typeface="Inter"/>
                  <a:ea typeface="Inter"/>
                  <a:cs typeface="Inter"/>
                </a:defRPr>
              </a:lvl3pPr>
              <a:lvl4pPr algn="l">
                <a:defRPr sz="1396" b="1" i="0" kern="0" spc="-9">
                  <a:solidFill>
                    <a:srgbClr val="0A2540"/>
                  </a:solidFill>
                  <a:latin typeface="Inter"/>
                  <a:ea typeface="Inter"/>
                  <a:cs typeface="Inter"/>
                </a:defRPr>
              </a:lvl4pPr>
              <a:lvl5pPr algn="l">
                <a:defRPr sz="1396" b="1" i="0" kern="0" spc="-9">
                  <a:solidFill>
                    <a:srgbClr val="0A2540"/>
                  </a:solidFill>
                  <a:latin typeface="Inter"/>
                  <a:ea typeface="Inter"/>
                  <a:cs typeface="Inter"/>
                </a:defRPr>
              </a:lvl5pPr>
              <a:lvl6pPr algn="l">
                <a:defRPr sz="1396" b="1" i="0" kern="0" spc="-9">
                  <a:solidFill>
                    <a:srgbClr val="0A2540"/>
                  </a:solidFill>
                  <a:latin typeface="Inter"/>
                  <a:ea typeface="Inter"/>
                  <a:cs typeface="Inter"/>
                </a:defRPr>
              </a:lvl6pPr>
              <a:lvl7pPr algn="l">
                <a:defRPr sz="1396" b="1" i="0" kern="0" spc="-9">
                  <a:solidFill>
                    <a:srgbClr val="0A2540"/>
                  </a:solidFill>
                  <a:latin typeface="Inter"/>
                  <a:ea typeface="Inter"/>
                  <a:cs typeface="Inter"/>
                </a:defRPr>
              </a:lvl7pPr>
              <a:lvl8pPr algn="l">
                <a:defRPr sz="1396" b="1" i="0" kern="0" spc="-9">
                  <a:solidFill>
                    <a:srgbClr val="0A2540"/>
                  </a:solidFill>
                  <a:latin typeface="Inter"/>
                  <a:ea typeface="Inter"/>
                  <a:cs typeface="Inter"/>
                </a:defRPr>
              </a:lvl8pPr>
              <a:lvl9pPr algn="l">
                <a:defRPr sz="1396" b="1" i="0" kern="0" spc="-9">
                  <a:solidFill>
                    <a:srgbClr val="0A2540"/>
                  </a:solidFill>
                  <a:latin typeface="Inter"/>
                  <a:ea typeface="Inter"/>
                  <a:cs typeface="Inter"/>
                </a:defRPr>
              </a:lvl9pPr>
            </a:lstStyle>
            <a:p>
              <a:pPr algn="l">
                <a:lnSpc>
                  <a:spcPct val="100000"/>
                </a:lnSpc>
                <a:buNone/>
                <a:defRPr sz="1396" b="1" i="0" kern="0" spc="-9">
                  <a:solidFill>
                    <a:srgbClr val="0A2540"/>
                  </a:solidFill>
                  <a:latin typeface="Inter"/>
                  <a:ea typeface="Inter"/>
                  <a:cs typeface="Inter"/>
                </a:defRPr>
              </a:pPr>
              <a:r>
                <a:rPr sz="1396" b="1" i="0" kern="0" spc="-9">
                  <a:solidFill>
                    <a:srgbClr val="0A2540"/>
                  </a:solidFill>
                  <a:latin typeface="Inter"/>
                  <a:ea typeface="Inter"/>
                  <a:cs typeface="Inter"/>
                </a:rPr>
                <a:t>World price $75</a:t>
              </a:r>
            </a:p>
          </p:txBody>
        </p:sp>
        <p:sp>
          <p:nvSpPr>
            <p:cNvPr id="105" name="s8 text 58 halo">
              <a:extLst>
                <a:ext uri="{FF2B5EF4-FFF2-40B4-BE49-F238E27FC236}">
                  <a16:creationId xmlns:a16="http://schemas.microsoft.com/office/drawing/2014/main" id="{7488B7B3-A9D8-4585-B9EC-E0C59F53D6E2}"/>
                </a:ext>
              </a:extLst>
            </p:cNvPr>
            <p:cNvSpPr>
              <a:spLocks noGrp="1"/>
            </p:cNvSpPr>
            <p:nvPr/>
          </p:nvSpPr>
          <p:spPr>
            <a:xfrm>
              <a:off x="5858671" y="3798392"/>
              <a:ext cx="587492" cy="232899"/>
            </a:xfrm>
            <a:prstGeom prst="rect">
              <a:avLst/>
            </a:prstGeom>
            <a:noFill/>
            <a:ln w="0">
              <a:noFill/>
              <a:prstDash val="solid"/>
            </a:ln>
          </p:spPr>
          <p:txBody>
            <a:bodyPr wrap="none" lIns="0" tIns="0" rIns="0" bIns="0" anchor="t">
              <a:noAutofit/>
            </a:bodyPr>
            <a:lstStyle>
              <a:defPPr algn="l">
                <a:defRPr sz="1318" b="1" i="0" kern="0" spc="-9">
                  <a:ln w="42811">
                    <a:solidFill>
                      <a:srgbClr val="FFFFFF"/>
                    </a:solidFill>
                    <a:prstDash val="solid"/>
                  </a:ln>
                  <a:solidFill>
                    <a:srgbClr val="FFFFFF"/>
                  </a:solidFill>
                  <a:latin typeface="Inter"/>
                  <a:ea typeface="Inter"/>
                  <a:cs typeface="Inter"/>
                </a:defRPr>
              </a:defPPr>
              <a:lvl1pPr algn="l">
                <a:defRPr sz="1318" b="1" i="0" kern="0" spc="-9">
                  <a:ln w="42811">
                    <a:solidFill>
                      <a:srgbClr val="FFFFFF"/>
                    </a:solidFill>
                    <a:prstDash val="solid"/>
                  </a:ln>
                  <a:solidFill>
                    <a:srgbClr val="FFFFFF"/>
                  </a:solidFill>
                  <a:latin typeface="Inter"/>
                  <a:ea typeface="Inter"/>
                  <a:cs typeface="Inter"/>
                </a:defRPr>
              </a:lvl1pPr>
              <a:lvl2pPr algn="l">
                <a:defRPr sz="1318" b="1" i="0" kern="0" spc="-9">
                  <a:ln w="42811">
                    <a:solidFill>
                      <a:srgbClr val="FFFFFF"/>
                    </a:solidFill>
                    <a:prstDash val="solid"/>
                  </a:ln>
                  <a:solidFill>
                    <a:srgbClr val="FFFFFF"/>
                  </a:solidFill>
                  <a:latin typeface="Inter"/>
                  <a:ea typeface="Inter"/>
                  <a:cs typeface="Inter"/>
                </a:defRPr>
              </a:lvl2pPr>
              <a:lvl3pPr algn="l">
                <a:defRPr sz="1318" b="1" i="0" kern="0" spc="-9">
                  <a:ln w="42811">
                    <a:solidFill>
                      <a:srgbClr val="FFFFFF"/>
                    </a:solidFill>
                    <a:prstDash val="solid"/>
                  </a:ln>
                  <a:solidFill>
                    <a:srgbClr val="FFFFFF"/>
                  </a:solidFill>
                  <a:latin typeface="Inter"/>
                  <a:ea typeface="Inter"/>
                  <a:cs typeface="Inter"/>
                </a:defRPr>
              </a:lvl3pPr>
              <a:lvl4pPr algn="l">
                <a:defRPr sz="1318" b="1" i="0" kern="0" spc="-9">
                  <a:ln w="42811">
                    <a:solidFill>
                      <a:srgbClr val="FFFFFF"/>
                    </a:solidFill>
                    <a:prstDash val="solid"/>
                  </a:ln>
                  <a:solidFill>
                    <a:srgbClr val="FFFFFF"/>
                  </a:solidFill>
                  <a:latin typeface="Inter"/>
                  <a:ea typeface="Inter"/>
                  <a:cs typeface="Inter"/>
                </a:defRPr>
              </a:lvl4pPr>
              <a:lvl5pPr algn="l">
                <a:defRPr sz="1318" b="1" i="0" kern="0" spc="-9">
                  <a:ln w="42811">
                    <a:solidFill>
                      <a:srgbClr val="FFFFFF"/>
                    </a:solidFill>
                    <a:prstDash val="solid"/>
                  </a:ln>
                  <a:solidFill>
                    <a:srgbClr val="FFFFFF"/>
                  </a:solidFill>
                  <a:latin typeface="Inter"/>
                  <a:ea typeface="Inter"/>
                  <a:cs typeface="Inter"/>
                </a:defRPr>
              </a:lvl5pPr>
              <a:lvl6pPr algn="l">
                <a:defRPr sz="1318" b="1" i="0" kern="0" spc="-9">
                  <a:ln w="42811">
                    <a:solidFill>
                      <a:srgbClr val="FFFFFF"/>
                    </a:solidFill>
                    <a:prstDash val="solid"/>
                  </a:ln>
                  <a:solidFill>
                    <a:srgbClr val="FFFFFF"/>
                  </a:solidFill>
                  <a:latin typeface="Inter"/>
                  <a:ea typeface="Inter"/>
                  <a:cs typeface="Inter"/>
                </a:defRPr>
              </a:lvl6pPr>
              <a:lvl7pPr algn="l">
                <a:defRPr sz="1318" b="1" i="0" kern="0" spc="-9">
                  <a:ln w="42811">
                    <a:solidFill>
                      <a:srgbClr val="FFFFFF"/>
                    </a:solidFill>
                    <a:prstDash val="solid"/>
                  </a:ln>
                  <a:solidFill>
                    <a:srgbClr val="FFFFFF"/>
                  </a:solidFill>
                  <a:latin typeface="Inter"/>
                  <a:ea typeface="Inter"/>
                  <a:cs typeface="Inter"/>
                </a:defRPr>
              </a:lvl7pPr>
              <a:lvl8pPr algn="l">
                <a:defRPr sz="1318" b="1" i="0" kern="0" spc="-9">
                  <a:ln w="42811">
                    <a:solidFill>
                      <a:srgbClr val="FFFFFF"/>
                    </a:solidFill>
                    <a:prstDash val="solid"/>
                  </a:ln>
                  <a:solidFill>
                    <a:srgbClr val="FFFFFF"/>
                  </a:solidFill>
                  <a:latin typeface="Inter"/>
                  <a:ea typeface="Inter"/>
                  <a:cs typeface="Inter"/>
                </a:defRPr>
              </a:lvl8pPr>
              <a:lvl9pPr algn="l">
                <a:defRPr sz="1318" b="1" i="0" kern="0" spc="-9">
                  <a:ln w="42811">
                    <a:solidFill>
                      <a:srgbClr val="FFFFFF"/>
                    </a:solidFill>
                    <a:prstDash val="solid"/>
                  </a:ln>
                  <a:solidFill>
                    <a:srgbClr val="FFFFFF"/>
                  </a:solidFill>
                  <a:latin typeface="Inter"/>
                  <a:ea typeface="Inter"/>
                  <a:cs typeface="Inter"/>
                </a:defRPr>
              </a:lvl9pPr>
            </a:lstStyle>
            <a:p>
              <a:pPr algn="l">
                <a:lnSpc>
                  <a:spcPct val="100000"/>
                </a:lnSpc>
                <a:buNone/>
                <a:defRPr sz="1318" b="1" i="0" kern="0" spc="-9">
                  <a:solidFill>
                    <a:srgbClr val="FFFFFF"/>
                  </a:solidFill>
                  <a:latin typeface="Inter"/>
                  <a:ea typeface="Inter"/>
                  <a:cs typeface="Inter"/>
                </a:defRPr>
              </a:pPr>
              <a:r>
                <a:rPr sz="1318" b="1" i="0" kern="0" spc="-9">
                  <a:ln w="42811">
                    <a:solidFill>
                      <a:srgbClr val="FFFFFF"/>
                    </a:solidFill>
                    <a:prstDash val="solid"/>
                  </a:ln>
                  <a:solidFill>
                    <a:srgbClr val="FFFFFF"/>
                  </a:solidFill>
                  <a:latin typeface="Inter"/>
                  <a:ea typeface="Inter"/>
                  <a:cs typeface="Inter"/>
                </a:rPr>
                <a:t>height</a:t>
              </a:r>
            </a:p>
          </p:txBody>
        </p:sp>
        <p:sp>
          <p:nvSpPr>
            <p:cNvPr id="106" name="s8 text 58">
              <a:extLst>
                <a:ext uri="{FF2B5EF4-FFF2-40B4-BE49-F238E27FC236}">
                  <a16:creationId xmlns:a16="http://schemas.microsoft.com/office/drawing/2014/main" id="{9BD5D7E3-89AD-48E3-983A-B2D65A26C9CD}"/>
                </a:ext>
              </a:extLst>
            </p:cNvPr>
            <p:cNvSpPr>
              <a:spLocks noGrp="1"/>
            </p:cNvSpPr>
            <p:nvPr/>
          </p:nvSpPr>
          <p:spPr>
            <a:xfrm>
              <a:off x="5858671" y="3798392"/>
              <a:ext cx="587492" cy="232899"/>
            </a:xfrm>
            <a:prstGeom prst="rect">
              <a:avLst/>
            </a:prstGeom>
            <a:noFill/>
            <a:ln w="0">
              <a:noFill/>
              <a:prstDash val="solid"/>
            </a:ln>
          </p:spPr>
          <p:txBody>
            <a:bodyPr wrap="none" lIns="0" tIns="0" rIns="0" bIns="0" anchor="t">
              <a:noAutofit/>
            </a:bodyPr>
            <a:lstStyle>
              <a:defPPr algn="l">
                <a:defRPr sz="1318" b="1" i="0" kern="0" spc="-9">
                  <a:solidFill>
                    <a:srgbClr val="0E9F6E"/>
                  </a:solidFill>
                  <a:latin typeface="Inter"/>
                  <a:ea typeface="Inter"/>
                  <a:cs typeface="Inter"/>
                </a:defRPr>
              </a:defPPr>
              <a:lvl1pPr algn="l">
                <a:defRPr sz="1318" b="1" i="0" kern="0" spc="-9">
                  <a:solidFill>
                    <a:srgbClr val="0E9F6E"/>
                  </a:solidFill>
                  <a:latin typeface="Inter"/>
                  <a:ea typeface="Inter"/>
                  <a:cs typeface="Inter"/>
                </a:defRPr>
              </a:lvl1pPr>
              <a:lvl2pPr algn="l">
                <a:defRPr sz="1318" b="1" i="0" kern="0" spc="-9">
                  <a:solidFill>
                    <a:srgbClr val="0E9F6E"/>
                  </a:solidFill>
                  <a:latin typeface="Inter"/>
                  <a:ea typeface="Inter"/>
                  <a:cs typeface="Inter"/>
                </a:defRPr>
              </a:lvl2pPr>
              <a:lvl3pPr algn="l">
                <a:defRPr sz="1318" b="1" i="0" kern="0" spc="-9">
                  <a:solidFill>
                    <a:srgbClr val="0E9F6E"/>
                  </a:solidFill>
                  <a:latin typeface="Inter"/>
                  <a:ea typeface="Inter"/>
                  <a:cs typeface="Inter"/>
                </a:defRPr>
              </a:lvl3pPr>
              <a:lvl4pPr algn="l">
                <a:defRPr sz="1318" b="1" i="0" kern="0" spc="-9">
                  <a:solidFill>
                    <a:srgbClr val="0E9F6E"/>
                  </a:solidFill>
                  <a:latin typeface="Inter"/>
                  <a:ea typeface="Inter"/>
                  <a:cs typeface="Inter"/>
                </a:defRPr>
              </a:lvl4pPr>
              <a:lvl5pPr algn="l">
                <a:defRPr sz="1318" b="1" i="0" kern="0" spc="-9">
                  <a:solidFill>
                    <a:srgbClr val="0E9F6E"/>
                  </a:solidFill>
                  <a:latin typeface="Inter"/>
                  <a:ea typeface="Inter"/>
                  <a:cs typeface="Inter"/>
                </a:defRPr>
              </a:lvl5pPr>
              <a:lvl6pPr algn="l">
                <a:defRPr sz="1318" b="1" i="0" kern="0" spc="-9">
                  <a:solidFill>
                    <a:srgbClr val="0E9F6E"/>
                  </a:solidFill>
                  <a:latin typeface="Inter"/>
                  <a:ea typeface="Inter"/>
                  <a:cs typeface="Inter"/>
                </a:defRPr>
              </a:lvl6pPr>
              <a:lvl7pPr algn="l">
                <a:defRPr sz="1318" b="1" i="0" kern="0" spc="-9">
                  <a:solidFill>
                    <a:srgbClr val="0E9F6E"/>
                  </a:solidFill>
                  <a:latin typeface="Inter"/>
                  <a:ea typeface="Inter"/>
                  <a:cs typeface="Inter"/>
                </a:defRPr>
              </a:lvl7pPr>
              <a:lvl8pPr algn="l">
                <a:defRPr sz="1318" b="1" i="0" kern="0" spc="-9">
                  <a:solidFill>
                    <a:srgbClr val="0E9F6E"/>
                  </a:solidFill>
                  <a:latin typeface="Inter"/>
                  <a:ea typeface="Inter"/>
                  <a:cs typeface="Inter"/>
                </a:defRPr>
              </a:lvl8pPr>
              <a:lvl9pPr algn="l">
                <a:defRPr sz="1318" b="1" i="0" kern="0" spc="-9">
                  <a:solidFill>
                    <a:srgbClr val="0E9F6E"/>
                  </a:solidFill>
                  <a:latin typeface="Inter"/>
                  <a:ea typeface="Inter"/>
                  <a:cs typeface="Inter"/>
                </a:defRPr>
              </a:lvl9pPr>
            </a:lstStyle>
            <a:p>
              <a:pPr algn="l">
                <a:lnSpc>
                  <a:spcPct val="100000"/>
                </a:lnSpc>
                <a:buNone/>
                <a:defRPr sz="1318" b="1" i="0" kern="0" spc="-9">
                  <a:solidFill>
                    <a:srgbClr val="0E9F6E"/>
                  </a:solidFill>
                  <a:latin typeface="Inter"/>
                  <a:ea typeface="Inter"/>
                  <a:cs typeface="Inter"/>
                </a:defRPr>
              </a:pPr>
              <a:r>
                <a:rPr sz="1318" b="1" i="0" kern="0" spc="-9">
                  <a:solidFill>
                    <a:srgbClr val="0E9F6E"/>
                  </a:solidFill>
                  <a:latin typeface="Inter"/>
                  <a:ea typeface="Inter"/>
                  <a:cs typeface="Inter"/>
                </a:rPr>
                <a:t>height</a:t>
              </a:r>
            </a:p>
          </p:txBody>
        </p:sp>
        <p:sp>
          <p:nvSpPr>
            <p:cNvPr id="107" name="s8 text 59 halo">
              <a:extLst>
                <a:ext uri="{FF2B5EF4-FFF2-40B4-BE49-F238E27FC236}">
                  <a16:creationId xmlns:a16="http://schemas.microsoft.com/office/drawing/2014/main" id="{7C3FBDC5-2877-4976-8574-2E9661250455}"/>
                </a:ext>
              </a:extLst>
            </p:cNvPr>
            <p:cNvSpPr>
              <a:spLocks noGrp="1"/>
            </p:cNvSpPr>
            <p:nvPr/>
          </p:nvSpPr>
          <p:spPr>
            <a:xfrm>
              <a:off x="5858671" y="4036033"/>
              <a:ext cx="539296" cy="232899"/>
            </a:xfrm>
            <a:prstGeom prst="rect">
              <a:avLst/>
            </a:prstGeom>
            <a:noFill/>
            <a:ln w="0">
              <a:noFill/>
              <a:prstDash val="solid"/>
            </a:ln>
          </p:spPr>
          <p:txBody>
            <a:bodyPr wrap="none" lIns="0" tIns="0" rIns="0" bIns="0" anchor="t">
              <a:noAutofit/>
            </a:bodyPr>
            <a:lstStyle>
              <a:defPPr algn="l">
                <a:defRPr sz="1318" b="1" i="0" kern="0" spc="-9">
                  <a:ln w="42811">
                    <a:solidFill>
                      <a:srgbClr val="FFFFFF"/>
                    </a:solidFill>
                    <a:prstDash val="solid"/>
                  </a:ln>
                  <a:solidFill>
                    <a:srgbClr val="FFFFFF"/>
                  </a:solidFill>
                  <a:latin typeface="Inter"/>
                  <a:ea typeface="Inter"/>
                  <a:cs typeface="Inter"/>
                </a:defRPr>
              </a:defPPr>
              <a:lvl1pPr algn="l">
                <a:defRPr sz="1318" b="1" i="0" kern="0" spc="-9">
                  <a:ln w="42811">
                    <a:solidFill>
                      <a:srgbClr val="FFFFFF"/>
                    </a:solidFill>
                    <a:prstDash val="solid"/>
                  </a:ln>
                  <a:solidFill>
                    <a:srgbClr val="FFFFFF"/>
                  </a:solidFill>
                  <a:latin typeface="Inter"/>
                  <a:ea typeface="Inter"/>
                  <a:cs typeface="Inter"/>
                </a:defRPr>
              </a:lvl1pPr>
              <a:lvl2pPr algn="l">
                <a:defRPr sz="1318" b="1" i="0" kern="0" spc="-9">
                  <a:ln w="42811">
                    <a:solidFill>
                      <a:srgbClr val="FFFFFF"/>
                    </a:solidFill>
                    <a:prstDash val="solid"/>
                  </a:ln>
                  <a:solidFill>
                    <a:srgbClr val="FFFFFF"/>
                  </a:solidFill>
                  <a:latin typeface="Inter"/>
                  <a:ea typeface="Inter"/>
                  <a:cs typeface="Inter"/>
                </a:defRPr>
              </a:lvl2pPr>
              <a:lvl3pPr algn="l">
                <a:defRPr sz="1318" b="1" i="0" kern="0" spc="-9">
                  <a:ln w="42811">
                    <a:solidFill>
                      <a:srgbClr val="FFFFFF"/>
                    </a:solidFill>
                    <a:prstDash val="solid"/>
                  </a:ln>
                  <a:solidFill>
                    <a:srgbClr val="FFFFFF"/>
                  </a:solidFill>
                  <a:latin typeface="Inter"/>
                  <a:ea typeface="Inter"/>
                  <a:cs typeface="Inter"/>
                </a:defRPr>
              </a:lvl3pPr>
              <a:lvl4pPr algn="l">
                <a:defRPr sz="1318" b="1" i="0" kern="0" spc="-9">
                  <a:ln w="42811">
                    <a:solidFill>
                      <a:srgbClr val="FFFFFF"/>
                    </a:solidFill>
                    <a:prstDash val="solid"/>
                  </a:ln>
                  <a:solidFill>
                    <a:srgbClr val="FFFFFF"/>
                  </a:solidFill>
                  <a:latin typeface="Inter"/>
                  <a:ea typeface="Inter"/>
                  <a:cs typeface="Inter"/>
                </a:defRPr>
              </a:lvl4pPr>
              <a:lvl5pPr algn="l">
                <a:defRPr sz="1318" b="1" i="0" kern="0" spc="-9">
                  <a:ln w="42811">
                    <a:solidFill>
                      <a:srgbClr val="FFFFFF"/>
                    </a:solidFill>
                    <a:prstDash val="solid"/>
                  </a:ln>
                  <a:solidFill>
                    <a:srgbClr val="FFFFFF"/>
                  </a:solidFill>
                  <a:latin typeface="Inter"/>
                  <a:ea typeface="Inter"/>
                  <a:cs typeface="Inter"/>
                </a:defRPr>
              </a:lvl5pPr>
              <a:lvl6pPr algn="l">
                <a:defRPr sz="1318" b="1" i="0" kern="0" spc="-9">
                  <a:ln w="42811">
                    <a:solidFill>
                      <a:srgbClr val="FFFFFF"/>
                    </a:solidFill>
                    <a:prstDash val="solid"/>
                  </a:ln>
                  <a:solidFill>
                    <a:srgbClr val="FFFFFF"/>
                  </a:solidFill>
                  <a:latin typeface="Inter"/>
                  <a:ea typeface="Inter"/>
                  <a:cs typeface="Inter"/>
                </a:defRPr>
              </a:lvl6pPr>
              <a:lvl7pPr algn="l">
                <a:defRPr sz="1318" b="1" i="0" kern="0" spc="-9">
                  <a:ln w="42811">
                    <a:solidFill>
                      <a:srgbClr val="FFFFFF"/>
                    </a:solidFill>
                    <a:prstDash val="solid"/>
                  </a:ln>
                  <a:solidFill>
                    <a:srgbClr val="FFFFFF"/>
                  </a:solidFill>
                  <a:latin typeface="Inter"/>
                  <a:ea typeface="Inter"/>
                  <a:cs typeface="Inter"/>
                </a:defRPr>
              </a:lvl7pPr>
              <a:lvl8pPr algn="l">
                <a:defRPr sz="1318" b="1" i="0" kern="0" spc="-9">
                  <a:ln w="42811">
                    <a:solidFill>
                      <a:srgbClr val="FFFFFF"/>
                    </a:solidFill>
                    <a:prstDash val="solid"/>
                  </a:ln>
                  <a:solidFill>
                    <a:srgbClr val="FFFFFF"/>
                  </a:solidFill>
                  <a:latin typeface="Inter"/>
                  <a:ea typeface="Inter"/>
                  <a:cs typeface="Inter"/>
                </a:defRPr>
              </a:lvl8pPr>
              <a:lvl9pPr algn="l">
                <a:defRPr sz="1318" b="1" i="0" kern="0" spc="-9">
                  <a:ln w="42811">
                    <a:solidFill>
                      <a:srgbClr val="FFFFFF"/>
                    </a:solidFill>
                    <a:prstDash val="solid"/>
                  </a:ln>
                  <a:solidFill>
                    <a:srgbClr val="FFFFFF"/>
                  </a:solidFill>
                  <a:latin typeface="Inter"/>
                  <a:ea typeface="Inter"/>
                  <a:cs typeface="Inter"/>
                </a:defRPr>
              </a:lvl9pPr>
            </a:lstStyle>
            <a:p>
              <a:pPr algn="l">
                <a:lnSpc>
                  <a:spcPct val="100000"/>
                </a:lnSpc>
                <a:buNone/>
                <a:defRPr sz="1318" b="1" i="0" kern="0" spc="-9">
                  <a:solidFill>
                    <a:srgbClr val="FFFFFF"/>
                  </a:solidFill>
                  <a:latin typeface="Inter"/>
                  <a:ea typeface="Inter"/>
                  <a:cs typeface="Inter"/>
                </a:defRPr>
              </a:pPr>
              <a:r>
                <a:rPr sz="1318" b="1" i="0" kern="0" spc="-9">
                  <a:ln w="42811">
                    <a:solidFill>
                      <a:srgbClr val="FFFFFF"/>
                    </a:solidFill>
                    <a:prstDash val="solid"/>
                  </a:ln>
                  <a:solidFill>
                    <a:srgbClr val="FFFFFF"/>
                  </a:solidFill>
                  <a:latin typeface="Inter"/>
                  <a:ea typeface="Inter"/>
                  <a:cs typeface="Inter"/>
                </a:rPr>
                <a:t>= $25</a:t>
              </a:r>
            </a:p>
          </p:txBody>
        </p:sp>
        <p:sp>
          <p:nvSpPr>
            <p:cNvPr id="108" name="s8 text 59">
              <a:extLst>
                <a:ext uri="{FF2B5EF4-FFF2-40B4-BE49-F238E27FC236}">
                  <a16:creationId xmlns:a16="http://schemas.microsoft.com/office/drawing/2014/main" id="{24874FAD-E03E-4D23-973B-C8419A4A05AC}"/>
                </a:ext>
              </a:extLst>
            </p:cNvPr>
            <p:cNvSpPr>
              <a:spLocks noGrp="1"/>
            </p:cNvSpPr>
            <p:nvPr/>
          </p:nvSpPr>
          <p:spPr>
            <a:xfrm>
              <a:off x="5858671" y="4036033"/>
              <a:ext cx="539296" cy="232899"/>
            </a:xfrm>
            <a:prstGeom prst="rect">
              <a:avLst/>
            </a:prstGeom>
            <a:noFill/>
            <a:ln w="0">
              <a:noFill/>
              <a:prstDash val="solid"/>
            </a:ln>
          </p:spPr>
          <p:txBody>
            <a:bodyPr wrap="none" lIns="0" tIns="0" rIns="0" bIns="0" anchor="t">
              <a:noAutofit/>
            </a:bodyPr>
            <a:lstStyle>
              <a:defPPr algn="l">
                <a:defRPr sz="1318" b="1" i="0" kern="0" spc="-9">
                  <a:solidFill>
                    <a:srgbClr val="0E9F6E"/>
                  </a:solidFill>
                  <a:latin typeface="Inter"/>
                  <a:ea typeface="Inter"/>
                  <a:cs typeface="Inter"/>
                </a:defRPr>
              </a:defPPr>
              <a:lvl1pPr algn="l">
                <a:defRPr sz="1318" b="1" i="0" kern="0" spc="-9">
                  <a:solidFill>
                    <a:srgbClr val="0E9F6E"/>
                  </a:solidFill>
                  <a:latin typeface="Inter"/>
                  <a:ea typeface="Inter"/>
                  <a:cs typeface="Inter"/>
                </a:defRPr>
              </a:lvl1pPr>
              <a:lvl2pPr algn="l">
                <a:defRPr sz="1318" b="1" i="0" kern="0" spc="-9">
                  <a:solidFill>
                    <a:srgbClr val="0E9F6E"/>
                  </a:solidFill>
                  <a:latin typeface="Inter"/>
                  <a:ea typeface="Inter"/>
                  <a:cs typeface="Inter"/>
                </a:defRPr>
              </a:lvl2pPr>
              <a:lvl3pPr algn="l">
                <a:defRPr sz="1318" b="1" i="0" kern="0" spc="-9">
                  <a:solidFill>
                    <a:srgbClr val="0E9F6E"/>
                  </a:solidFill>
                  <a:latin typeface="Inter"/>
                  <a:ea typeface="Inter"/>
                  <a:cs typeface="Inter"/>
                </a:defRPr>
              </a:lvl3pPr>
              <a:lvl4pPr algn="l">
                <a:defRPr sz="1318" b="1" i="0" kern="0" spc="-9">
                  <a:solidFill>
                    <a:srgbClr val="0E9F6E"/>
                  </a:solidFill>
                  <a:latin typeface="Inter"/>
                  <a:ea typeface="Inter"/>
                  <a:cs typeface="Inter"/>
                </a:defRPr>
              </a:lvl4pPr>
              <a:lvl5pPr algn="l">
                <a:defRPr sz="1318" b="1" i="0" kern="0" spc="-9">
                  <a:solidFill>
                    <a:srgbClr val="0E9F6E"/>
                  </a:solidFill>
                  <a:latin typeface="Inter"/>
                  <a:ea typeface="Inter"/>
                  <a:cs typeface="Inter"/>
                </a:defRPr>
              </a:lvl5pPr>
              <a:lvl6pPr algn="l">
                <a:defRPr sz="1318" b="1" i="0" kern="0" spc="-9">
                  <a:solidFill>
                    <a:srgbClr val="0E9F6E"/>
                  </a:solidFill>
                  <a:latin typeface="Inter"/>
                  <a:ea typeface="Inter"/>
                  <a:cs typeface="Inter"/>
                </a:defRPr>
              </a:lvl6pPr>
              <a:lvl7pPr algn="l">
                <a:defRPr sz="1318" b="1" i="0" kern="0" spc="-9">
                  <a:solidFill>
                    <a:srgbClr val="0E9F6E"/>
                  </a:solidFill>
                  <a:latin typeface="Inter"/>
                  <a:ea typeface="Inter"/>
                  <a:cs typeface="Inter"/>
                </a:defRPr>
              </a:lvl7pPr>
              <a:lvl8pPr algn="l">
                <a:defRPr sz="1318" b="1" i="0" kern="0" spc="-9">
                  <a:solidFill>
                    <a:srgbClr val="0E9F6E"/>
                  </a:solidFill>
                  <a:latin typeface="Inter"/>
                  <a:ea typeface="Inter"/>
                  <a:cs typeface="Inter"/>
                </a:defRPr>
              </a:lvl8pPr>
              <a:lvl9pPr algn="l">
                <a:defRPr sz="1318" b="1" i="0" kern="0" spc="-9">
                  <a:solidFill>
                    <a:srgbClr val="0E9F6E"/>
                  </a:solidFill>
                  <a:latin typeface="Inter"/>
                  <a:ea typeface="Inter"/>
                  <a:cs typeface="Inter"/>
                </a:defRPr>
              </a:lvl9pPr>
            </a:lstStyle>
            <a:p>
              <a:pPr algn="l">
                <a:lnSpc>
                  <a:spcPct val="100000"/>
                </a:lnSpc>
                <a:buNone/>
                <a:defRPr sz="1318" b="1" i="0" kern="0" spc="-9">
                  <a:solidFill>
                    <a:srgbClr val="0E9F6E"/>
                  </a:solidFill>
                  <a:latin typeface="Inter"/>
                  <a:ea typeface="Inter"/>
                  <a:cs typeface="Inter"/>
                </a:defRPr>
              </a:pPr>
              <a:r>
                <a:rPr sz="1318" b="1" i="0" kern="0" spc="-9">
                  <a:solidFill>
                    <a:srgbClr val="0E9F6E"/>
                  </a:solidFill>
                  <a:latin typeface="Inter"/>
                  <a:ea typeface="Inter"/>
                  <a:cs typeface="Inter"/>
                </a:rPr>
                <a:t>= $25</a:t>
              </a:r>
            </a:p>
          </p:txBody>
        </p:sp>
        <p:sp>
          <p:nvSpPr>
            <p:cNvPr id="109" name="s8 text 60 halo">
              <a:extLst>
                <a:ext uri="{FF2B5EF4-FFF2-40B4-BE49-F238E27FC236}">
                  <a16:creationId xmlns:a16="http://schemas.microsoft.com/office/drawing/2014/main" id="{174F31DB-3CAF-479E-A8DF-207D22DE3F30}"/>
                </a:ext>
              </a:extLst>
            </p:cNvPr>
            <p:cNvSpPr>
              <a:spLocks noGrp="1"/>
            </p:cNvSpPr>
            <p:nvPr/>
          </p:nvSpPr>
          <p:spPr>
            <a:xfrm>
              <a:off x="2664634" y="5012829"/>
              <a:ext cx="1622955" cy="232899"/>
            </a:xfrm>
            <a:prstGeom prst="rect">
              <a:avLst/>
            </a:prstGeom>
            <a:noFill/>
            <a:ln w="0">
              <a:noFill/>
              <a:prstDash val="solid"/>
            </a:ln>
          </p:spPr>
          <p:txBody>
            <a:bodyPr wrap="none" lIns="0" tIns="0" rIns="0" bIns="0" anchor="t">
              <a:noAutofit/>
            </a:bodyPr>
            <a:lstStyle>
              <a:defPPr algn="l">
                <a:defRPr sz="1318" b="1" i="0" kern="0" spc="-9">
                  <a:ln w="42811">
                    <a:solidFill>
                      <a:srgbClr val="FFFFFF"/>
                    </a:solidFill>
                    <a:prstDash val="solid"/>
                  </a:ln>
                  <a:solidFill>
                    <a:srgbClr val="FFFFFF"/>
                  </a:solidFill>
                  <a:latin typeface="Inter"/>
                  <a:ea typeface="Inter"/>
                  <a:cs typeface="Inter"/>
                </a:defRPr>
              </a:defPPr>
              <a:lvl1pPr algn="l">
                <a:defRPr sz="1318" b="1" i="0" kern="0" spc="-9">
                  <a:ln w="42811">
                    <a:solidFill>
                      <a:srgbClr val="FFFFFF"/>
                    </a:solidFill>
                    <a:prstDash val="solid"/>
                  </a:ln>
                  <a:solidFill>
                    <a:srgbClr val="FFFFFF"/>
                  </a:solidFill>
                  <a:latin typeface="Inter"/>
                  <a:ea typeface="Inter"/>
                  <a:cs typeface="Inter"/>
                </a:defRPr>
              </a:lvl1pPr>
              <a:lvl2pPr algn="l">
                <a:defRPr sz="1318" b="1" i="0" kern="0" spc="-9">
                  <a:ln w="42811">
                    <a:solidFill>
                      <a:srgbClr val="FFFFFF"/>
                    </a:solidFill>
                    <a:prstDash val="solid"/>
                  </a:ln>
                  <a:solidFill>
                    <a:srgbClr val="FFFFFF"/>
                  </a:solidFill>
                  <a:latin typeface="Inter"/>
                  <a:ea typeface="Inter"/>
                  <a:cs typeface="Inter"/>
                </a:defRPr>
              </a:lvl2pPr>
              <a:lvl3pPr algn="l">
                <a:defRPr sz="1318" b="1" i="0" kern="0" spc="-9">
                  <a:ln w="42811">
                    <a:solidFill>
                      <a:srgbClr val="FFFFFF"/>
                    </a:solidFill>
                    <a:prstDash val="solid"/>
                  </a:ln>
                  <a:solidFill>
                    <a:srgbClr val="FFFFFF"/>
                  </a:solidFill>
                  <a:latin typeface="Inter"/>
                  <a:ea typeface="Inter"/>
                  <a:cs typeface="Inter"/>
                </a:defRPr>
              </a:lvl3pPr>
              <a:lvl4pPr algn="l">
                <a:defRPr sz="1318" b="1" i="0" kern="0" spc="-9">
                  <a:ln w="42811">
                    <a:solidFill>
                      <a:srgbClr val="FFFFFF"/>
                    </a:solidFill>
                    <a:prstDash val="solid"/>
                  </a:ln>
                  <a:solidFill>
                    <a:srgbClr val="FFFFFF"/>
                  </a:solidFill>
                  <a:latin typeface="Inter"/>
                  <a:ea typeface="Inter"/>
                  <a:cs typeface="Inter"/>
                </a:defRPr>
              </a:lvl4pPr>
              <a:lvl5pPr algn="l">
                <a:defRPr sz="1318" b="1" i="0" kern="0" spc="-9">
                  <a:ln w="42811">
                    <a:solidFill>
                      <a:srgbClr val="FFFFFF"/>
                    </a:solidFill>
                    <a:prstDash val="solid"/>
                  </a:ln>
                  <a:solidFill>
                    <a:srgbClr val="FFFFFF"/>
                  </a:solidFill>
                  <a:latin typeface="Inter"/>
                  <a:ea typeface="Inter"/>
                  <a:cs typeface="Inter"/>
                </a:defRPr>
              </a:lvl5pPr>
              <a:lvl6pPr algn="l">
                <a:defRPr sz="1318" b="1" i="0" kern="0" spc="-9">
                  <a:ln w="42811">
                    <a:solidFill>
                      <a:srgbClr val="FFFFFF"/>
                    </a:solidFill>
                    <a:prstDash val="solid"/>
                  </a:ln>
                  <a:solidFill>
                    <a:srgbClr val="FFFFFF"/>
                  </a:solidFill>
                  <a:latin typeface="Inter"/>
                  <a:ea typeface="Inter"/>
                  <a:cs typeface="Inter"/>
                </a:defRPr>
              </a:lvl6pPr>
              <a:lvl7pPr algn="l">
                <a:defRPr sz="1318" b="1" i="0" kern="0" spc="-9">
                  <a:ln w="42811">
                    <a:solidFill>
                      <a:srgbClr val="FFFFFF"/>
                    </a:solidFill>
                    <a:prstDash val="solid"/>
                  </a:ln>
                  <a:solidFill>
                    <a:srgbClr val="FFFFFF"/>
                  </a:solidFill>
                  <a:latin typeface="Inter"/>
                  <a:ea typeface="Inter"/>
                  <a:cs typeface="Inter"/>
                </a:defRPr>
              </a:lvl7pPr>
              <a:lvl8pPr algn="l">
                <a:defRPr sz="1318" b="1" i="0" kern="0" spc="-9">
                  <a:ln w="42811">
                    <a:solidFill>
                      <a:srgbClr val="FFFFFF"/>
                    </a:solidFill>
                    <a:prstDash val="solid"/>
                  </a:ln>
                  <a:solidFill>
                    <a:srgbClr val="FFFFFF"/>
                  </a:solidFill>
                  <a:latin typeface="Inter"/>
                  <a:ea typeface="Inter"/>
                  <a:cs typeface="Inter"/>
                </a:defRPr>
              </a:lvl8pPr>
              <a:lvl9pPr algn="l">
                <a:defRPr sz="1318" b="1" i="0" kern="0" spc="-9">
                  <a:ln w="42811">
                    <a:solidFill>
                      <a:srgbClr val="FFFFFF"/>
                    </a:solidFill>
                    <a:prstDash val="solid"/>
                  </a:ln>
                  <a:solidFill>
                    <a:srgbClr val="FFFFFF"/>
                  </a:solidFill>
                  <a:latin typeface="Inter"/>
                  <a:ea typeface="Inter"/>
                  <a:cs typeface="Inter"/>
                </a:defRPr>
              </a:lvl9pPr>
            </a:lstStyle>
            <a:p>
              <a:pPr algn="l">
                <a:lnSpc>
                  <a:spcPct val="100000"/>
                </a:lnSpc>
                <a:buNone/>
                <a:defRPr sz="1318" b="1" i="0" kern="0" spc="-9">
                  <a:solidFill>
                    <a:srgbClr val="FFFFFF"/>
                  </a:solidFill>
                  <a:latin typeface="Inter"/>
                  <a:ea typeface="Inter"/>
                  <a:cs typeface="Inter"/>
                </a:defRPr>
              </a:pPr>
              <a:r>
                <a:rPr sz="1318" b="1" i="0" kern="0" spc="-9">
                  <a:ln w="42811">
                    <a:solidFill>
                      <a:srgbClr val="FFFFFF"/>
                    </a:solidFill>
                    <a:prstDash val="solid"/>
                  </a:ln>
                  <a:solidFill>
                    <a:srgbClr val="FFFFFF"/>
                  </a:solidFill>
                  <a:latin typeface="Inter"/>
                  <a:ea typeface="Inter"/>
                  <a:cs typeface="Inter"/>
                </a:rPr>
                <a:t>base = 20,000 TVs</a:t>
              </a:r>
            </a:p>
          </p:txBody>
        </p:sp>
        <p:sp>
          <p:nvSpPr>
            <p:cNvPr id="110" name="s8 text 60">
              <a:extLst>
                <a:ext uri="{FF2B5EF4-FFF2-40B4-BE49-F238E27FC236}">
                  <a16:creationId xmlns:a16="http://schemas.microsoft.com/office/drawing/2014/main" id="{D6A885A7-5538-46A1-A516-D6B05B201D97}"/>
                </a:ext>
              </a:extLst>
            </p:cNvPr>
            <p:cNvSpPr>
              <a:spLocks noGrp="1"/>
            </p:cNvSpPr>
            <p:nvPr/>
          </p:nvSpPr>
          <p:spPr>
            <a:xfrm>
              <a:off x="2664634" y="5012829"/>
              <a:ext cx="1622955" cy="232899"/>
            </a:xfrm>
            <a:prstGeom prst="rect">
              <a:avLst/>
            </a:prstGeom>
            <a:noFill/>
            <a:ln w="0">
              <a:noFill/>
              <a:prstDash val="solid"/>
            </a:ln>
          </p:spPr>
          <p:txBody>
            <a:bodyPr wrap="none" lIns="0" tIns="0" rIns="0" bIns="0" anchor="t">
              <a:noAutofit/>
            </a:bodyPr>
            <a:lstStyle>
              <a:defPPr algn="l">
                <a:defRPr sz="1318" b="1" i="0" kern="0" spc="-9">
                  <a:solidFill>
                    <a:srgbClr val="0E9F6E"/>
                  </a:solidFill>
                  <a:latin typeface="Inter"/>
                  <a:ea typeface="Inter"/>
                  <a:cs typeface="Inter"/>
                </a:defRPr>
              </a:defPPr>
              <a:lvl1pPr algn="l">
                <a:defRPr sz="1318" b="1" i="0" kern="0" spc="-9">
                  <a:solidFill>
                    <a:srgbClr val="0E9F6E"/>
                  </a:solidFill>
                  <a:latin typeface="Inter"/>
                  <a:ea typeface="Inter"/>
                  <a:cs typeface="Inter"/>
                </a:defRPr>
              </a:lvl1pPr>
              <a:lvl2pPr algn="l">
                <a:defRPr sz="1318" b="1" i="0" kern="0" spc="-9">
                  <a:solidFill>
                    <a:srgbClr val="0E9F6E"/>
                  </a:solidFill>
                  <a:latin typeface="Inter"/>
                  <a:ea typeface="Inter"/>
                  <a:cs typeface="Inter"/>
                </a:defRPr>
              </a:lvl2pPr>
              <a:lvl3pPr algn="l">
                <a:defRPr sz="1318" b="1" i="0" kern="0" spc="-9">
                  <a:solidFill>
                    <a:srgbClr val="0E9F6E"/>
                  </a:solidFill>
                  <a:latin typeface="Inter"/>
                  <a:ea typeface="Inter"/>
                  <a:cs typeface="Inter"/>
                </a:defRPr>
              </a:lvl3pPr>
              <a:lvl4pPr algn="l">
                <a:defRPr sz="1318" b="1" i="0" kern="0" spc="-9">
                  <a:solidFill>
                    <a:srgbClr val="0E9F6E"/>
                  </a:solidFill>
                  <a:latin typeface="Inter"/>
                  <a:ea typeface="Inter"/>
                  <a:cs typeface="Inter"/>
                </a:defRPr>
              </a:lvl4pPr>
              <a:lvl5pPr algn="l">
                <a:defRPr sz="1318" b="1" i="0" kern="0" spc="-9">
                  <a:solidFill>
                    <a:srgbClr val="0E9F6E"/>
                  </a:solidFill>
                  <a:latin typeface="Inter"/>
                  <a:ea typeface="Inter"/>
                  <a:cs typeface="Inter"/>
                </a:defRPr>
              </a:lvl5pPr>
              <a:lvl6pPr algn="l">
                <a:defRPr sz="1318" b="1" i="0" kern="0" spc="-9">
                  <a:solidFill>
                    <a:srgbClr val="0E9F6E"/>
                  </a:solidFill>
                  <a:latin typeface="Inter"/>
                  <a:ea typeface="Inter"/>
                  <a:cs typeface="Inter"/>
                </a:defRPr>
              </a:lvl6pPr>
              <a:lvl7pPr algn="l">
                <a:defRPr sz="1318" b="1" i="0" kern="0" spc="-9">
                  <a:solidFill>
                    <a:srgbClr val="0E9F6E"/>
                  </a:solidFill>
                  <a:latin typeface="Inter"/>
                  <a:ea typeface="Inter"/>
                  <a:cs typeface="Inter"/>
                </a:defRPr>
              </a:lvl7pPr>
              <a:lvl8pPr algn="l">
                <a:defRPr sz="1318" b="1" i="0" kern="0" spc="-9">
                  <a:solidFill>
                    <a:srgbClr val="0E9F6E"/>
                  </a:solidFill>
                  <a:latin typeface="Inter"/>
                  <a:ea typeface="Inter"/>
                  <a:cs typeface="Inter"/>
                </a:defRPr>
              </a:lvl8pPr>
              <a:lvl9pPr algn="l">
                <a:defRPr sz="1318" b="1" i="0" kern="0" spc="-9">
                  <a:solidFill>
                    <a:srgbClr val="0E9F6E"/>
                  </a:solidFill>
                  <a:latin typeface="Inter"/>
                  <a:ea typeface="Inter"/>
                  <a:cs typeface="Inter"/>
                </a:defRPr>
              </a:lvl9pPr>
            </a:lstStyle>
            <a:p>
              <a:pPr algn="l">
                <a:lnSpc>
                  <a:spcPct val="100000"/>
                </a:lnSpc>
                <a:buNone/>
                <a:defRPr sz="1318" b="1" i="0" kern="0" spc="-9">
                  <a:solidFill>
                    <a:srgbClr val="0E9F6E"/>
                  </a:solidFill>
                  <a:latin typeface="Inter"/>
                  <a:ea typeface="Inter"/>
                  <a:cs typeface="Inter"/>
                </a:defRPr>
              </a:pPr>
              <a:r>
                <a:rPr sz="1318" b="1" i="0" kern="0" spc="-9">
                  <a:solidFill>
                    <a:srgbClr val="0E9F6E"/>
                  </a:solidFill>
                  <a:latin typeface="Inter"/>
                  <a:ea typeface="Inter"/>
                  <a:cs typeface="Inter"/>
                </a:rPr>
                <a:t>base = 20,000 TVs</a:t>
              </a:r>
            </a:p>
          </p:txBody>
        </p:sp>
        <p:sp>
          <p:nvSpPr>
            <p:cNvPr id="111" name="s8 text 61 halo">
              <a:extLst>
                <a:ext uri="{FF2B5EF4-FFF2-40B4-BE49-F238E27FC236}">
                  <a16:creationId xmlns:a16="http://schemas.microsoft.com/office/drawing/2014/main" id="{F163B1F9-8107-4257-959C-FDB6A18293A4}"/>
                </a:ext>
              </a:extLst>
            </p:cNvPr>
            <p:cNvSpPr>
              <a:spLocks noGrp="1"/>
            </p:cNvSpPr>
            <p:nvPr/>
          </p:nvSpPr>
          <p:spPr>
            <a:xfrm>
              <a:off x="2077060" y="2020094"/>
              <a:ext cx="4678042" cy="246617"/>
            </a:xfrm>
            <a:prstGeom prst="rect">
              <a:avLst/>
            </a:prstGeom>
            <a:noFill/>
            <a:ln w="0">
              <a:noFill/>
              <a:prstDash val="solid"/>
            </a:ln>
          </p:spPr>
          <p:txBody>
            <a:bodyPr wrap="none" lIns="0" tIns="0" rIns="0" bIns="0" anchor="t">
              <a:noAutofit/>
            </a:bodyPr>
            <a:lstStyle>
              <a:defPPr algn="l">
                <a:defRPr sz="1396" b="1" i="0" kern="0" spc="-9">
                  <a:ln w="42811">
                    <a:solidFill>
                      <a:srgbClr val="FFFFFF"/>
                    </a:solidFill>
                    <a:prstDash val="solid"/>
                  </a:ln>
                  <a:solidFill>
                    <a:srgbClr val="FFFFFF"/>
                  </a:solidFill>
                  <a:latin typeface="Inter"/>
                  <a:ea typeface="Inter"/>
                  <a:cs typeface="Inter"/>
                </a:defRPr>
              </a:defPPr>
              <a:lvl1pPr algn="l">
                <a:defRPr sz="1396" b="1" i="0" kern="0" spc="-9">
                  <a:ln w="42811">
                    <a:solidFill>
                      <a:srgbClr val="FFFFFF"/>
                    </a:solidFill>
                    <a:prstDash val="solid"/>
                  </a:ln>
                  <a:solidFill>
                    <a:srgbClr val="FFFFFF"/>
                  </a:solidFill>
                  <a:latin typeface="Inter"/>
                  <a:ea typeface="Inter"/>
                  <a:cs typeface="Inter"/>
                </a:defRPr>
              </a:lvl1pPr>
              <a:lvl2pPr algn="l">
                <a:defRPr sz="1396" b="1" i="0" kern="0" spc="-9">
                  <a:ln w="42811">
                    <a:solidFill>
                      <a:srgbClr val="FFFFFF"/>
                    </a:solidFill>
                    <a:prstDash val="solid"/>
                  </a:ln>
                  <a:solidFill>
                    <a:srgbClr val="FFFFFF"/>
                  </a:solidFill>
                  <a:latin typeface="Inter"/>
                  <a:ea typeface="Inter"/>
                  <a:cs typeface="Inter"/>
                </a:defRPr>
              </a:lvl2pPr>
              <a:lvl3pPr algn="l">
                <a:defRPr sz="1396" b="1" i="0" kern="0" spc="-9">
                  <a:ln w="42811">
                    <a:solidFill>
                      <a:srgbClr val="FFFFFF"/>
                    </a:solidFill>
                    <a:prstDash val="solid"/>
                  </a:ln>
                  <a:solidFill>
                    <a:srgbClr val="FFFFFF"/>
                  </a:solidFill>
                  <a:latin typeface="Inter"/>
                  <a:ea typeface="Inter"/>
                  <a:cs typeface="Inter"/>
                </a:defRPr>
              </a:lvl3pPr>
              <a:lvl4pPr algn="l">
                <a:defRPr sz="1396" b="1" i="0" kern="0" spc="-9">
                  <a:ln w="42811">
                    <a:solidFill>
                      <a:srgbClr val="FFFFFF"/>
                    </a:solidFill>
                    <a:prstDash val="solid"/>
                  </a:ln>
                  <a:solidFill>
                    <a:srgbClr val="FFFFFF"/>
                  </a:solidFill>
                  <a:latin typeface="Inter"/>
                  <a:ea typeface="Inter"/>
                  <a:cs typeface="Inter"/>
                </a:defRPr>
              </a:lvl4pPr>
              <a:lvl5pPr algn="l">
                <a:defRPr sz="1396" b="1" i="0" kern="0" spc="-9">
                  <a:ln w="42811">
                    <a:solidFill>
                      <a:srgbClr val="FFFFFF"/>
                    </a:solidFill>
                    <a:prstDash val="solid"/>
                  </a:ln>
                  <a:solidFill>
                    <a:srgbClr val="FFFFFF"/>
                  </a:solidFill>
                  <a:latin typeface="Inter"/>
                  <a:ea typeface="Inter"/>
                  <a:cs typeface="Inter"/>
                </a:defRPr>
              </a:lvl5pPr>
              <a:lvl6pPr algn="l">
                <a:defRPr sz="1396" b="1" i="0" kern="0" spc="-9">
                  <a:ln w="42811">
                    <a:solidFill>
                      <a:srgbClr val="FFFFFF"/>
                    </a:solidFill>
                    <a:prstDash val="solid"/>
                  </a:ln>
                  <a:solidFill>
                    <a:srgbClr val="FFFFFF"/>
                  </a:solidFill>
                  <a:latin typeface="Inter"/>
                  <a:ea typeface="Inter"/>
                  <a:cs typeface="Inter"/>
                </a:defRPr>
              </a:lvl6pPr>
              <a:lvl7pPr algn="l">
                <a:defRPr sz="1396" b="1" i="0" kern="0" spc="-9">
                  <a:ln w="42811">
                    <a:solidFill>
                      <a:srgbClr val="FFFFFF"/>
                    </a:solidFill>
                    <a:prstDash val="solid"/>
                  </a:ln>
                  <a:solidFill>
                    <a:srgbClr val="FFFFFF"/>
                  </a:solidFill>
                  <a:latin typeface="Inter"/>
                  <a:ea typeface="Inter"/>
                  <a:cs typeface="Inter"/>
                </a:defRPr>
              </a:lvl7pPr>
              <a:lvl8pPr algn="l">
                <a:defRPr sz="1396" b="1" i="0" kern="0" spc="-9">
                  <a:ln w="42811">
                    <a:solidFill>
                      <a:srgbClr val="FFFFFF"/>
                    </a:solidFill>
                    <a:prstDash val="solid"/>
                  </a:ln>
                  <a:solidFill>
                    <a:srgbClr val="FFFFFF"/>
                  </a:solidFill>
                  <a:latin typeface="Inter"/>
                  <a:ea typeface="Inter"/>
                  <a:cs typeface="Inter"/>
                </a:defRPr>
              </a:lvl8pPr>
              <a:lvl9pPr algn="l">
                <a:defRPr sz="1396" b="1" i="0" kern="0" spc="-9">
                  <a:ln w="42811">
                    <a:solidFill>
                      <a:srgbClr val="FFFFFF"/>
                    </a:solidFill>
                    <a:prstDash val="solid"/>
                  </a:ln>
                  <a:solidFill>
                    <a:srgbClr val="FFFFFF"/>
                  </a:solidFill>
                  <a:latin typeface="Inter"/>
                  <a:ea typeface="Inter"/>
                  <a:cs typeface="Inter"/>
                </a:defRPr>
              </a:lvl9pPr>
            </a:lstStyle>
            <a:p>
              <a:pPr algn="l">
                <a:lnSpc>
                  <a:spcPct val="100000"/>
                </a:lnSpc>
                <a:buNone/>
                <a:defRPr sz="1396" b="1" i="0" kern="0" spc="-9">
                  <a:solidFill>
                    <a:srgbClr val="FFFFFF"/>
                  </a:solidFill>
                  <a:latin typeface="Inter"/>
                  <a:ea typeface="Inter"/>
                  <a:cs typeface="Inter"/>
                </a:defRPr>
              </a:pPr>
              <a:r>
                <a:rPr sz="1396" b="1" i="0" kern="0" spc="-9">
                  <a:ln w="42811">
                    <a:solidFill>
                      <a:srgbClr val="FFFFFF"/>
                    </a:solidFill>
                    <a:prstDash val="solid"/>
                  </a:ln>
                  <a:solidFill>
                    <a:srgbClr val="FFFFFF"/>
                  </a:solidFill>
                  <a:latin typeface="Inter"/>
                  <a:ea typeface="Inter"/>
                  <a:cs typeface="Inter"/>
                </a:rPr>
                <a:t>Shaded triangle = producer surplus at the world price</a:t>
              </a:r>
            </a:p>
          </p:txBody>
        </p:sp>
        <p:sp>
          <p:nvSpPr>
            <p:cNvPr id="112" name="s8 text 61">
              <a:extLst>
                <a:ext uri="{FF2B5EF4-FFF2-40B4-BE49-F238E27FC236}">
                  <a16:creationId xmlns:a16="http://schemas.microsoft.com/office/drawing/2014/main" id="{896DD4C2-2C3E-4D87-9309-46F0AF0A2E7D}"/>
                </a:ext>
              </a:extLst>
            </p:cNvPr>
            <p:cNvSpPr>
              <a:spLocks noGrp="1"/>
            </p:cNvSpPr>
            <p:nvPr/>
          </p:nvSpPr>
          <p:spPr>
            <a:xfrm>
              <a:off x="2077060" y="2020094"/>
              <a:ext cx="4678042" cy="246617"/>
            </a:xfrm>
            <a:prstGeom prst="rect">
              <a:avLst/>
            </a:prstGeom>
            <a:noFill/>
            <a:ln w="0">
              <a:noFill/>
              <a:prstDash val="solid"/>
            </a:ln>
          </p:spPr>
          <p:txBody>
            <a:bodyPr wrap="none" lIns="0" tIns="0" rIns="0" bIns="0" anchor="t">
              <a:noAutofit/>
            </a:bodyPr>
            <a:lstStyle>
              <a:defPPr algn="l">
                <a:defRPr sz="1396" b="1" i="0" kern="0" spc="-9">
                  <a:solidFill>
                    <a:srgbClr val="0E9F6E"/>
                  </a:solidFill>
                  <a:latin typeface="Inter"/>
                  <a:ea typeface="Inter"/>
                  <a:cs typeface="Inter"/>
                </a:defRPr>
              </a:defPPr>
              <a:lvl1pPr algn="l">
                <a:defRPr sz="1396" b="1" i="0" kern="0" spc="-9">
                  <a:solidFill>
                    <a:srgbClr val="0E9F6E"/>
                  </a:solidFill>
                  <a:latin typeface="Inter"/>
                  <a:ea typeface="Inter"/>
                  <a:cs typeface="Inter"/>
                </a:defRPr>
              </a:lvl1pPr>
              <a:lvl2pPr algn="l">
                <a:defRPr sz="1396" b="1" i="0" kern="0" spc="-9">
                  <a:solidFill>
                    <a:srgbClr val="0E9F6E"/>
                  </a:solidFill>
                  <a:latin typeface="Inter"/>
                  <a:ea typeface="Inter"/>
                  <a:cs typeface="Inter"/>
                </a:defRPr>
              </a:lvl2pPr>
              <a:lvl3pPr algn="l">
                <a:defRPr sz="1396" b="1" i="0" kern="0" spc="-9">
                  <a:solidFill>
                    <a:srgbClr val="0E9F6E"/>
                  </a:solidFill>
                  <a:latin typeface="Inter"/>
                  <a:ea typeface="Inter"/>
                  <a:cs typeface="Inter"/>
                </a:defRPr>
              </a:lvl3pPr>
              <a:lvl4pPr algn="l">
                <a:defRPr sz="1396" b="1" i="0" kern="0" spc="-9">
                  <a:solidFill>
                    <a:srgbClr val="0E9F6E"/>
                  </a:solidFill>
                  <a:latin typeface="Inter"/>
                  <a:ea typeface="Inter"/>
                  <a:cs typeface="Inter"/>
                </a:defRPr>
              </a:lvl4pPr>
              <a:lvl5pPr algn="l">
                <a:defRPr sz="1396" b="1" i="0" kern="0" spc="-9">
                  <a:solidFill>
                    <a:srgbClr val="0E9F6E"/>
                  </a:solidFill>
                  <a:latin typeface="Inter"/>
                  <a:ea typeface="Inter"/>
                  <a:cs typeface="Inter"/>
                </a:defRPr>
              </a:lvl5pPr>
              <a:lvl6pPr algn="l">
                <a:defRPr sz="1396" b="1" i="0" kern="0" spc="-9">
                  <a:solidFill>
                    <a:srgbClr val="0E9F6E"/>
                  </a:solidFill>
                  <a:latin typeface="Inter"/>
                  <a:ea typeface="Inter"/>
                  <a:cs typeface="Inter"/>
                </a:defRPr>
              </a:lvl6pPr>
              <a:lvl7pPr algn="l">
                <a:defRPr sz="1396" b="1" i="0" kern="0" spc="-9">
                  <a:solidFill>
                    <a:srgbClr val="0E9F6E"/>
                  </a:solidFill>
                  <a:latin typeface="Inter"/>
                  <a:ea typeface="Inter"/>
                  <a:cs typeface="Inter"/>
                </a:defRPr>
              </a:lvl7pPr>
              <a:lvl8pPr algn="l">
                <a:defRPr sz="1396" b="1" i="0" kern="0" spc="-9">
                  <a:solidFill>
                    <a:srgbClr val="0E9F6E"/>
                  </a:solidFill>
                  <a:latin typeface="Inter"/>
                  <a:ea typeface="Inter"/>
                  <a:cs typeface="Inter"/>
                </a:defRPr>
              </a:lvl8pPr>
              <a:lvl9pPr algn="l">
                <a:defRPr sz="1396" b="1" i="0" kern="0" spc="-9">
                  <a:solidFill>
                    <a:srgbClr val="0E9F6E"/>
                  </a:solidFill>
                  <a:latin typeface="Inter"/>
                  <a:ea typeface="Inter"/>
                  <a:cs typeface="Inter"/>
                </a:defRPr>
              </a:lvl9pPr>
            </a:lstStyle>
            <a:p>
              <a:pPr algn="l">
                <a:lnSpc>
                  <a:spcPct val="100000"/>
                </a:lnSpc>
                <a:buNone/>
                <a:defRPr sz="1396" b="1" i="0" kern="0" spc="-9">
                  <a:solidFill>
                    <a:srgbClr val="0E9F6E"/>
                  </a:solidFill>
                  <a:latin typeface="Inter"/>
                  <a:ea typeface="Inter"/>
                  <a:cs typeface="Inter"/>
                </a:defRPr>
              </a:pPr>
              <a:r>
                <a:rPr sz="1396" b="1" i="0" kern="0" spc="-9">
                  <a:solidFill>
                    <a:srgbClr val="0E9F6E"/>
                  </a:solidFill>
                  <a:latin typeface="Inter"/>
                  <a:ea typeface="Inter"/>
                  <a:cs typeface="Inter"/>
                </a:rPr>
                <a:t>Shaded triangle = producer surplus at the world price</a:t>
              </a:r>
            </a:p>
          </p:txBody>
        </p:sp>
      </p:grpSp>
      <p:sp>
        <p:nvSpPr>
          <p:cNvPr id="48" name="s8 text 1">
            <a:extLst>
              <a:ext uri="{FF2B5EF4-FFF2-40B4-BE49-F238E27FC236}">
                <a16:creationId xmlns:a16="http://schemas.microsoft.com/office/drawing/2014/main" id="{A0C00B68-83D6-4279-A5EF-446BCF89E06D}"/>
              </a:ext>
            </a:extLst>
          </p:cNvPr>
          <p:cNvSpPr>
            <a:spLocks noGrp="1"/>
          </p:cNvSpPr>
          <p:nvPr/>
        </p:nvSpPr>
        <p:spPr>
          <a:xfrm>
            <a:off x="678656" y="647795"/>
            <a:ext cx="1668782" cy="173507"/>
          </a:xfrm>
          <a:prstGeom prst="rect">
            <a:avLst/>
          </a:prstGeom>
          <a:noFill/>
          <a:ln w="0">
            <a:noFill/>
            <a:prstDash val="solid"/>
          </a:ln>
        </p:spPr>
        <p:txBody>
          <a:bodyPr wrap="none" lIns="0" tIns="0" rIns="0" bIns="0" anchor="t">
            <a:noAutofit/>
          </a:bodyPr>
          <a:lstStyle>
            <a:defPPr algn="l">
              <a:defRPr sz="900" b="0" i="0" kern="0" spc="180">
                <a:solidFill>
                  <a:srgbClr val="1D4ED8"/>
                </a:solidFill>
                <a:latin typeface="JetBrains Mono"/>
                <a:ea typeface="JetBrains Mono"/>
                <a:cs typeface="JetBrains Mono"/>
              </a:defRPr>
            </a:defPPr>
            <a:lvl1pPr algn="l">
              <a:defRPr sz="900" b="0" i="0" kern="0" spc="180">
                <a:solidFill>
                  <a:srgbClr val="1D4ED8"/>
                </a:solidFill>
                <a:latin typeface="JetBrains Mono"/>
                <a:ea typeface="JetBrains Mono"/>
                <a:cs typeface="JetBrains Mono"/>
              </a:defRPr>
            </a:lvl1pPr>
            <a:lvl2pPr algn="l">
              <a:defRPr sz="900" b="0" i="0" kern="0" spc="180">
                <a:solidFill>
                  <a:srgbClr val="1D4ED8"/>
                </a:solidFill>
                <a:latin typeface="JetBrains Mono"/>
                <a:ea typeface="JetBrains Mono"/>
                <a:cs typeface="JetBrains Mono"/>
              </a:defRPr>
            </a:lvl2pPr>
            <a:lvl3pPr algn="l">
              <a:defRPr sz="900" b="0" i="0" kern="0" spc="180">
                <a:solidFill>
                  <a:srgbClr val="1D4ED8"/>
                </a:solidFill>
                <a:latin typeface="JetBrains Mono"/>
                <a:ea typeface="JetBrains Mono"/>
                <a:cs typeface="JetBrains Mono"/>
              </a:defRPr>
            </a:lvl3pPr>
            <a:lvl4pPr algn="l">
              <a:defRPr sz="900" b="0" i="0" kern="0" spc="180">
                <a:solidFill>
                  <a:srgbClr val="1D4ED8"/>
                </a:solidFill>
                <a:latin typeface="JetBrains Mono"/>
                <a:ea typeface="JetBrains Mono"/>
                <a:cs typeface="JetBrains Mono"/>
              </a:defRPr>
            </a:lvl4pPr>
            <a:lvl5pPr algn="l">
              <a:defRPr sz="900" b="0" i="0" kern="0" spc="180">
                <a:solidFill>
                  <a:srgbClr val="1D4ED8"/>
                </a:solidFill>
                <a:latin typeface="JetBrains Mono"/>
                <a:ea typeface="JetBrains Mono"/>
                <a:cs typeface="JetBrains Mono"/>
              </a:defRPr>
            </a:lvl5pPr>
            <a:lvl6pPr algn="l">
              <a:defRPr sz="900" b="0" i="0" kern="0" spc="180">
                <a:solidFill>
                  <a:srgbClr val="1D4ED8"/>
                </a:solidFill>
                <a:latin typeface="JetBrains Mono"/>
                <a:ea typeface="JetBrains Mono"/>
                <a:cs typeface="JetBrains Mono"/>
              </a:defRPr>
            </a:lvl6pPr>
            <a:lvl7pPr algn="l">
              <a:defRPr sz="900" b="0" i="0" kern="0" spc="180">
                <a:solidFill>
                  <a:srgbClr val="1D4ED8"/>
                </a:solidFill>
                <a:latin typeface="JetBrains Mono"/>
                <a:ea typeface="JetBrains Mono"/>
                <a:cs typeface="JetBrains Mono"/>
              </a:defRPr>
            </a:lvl7pPr>
            <a:lvl8pPr algn="l">
              <a:defRPr sz="900" b="0" i="0" kern="0" spc="180">
                <a:solidFill>
                  <a:srgbClr val="1D4ED8"/>
                </a:solidFill>
                <a:latin typeface="JetBrains Mono"/>
                <a:ea typeface="JetBrains Mono"/>
                <a:cs typeface="JetBrains Mono"/>
              </a:defRPr>
            </a:lvl8pPr>
            <a:lvl9pPr algn="l">
              <a:defRPr sz="900" b="0" i="0" kern="0" spc="180">
                <a:solidFill>
                  <a:srgbClr val="1D4ED8"/>
                </a:solidFill>
                <a:latin typeface="JetBrains Mono"/>
                <a:ea typeface="JetBrains Mono"/>
                <a:cs typeface="JetBrains Mono"/>
              </a:defRPr>
            </a:lvl9pPr>
          </a:lstStyle>
          <a:p>
            <a:pPr algn="l">
              <a:lnSpc>
                <a:spcPct val="100000"/>
              </a:lnSpc>
              <a:buNone/>
              <a:defRPr sz="900" b="0" i="0" kern="0" spc="180">
                <a:solidFill>
                  <a:srgbClr val="1D4ED8"/>
                </a:solidFill>
                <a:latin typeface="JetBrains Mono"/>
                <a:ea typeface="JetBrains Mono"/>
                <a:cs typeface="JetBrains Mono"/>
              </a:defRPr>
            </a:pPr>
            <a:r>
              <a:rPr sz="900" b="0" i="0" kern="0" spc="180">
                <a:solidFill>
                  <a:srgbClr val="1D4ED8"/>
                </a:solidFill>
                <a:latin typeface="JetBrains Mono"/>
                <a:ea typeface="JetBrains Mono"/>
                <a:cs typeface="JetBrains Mono"/>
              </a:rPr>
              <a:t>QUESTION 5.1 (III)</a:t>
            </a:r>
          </a:p>
        </p:txBody>
      </p:sp>
      <p:sp>
        <p:nvSpPr>
          <p:cNvPr id="49" name="s8 text 2">
            <a:extLst>
              <a:ext uri="{FF2B5EF4-FFF2-40B4-BE49-F238E27FC236}">
                <a16:creationId xmlns:a16="http://schemas.microsoft.com/office/drawing/2014/main" id="{3877510E-2607-4C6A-A64D-CD6C11AF22BF}"/>
              </a:ext>
            </a:extLst>
          </p:cNvPr>
          <p:cNvSpPr>
            <a:spLocks noGrp="1"/>
          </p:cNvSpPr>
          <p:nvPr/>
        </p:nvSpPr>
        <p:spPr>
          <a:xfrm>
            <a:off x="514350" y="841623"/>
            <a:ext cx="7097173" cy="576532"/>
          </a:xfrm>
          <a:prstGeom prst="rect">
            <a:avLst/>
          </a:prstGeom>
          <a:noFill/>
          <a:ln w="0">
            <a:noFill/>
            <a:prstDash val="solid"/>
          </a:ln>
        </p:spPr>
        <p:txBody>
          <a:bodyPr wrap="none" lIns="0" tIns="0" rIns="0" bIns="0" anchor="t">
            <a:noAutofit/>
          </a:bodyPr>
          <a:lstStyle>
            <a:defPPr algn="l">
              <a:defRPr sz="3262" b="0" i="0" kern="0" spc="-104">
                <a:solidFill>
                  <a:srgbClr val="0A2540"/>
                </a:solidFill>
                <a:latin typeface="Inter ExtraBold"/>
                <a:ea typeface="Inter ExtraBold"/>
                <a:cs typeface="Inter ExtraBold"/>
              </a:defRPr>
            </a:defPPr>
            <a:lvl1pPr algn="l">
              <a:defRPr sz="3262" b="0" i="0" kern="0" spc="-104">
                <a:solidFill>
                  <a:srgbClr val="0A2540"/>
                </a:solidFill>
                <a:latin typeface="Inter ExtraBold"/>
                <a:ea typeface="Inter ExtraBold"/>
                <a:cs typeface="Inter ExtraBold"/>
              </a:defRPr>
            </a:lvl1pPr>
            <a:lvl2pPr algn="l">
              <a:defRPr sz="3262" b="0" i="0" kern="0" spc="-104">
                <a:solidFill>
                  <a:srgbClr val="0A2540"/>
                </a:solidFill>
                <a:latin typeface="Inter ExtraBold"/>
                <a:ea typeface="Inter ExtraBold"/>
                <a:cs typeface="Inter ExtraBold"/>
              </a:defRPr>
            </a:lvl2pPr>
            <a:lvl3pPr algn="l">
              <a:defRPr sz="3262" b="0" i="0" kern="0" spc="-104">
                <a:solidFill>
                  <a:srgbClr val="0A2540"/>
                </a:solidFill>
                <a:latin typeface="Inter ExtraBold"/>
                <a:ea typeface="Inter ExtraBold"/>
                <a:cs typeface="Inter ExtraBold"/>
              </a:defRPr>
            </a:lvl3pPr>
            <a:lvl4pPr algn="l">
              <a:defRPr sz="3262" b="0" i="0" kern="0" spc="-104">
                <a:solidFill>
                  <a:srgbClr val="0A2540"/>
                </a:solidFill>
                <a:latin typeface="Inter ExtraBold"/>
                <a:ea typeface="Inter ExtraBold"/>
                <a:cs typeface="Inter ExtraBold"/>
              </a:defRPr>
            </a:lvl4pPr>
            <a:lvl5pPr algn="l">
              <a:defRPr sz="3262" b="0" i="0" kern="0" spc="-104">
                <a:solidFill>
                  <a:srgbClr val="0A2540"/>
                </a:solidFill>
                <a:latin typeface="Inter ExtraBold"/>
                <a:ea typeface="Inter ExtraBold"/>
                <a:cs typeface="Inter ExtraBold"/>
              </a:defRPr>
            </a:lvl5pPr>
            <a:lvl6pPr algn="l">
              <a:defRPr sz="3262" b="0" i="0" kern="0" spc="-104">
                <a:solidFill>
                  <a:srgbClr val="0A2540"/>
                </a:solidFill>
                <a:latin typeface="Inter ExtraBold"/>
                <a:ea typeface="Inter ExtraBold"/>
                <a:cs typeface="Inter ExtraBold"/>
              </a:defRPr>
            </a:lvl6pPr>
            <a:lvl7pPr algn="l">
              <a:defRPr sz="3262" b="0" i="0" kern="0" spc="-104">
                <a:solidFill>
                  <a:srgbClr val="0A2540"/>
                </a:solidFill>
                <a:latin typeface="Inter ExtraBold"/>
                <a:ea typeface="Inter ExtraBold"/>
                <a:cs typeface="Inter ExtraBold"/>
              </a:defRPr>
            </a:lvl7pPr>
            <a:lvl8pPr algn="l">
              <a:defRPr sz="3262" b="0" i="0" kern="0" spc="-104">
                <a:solidFill>
                  <a:srgbClr val="0A2540"/>
                </a:solidFill>
                <a:latin typeface="Inter ExtraBold"/>
                <a:ea typeface="Inter ExtraBold"/>
                <a:cs typeface="Inter ExtraBold"/>
              </a:defRPr>
            </a:lvl8pPr>
            <a:lvl9pPr algn="l">
              <a:defRPr sz="3262" b="0" i="0" kern="0" spc="-104">
                <a:solidFill>
                  <a:srgbClr val="0A2540"/>
                </a:solidFill>
                <a:latin typeface="Inter ExtraBold"/>
                <a:ea typeface="Inter ExtraBold"/>
                <a:cs typeface="Inter ExtraBold"/>
              </a:defRPr>
            </a:lvl9pPr>
          </a:lstStyle>
          <a:p>
            <a:pPr algn="l">
              <a:lnSpc>
                <a:spcPct val="100000"/>
              </a:lnSpc>
              <a:buNone/>
              <a:defRPr sz="3262" b="0" i="0" kern="0" spc="-104">
                <a:solidFill>
                  <a:srgbClr val="0A2540"/>
                </a:solidFill>
                <a:latin typeface="Inter ExtraBold"/>
                <a:ea typeface="Inter ExtraBold"/>
                <a:cs typeface="Inter ExtraBold"/>
              </a:defRPr>
            </a:pPr>
            <a:r>
              <a:rPr sz="3262" b="0" i="0" kern="0" spc="-104">
                <a:solidFill>
                  <a:srgbClr val="0A2540"/>
                </a:solidFill>
                <a:latin typeface="Inter ExtraBold"/>
                <a:ea typeface="Inter ExtraBold"/>
                <a:cs typeface="Inter ExtraBold"/>
              </a:rPr>
              <a:t>Producer surplus under free trade</a:t>
            </a:r>
          </a:p>
        </p:txBody>
      </p:sp>
      <p:sp>
        <p:nvSpPr>
          <p:cNvPr id="50" name="s8 text 3">
            <a:extLst>
              <a:ext uri="{FF2B5EF4-FFF2-40B4-BE49-F238E27FC236}">
                <a16:creationId xmlns:a16="http://schemas.microsoft.com/office/drawing/2014/main" id="{2ECC03EB-7B68-4BB6-9FCD-B9977C6E645A}"/>
              </a:ext>
            </a:extLst>
          </p:cNvPr>
          <p:cNvSpPr>
            <a:spLocks noGrp="1"/>
          </p:cNvSpPr>
          <p:nvPr/>
        </p:nvSpPr>
        <p:spPr>
          <a:xfrm>
            <a:off x="8263867" y="2241128"/>
            <a:ext cx="2249234"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Producer surplus is the area</a:t>
            </a:r>
          </a:p>
        </p:txBody>
      </p:sp>
      <p:sp>
        <p:nvSpPr>
          <p:cNvPr id="51" name="s8 text 4">
            <a:extLst>
              <a:ext uri="{FF2B5EF4-FFF2-40B4-BE49-F238E27FC236}">
                <a16:creationId xmlns:a16="http://schemas.microsoft.com/office/drawing/2014/main" id="{F77E1C1E-14BB-4D32-BF49-298E4E1BC838}"/>
              </a:ext>
            </a:extLst>
          </p:cNvPr>
          <p:cNvSpPr>
            <a:spLocks noGrp="1"/>
          </p:cNvSpPr>
          <p:nvPr/>
        </p:nvSpPr>
        <p:spPr>
          <a:xfrm>
            <a:off x="10460570" y="2241128"/>
            <a:ext cx="555879" cy="228625"/>
          </a:xfrm>
          <a:prstGeom prst="rect">
            <a:avLst/>
          </a:prstGeom>
          <a:noFill/>
          <a:ln w="0">
            <a:noFill/>
            <a:prstDash val="solid"/>
          </a:ln>
        </p:spPr>
        <p:txBody>
          <a:bodyPr wrap="none" lIns="0" tIns="0" rIns="0" bIns="0" anchor="t">
            <a:noAutofit/>
          </a:bodyPr>
          <a:lstStyle>
            <a:defPPr algn="l">
              <a:defRPr sz="1294" b="1" i="0" kern="0" spc="-9">
                <a:solidFill>
                  <a:srgbClr val="3D4D68"/>
                </a:solidFill>
                <a:latin typeface="Inter"/>
                <a:ea typeface="Inter"/>
                <a:cs typeface="Inter"/>
              </a:defRPr>
            </a:defPPr>
            <a:lvl1pPr algn="l">
              <a:defRPr sz="1294" b="1" i="0" kern="0" spc="-9">
                <a:solidFill>
                  <a:srgbClr val="3D4D68"/>
                </a:solidFill>
                <a:latin typeface="Inter"/>
                <a:ea typeface="Inter"/>
                <a:cs typeface="Inter"/>
              </a:defRPr>
            </a:lvl1pPr>
            <a:lvl2pPr algn="l">
              <a:defRPr sz="1294" b="1" i="0" kern="0" spc="-9">
                <a:solidFill>
                  <a:srgbClr val="3D4D68"/>
                </a:solidFill>
                <a:latin typeface="Inter"/>
                <a:ea typeface="Inter"/>
                <a:cs typeface="Inter"/>
              </a:defRPr>
            </a:lvl2pPr>
            <a:lvl3pPr algn="l">
              <a:defRPr sz="1294" b="1" i="0" kern="0" spc="-9">
                <a:solidFill>
                  <a:srgbClr val="3D4D68"/>
                </a:solidFill>
                <a:latin typeface="Inter"/>
                <a:ea typeface="Inter"/>
                <a:cs typeface="Inter"/>
              </a:defRPr>
            </a:lvl3pPr>
            <a:lvl4pPr algn="l">
              <a:defRPr sz="1294" b="1" i="0" kern="0" spc="-9">
                <a:solidFill>
                  <a:srgbClr val="3D4D68"/>
                </a:solidFill>
                <a:latin typeface="Inter"/>
                <a:ea typeface="Inter"/>
                <a:cs typeface="Inter"/>
              </a:defRPr>
            </a:lvl4pPr>
            <a:lvl5pPr algn="l">
              <a:defRPr sz="1294" b="1" i="0" kern="0" spc="-9">
                <a:solidFill>
                  <a:srgbClr val="3D4D68"/>
                </a:solidFill>
                <a:latin typeface="Inter"/>
                <a:ea typeface="Inter"/>
                <a:cs typeface="Inter"/>
              </a:defRPr>
            </a:lvl5pPr>
            <a:lvl6pPr algn="l">
              <a:defRPr sz="1294" b="1" i="0" kern="0" spc="-9">
                <a:solidFill>
                  <a:srgbClr val="3D4D68"/>
                </a:solidFill>
                <a:latin typeface="Inter"/>
                <a:ea typeface="Inter"/>
                <a:cs typeface="Inter"/>
              </a:defRPr>
            </a:lvl6pPr>
            <a:lvl7pPr algn="l">
              <a:defRPr sz="1294" b="1" i="0" kern="0" spc="-9">
                <a:solidFill>
                  <a:srgbClr val="3D4D68"/>
                </a:solidFill>
                <a:latin typeface="Inter"/>
                <a:ea typeface="Inter"/>
                <a:cs typeface="Inter"/>
              </a:defRPr>
            </a:lvl7pPr>
            <a:lvl8pPr algn="l">
              <a:defRPr sz="1294" b="1" i="0" kern="0" spc="-9">
                <a:solidFill>
                  <a:srgbClr val="3D4D68"/>
                </a:solidFill>
                <a:latin typeface="Inter"/>
                <a:ea typeface="Inter"/>
                <a:cs typeface="Inter"/>
              </a:defRPr>
            </a:lvl8pPr>
            <a:lvl9pPr algn="l">
              <a:defRPr sz="1294" b="1" i="0" kern="0" spc="-9">
                <a:solidFill>
                  <a:srgbClr val="3D4D68"/>
                </a:solidFill>
                <a:latin typeface="Inter"/>
                <a:ea typeface="Inter"/>
                <a:cs typeface="Inter"/>
              </a:defRPr>
            </a:lvl9pPr>
          </a:lstStyle>
          <a:p>
            <a:pPr algn="l">
              <a:lnSpc>
                <a:spcPct val="100000"/>
              </a:lnSpc>
              <a:buNone/>
              <a:defRPr sz="1294" b="1" i="0" kern="0" spc="-9">
                <a:solidFill>
                  <a:srgbClr val="3D4D68"/>
                </a:solidFill>
                <a:latin typeface="Inter"/>
                <a:ea typeface="Inter"/>
                <a:cs typeface="Inter"/>
              </a:defRPr>
            </a:pPr>
            <a:r>
              <a:rPr sz="1294" b="1" i="0" kern="0" spc="-9">
                <a:solidFill>
                  <a:srgbClr val="3D4D68"/>
                </a:solidFill>
                <a:latin typeface="Inter"/>
                <a:ea typeface="Inter"/>
                <a:cs typeface="Inter"/>
              </a:rPr>
              <a:t>above</a:t>
            </a:r>
          </a:p>
        </p:txBody>
      </p:sp>
      <p:sp>
        <p:nvSpPr>
          <p:cNvPr id="52" name="s8 text 5">
            <a:extLst>
              <a:ext uri="{FF2B5EF4-FFF2-40B4-BE49-F238E27FC236}">
                <a16:creationId xmlns:a16="http://schemas.microsoft.com/office/drawing/2014/main" id="{AD97408A-CE1B-4DF0-BE94-BA41E0E5E486}"/>
              </a:ext>
            </a:extLst>
          </p:cNvPr>
          <p:cNvSpPr>
            <a:spLocks noGrp="1"/>
          </p:cNvSpPr>
          <p:nvPr/>
        </p:nvSpPr>
        <p:spPr>
          <a:xfrm>
            <a:off x="10990186" y="2241128"/>
            <a:ext cx="2122456"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the domestic supply curve</a:t>
            </a:r>
          </a:p>
        </p:txBody>
      </p:sp>
      <p:sp>
        <p:nvSpPr>
          <p:cNvPr id="53" name="s8 text 6">
            <a:extLst>
              <a:ext uri="{FF2B5EF4-FFF2-40B4-BE49-F238E27FC236}">
                <a16:creationId xmlns:a16="http://schemas.microsoft.com/office/drawing/2014/main" id="{9D10BE7B-5955-400C-A72C-34DCB1221A97}"/>
              </a:ext>
            </a:extLst>
          </p:cNvPr>
          <p:cNvSpPr>
            <a:spLocks noGrp="1"/>
          </p:cNvSpPr>
          <p:nvPr/>
        </p:nvSpPr>
        <p:spPr>
          <a:xfrm>
            <a:off x="8263867" y="2505447"/>
            <a:ext cx="355664" cy="228625"/>
          </a:xfrm>
          <a:prstGeom prst="rect">
            <a:avLst/>
          </a:prstGeom>
          <a:noFill/>
          <a:ln w="0">
            <a:noFill/>
            <a:prstDash val="solid"/>
          </a:ln>
        </p:spPr>
        <p:txBody>
          <a:bodyPr wrap="none" lIns="0" tIns="0" rIns="0" bIns="0" anchor="t">
            <a:noAutofit/>
          </a:bodyPr>
          <a:lstStyle>
            <a:defPPr algn="l">
              <a:defRPr sz="1294" b="0" i="0" kern="0" spc="-13">
                <a:solidFill>
                  <a:srgbClr val="3D4D68"/>
                </a:solidFill>
                <a:latin typeface="Inter"/>
                <a:ea typeface="Inter"/>
                <a:cs typeface="Inter"/>
              </a:defRPr>
            </a:defPPr>
            <a:lvl1pPr algn="l">
              <a:defRPr sz="1294" b="0" i="0" kern="0" spc="-13">
                <a:solidFill>
                  <a:srgbClr val="3D4D68"/>
                </a:solidFill>
                <a:latin typeface="Inter"/>
                <a:ea typeface="Inter"/>
                <a:cs typeface="Inter"/>
              </a:defRPr>
            </a:lvl1pPr>
            <a:lvl2pPr algn="l">
              <a:defRPr sz="1294" b="0" i="0" kern="0" spc="-13">
                <a:solidFill>
                  <a:srgbClr val="3D4D68"/>
                </a:solidFill>
                <a:latin typeface="Inter"/>
                <a:ea typeface="Inter"/>
                <a:cs typeface="Inter"/>
              </a:defRPr>
            </a:lvl2pPr>
            <a:lvl3pPr algn="l">
              <a:defRPr sz="1294" b="0" i="0" kern="0" spc="-13">
                <a:solidFill>
                  <a:srgbClr val="3D4D68"/>
                </a:solidFill>
                <a:latin typeface="Inter"/>
                <a:ea typeface="Inter"/>
                <a:cs typeface="Inter"/>
              </a:defRPr>
            </a:lvl3pPr>
            <a:lvl4pPr algn="l">
              <a:defRPr sz="1294" b="0" i="0" kern="0" spc="-13">
                <a:solidFill>
                  <a:srgbClr val="3D4D68"/>
                </a:solidFill>
                <a:latin typeface="Inter"/>
                <a:ea typeface="Inter"/>
                <a:cs typeface="Inter"/>
              </a:defRPr>
            </a:lvl4pPr>
            <a:lvl5pPr algn="l">
              <a:defRPr sz="1294" b="0" i="0" kern="0" spc="-13">
                <a:solidFill>
                  <a:srgbClr val="3D4D68"/>
                </a:solidFill>
                <a:latin typeface="Inter"/>
                <a:ea typeface="Inter"/>
                <a:cs typeface="Inter"/>
              </a:defRPr>
            </a:lvl5pPr>
            <a:lvl6pPr algn="l">
              <a:defRPr sz="1294" b="0" i="0" kern="0" spc="-13">
                <a:solidFill>
                  <a:srgbClr val="3D4D68"/>
                </a:solidFill>
                <a:latin typeface="Inter"/>
                <a:ea typeface="Inter"/>
                <a:cs typeface="Inter"/>
              </a:defRPr>
            </a:lvl6pPr>
            <a:lvl7pPr algn="l">
              <a:defRPr sz="1294" b="0" i="0" kern="0" spc="-13">
                <a:solidFill>
                  <a:srgbClr val="3D4D68"/>
                </a:solidFill>
                <a:latin typeface="Inter"/>
                <a:ea typeface="Inter"/>
                <a:cs typeface="Inter"/>
              </a:defRPr>
            </a:lvl7pPr>
            <a:lvl8pPr algn="l">
              <a:defRPr sz="1294" b="0" i="0" kern="0" spc="-13">
                <a:solidFill>
                  <a:srgbClr val="3D4D68"/>
                </a:solidFill>
                <a:latin typeface="Inter"/>
                <a:ea typeface="Inter"/>
                <a:cs typeface="Inter"/>
              </a:defRPr>
            </a:lvl8pPr>
            <a:lvl9pPr algn="l">
              <a:defRPr sz="1294" b="0" i="0" kern="0" spc="-13">
                <a:solidFill>
                  <a:srgbClr val="3D4D68"/>
                </a:solidFill>
                <a:latin typeface="Inter"/>
                <a:ea typeface="Inter"/>
                <a:cs typeface="Inter"/>
              </a:defRPr>
            </a:lvl9pPr>
          </a:lstStyle>
          <a:p>
            <a:pPr algn="l">
              <a:lnSpc>
                <a:spcPct val="100000"/>
              </a:lnSpc>
              <a:buNone/>
              <a:defRPr sz="1294" b="0" i="0" kern="0" spc="-13">
                <a:solidFill>
                  <a:srgbClr val="3D4D68"/>
                </a:solidFill>
                <a:latin typeface="Inter"/>
                <a:ea typeface="Inter"/>
                <a:cs typeface="Inter"/>
              </a:defRPr>
            </a:pPr>
            <a:r>
              <a:rPr sz="1294" b="0" i="0" kern="0" spc="-13">
                <a:solidFill>
                  <a:srgbClr val="3D4D68"/>
                </a:solidFill>
                <a:latin typeface="Inter"/>
                <a:ea typeface="Inter"/>
                <a:cs typeface="Inter"/>
              </a:rPr>
              <a:t>and</a:t>
            </a:r>
          </a:p>
        </p:txBody>
      </p:sp>
      <p:sp>
        <p:nvSpPr>
          <p:cNvPr id="54" name="s8 text 7">
            <a:extLst>
              <a:ext uri="{FF2B5EF4-FFF2-40B4-BE49-F238E27FC236}">
                <a16:creationId xmlns:a16="http://schemas.microsoft.com/office/drawing/2014/main" id="{6E53F8B7-D00A-459E-8620-EDDF17EBE276}"/>
              </a:ext>
            </a:extLst>
          </p:cNvPr>
          <p:cNvSpPr>
            <a:spLocks noGrp="1"/>
          </p:cNvSpPr>
          <p:nvPr/>
        </p:nvSpPr>
        <p:spPr>
          <a:xfrm>
            <a:off x="8595494" y="2505447"/>
            <a:ext cx="549878" cy="228625"/>
          </a:xfrm>
          <a:prstGeom prst="rect">
            <a:avLst/>
          </a:prstGeom>
          <a:noFill/>
          <a:ln w="0">
            <a:noFill/>
            <a:prstDash val="solid"/>
          </a:ln>
        </p:spPr>
        <p:txBody>
          <a:bodyPr wrap="none" lIns="0" tIns="0" rIns="0" bIns="0" anchor="t">
            <a:noAutofit/>
          </a:bodyPr>
          <a:lstStyle>
            <a:defPPr algn="l">
              <a:defRPr sz="1294" b="1" i="0" kern="0" spc="-9">
                <a:solidFill>
                  <a:srgbClr val="3D4D68"/>
                </a:solidFill>
                <a:latin typeface="Inter"/>
                <a:ea typeface="Inter"/>
                <a:cs typeface="Inter"/>
              </a:defRPr>
            </a:defPPr>
            <a:lvl1pPr algn="l">
              <a:defRPr sz="1294" b="1" i="0" kern="0" spc="-9">
                <a:solidFill>
                  <a:srgbClr val="3D4D68"/>
                </a:solidFill>
                <a:latin typeface="Inter"/>
                <a:ea typeface="Inter"/>
                <a:cs typeface="Inter"/>
              </a:defRPr>
            </a:lvl1pPr>
            <a:lvl2pPr algn="l">
              <a:defRPr sz="1294" b="1" i="0" kern="0" spc="-9">
                <a:solidFill>
                  <a:srgbClr val="3D4D68"/>
                </a:solidFill>
                <a:latin typeface="Inter"/>
                <a:ea typeface="Inter"/>
                <a:cs typeface="Inter"/>
              </a:defRPr>
            </a:lvl2pPr>
            <a:lvl3pPr algn="l">
              <a:defRPr sz="1294" b="1" i="0" kern="0" spc="-9">
                <a:solidFill>
                  <a:srgbClr val="3D4D68"/>
                </a:solidFill>
                <a:latin typeface="Inter"/>
                <a:ea typeface="Inter"/>
                <a:cs typeface="Inter"/>
              </a:defRPr>
            </a:lvl3pPr>
            <a:lvl4pPr algn="l">
              <a:defRPr sz="1294" b="1" i="0" kern="0" spc="-9">
                <a:solidFill>
                  <a:srgbClr val="3D4D68"/>
                </a:solidFill>
                <a:latin typeface="Inter"/>
                <a:ea typeface="Inter"/>
                <a:cs typeface="Inter"/>
              </a:defRPr>
            </a:lvl4pPr>
            <a:lvl5pPr algn="l">
              <a:defRPr sz="1294" b="1" i="0" kern="0" spc="-9">
                <a:solidFill>
                  <a:srgbClr val="3D4D68"/>
                </a:solidFill>
                <a:latin typeface="Inter"/>
                <a:ea typeface="Inter"/>
                <a:cs typeface="Inter"/>
              </a:defRPr>
            </a:lvl5pPr>
            <a:lvl6pPr algn="l">
              <a:defRPr sz="1294" b="1" i="0" kern="0" spc="-9">
                <a:solidFill>
                  <a:srgbClr val="3D4D68"/>
                </a:solidFill>
                <a:latin typeface="Inter"/>
                <a:ea typeface="Inter"/>
                <a:cs typeface="Inter"/>
              </a:defRPr>
            </a:lvl6pPr>
            <a:lvl7pPr algn="l">
              <a:defRPr sz="1294" b="1" i="0" kern="0" spc="-9">
                <a:solidFill>
                  <a:srgbClr val="3D4D68"/>
                </a:solidFill>
                <a:latin typeface="Inter"/>
                <a:ea typeface="Inter"/>
                <a:cs typeface="Inter"/>
              </a:defRPr>
            </a:lvl7pPr>
            <a:lvl8pPr algn="l">
              <a:defRPr sz="1294" b="1" i="0" kern="0" spc="-9">
                <a:solidFill>
                  <a:srgbClr val="3D4D68"/>
                </a:solidFill>
                <a:latin typeface="Inter"/>
                <a:ea typeface="Inter"/>
                <a:cs typeface="Inter"/>
              </a:defRPr>
            </a:lvl8pPr>
            <a:lvl9pPr algn="l">
              <a:defRPr sz="1294" b="1" i="0" kern="0" spc="-9">
                <a:solidFill>
                  <a:srgbClr val="3D4D68"/>
                </a:solidFill>
                <a:latin typeface="Inter"/>
                <a:ea typeface="Inter"/>
                <a:cs typeface="Inter"/>
              </a:defRPr>
            </a:lvl9pPr>
          </a:lstStyle>
          <a:p>
            <a:pPr algn="l">
              <a:lnSpc>
                <a:spcPct val="100000"/>
              </a:lnSpc>
              <a:buNone/>
              <a:defRPr sz="1294" b="1" i="0" kern="0" spc="-9">
                <a:solidFill>
                  <a:srgbClr val="3D4D68"/>
                </a:solidFill>
                <a:latin typeface="Inter"/>
                <a:ea typeface="Inter"/>
                <a:cs typeface="Inter"/>
              </a:defRPr>
            </a:pPr>
            <a:r>
              <a:rPr sz="1294" b="1" i="0" kern="0" spc="-9">
                <a:solidFill>
                  <a:srgbClr val="3D4D68"/>
                </a:solidFill>
                <a:latin typeface="Inter"/>
                <a:ea typeface="Inter"/>
                <a:cs typeface="Inter"/>
              </a:rPr>
              <a:t>below</a:t>
            </a:r>
          </a:p>
        </p:txBody>
      </p:sp>
      <p:sp>
        <p:nvSpPr>
          <p:cNvPr id="55" name="s8 text 8">
            <a:extLst>
              <a:ext uri="{FF2B5EF4-FFF2-40B4-BE49-F238E27FC236}">
                <a16:creationId xmlns:a16="http://schemas.microsoft.com/office/drawing/2014/main" id="{589701DF-EBE7-44CC-8651-9244A0C7B8BC}"/>
              </a:ext>
            </a:extLst>
          </p:cNvPr>
          <p:cNvSpPr>
            <a:spLocks noGrp="1"/>
          </p:cNvSpPr>
          <p:nvPr/>
        </p:nvSpPr>
        <p:spPr>
          <a:xfrm>
            <a:off x="9119081" y="2505447"/>
            <a:ext cx="4192143"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the price, up to the quantity sold. At the world price it</a:t>
            </a:r>
          </a:p>
        </p:txBody>
      </p:sp>
      <p:sp>
        <p:nvSpPr>
          <p:cNvPr id="56" name="s8 text 9">
            <a:extLst>
              <a:ext uri="{FF2B5EF4-FFF2-40B4-BE49-F238E27FC236}">
                <a16:creationId xmlns:a16="http://schemas.microsoft.com/office/drawing/2014/main" id="{B59930D3-EA5B-4C6B-848E-26C19A62161E}"/>
              </a:ext>
            </a:extLst>
          </p:cNvPr>
          <p:cNvSpPr>
            <a:spLocks noGrp="1"/>
          </p:cNvSpPr>
          <p:nvPr/>
        </p:nvSpPr>
        <p:spPr>
          <a:xfrm>
            <a:off x="8263867" y="2769766"/>
            <a:ext cx="1006983"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is a triangle.</a:t>
            </a:r>
          </a:p>
        </p:txBody>
      </p:sp>
      <p:sp>
        <p:nvSpPr>
          <p:cNvPr id="57" name="s8 text 10">
            <a:extLst>
              <a:ext uri="{FF2B5EF4-FFF2-40B4-BE49-F238E27FC236}">
                <a16:creationId xmlns:a16="http://schemas.microsoft.com/office/drawing/2014/main" id="{D37FA8AA-C28A-4057-9B05-32A889843471}"/>
              </a:ext>
            </a:extLst>
          </p:cNvPr>
          <p:cNvSpPr>
            <a:spLocks noGrp="1"/>
          </p:cNvSpPr>
          <p:nvPr/>
        </p:nvSpPr>
        <p:spPr>
          <a:xfrm>
            <a:off x="8381516" y="3240119"/>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1</a:t>
            </a:r>
          </a:p>
        </p:txBody>
      </p:sp>
      <p:sp>
        <p:nvSpPr>
          <p:cNvPr id="58" name="s8 text 11">
            <a:extLst>
              <a:ext uri="{FF2B5EF4-FFF2-40B4-BE49-F238E27FC236}">
                <a16:creationId xmlns:a16="http://schemas.microsoft.com/office/drawing/2014/main" id="{74398A3B-6908-4983-BA97-3C6FAA954795}"/>
              </a:ext>
            </a:extLst>
          </p:cNvPr>
          <p:cNvSpPr>
            <a:spLocks noGrp="1"/>
          </p:cNvSpPr>
          <p:nvPr/>
        </p:nvSpPr>
        <p:spPr>
          <a:xfrm>
            <a:off x="8728211" y="3185889"/>
            <a:ext cx="3604069"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Base = quantity supplied at $75 =</a:t>
            </a:r>
          </a:p>
        </p:txBody>
      </p:sp>
      <p:sp>
        <p:nvSpPr>
          <p:cNvPr id="59" name="s8 text 12">
            <a:extLst>
              <a:ext uri="{FF2B5EF4-FFF2-40B4-BE49-F238E27FC236}">
                <a16:creationId xmlns:a16="http://schemas.microsoft.com/office/drawing/2014/main" id="{C054CB6F-B477-4D3D-ADF2-6C1957118F40}"/>
              </a:ext>
            </a:extLst>
          </p:cNvPr>
          <p:cNvSpPr>
            <a:spLocks noGrp="1"/>
          </p:cNvSpPr>
          <p:nvPr/>
        </p:nvSpPr>
        <p:spPr>
          <a:xfrm>
            <a:off x="12267158" y="3185889"/>
            <a:ext cx="886301" cy="308146"/>
          </a:xfrm>
          <a:prstGeom prst="rect">
            <a:avLst/>
          </a:prstGeom>
          <a:noFill/>
          <a:ln w="0">
            <a:noFill/>
            <a:prstDash val="solid"/>
          </a:ln>
        </p:spPr>
        <p:txBody>
          <a:bodyPr wrap="none" lIns="0" tIns="0" rIns="0" bIns="0" anchor="t">
            <a:noAutofit/>
          </a:bodyPr>
          <a:lstStyle>
            <a:defPPr algn="l">
              <a:defRPr sz="1744" b="1" i="0" kern="0" spc="-9">
                <a:solidFill>
                  <a:srgbClr val="0A2540"/>
                </a:solidFill>
                <a:latin typeface="Inter"/>
                <a:ea typeface="Inter"/>
                <a:cs typeface="Inter"/>
              </a:defRPr>
            </a:defPPr>
            <a:lvl1pPr algn="l">
              <a:defRPr sz="1744" b="1" i="0" kern="0" spc="-9">
                <a:solidFill>
                  <a:srgbClr val="0A2540"/>
                </a:solidFill>
                <a:latin typeface="Inter"/>
                <a:ea typeface="Inter"/>
                <a:cs typeface="Inter"/>
              </a:defRPr>
            </a:lvl1pPr>
            <a:lvl2pPr algn="l">
              <a:defRPr sz="1744" b="1" i="0" kern="0" spc="-9">
                <a:solidFill>
                  <a:srgbClr val="0A2540"/>
                </a:solidFill>
                <a:latin typeface="Inter"/>
                <a:ea typeface="Inter"/>
                <a:cs typeface="Inter"/>
              </a:defRPr>
            </a:lvl2pPr>
            <a:lvl3pPr algn="l">
              <a:defRPr sz="1744" b="1" i="0" kern="0" spc="-9">
                <a:solidFill>
                  <a:srgbClr val="0A2540"/>
                </a:solidFill>
                <a:latin typeface="Inter"/>
                <a:ea typeface="Inter"/>
                <a:cs typeface="Inter"/>
              </a:defRPr>
            </a:lvl3pPr>
            <a:lvl4pPr algn="l">
              <a:defRPr sz="1744" b="1" i="0" kern="0" spc="-9">
                <a:solidFill>
                  <a:srgbClr val="0A2540"/>
                </a:solidFill>
                <a:latin typeface="Inter"/>
                <a:ea typeface="Inter"/>
                <a:cs typeface="Inter"/>
              </a:defRPr>
            </a:lvl4pPr>
            <a:lvl5pPr algn="l">
              <a:defRPr sz="1744" b="1" i="0" kern="0" spc="-9">
                <a:solidFill>
                  <a:srgbClr val="0A2540"/>
                </a:solidFill>
                <a:latin typeface="Inter"/>
                <a:ea typeface="Inter"/>
                <a:cs typeface="Inter"/>
              </a:defRPr>
            </a:lvl5pPr>
            <a:lvl6pPr algn="l">
              <a:defRPr sz="1744" b="1" i="0" kern="0" spc="-9">
                <a:solidFill>
                  <a:srgbClr val="0A2540"/>
                </a:solidFill>
                <a:latin typeface="Inter"/>
                <a:ea typeface="Inter"/>
                <a:cs typeface="Inter"/>
              </a:defRPr>
            </a:lvl6pPr>
            <a:lvl7pPr algn="l">
              <a:defRPr sz="1744" b="1" i="0" kern="0" spc="-9">
                <a:solidFill>
                  <a:srgbClr val="0A2540"/>
                </a:solidFill>
                <a:latin typeface="Inter"/>
                <a:ea typeface="Inter"/>
                <a:cs typeface="Inter"/>
              </a:defRPr>
            </a:lvl7pPr>
            <a:lvl8pPr algn="l">
              <a:defRPr sz="1744" b="1" i="0" kern="0" spc="-9">
                <a:solidFill>
                  <a:srgbClr val="0A2540"/>
                </a:solidFill>
                <a:latin typeface="Inter"/>
                <a:ea typeface="Inter"/>
                <a:cs typeface="Inter"/>
              </a:defRPr>
            </a:lvl8pPr>
            <a:lvl9pPr algn="l">
              <a:defRPr sz="1744" b="1" i="0" kern="0" spc="-9">
                <a:solidFill>
                  <a:srgbClr val="0A2540"/>
                </a:solidFill>
                <a:latin typeface="Inter"/>
                <a:ea typeface="Inter"/>
                <a:cs typeface="Inter"/>
              </a:defRPr>
            </a:lvl9pPr>
          </a:lstStyle>
          <a:p>
            <a:pPr algn="l">
              <a:lnSpc>
                <a:spcPct val="100000"/>
              </a:lnSpc>
              <a:buNone/>
              <a:defRPr sz="1744" b="1" i="0" kern="0" spc="-9">
                <a:solidFill>
                  <a:srgbClr val="0A2540"/>
                </a:solidFill>
                <a:latin typeface="Inter"/>
                <a:ea typeface="Inter"/>
                <a:cs typeface="Inter"/>
              </a:defRPr>
            </a:pPr>
            <a:r>
              <a:rPr sz="1744" b="1" i="0" kern="0" spc="-9">
                <a:solidFill>
                  <a:srgbClr val="0A2540"/>
                </a:solidFill>
                <a:latin typeface="Inter"/>
                <a:ea typeface="Inter"/>
                <a:cs typeface="Inter"/>
              </a:rPr>
              <a:t>20,000</a:t>
            </a:r>
          </a:p>
        </p:txBody>
      </p:sp>
      <p:sp>
        <p:nvSpPr>
          <p:cNvPr id="60" name="s8 text 13">
            <a:extLst>
              <a:ext uri="{FF2B5EF4-FFF2-40B4-BE49-F238E27FC236}">
                <a16:creationId xmlns:a16="http://schemas.microsoft.com/office/drawing/2014/main" id="{485D26DA-8C4C-4C5F-B1D1-D8921EE5B008}"/>
              </a:ext>
            </a:extLst>
          </p:cNvPr>
          <p:cNvSpPr>
            <a:spLocks noGrp="1"/>
          </p:cNvSpPr>
          <p:nvPr/>
        </p:nvSpPr>
        <p:spPr>
          <a:xfrm>
            <a:off x="8728211" y="3485927"/>
            <a:ext cx="554926"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TVs.</a:t>
            </a:r>
          </a:p>
        </p:txBody>
      </p:sp>
      <p:sp>
        <p:nvSpPr>
          <p:cNvPr id="61" name="s8 text 14">
            <a:extLst>
              <a:ext uri="{FF2B5EF4-FFF2-40B4-BE49-F238E27FC236}">
                <a16:creationId xmlns:a16="http://schemas.microsoft.com/office/drawing/2014/main" id="{7697D7DC-7967-4CB3-8456-264BA3828103}"/>
              </a:ext>
            </a:extLst>
          </p:cNvPr>
          <p:cNvSpPr>
            <a:spLocks noGrp="1"/>
          </p:cNvSpPr>
          <p:nvPr/>
        </p:nvSpPr>
        <p:spPr>
          <a:xfrm>
            <a:off x="8381516" y="3961638"/>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2</a:t>
            </a:r>
          </a:p>
        </p:txBody>
      </p:sp>
      <p:sp>
        <p:nvSpPr>
          <p:cNvPr id="62" name="s8 text 15">
            <a:extLst>
              <a:ext uri="{FF2B5EF4-FFF2-40B4-BE49-F238E27FC236}">
                <a16:creationId xmlns:a16="http://schemas.microsoft.com/office/drawing/2014/main" id="{EFA2F519-1701-4A78-8730-283C3658129B}"/>
              </a:ext>
            </a:extLst>
          </p:cNvPr>
          <p:cNvSpPr>
            <a:spLocks noGrp="1"/>
          </p:cNvSpPr>
          <p:nvPr/>
        </p:nvSpPr>
        <p:spPr>
          <a:xfrm>
            <a:off x="8728211" y="3907408"/>
            <a:ext cx="4477988"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Height = price − the price at which supply</a:t>
            </a:r>
          </a:p>
        </p:txBody>
      </p:sp>
      <p:sp>
        <p:nvSpPr>
          <p:cNvPr id="63" name="s8 text 16">
            <a:extLst>
              <a:ext uri="{FF2B5EF4-FFF2-40B4-BE49-F238E27FC236}">
                <a16:creationId xmlns:a16="http://schemas.microsoft.com/office/drawing/2014/main" id="{00E3589F-ABF5-4DAD-B120-2AB589825A4B}"/>
              </a:ext>
            </a:extLst>
          </p:cNvPr>
          <p:cNvSpPr>
            <a:spLocks noGrp="1"/>
          </p:cNvSpPr>
          <p:nvPr/>
        </p:nvSpPr>
        <p:spPr>
          <a:xfrm>
            <a:off x="8728211" y="4214589"/>
            <a:ext cx="886206" cy="308146"/>
          </a:xfrm>
          <a:prstGeom prst="rect">
            <a:avLst/>
          </a:prstGeom>
          <a:noFill/>
          <a:ln w="0">
            <a:noFill/>
            <a:prstDash val="solid"/>
          </a:ln>
        </p:spPr>
        <p:txBody>
          <a:bodyPr wrap="none" lIns="0" tIns="0" rIns="0" bIns="0" anchor="t">
            <a:noAutofit/>
          </a:bodyPr>
          <a:lstStyle>
            <a:defPPr algn="l">
              <a:defRPr sz="1744" b="0" i="0" kern="0" spc="-10">
                <a:solidFill>
                  <a:srgbClr val="0A2540"/>
                </a:solidFill>
                <a:latin typeface="Inter"/>
                <a:ea typeface="Inter"/>
                <a:cs typeface="Inter"/>
              </a:defRPr>
            </a:defPPr>
            <a:lvl1pPr algn="l">
              <a:defRPr sz="1744" b="0" i="0" kern="0" spc="-10">
                <a:solidFill>
                  <a:srgbClr val="0A2540"/>
                </a:solidFill>
                <a:latin typeface="Inter"/>
                <a:ea typeface="Inter"/>
                <a:cs typeface="Inter"/>
              </a:defRPr>
            </a:lvl1pPr>
            <a:lvl2pPr algn="l">
              <a:defRPr sz="1744" b="0" i="0" kern="0" spc="-10">
                <a:solidFill>
                  <a:srgbClr val="0A2540"/>
                </a:solidFill>
                <a:latin typeface="Inter"/>
                <a:ea typeface="Inter"/>
                <a:cs typeface="Inter"/>
              </a:defRPr>
            </a:lvl2pPr>
            <a:lvl3pPr algn="l">
              <a:defRPr sz="1744" b="0" i="0" kern="0" spc="-10">
                <a:solidFill>
                  <a:srgbClr val="0A2540"/>
                </a:solidFill>
                <a:latin typeface="Inter"/>
                <a:ea typeface="Inter"/>
                <a:cs typeface="Inter"/>
              </a:defRPr>
            </a:lvl3pPr>
            <a:lvl4pPr algn="l">
              <a:defRPr sz="1744" b="0" i="0" kern="0" spc="-10">
                <a:solidFill>
                  <a:srgbClr val="0A2540"/>
                </a:solidFill>
                <a:latin typeface="Inter"/>
                <a:ea typeface="Inter"/>
                <a:cs typeface="Inter"/>
              </a:defRPr>
            </a:lvl4pPr>
            <a:lvl5pPr algn="l">
              <a:defRPr sz="1744" b="0" i="0" kern="0" spc="-10">
                <a:solidFill>
                  <a:srgbClr val="0A2540"/>
                </a:solidFill>
                <a:latin typeface="Inter"/>
                <a:ea typeface="Inter"/>
                <a:cs typeface="Inter"/>
              </a:defRPr>
            </a:lvl5pPr>
            <a:lvl6pPr algn="l">
              <a:defRPr sz="1744" b="0" i="0" kern="0" spc="-10">
                <a:solidFill>
                  <a:srgbClr val="0A2540"/>
                </a:solidFill>
                <a:latin typeface="Inter"/>
                <a:ea typeface="Inter"/>
                <a:cs typeface="Inter"/>
              </a:defRPr>
            </a:lvl6pPr>
            <a:lvl7pPr algn="l">
              <a:defRPr sz="1744" b="0" i="0" kern="0" spc="-10">
                <a:solidFill>
                  <a:srgbClr val="0A2540"/>
                </a:solidFill>
                <a:latin typeface="Inter"/>
                <a:ea typeface="Inter"/>
                <a:cs typeface="Inter"/>
              </a:defRPr>
            </a:lvl7pPr>
            <a:lvl8pPr algn="l">
              <a:defRPr sz="1744" b="0" i="0" kern="0" spc="-10">
                <a:solidFill>
                  <a:srgbClr val="0A2540"/>
                </a:solidFill>
                <a:latin typeface="Inter"/>
                <a:ea typeface="Inter"/>
                <a:cs typeface="Inter"/>
              </a:defRPr>
            </a:lvl8pPr>
            <a:lvl9pPr algn="l">
              <a:defRPr sz="1744" b="0" i="0" kern="0" spc="-10">
                <a:solidFill>
                  <a:srgbClr val="0A2540"/>
                </a:solidFill>
                <a:latin typeface="Inter"/>
                <a:ea typeface="Inter"/>
                <a:cs typeface="Inter"/>
              </a:defRPr>
            </a:lvl9pPr>
          </a:lstStyle>
          <a:p>
            <a:pPr algn="l">
              <a:lnSpc>
                <a:spcPct val="100000"/>
              </a:lnSpc>
              <a:buNone/>
              <a:defRPr sz="1744" b="0" i="0" kern="0" spc="-10">
                <a:solidFill>
                  <a:srgbClr val="0A2540"/>
                </a:solidFill>
                <a:latin typeface="Inter"/>
                <a:ea typeface="Inter"/>
                <a:cs typeface="Inter"/>
              </a:defRPr>
            </a:pPr>
            <a:r>
              <a:rPr sz="1744" b="0" i="0" kern="0" spc="-10">
                <a:solidFill>
                  <a:srgbClr val="0A2540"/>
                </a:solidFill>
                <a:latin typeface="Inter"/>
                <a:ea typeface="Inter"/>
                <a:cs typeface="Inter"/>
              </a:rPr>
              <a:t>starts =</a:t>
            </a:r>
          </a:p>
        </p:txBody>
      </p:sp>
      <p:sp>
        <p:nvSpPr>
          <p:cNvPr id="64" name="s8 text 17">
            <a:extLst>
              <a:ext uri="{FF2B5EF4-FFF2-40B4-BE49-F238E27FC236}">
                <a16:creationId xmlns:a16="http://schemas.microsoft.com/office/drawing/2014/main" id="{20F340DE-7D5B-4222-ABF5-CB6A8BE31CC4}"/>
              </a:ext>
            </a:extLst>
          </p:cNvPr>
          <p:cNvSpPr>
            <a:spLocks noGrp="1"/>
          </p:cNvSpPr>
          <p:nvPr/>
        </p:nvSpPr>
        <p:spPr>
          <a:xfrm>
            <a:off x="9577871" y="4216793"/>
            <a:ext cx="1457154"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$75 − $50 =</a:t>
            </a:r>
          </a:p>
        </p:txBody>
      </p:sp>
      <p:sp>
        <p:nvSpPr>
          <p:cNvPr id="65" name="s8 text 18">
            <a:extLst>
              <a:ext uri="{FF2B5EF4-FFF2-40B4-BE49-F238E27FC236}">
                <a16:creationId xmlns:a16="http://schemas.microsoft.com/office/drawing/2014/main" id="{4C8A10E2-4FD2-4FBD-97EA-C875E8F372FB}"/>
              </a:ext>
            </a:extLst>
          </p:cNvPr>
          <p:cNvSpPr>
            <a:spLocks noGrp="1"/>
          </p:cNvSpPr>
          <p:nvPr/>
        </p:nvSpPr>
        <p:spPr>
          <a:xfrm>
            <a:off x="11062208" y="4216793"/>
            <a:ext cx="457981" cy="316000"/>
          </a:xfrm>
          <a:prstGeom prst="rect">
            <a:avLst/>
          </a:prstGeom>
          <a:noFill/>
          <a:ln w="0">
            <a:noFill/>
            <a:prstDash val="solid"/>
          </a:ln>
        </p:spPr>
        <p:txBody>
          <a:bodyPr wrap="none" lIns="0" tIns="0" rIns="0" bIns="0" anchor="t">
            <a:noAutofit/>
          </a:bodyPr>
          <a:lstStyle>
            <a:defPPr algn="l">
              <a:defRPr sz="1639" b="1" i="0" kern="0" spc="-10">
                <a:solidFill>
                  <a:srgbClr val="0A2540"/>
                </a:solidFill>
                <a:latin typeface="JetBrains Mono"/>
                <a:ea typeface="JetBrains Mono"/>
                <a:cs typeface="JetBrains Mono"/>
              </a:defRPr>
            </a:defPPr>
            <a:lvl1pPr algn="l">
              <a:defRPr sz="1639" b="1" i="0" kern="0" spc="-10">
                <a:solidFill>
                  <a:srgbClr val="0A2540"/>
                </a:solidFill>
                <a:latin typeface="JetBrains Mono"/>
                <a:ea typeface="JetBrains Mono"/>
                <a:cs typeface="JetBrains Mono"/>
              </a:defRPr>
            </a:lvl1pPr>
            <a:lvl2pPr algn="l">
              <a:defRPr sz="1639" b="1" i="0" kern="0" spc="-10">
                <a:solidFill>
                  <a:srgbClr val="0A2540"/>
                </a:solidFill>
                <a:latin typeface="JetBrains Mono"/>
                <a:ea typeface="JetBrains Mono"/>
                <a:cs typeface="JetBrains Mono"/>
              </a:defRPr>
            </a:lvl2pPr>
            <a:lvl3pPr algn="l">
              <a:defRPr sz="1639" b="1" i="0" kern="0" spc="-10">
                <a:solidFill>
                  <a:srgbClr val="0A2540"/>
                </a:solidFill>
                <a:latin typeface="JetBrains Mono"/>
                <a:ea typeface="JetBrains Mono"/>
                <a:cs typeface="JetBrains Mono"/>
              </a:defRPr>
            </a:lvl3pPr>
            <a:lvl4pPr algn="l">
              <a:defRPr sz="1639" b="1" i="0" kern="0" spc="-10">
                <a:solidFill>
                  <a:srgbClr val="0A2540"/>
                </a:solidFill>
                <a:latin typeface="JetBrains Mono"/>
                <a:ea typeface="JetBrains Mono"/>
                <a:cs typeface="JetBrains Mono"/>
              </a:defRPr>
            </a:lvl4pPr>
            <a:lvl5pPr algn="l">
              <a:defRPr sz="1639" b="1" i="0" kern="0" spc="-10">
                <a:solidFill>
                  <a:srgbClr val="0A2540"/>
                </a:solidFill>
                <a:latin typeface="JetBrains Mono"/>
                <a:ea typeface="JetBrains Mono"/>
                <a:cs typeface="JetBrains Mono"/>
              </a:defRPr>
            </a:lvl5pPr>
            <a:lvl6pPr algn="l">
              <a:defRPr sz="1639" b="1" i="0" kern="0" spc="-10">
                <a:solidFill>
                  <a:srgbClr val="0A2540"/>
                </a:solidFill>
                <a:latin typeface="JetBrains Mono"/>
                <a:ea typeface="JetBrains Mono"/>
                <a:cs typeface="JetBrains Mono"/>
              </a:defRPr>
            </a:lvl6pPr>
            <a:lvl7pPr algn="l">
              <a:defRPr sz="1639" b="1" i="0" kern="0" spc="-10">
                <a:solidFill>
                  <a:srgbClr val="0A2540"/>
                </a:solidFill>
                <a:latin typeface="JetBrains Mono"/>
                <a:ea typeface="JetBrains Mono"/>
                <a:cs typeface="JetBrains Mono"/>
              </a:defRPr>
            </a:lvl7pPr>
            <a:lvl8pPr algn="l">
              <a:defRPr sz="1639" b="1" i="0" kern="0" spc="-10">
                <a:solidFill>
                  <a:srgbClr val="0A2540"/>
                </a:solidFill>
                <a:latin typeface="JetBrains Mono"/>
                <a:ea typeface="JetBrains Mono"/>
                <a:cs typeface="JetBrains Mono"/>
              </a:defRPr>
            </a:lvl8pPr>
            <a:lvl9pPr algn="l">
              <a:defRPr sz="1639" b="1" i="0" kern="0" spc="-10">
                <a:solidFill>
                  <a:srgbClr val="0A2540"/>
                </a:solidFill>
                <a:latin typeface="JetBrains Mono"/>
                <a:ea typeface="JetBrains Mono"/>
                <a:cs typeface="JetBrains Mono"/>
              </a:defRPr>
            </a:lvl9pPr>
          </a:lstStyle>
          <a:p>
            <a:pPr algn="l">
              <a:lnSpc>
                <a:spcPct val="100000"/>
              </a:lnSpc>
              <a:buNone/>
              <a:defRPr sz="1639" b="1" i="0" kern="0" spc="-10">
                <a:solidFill>
                  <a:srgbClr val="0A2540"/>
                </a:solidFill>
                <a:latin typeface="JetBrains Mono"/>
                <a:ea typeface="JetBrains Mono"/>
                <a:cs typeface="JetBrains Mono"/>
              </a:defRPr>
            </a:pPr>
            <a:r>
              <a:rPr sz="1639" b="1" i="0" kern="0" spc="-10">
                <a:solidFill>
                  <a:srgbClr val="0A2540"/>
                </a:solidFill>
                <a:latin typeface="JetBrains Mono"/>
                <a:ea typeface="JetBrains Mono"/>
                <a:cs typeface="JetBrains Mono"/>
              </a:rPr>
              <a:t>$25</a:t>
            </a:r>
          </a:p>
        </p:txBody>
      </p:sp>
      <p:sp>
        <p:nvSpPr>
          <p:cNvPr id="66" name="s8 text 19">
            <a:extLst>
              <a:ext uri="{FF2B5EF4-FFF2-40B4-BE49-F238E27FC236}">
                <a16:creationId xmlns:a16="http://schemas.microsoft.com/office/drawing/2014/main" id="{1E79D580-12EF-40BF-ABD5-340AF169F361}"/>
              </a:ext>
            </a:extLst>
          </p:cNvPr>
          <p:cNvSpPr>
            <a:spLocks noGrp="1"/>
          </p:cNvSpPr>
          <p:nvPr/>
        </p:nvSpPr>
        <p:spPr>
          <a:xfrm>
            <a:off x="11433348" y="4214589"/>
            <a:ext cx="152400" cy="308146"/>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Inter"/>
                <a:ea typeface="Inter"/>
                <a:cs typeface="Inter"/>
              </a:defRPr>
            </a:defPPr>
            <a:lvl1pPr algn="l">
              <a:defRPr sz="1744" b="0" i="0" kern="0" spc="0">
                <a:solidFill>
                  <a:srgbClr val="0A2540"/>
                </a:solidFill>
                <a:latin typeface="Inter"/>
                <a:ea typeface="Inter"/>
                <a:cs typeface="Inter"/>
              </a:defRPr>
            </a:lvl1pPr>
            <a:lvl2pPr algn="l">
              <a:defRPr sz="1744" b="0" i="0" kern="0" spc="0">
                <a:solidFill>
                  <a:srgbClr val="0A2540"/>
                </a:solidFill>
                <a:latin typeface="Inter"/>
                <a:ea typeface="Inter"/>
                <a:cs typeface="Inter"/>
              </a:defRPr>
            </a:lvl2pPr>
            <a:lvl3pPr algn="l">
              <a:defRPr sz="1744" b="0" i="0" kern="0" spc="0">
                <a:solidFill>
                  <a:srgbClr val="0A2540"/>
                </a:solidFill>
                <a:latin typeface="Inter"/>
                <a:ea typeface="Inter"/>
                <a:cs typeface="Inter"/>
              </a:defRPr>
            </a:lvl3pPr>
            <a:lvl4pPr algn="l">
              <a:defRPr sz="1744" b="0" i="0" kern="0" spc="0">
                <a:solidFill>
                  <a:srgbClr val="0A2540"/>
                </a:solidFill>
                <a:latin typeface="Inter"/>
                <a:ea typeface="Inter"/>
                <a:cs typeface="Inter"/>
              </a:defRPr>
            </a:lvl4pPr>
            <a:lvl5pPr algn="l">
              <a:defRPr sz="1744" b="0" i="0" kern="0" spc="0">
                <a:solidFill>
                  <a:srgbClr val="0A2540"/>
                </a:solidFill>
                <a:latin typeface="Inter"/>
                <a:ea typeface="Inter"/>
                <a:cs typeface="Inter"/>
              </a:defRPr>
            </a:lvl5pPr>
            <a:lvl6pPr algn="l">
              <a:defRPr sz="1744" b="0" i="0" kern="0" spc="0">
                <a:solidFill>
                  <a:srgbClr val="0A2540"/>
                </a:solidFill>
                <a:latin typeface="Inter"/>
                <a:ea typeface="Inter"/>
                <a:cs typeface="Inter"/>
              </a:defRPr>
            </a:lvl6pPr>
            <a:lvl7pPr algn="l">
              <a:defRPr sz="1744" b="0" i="0" kern="0" spc="0">
                <a:solidFill>
                  <a:srgbClr val="0A2540"/>
                </a:solidFill>
                <a:latin typeface="Inter"/>
                <a:ea typeface="Inter"/>
                <a:cs typeface="Inter"/>
              </a:defRPr>
            </a:lvl7pPr>
            <a:lvl8pPr algn="l">
              <a:defRPr sz="1744" b="0" i="0" kern="0" spc="0">
                <a:solidFill>
                  <a:srgbClr val="0A2540"/>
                </a:solidFill>
                <a:latin typeface="Inter"/>
                <a:ea typeface="Inter"/>
                <a:cs typeface="Inter"/>
              </a:defRPr>
            </a:lvl8pPr>
            <a:lvl9pPr algn="l">
              <a:defRPr sz="1744" b="0" i="0" kern="0" spc="0">
                <a:solidFill>
                  <a:srgbClr val="0A2540"/>
                </a:solidFill>
                <a:latin typeface="Inter"/>
                <a:ea typeface="Inter"/>
                <a:cs typeface="Inter"/>
              </a:defRPr>
            </a:lvl9pPr>
          </a:lstStyle>
          <a:p>
            <a:pPr algn="l">
              <a:lnSpc>
                <a:spcPct val="100000"/>
              </a:lnSpc>
              <a:buNone/>
              <a:defRPr sz="1744" b="0" i="0" kern="0" spc="0">
                <a:solidFill>
                  <a:srgbClr val="0A2540"/>
                </a:solidFill>
                <a:latin typeface="Inter"/>
                <a:ea typeface="Inter"/>
                <a:cs typeface="Inter"/>
              </a:defRPr>
            </a:pPr>
            <a:r>
              <a:rPr sz="1744" b="0" i="0" kern="0" spc="0">
                <a:solidFill>
                  <a:srgbClr val="0A2540"/>
                </a:solidFill>
                <a:latin typeface="Inter"/>
                <a:ea typeface="Inter"/>
                <a:cs typeface="Inter"/>
              </a:rPr>
              <a:t>.</a:t>
            </a:r>
          </a:p>
        </p:txBody>
      </p:sp>
      <p:sp>
        <p:nvSpPr>
          <p:cNvPr id="67" name="s8 text 20">
            <a:extLst>
              <a:ext uri="{FF2B5EF4-FFF2-40B4-BE49-F238E27FC236}">
                <a16:creationId xmlns:a16="http://schemas.microsoft.com/office/drawing/2014/main" id="{F1CA1385-8D43-44A3-A40C-91CD9DFA90DE}"/>
              </a:ext>
            </a:extLst>
          </p:cNvPr>
          <p:cNvSpPr>
            <a:spLocks noGrp="1"/>
          </p:cNvSpPr>
          <p:nvPr/>
        </p:nvSpPr>
        <p:spPr>
          <a:xfrm>
            <a:off x="8381516" y="4690300"/>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3</a:t>
            </a:r>
          </a:p>
        </p:txBody>
      </p:sp>
      <p:sp>
        <p:nvSpPr>
          <p:cNvPr id="68" name="s8 text 21">
            <a:extLst>
              <a:ext uri="{FF2B5EF4-FFF2-40B4-BE49-F238E27FC236}">
                <a16:creationId xmlns:a16="http://schemas.microsoft.com/office/drawing/2014/main" id="{6E9E2F64-9FB0-45AC-82CF-B4A0684004F1}"/>
              </a:ext>
            </a:extLst>
          </p:cNvPr>
          <p:cNvSpPr>
            <a:spLocks noGrp="1"/>
          </p:cNvSpPr>
          <p:nvPr/>
        </p:nvSpPr>
        <p:spPr>
          <a:xfrm>
            <a:off x="8728211" y="4638274"/>
            <a:ext cx="4454861"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PS = ½ × base × height = ½ × 20,000</a:t>
            </a:r>
          </a:p>
        </p:txBody>
      </p:sp>
      <p:sp>
        <p:nvSpPr>
          <p:cNvPr id="69" name="s8 text 22">
            <a:extLst>
              <a:ext uri="{FF2B5EF4-FFF2-40B4-BE49-F238E27FC236}">
                <a16:creationId xmlns:a16="http://schemas.microsoft.com/office/drawing/2014/main" id="{ECC00646-C04E-440B-9BE2-F406674D444F}"/>
              </a:ext>
            </a:extLst>
          </p:cNvPr>
          <p:cNvSpPr>
            <a:spLocks noGrp="1"/>
          </p:cNvSpPr>
          <p:nvPr/>
        </p:nvSpPr>
        <p:spPr>
          <a:xfrm>
            <a:off x="8728211" y="4938311"/>
            <a:ext cx="707822"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 $25</a:t>
            </a:r>
          </a:p>
        </p:txBody>
      </p:sp>
      <p:sp>
        <p:nvSpPr>
          <p:cNvPr id="70" name="s8 text 23">
            <a:extLst>
              <a:ext uri="{FF2B5EF4-FFF2-40B4-BE49-F238E27FC236}">
                <a16:creationId xmlns:a16="http://schemas.microsoft.com/office/drawing/2014/main" id="{D562A0BE-8AF8-48FB-928E-069CB8C055B0}"/>
              </a:ext>
            </a:extLst>
          </p:cNvPr>
          <p:cNvSpPr>
            <a:spLocks noGrp="1"/>
          </p:cNvSpPr>
          <p:nvPr/>
        </p:nvSpPr>
        <p:spPr>
          <a:xfrm>
            <a:off x="8421030" y="5375815"/>
            <a:ext cx="480060" cy="260261"/>
          </a:xfrm>
          <a:prstGeom prst="rect">
            <a:avLst/>
          </a:prstGeom>
          <a:noFill/>
          <a:ln w="0">
            <a:noFill/>
            <a:prstDash val="solid"/>
          </a:ln>
        </p:spPr>
        <p:txBody>
          <a:bodyPr wrap="none" lIns="0" tIns="0" rIns="0" bIns="0" anchor="t">
            <a:noAutofit/>
          </a:bodyPr>
          <a:lstStyle>
            <a:defPPr algn="l">
              <a:defRPr sz="1350" b="0" i="0" kern="0" spc="-12">
                <a:solidFill>
                  <a:srgbClr val="0A2540"/>
                </a:solidFill>
                <a:latin typeface="JetBrains Mono"/>
                <a:ea typeface="JetBrains Mono"/>
                <a:cs typeface="JetBrains Mono"/>
              </a:defRPr>
            </a:defPPr>
            <a:lvl1pPr algn="l">
              <a:defRPr sz="1350" b="0" i="0" kern="0" spc="-12">
                <a:solidFill>
                  <a:srgbClr val="0A2540"/>
                </a:solidFill>
                <a:latin typeface="JetBrains Mono"/>
                <a:ea typeface="JetBrains Mono"/>
                <a:cs typeface="JetBrains Mono"/>
              </a:defRPr>
            </a:lvl1pPr>
            <a:lvl2pPr algn="l">
              <a:defRPr sz="1350" b="0" i="0" kern="0" spc="-12">
                <a:solidFill>
                  <a:srgbClr val="0A2540"/>
                </a:solidFill>
                <a:latin typeface="JetBrains Mono"/>
                <a:ea typeface="JetBrains Mono"/>
                <a:cs typeface="JetBrains Mono"/>
              </a:defRPr>
            </a:lvl2pPr>
            <a:lvl3pPr algn="l">
              <a:defRPr sz="1350" b="0" i="0" kern="0" spc="-12">
                <a:solidFill>
                  <a:srgbClr val="0A2540"/>
                </a:solidFill>
                <a:latin typeface="JetBrains Mono"/>
                <a:ea typeface="JetBrains Mono"/>
                <a:cs typeface="JetBrains Mono"/>
              </a:defRPr>
            </a:lvl3pPr>
            <a:lvl4pPr algn="l">
              <a:defRPr sz="1350" b="0" i="0" kern="0" spc="-12">
                <a:solidFill>
                  <a:srgbClr val="0A2540"/>
                </a:solidFill>
                <a:latin typeface="JetBrains Mono"/>
                <a:ea typeface="JetBrains Mono"/>
                <a:cs typeface="JetBrains Mono"/>
              </a:defRPr>
            </a:lvl4pPr>
            <a:lvl5pPr algn="l">
              <a:defRPr sz="1350" b="0" i="0" kern="0" spc="-12">
                <a:solidFill>
                  <a:srgbClr val="0A2540"/>
                </a:solidFill>
                <a:latin typeface="JetBrains Mono"/>
                <a:ea typeface="JetBrains Mono"/>
                <a:cs typeface="JetBrains Mono"/>
              </a:defRPr>
            </a:lvl5pPr>
            <a:lvl6pPr algn="l">
              <a:defRPr sz="1350" b="0" i="0" kern="0" spc="-12">
                <a:solidFill>
                  <a:srgbClr val="0A2540"/>
                </a:solidFill>
                <a:latin typeface="JetBrains Mono"/>
                <a:ea typeface="JetBrains Mono"/>
                <a:cs typeface="JetBrains Mono"/>
              </a:defRPr>
            </a:lvl6pPr>
            <a:lvl7pPr algn="l">
              <a:defRPr sz="1350" b="0" i="0" kern="0" spc="-12">
                <a:solidFill>
                  <a:srgbClr val="0A2540"/>
                </a:solidFill>
                <a:latin typeface="JetBrains Mono"/>
                <a:ea typeface="JetBrains Mono"/>
                <a:cs typeface="JetBrains Mono"/>
              </a:defRPr>
            </a:lvl7pPr>
            <a:lvl8pPr algn="l">
              <a:defRPr sz="1350" b="0" i="0" kern="0" spc="-12">
                <a:solidFill>
                  <a:srgbClr val="0A2540"/>
                </a:solidFill>
                <a:latin typeface="JetBrains Mono"/>
                <a:ea typeface="JetBrains Mono"/>
                <a:cs typeface="JetBrains Mono"/>
              </a:defRPr>
            </a:lvl8pPr>
            <a:lvl9pPr algn="l">
              <a:defRPr sz="1350" b="0" i="0" kern="0" spc="-12">
                <a:solidFill>
                  <a:srgbClr val="0A2540"/>
                </a:solidFill>
                <a:latin typeface="JetBrains Mono"/>
                <a:ea typeface="JetBrains Mono"/>
                <a:cs typeface="JetBrains Mono"/>
              </a:defRPr>
            </a:lvl9pPr>
          </a:lstStyle>
          <a:p>
            <a:pPr algn="l">
              <a:lnSpc>
                <a:spcPct val="100000"/>
              </a:lnSpc>
              <a:buNone/>
              <a:defRPr sz="1350" b="0" i="0" kern="0" spc="-12">
                <a:solidFill>
                  <a:srgbClr val="0A2540"/>
                </a:solidFill>
                <a:latin typeface="JetBrains Mono"/>
                <a:ea typeface="JetBrains Mono"/>
                <a:cs typeface="JetBrains Mono"/>
              </a:defRPr>
            </a:pPr>
            <a:r>
              <a:rPr sz="1350" b="0" i="0" kern="0" spc="-12">
                <a:solidFill>
                  <a:srgbClr val="0A2540"/>
                </a:solidFill>
                <a:latin typeface="JetBrains Mono"/>
                <a:ea typeface="JetBrains Mono"/>
                <a:cs typeface="JetBrains Mono"/>
              </a:rPr>
              <a:t>PS =</a:t>
            </a:r>
          </a:p>
        </p:txBody>
      </p:sp>
      <p:sp>
        <p:nvSpPr>
          <p:cNvPr id="71" name="s8 text 24">
            <a:extLst>
              <a:ext uri="{FF2B5EF4-FFF2-40B4-BE49-F238E27FC236}">
                <a16:creationId xmlns:a16="http://schemas.microsoft.com/office/drawing/2014/main" id="{1C36C806-B6D7-4173-86CE-72E284D327A9}"/>
              </a:ext>
            </a:extLst>
          </p:cNvPr>
          <p:cNvSpPr>
            <a:spLocks noGrp="1"/>
          </p:cNvSpPr>
          <p:nvPr/>
        </p:nvSpPr>
        <p:spPr>
          <a:xfrm>
            <a:off x="8929687" y="5375815"/>
            <a:ext cx="891540" cy="260261"/>
          </a:xfrm>
          <a:prstGeom prst="rect">
            <a:avLst/>
          </a:prstGeom>
          <a:noFill/>
          <a:ln w="0">
            <a:noFill/>
            <a:prstDash val="solid"/>
          </a:ln>
        </p:spPr>
        <p:txBody>
          <a:bodyPr wrap="none" lIns="0" tIns="0" rIns="0" bIns="0" anchor="t">
            <a:noAutofit/>
          </a:bodyPr>
          <a:lstStyle>
            <a:defPPr algn="l">
              <a:defRPr sz="1350" b="1" i="0" kern="0" spc="-9">
                <a:solidFill>
                  <a:srgbClr val="0A2540"/>
                </a:solidFill>
                <a:latin typeface="JetBrains Mono"/>
                <a:ea typeface="JetBrains Mono"/>
                <a:cs typeface="JetBrains Mono"/>
              </a:defRPr>
            </a:defPPr>
            <a:lvl1pPr algn="l">
              <a:defRPr sz="1350" b="1" i="0" kern="0" spc="-9">
                <a:solidFill>
                  <a:srgbClr val="0A2540"/>
                </a:solidFill>
                <a:latin typeface="JetBrains Mono"/>
                <a:ea typeface="JetBrains Mono"/>
                <a:cs typeface="JetBrains Mono"/>
              </a:defRPr>
            </a:lvl1pPr>
            <a:lvl2pPr algn="l">
              <a:defRPr sz="1350" b="1" i="0" kern="0" spc="-9">
                <a:solidFill>
                  <a:srgbClr val="0A2540"/>
                </a:solidFill>
                <a:latin typeface="JetBrains Mono"/>
                <a:ea typeface="JetBrains Mono"/>
                <a:cs typeface="JetBrains Mono"/>
              </a:defRPr>
            </a:lvl2pPr>
            <a:lvl3pPr algn="l">
              <a:defRPr sz="1350" b="1" i="0" kern="0" spc="-9">
                <a:solidFill>
                  <a:srgbClr val="0A2540"/>
                </a:solidFill>
                <a:latin typeface="JetBrains Mono"/>
                <a:ea typeface="JetBrains Mono"/>
                <a:cs typeface="JetBrains Mono"/>
              </a:defRPr>
            </a:lvl3pPr>
            <a:lvl4pPr algn="l">
              <a:defRPr sz="1350" b="1" i="0" kern="0" spc="-9">
                <a:solidFill>
                  <a:srgbClr val="0A2540"/>
                </a:solidFill>
                <a:latin typeface="JetBrains Mono"/>
                <a:ea typeface="JetBrains Mono"/>
                <a:cs typeface="JetBrains Mono"/>
              </a:defRPr>
            </a:lvl4pPr>
            <a:lvl5pPr algn="l">
              <a:defRPr sz="1350" b="1" i="0" kern="0" spc="-9">
                <a:solidFill>
                  <a:srgbClr val="0A2540"/>
                </a:solidFill>
                <a:latin typeface="JetBrains Mono"/>
                <a:ea typeface="JetBrains Mono"/>
                <a:cs typeface="JetBrains Mono"/>
              </a:defRPr>
            </a:lvl5pPr>
            <a:lvl6pPr algn="l">
              <a:defRPr sz="1350" b="1" i="0" kern="0" spc="-9">
                <a:solidFill>
                  <a:srgbClr val="0A2540"/>
                </a:solidFill>
                <a:latin typeface="JetBrains Mono"/>
                <a:ea typeface="JetBrains Mono"/>
                <a:cs typeface="JetBrains Mono"/>
              </a:defRPr>
            </a:lvl6pPr>
            <a:lvl7pPr algn="l">
              <a:defRPr sz="1350" b="1" i="0" kern="0" spc="-9">
                <a:solidFill>
                  <a:srgbClr val="0A2540"/>
                </a:solidFill>
                <a:latin typeface="JetBrains Mono"/>
                <a:ea typeface="JetBrains Mono"/>
                <a:cs typeface="JetBrains Mono"/>
              </a:defRPr>
            </a:lvl7pPr>
            <a:lvl8pPr algn="l">
              <a:defRPr sz="1350" b="1" i="0" kern="0" spc="-9">
                <a:solidFill>
                  <a:srgbClr val="0A2540"/>
                </a:solidFill>
                <a:latin typeface="JetBrains Mono"/>
                <a:ea typeface="JetBrains Mono"/>
                <a:cs typeface="JetBrains Mono"/>
              </a:defRPr>
            </a:lvl8pPr>
            <a:lvl9pPr algn="l">
              <a:defRPr sz="1350" b="1" i="0" kern="0" spc="-9">
                <a:solidFill>
                  <a:srgbClr val="0A2540"/>
                </a:solidFill>
                <a:latin typeface="JetBrains Mono"/>
                <a:ea typeface="JetBrains Mono"/>
                <a:cs typeface="JetBrains Mono"/>
              </a:defRPr>
            </a:lvl9pPr>
          </a:lstStyle>
          <a:p>
            <a:pPr algn="l">
              <a:lnSpc>
                <a:spcPct val="100000"/>
              </a:lnSpc>
              <a:buNone/>
              <a:defRPr sz="1350" b="1" i="0" kern="0" spc="-9">
                <a:solidFill>
                  <a:srgbClr val="0A2540"/>
                </a:solidFill>
                <a:latin typeface="JetBrains Mono"/>
                <a:ea typeface="JetBrains Mono"/>
                <a:cs typeface="JetBrains Mono"/>
              </a:defRPr>
            </a:pPr>
            <a:r>
              <a:rPr sz="1350" b="1" i="0" kern="0" spc="-9">
                <a:solidFill>
                  <a:srgbClr val="0A2540"/>
                </a:solidFill>
                <a:latin typeface="JetBrains Mono"/>
                <a:ea typeface="JetBrains Mono"/>
                <a:cs typeface="JetBrains Mono"/>
              </a:rPr>
              <a:t>$250,000</a:t>
            </a:r>
          </a:p>
        </p:txBody>
      </p:sp>
      <p:sp>
        <p:nvSpPr>
          <p:cNvPr id="72" name="s8 text 25">
            <a:extLst>
              <a:ext uri="{FF2B5EF4-FFF2-40B4-BE49-F238E27FC236}">
                <a16:creationId xmlns:a16="http://schemas.microsoft.com/office/drawing/2014/main" id="{13D3F54B-2DDD-4C30-BF7E-CBA548E4D7E8}"/>
              </a:ext>
            </a:extLst>
          </p:cNvPr>
          <p:cNvSpPr>
            <a:spLocks noGrp="1"/>
          </p:cNvSpPr>
          <p:nvPr/>
        </p:nvSpPr>
        <p:spPr>
          <a:xfrm>
            <a:off x="8263867" y="5805859"/>
            <a:ext cx="2261521"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Units: 20,000 TVs × $25 ÷ 2</a:t>
            </a:r>
          </a:p>
        </p:txBody>
      </p:sp>
      <p:sp>
        <p:nvSpPr>
          <p:cNvPr id="73" name="s8 text 26">
            <a:extLst>
              <a:ext uri="{FF2B5EF4-FFF2-40B4-BE49-F238E27FC236}">
                <a16:creationId xmlns:a16="http://schemas.microsoft.com/office/drawing/2014/main" id="{7BA481AC-7BF1-44D5-A68B-FC6B5AFC701C}"/>
              </a:ext>
            </a:extLst>
          </p:cNvPr>
          <p:cNvSpPr>
            <a:spLocks noGrp="1"/>
          </p:cNvSpPr>
          <p:nvPr/>
        </p:nvSpPr>
        <p:spPr>
          <a:xfrm>
            <a:off x="10473908" y="5813601"/>
            <a:ext cx="230029" cy="217277"/>
          </a:xfrm>
          <a:prstGeom prst="rect">
            <a:avLst/>
          </a:prstGeom>
          <a:noFill/>
          <a:ln w="0">
            <a:noFill/>
            <a:prstDash val="solid"/>
          </a:ln>
        </p:spPr>
        <p:txBody>
          <a:bodyPr wrap="none" lIns="0" tIns="0" rIns="0" bIns="0" anchor="t">
            <a:noAutofit/>
          </a:bodyPr>
          <a:lstStyle>
            <a:defPPr algn="l">
              <a:defRPr sz="1294" b="0" i="0" kern="0" spc="0">
                <a:solidFill>
                  <a:srgbClr val="3D4D68"/>
                </a:solidFill>
                <a:latin typeface="Arial"/>
                <a:ea typeface="Arial"/>
                <a:cs typeface="Arial"/>
              </a:defRPr>
            </a:defPPr>
            <a:lvl1pPr algn="l">
              <a:defRPr sz="1294" b="0" i="0" kern="0" spc="0">
                <a:solidFill>
                  <a:srgbClr val="3D4D68"/>
                </a:solidFill>
                <a:latin typeface="Arial"/>
                <a:ea typeface="Arial"/>
                <a:cs typeface="Arial"/>
              </a:defRPr>
            </a:lvl1pPr>
            <a:lvl2pPr algn="l">
              <a:defRPr sz="1294" b="0" i="0" kern="0" spc="0">
                <a:solidFill>
                  <a:srgbClr val="3D4D68"/>
                </a:solidFill>
                <a:latin typeface="Arial"/>
                <a:ea typeface="Arial"/>
                <a:cs typeface="Arial"/>
              </a:defRPr>
            </a:lvl2pPr>
            <a:lvl3pPr algn="l">
              <a:defRPr sz="1294" b="0" i="0" kern="0" spc="0">
                <a:solidFill>
                  <a:srgbClr val="3D4D68"/>
                </a:solidFill>
                <a:latin typeface="Arial"/>
                <a:ea typeface="Arial"/>
                <a:cs typeface="Arial"/>
              </a:defRPr>
            </a:lvl3pPr>
            <a:lvl4pPr algn="l">
              <a:defRPr sz="1294" b="0" i="0" kern="0" spc="0">
                <a:solidFill>
                  <a:srgbClr val="3D4D68"/>
                </a:solidFill>
                <a:latin typeface="Arial"/>
                <a:ea typeface="Arial"/>
                <a:cs typeface="Arial"/>
              </a:defRPr>
            </a:lvl4pPr>
            <a:lvl5pPr algn="l">
              <a:defRPr sz="1294" b="0" i="0" kern="0" spc="0">
                <a:solidFill>
                  <a:srgbClr val="3D4D68"/>
                </a:solidFill>
                <a:latin typeface="Arial"/>
                <a:ea typeface="Arial"/>
                <a:cs typeface="Arial"/>
              </a:defRPr>
            </a:lvl5pPr>
            <a:lvl6pPr algn="l">
              <a:defRPr sz="1294" b="0" i="0" kern="0" spc="0">
                <a:solidFill>
                  <a:srgbClr val="3D4D68"/>
                </a:solidFill>
                <a:latin typeface="Arial"/>
                <a:ea typeface="Arial"/>
                <a:cs typeface="Arial"/>
              </a:defRPr>
            </a:lvl6pPr>
            <a:lvl7pPr algn="l">
              <a:defRPr sz="1294" b="0" i="0" kern="0" spc="0">
                <a:solidFill>
                  <a:srgbClr val="3D4D68"/>
                </a:solidFill>
                <a:latin typeface="Arial"/>
                <a:ea typeface="Arial"/>
                <a:cs typeface="Arial"/>
              </a:defRPr>
            </a:lvl7pPr>
            <a:lvl8pPr algn="l">
              <a:defRPr sz="1294" b="0" i="0" kern="0" spc="0">
                <a:solidFill>
                  <a:srgbClr val="3D4D68"/>
                </a:solidFill>
                <a:latin typeface="Arial"/>
                <a:ea typeface="Arial"/>
                <a:cs typeface="Arial"/>
              </a:defRPr>
            </a:lvl8pPr>
            <a:lvl9pPr algn="l">
              <a:defRPr sz="1294" b="0" i="0" kern="0" spc="0">
                <a:solidFill>
                  <a:srgbClr val="3D4D68"/>
                </a:solidFill>
                <a:latin typeface="Arial"/>
                <a:ea typeface="Arial"/>
                <a:cs typeface="Arial"/>
              </a:defRPr>
            </a:lvl9pPr>
          </a:lstStyle>
          <a:p>
            <a:pPr algn="l">
              <a:lnSpc>
                <a:spcPct val="100000"/>
              </a:lnSpc>
              <a:buNone/>
              <a:defRPr sz="1294" b="0" i="0" kern="0" spc="0">
                <a:solidFill>
                  <a:srgbClr val="3D4D68"/>
                </a:solidFill>
                <a:latin typeface="Arial"/>
                <a:ea typeface="Arial"/>
                <a:cs typeface="Arial"/>
              </a:defRPr>
            </a:pPr>
            <a:r>
              <a:rPr sz="1294" b="0" i="0" kern="0" spc="0">
                <a:solidFill>
                  <a:srgbClr val="3D4D68"/>
                </a:solidFill>
                <a:latin typeface="Arial"/>
                <a:ea typeface="Arial"/>
                <a:cs typeface="Arial"/>
              </a:rPr>
              <a:t>→</a:t>
            </a:r>
          </a:p>
        </p:txBody>
      </p:sp>
      <p:sp>
        <p:nvSpPr>
          <p:cNvPr id="74" name="s8 text 27">
            <a:extLst>
              <a:ext uri="{FF2B5EF4-FFF2-40B4-BE49-F238E27FC236}">
                <a16:creationId xmlns:a16="http://schemas.microsoft.com/office/drawing/2014/main" id="{97EC2DD7-CC31-47F6-9070-109B93CE7D04}"/>
              </a:ext>
            </a:extLst>
          </p:cNvPr>
          <p:cNvSpPr>
            <a:spLocks noGrp="1"/>
          </p:cNvSpPr>
          <p:nvPr/>
        </p:nvSpPr>
        <p:spPr>
          <a:xfrm>
            <a:off x="10682140" y="5805859"/>
            <a:ext cx="632651"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dollars.</a:t>
            </a:r>
          </a:p>
        </p:txBody>
      </p:sp>
      <p:sp>
        <p:nvSpPr>
          <p:cNvPr id="113" name="s8 text 62">
            <a:extLst>
              <a:ext uri="{FF2B5EF4-FFF2-40B4-BE49-F238E27FC236}">
                <a16:creationId xmlns:a16="http://schemas.microsoft.com/office/drawing/2014/main" id="{AE267F6E-3B15-4849-A282-4FEA21557543}"/>
              </a:ext>
            </a:extLst>
          </p:cNvPr>
          <p:cNvSpPr>
            <a:spLocks noGrp="1"/>
          </p:cNvSpPr>
          <p:nvPr/>
        </p:nvSpPr>
        <p:spPr>
          <a:xfrm>
            <a:off x="664369" y="6512644"/>
            <a:ext cx="7212520" cy="208744"/>
          </a:xfrm>
          <a:prstGeom prst="rect">
            <a:avLst/>
          </a:prstGeom>
          <a:noFill/>
          <a:ln w="0">
            <a:noFill/>
            <a:prstDash val="solid"/>
          </a:ln>
        </p:spPr>
        <p:txBody>
          <a:bodyPr wrap="none" lIns="0" tIns="0" rIns="0" bIns="0" anchor="t">
            <a:noAutofit/>
          </a:bodyPr>
          <a:lstStyle>
            <a:defPPr algn="l">
              <a:defRPr sz="1181" b="0" i="0" kern="0" spc="-9">
                <a:solidFill>
                  <a:srgbClr val="3D4D68"/>
                </a:solidFill>
                <a:latin typeface="Inter"/>
                <a:ea typeface="Inter"/>
                <a:cs typeface="Inter"/>
              </a:defRPr>
            </a:defPPr>
            <a:lvl1pPr algn="l">
              <a:defRPr sz="1181" b="0" i="0" kern="0" spc="-9">
                <a:solidFill>
                  <a:srgbClr val="3D4D68"/>
                </a:solidFill>
                <a:latin typeface="Inter"/>
                <a:ea typeface="Inter"/>
                <a:cs typeface="Inter"/>
              </a:defRPr>
            </a:lvl1pPr>
            <a:lvl2pPr algn="l">
              <a:defRPr sz="1181" b="0" i="0" kern="0" spc="-9">
                <a:solidFill>
                  <a:srgbClr val="3D4D68"/>
                </a:solidFill>
                <a:latin typeface="Inter"/>
                <a:ea typeface="Inter"/>
                <a:cs typeface="Inter"/>
              </a:defRPr>
            </a:lvl2pPr>
            <a:lvl3pPr algn="l">
              <a:defRPr sz="1181" b="0" i="0" kern="0" spc="-9">
                <a:solidFill>
                  <a:srgbClr val="3D4D68"/>
                </a:solidFill>
                <a:latin typeface="Inter"/>
                <a:ea typeface="Inter"/>
                <a:cs typeface="Inter"/>
              </a:defRPr>
            </a:lvl3pPr>
            <a:lvl4pPr algn="l">
              <a:defRPr sz="1181" b="0" i="0" kern="0" spc="-9">
                <a:solidFill>
                  <a:srgbClr val="3D4D68"/>
                </a:solidFill>
                <a:latin typeface="Inter"/>
                <a:ea typeface="Inter"/>
                <a:cs typeface="Inter"/>
              </a:defRPr>
            </a:lvl4pPr>
            <a:lvl5pPr algn="l">
              <a:defRPr sz="1181" b="0" i="0" kern="0" spc="-9">
                <a:solidFill>
                  <a:srgbClr val="3D4D68"/>
                </a:solidFill>
                <a:latin typeface="Inter"/>
                <a:ea typeface="Inter"/>
                <a:cs typeface="Inter"/>
              </a:defRPr>
            </a:lvl5pPr>
            <a:lvl6pPr algn="l">
              <a:defRPr sz="1181" b="0" i="0" kern="0" spc="-9">
                <a:solidFill>
                  <a:srgbClr val="3D4D68"/>
                </a:solidFill>
                <a:latin typeface="Inter"/>
                <a:ea typeface="Inter"/>
                <a:cs typeface="Inter"/>
              </a:defRPr>
            </a:lvl6pPr>
            <a:lvl7pPr algn="l">
              <a:defRPr sz="1181" b="0" i="0" kern="0" spc="-9">
                <a:solidFill>
                  <a:srgbClr val="3D4D68"/>
                </a:solidFill>
                <a:latin typeface="Inter"/>
                <a:ea typeface="Inter"/>
                <a:cs typeface="Inter"/>
              </a:defRPr>
            </a:lvl7pPr>
            <a:lvl8pPr algn="l">
              <a:defRPr sz="1181" b="0" i="0" kern="0" spc="-9">
                <a:solidFill>
                  <a:srgbClr val="3D4D68"/>
                </a:solidFill>
                <a:latin typeface="Inter"/>
                <a:ea typeface="Inter"/>
                <a:cs typeface="Inter"/>
              </a:defRPr>
            </a:lvl8pPr>
            <a:lvl9pPr algn="l">
              <a:defRPr sz="1181" b="0" i="0" kern="0" spc="-9">
                <a:solidFill>
                  <a:srgbClr val="3D4D68"/>
                </a:solidFill>
                <a:latin typeface="Inter"/>
                <a:ea typeface="Inter"/>
                <a:cs typeface="Inter"/>
              </a:defRPr>
            </a:lvl9pPr>
          </a:lstStyle>
          <a:p>
            <a:pPr algn="l">
              <a:lnSpc>
                <a:spcPct val="100000"/>
              </a:lnSpc>
              <a:buNone/>
              <a:defRPr sz="1181" b="0" i="0" kern="0" spc="-9">
                <a:solidFill>
                  <a:srgbClr val="3D4D68"/>
                </a:solidFill>
                <a:latin typeface="Inter"/>
                <a:ea typeface="Inter"/>
                <a:cs typeface="Inter"/>
              </a:defRPr>
            </a:pPr>
            <a:r>
              <a:rPr sz="1181" b="0" i="0" kern="0" spc="-9">
                <a:solidFill>
                  <a:srgbClr val="3D4D68"/>
                </a:solidFill>
                <a:latin typeface="Inter"/>
                <a:ea typeface="Inter"/>
                <a:cs typeface="Inter"/>
              </a:rPr>
              <a:t>½ × 20,000 × $25 = $250,000. Only domestic production counts, so the base is 20,000, not 120,000.</a:t>
            </a:r>
          </a:p>
        </p:txBody>
      </p:sp>
      <p:sp>
        <p:nvSpPr>
          <p:cNvPr id="114" name="s8 text 63">
            <a:extLst>
              <a:ext uri="{FF2B5EF4-FFF2-40B4-BE49-F238E27FC236}">
                <a16:creationId xmlns:a16="http://schemas.microsoft.com/office/drawing/2014/main" id="{DB891800-8B06-4318-893F-613ED1C1DE9F}"/>
              </a:ext>
            </a:extLst>
          </p:cNvPr>
          <p:cNvSpPr>
            <a:spLocks noGrp="1"/>
          </p:cNvSpPr>
          <p:nvPr/>
        </p:nvSpPr>
        <p:spPr>
          <a:xfrm>
            <a:off x="628650" y="1498187"/>
            <a:ext cx="3325402" cy="151819"/>
          </a:xfrm>
          <a:prstGeom prst="rect">
            <a:avLst/>
          </a:prstGeom>
          <a:noFill/>
          <a:ln w="0">
            <a:noFill/>
            <a:prstDash val="solid"/>
          </a:ln>
        </p:spPr>
        <p:txBody>
          <a:bodyPr wrap="none" lIns="0" tIns="0" rIns="0" bIns="0" anchor="t">
            <a:noAutofit/>
          </a:bodyPr>
          <a:lstStyle>
            <a:defPPr algn="l">
              <a:defRPr sz="787" b="0" i="0" kern="0" spc="118">
                <a:solidFill>
                  <a:srgbClr val="FFFFFF"/>
                </a:solidFill>
                <a:latin typeface="JetBrains Mono"/>
                <a:ea typeface="JetBrains Mono"/>
                <a:cs typeface="JetBrains Mono"/>
              </a:defRPr>
            </a:defPPr>
            <a:lvl1pPr algn="l">
              <a:defRPr sz="787" b="0" i="0" kern="0" spc="118">
                <a:solidFill>
                  <a:srgbClr val="FFFFFF"/>
                </a:solidFill>
                <a:latin typeface="JetBrains Mono"/>
                <a:ea typeface="JetBrains Mono"/>
                <a:cs typeface="JetBrains Mono"/>
              </a:defRPr>
            </a:lvl1pPr>
            <a:lvl2pPr algn="l">
              <a:defRPr sz="787" b="0" i="0" kern="0" spc="118">
                <a:solidFill>
                  <a:srgbClr val="FFFFFF"/>
                </a:solidFill>
                <a:latin typeface="JetBrains Mono"/>
                <a:ea typeface="JetBrains Mono"/>
                <a:cs typeface="JetBrains Mono"/>
              </a:defRPr>
            </a:lvl2pPr>
            <a:lvl3pPr algn="l">
              <a:defRPr sz="787" b="0" i="0" kern="0" spc="118">
                <a:solidFill>
                  <a:srgbClr val="FFFFFF"/>
                </a:solidFill>
                <a:latin typeface="JetBrains Mono"/>
                <a:ea typeface="JetBrains Mono"/>
                <a:cs typeface="JetBrains Mono"/>
              </a:defRPr>
            </a:lvl3pPr>
            <a:lvl4pPr algn="l">
              <a:defRPr sz="787" b="0" i="0" kern="0" spc="118">
                <a:solidFill>
                  <a:srgbClr val="FFFFFF"/>
                </a:solidFill>
                <a:latin typeface="JetBrains Mono"/>
                <a:ea typeface="JetBrains Mono"/>
                <a:cs typeface="JetBrains Mono"/>
              </a:defRPr>
            </a:lvl4pPr>
            <a:lvl5pPr algn="l">
              <a:defRPr sz="787" b="0" i="0" kern="0" spc="118">
                <a:solidFill>
                  <a:srgbClr val="FFFFFF"/>
                </a:solidFill>
                <a:latin typeface="JetBrains Mono"/>
                <a:ea typeface="JetBrains Mono"/>
                <a:cs typeface="JetBrains Mono"/>
              </a:defRPr>
            </a:lvl5pPr>
            <a:lvl6pPr algn="l">
              <a:defRPr sz="787" b="0" i="0" kern="0" spc="118">
                <a:solidFill>
                  <a:srgbClr val="FFFFFF"/>
                </a:solidFill>
                <a:latin typeface="JetBrains Mono"/>
                <a:ea typeface="JetBrains Mono"/>
                <a:cs typeface="JetBrains Mono"/>
              </a:defRPr>
            </a:lvl6pPr>
            <a:lvl7pPr algn="l">
              <a:defRPr sz="787" b="0" i="0" kern="0" spc="118">
                <a:solidFill>
                  <a:srgbClr val="FFFFFF"/>
                </a:solidFill>
                <a:latin typeface="JetBrains Mono"/>
                <a:ea typeface="JetBrains Mono"/>
                <a:cs typeface="JetBrains Mono"/>
              </a:defRPr>
            </a:lvl7pPr>
            <a:lvl8pPr algn="l">
              <a:defRPr sz="787" b="0" i="0" kern="0" spc="118">
                <a:solidFill>
                  <a:srgbClr val="FFFFFF"/>
                </a:solidFill>
                <a:latin typeface="JetBrains Mono"/>
                <a:ea typeface="JetBrains Mono"/>
                <a:cs typeface="JetBrains Mono"/>
              </a:defRPr>
            </a:lvl8pPr>
            <a:lvl9pPr algn="l">
              <a:defRPr sz="787" b="0" i="0" kern="0" spc="118">
                <a:solidFill>
                  <a:srgbClr val="FFFFFF"/>
                </a:solidFill>
                <a:latin typeface="JetBrains Mono"/>
                <a:ea typeface="JetBrains Mono"/>
                <a:cs typeface="JetBrains Mono"/>
              </a:defRPr>
            </a:lvl9pPr>
          </a:lstStyle>
          <a:p>
            <a:pPr algn="l">
              <a:lnSpc>
                <a:spcPct val="100000"/>
              </a:lnSpc>
              <a:buNone/>
              <a:defRPr sz="787" b="0" i="0" kern="0" spc="118">
                <a:solidFill>
                  <a:srgbClr val="FFFFFF"/>
                </a:solidFill>
                <a:latin typeface="JetBrains Mono"/>
                <a:ea typeface="JetBrains Mono"/>
                <a:cs typeface="JetBrains Mono"/>
              </a:defRPr>
            </a:pPr>
            <a:r>
              <a:rPr sz="787" b="0" i="0" kern="0" spc="118">
                <a:solidFill>
                  <a:srgbClr val="FFFFFF"/>
                </a:solidFill>
                <a:latin typeface="JetBrains Mono"/>
                <a:ea typeface="JetBrains Mono"/>
                <a:cs typeface="JetBrains Mono"/>
              </a:rPr>
              <a:t>FIG. 5 · PRODUCER SURPLUS AT THE WORLD PRICE</a:t>
            </a:r>
          </a:p>
        </p:txBody>
      </p:sp>
      <p:sp>
        <p:nvSpPr>
          <p:cNvPr id="115" name="s8 text 64">
            <a:extLst>
              <a:ext uri="{FF2B5EF4-FFF2-40B4-BE49-F238E27FC236}">
                <a16:creationId xmlns:a16="http://schemas.microsoft.com/office/drawing/2014/main" id="{6CA4A0A2-83BE-485C-B1D0-A8EBA8398D67}"/>
              </a:ext>
            </a:extLst>
          </p:cNvPr>
          <p:cNvSpPr>
            <a:spLocks noGrp="1"/>
          </p:cNvSpPr>
          <p:nvPr/>
        </p:nvSpPr>
        <p:spPr>
          <a:xfrm>
            <a:off x="514350" y="7370207"/>
            <a:ext cx="1906319"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QUESTION 5.1 · COUNTRY Z</a:t>
            </a:r>
          </a:p>
        </p:txBody>
      </p:sp>
      <p:sp>
        <p:nvSpPr>
          <p:cNvPr id="116" name="s8 text 65">
            <a:extLst>
              <a:ext uri="{FF2B5EF4-FFF2-40B4-BE49-F238E27FC236}">
                <a16:creationId xmlns:a16="http://schemas.microsoft.com/office/drawing/2014/main" id="{0A86784E-5DB2-45D1-9DB9-220C08D26D24}"/>
              </a:ext>
            </a:extLst>
          </p:cNvPr>
          <p:cNvSpPr>
            <a:spLocks noGrp="1"/>
          </p:cNvSpPr>
          <p:nvPr/>
        </p:nvSpPr>
        <p:spPr>
          <a:xfrm>
            <a:off x="12732283" y="7370207"/>
            <a:ext cx="498279"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8 / 26</a:t>
            </a:r>
          </a:p>
        </p:txBody>
      </p:sp>
    </p:spTree>
    <p:extLst>
      <p:ext uri="{BB962C8B-B14F-4D97-AF65-F5344CB8AC3E}">
        <p14:creationId xmlns:p14="http://schemas.microsoft.com/office/powerpoint/2010/main" val="1586606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8" name="Blueprint grid">
            <a:extLst>
              <a:ext uri="{FF2B5EF4-FFF2-40B4-BE49-F238E27FC236}">
                <a16:creationId xmlns:a16="http://schemas.microsoft.com/office/drawing/2014/main" id="{220A9936-62A3-4130-9C57-23495A46D864}"/>
              </a:ext>
            </a:extLst>
          </p:cNvPr>
          <p:cNvSpPr>
            <a:spLocks noGrp="1"/>
          </p:cNvSpPr>
          <p:nvPr/>
        </p:nvSpPr>
        <p:spPr>
          <a:xfrm>
            <a:off x="7144" y="0"/>
            <a:ext cx="7144" cy="7715250"/>
          </a:xfrm>
          <a:prstGeom prst="rect">
            <a:avLst/>
          </a:prstGeom>
          <a:solidFill>
            <a:srgbClr val="0A2540">
              <a:alpha val="5000"/>
            </a:srgbClr>
          </a:solidFill>
          <a:ln w="0">
            <a:noFill/>
            <a:prstDash val="solid"/>
          </a:ln>
        </p:spPr>
      </p:sp>
      <p:sp>
        <p:nvSpPr>
          <p:cNvPr id="2" name="Blueprint grid">
            <a:extLst>
              <a:ext uri="{FF2B5EF4-FFF2-40B4-BE49-F238E27FC236}">
                <a16:creationId xmlns:a16="http://schemas.microsoft.com/office/drawing/2014/main" id="{48078985-63ED-4EE2-B438-A0599DE08139}"/>
              </a:ext>
            </a:extLst>
          </p:cNvPr>
          <p:cNvSpPr>
            <a:spLocks noGrp="1"/>
          </p:cNvSpPr>
          <p:nvPr/>
        </p:nvSpPr>
        <p:spPr>
          <a:xfrm>
            <a:off x="578644" y="0"/>
            <a:ext cx="7144" cy="7715250"/>
          </a:xfrm>
          <a:prstGeom prst="rect">
            <a:avLst/>
          </a:prstGeom>
          <a:solidFill>
            <a:srgbClr val="0A2540">
              <a:alpha val="5000"/>
            </a:srgbClr>
          </a:solidFill>
          <a:ln w="0">
            <a:noFill/>
            <a:prstDash val="solid"/>
          </a:ln>
        </p:spPr>
      </p:sp>
      <p:sp>
        <p:nvSpPr>
          <p:cNvPr id="3" name="Blueprint grid">
            <a:extLst>
              <a:ext uri="{FF2B5EF4-FFF2-40B4-BE49-F238E27FC236}">
                <a16:creationId xmlns:a16="http://schemas.microsoft.com/office/drawing/2014/main" id="{4A89C4E8-C409-4B77-8AF0-E64C3AB16F1C}"/>
              </a:ext>
            </a:extLst>
          </p:cNvPr>
          <p:cNvSpPr>
            <a:spLocks noGrp="1"/>
          </p:cNvSpPr>
          <p:nvPr/>
        </p:nvSpPr>
        <p:spPr>
          <a:xfrm>
            <a:off x="9151144" y="0"/>
            <a:ext cx="7144" cy="7715250"/>
          </a:xfrm>
          <a:prstGeom prst="rect">
            <a:avLst/>
          </a:prstGeom>
          <a:solidFill>
            <a:srgbClr val="0A2540">
              <a:alpha val="5000"/>
            </a:srgbClr>
          </a:solidFill>
          <a:ln w="0">
            <a:noFill/>
            <a:prstDash val="solid"/>
          </a:ln>
        </p:spPr>
      </p:sp>
      <p:sp>
        <p:nvSpPr>
          <p:cNvPr id="4" name="Blueprint grid">
            <a:extLst>
              <a:ext uri="{FF2B5EF4-FFF2-40B4-BE49-F238E27FC236}">
                <a16:creationId xmlns:a16="http://schemas.microsoft.com/office/drawing/2014/main" id="{1AF89C62-5FAF-4580-AC8C-B92EA9C2F163}"/>
              </a:ext>
            </a:extLst>
          </p:cNvPr>
          <p:cNvSpPr>
            <a:spLocks noGrp="1"/>
          </p:cNvSpPr>
          <p:nvPr/>
        </p:nvSpPr>
        <p:spPr>
          <a:xfrm>
            <a:off x="9436894" y="0"/>
            <a:ext cx="7144" cy="7715250"/>
          </a:xfrm>
          <a:prstGeom prst="rect">
            <a:avLst/>
          </a:prstGeom>
          <a:solidFill>
            <a:srgbClr val="0A2540">
              <a:alpha val="5000"/>
            </a:srgbClr>
          </a:solidFill>
          <a:ln w="0">
            <a:noFill/>
            <a:prstDash val="solid"/>
          </a:ln>
        </p:spPr>
      </p:sp>
      <p:sp>
        <p:nvSpPr>
          <p:cNvPr id="5" name="Blueprint grid">
            <a:extLst>
              <a:ext uri="{FF2B5EF4-FFF2-40B4-BE49-F238E27FC236}">
                <a16:creationId xmlns:a16="http://schemas.microsoft.com/office/drawing/2014/main" id="{12CC3D91-9597-4EEC-988D-3F662B331A06}"/>
              </a:ext>
            </a:extLst>
          </p:cNvPr>
          <p:cNvSpPr>
            <a:spLocks noGrp="1"/>
          </p:cNvSpPr>
          <p:nvPr/>
        </p:nvSpPr>
        <p:spPr>
          <a:xfrm>
            <a:off x="9722644" y="0"/>
            <a:ext cx="7144" cy="7715250"/>
          </a:xfrm>
          <a:prstGeom prst="rect">
            <a:avLst/>
          </a:prstGeom>
          <a:solidFill>
            <a:srgbClr val="0A2540">
              <a:alpha val="5000"/>
            </a:srgbClr>
          </a:solidFill>
          <a:ln w="0">
            <a:noFill/>
            <a:prstDash val="solid"/>
          </a:ln>
        </p:spPr>
      </p:sp>
      <p:sp>
        <p:nvSpPr>
          <p:cNvPr id="6" name="Blueprint grid">
            <a:extLst>
              <a:ext uri="{FF2B5EF4-FFF2-40B4-BE49-F238E27FC236}">
                <a16:creationId xmlns:a16="http://schemas.microsoft.com/office/drawing/2014/main" id="{B9B3D02C-10C4-47BD-BE76-E35AA7340211}"/>
              </a:ext>
            </a:extLst>
          </p:cNvPr>
          <p:cNvSpPr>
            <a:spLocks noGrp="1"/>
          </p:cNvSpPr>
          <p:nvPr/>
        </p:nvSpPr>
        <p:spPr>
          <a:xfrm>
            <a:off x="10008394" y="0"/>
            <a:ext cx="7144" cy="7715250"/>
          </a:xfrm>
          <a:prstGeom prst="rect">
            <a:avLst/>
          </a:prstGeom>
          <a:solidFill>
            <a:srgbClr val="0A2540">
              <a:alpha val="5000"/>
            </a:srgbClr>
          </a:solidFill>
          <a:ln w="0">
            <a:noFill/>
            <a:prstDash val="solid"/>
          </a:ln>
        </p:spPr>
      </p:sp>
      <p:sp>
        <p:nvSpPr>
          <p:cNvPr id="7" name="Blueprint grid">
            <a:extLst>
              <a:ext uri="{FF2B5EF4-FFF2-40B4-BE49-F238E27FC236}">
                <a16:creationId xmlns:a16="http://schemas.microsoft.com/office/drawing/2014/main" id="{C58BFFFF-3708-4E4A-933B-21B5F03501C4}"/>
              </a:ext>
            </a:extLst>
          </p:cNvPr>
          <p:cNvSpPr>
            <a:spLocks noGrp="1"/>
          </p:cNvSpPr>
          <p:nvPr/>
        </p:nvSpPr>
        <p:spPr>
          <a:xfrm>
            <a:off x="10294144" y="0"/>
            <a:ext cx="7144" cy="7715250"/>
          </a:xfrm>
          <a:prstGeom prst="rect">
            <a:avLst/>
          </a:prstGeom>
          <a:solidFill>
            <a:srgbClr val="0A2540">
              <a:alpha val="5000"/>
            </a:srgbClr>
          </a:solidFill>
          <a:ln w="0">
            <a:noFill/>
            <a:prstDash val="solid"/>
          </a:ln>
        </p:spPr>
      </p:sp>
      <p:sp>
        <p:nvSpPr>
          <p:cNvPr id="8" name="Blueprint grid">
            <a:extLst>
              <a:ext uri="{FF2B5EF4-FFF2-40B4-BE49-F238E27FC236}">
                <a16:creationId xmlns:a16="http://schemas.microsoft.com/office/drawing/2014/main" id="{CA69F109-2241-40A3-95D7-7A25128C5107}"/>
              </a:ext>
            </a:extLst>
          </p:cNvPr>
          <p:cNvSpPr>
            <a:spLocks noGrp="1"/>
          </p:cNvSpPr>
          <p:nvPr/>
        </p:nvSpPr>
        <p:spPr>
          <a:xfrm>
            <a:off x="10579894" y="0"/>
            <a:ext cx="7144" cy="7715250"/>
          </a:xfrm>
          <a:prstGeom prst="rect">
            <a:avLst/>
          </a:prstGeom>
          <a:solidFill>
            <a:srgbClr val="0A2540">
              <a:alpha val="5000"/>
            </a:srgbClr>
          </a:solidFill>
          <a:ln w="0">
            <a:noFill/>
            <a:prstDash val="solid"/>
          </a:ln>
        </p:spPr>
      </p:sp>
      <p:sp>
        <p:nvSpPr>
          <p:cNvPr id="9" name="Blueprint grid">
            <a:extLst>
              <a:ext uri="{FF2B5EF4-FFF2-40B4-BE49-F238E27FC236}">
                <a16:creationId xmlns:a16="http://schemas.microsoft.com/office/drawing/2014/main" id="{9351CF69-B85A-4557-83D3-E10B1B293459}"/>
              </a:ext>
            </a:extLst>
          </p:cNvPr>
          <p:cNvSpPr>
            <a:spLocks noGrp="1"/>
          </p:cNvSpPr>
          <p:nvPr/>
        </p:nvSpPr>
        <p:spPr>
          <a:xfrm>
            <a:off x="10865644" y="0"/>
            <a:ext cx="7144" cy="7715250"/>
          </a:xfrm>
          <a:prstGeom prst="rect">
            <a:avLst/>
          </a:prstGeom>
          <a:solidFill>
            <a:srgbClr val="0A2540">
              <a:alpha val="5000"/>
            </a:srgbClr>
          </a:solidFill>
          <a:ln w="0">
            <a:noFill/>
            <a:prstDash val="solid"/>
          </a:ln>
        </p:spPr>
      </p:sp>
      <p:sp>
        <p:nvSpPr>
          <p:cNvPr id="10" name="Layout surface">
            <a:extLst>
              <a:ext uri="{FF2B5EF4-FFF2-40B4-BE49-F238E27FC236}">
                <a16:creationId xmlns:a16="http://schemas.microsoft.com/office/drawing/2014/main" id="{0555485C-F434-4994-BD9B-ED4D270F3684}"/>
              </a:ext>
            </a:extLst>
          </p:cNvPr>
          <p:cNvSpPr>
            <a:spLocks noGrp="1"/>
          </p:cNvSpPr>
          <p:nvPr/>
        </p:nvSpPr>
        <p:spPr>
          <a:xfrm>
            <a:off x="0" y="0"/>
            <a:ext cx="1428750" cy="35719"/>
          </a:xfrm>
          <a:prstGeom prst="rect">
            <a:avLst/>
          </a:prstGeom>
          <a:solidFill>
            <a:srgbClr val="0A2540"/>
          </a:solidFill>
          <a:ln w="0">
            <a:noFill/>
            <a:prstDash val="solid"/>
          </a:ln>
        </p:spPr>
      </p:sp>
      <p:sp>
        <p:nvSpPr>
          <p:cNvPr id="11" name="Layout surface">
            <a:extLst>
              <a:ext uri="{FF2B5EF4-FFF2-40B4-BE49-F238E27FC236}">
                <a16:creationId xmlns:a16="http://schemas.microsoft.com/office/drawing/2014/main" id="{03A8C22B-73D2-459D-A9B8-91A682B1F6B7}"/>
              </a:ext>
            </a:extLst>
          </p:cNvPr>
          <p:cNvSpPr>
            <a:spLocks noGrp="1"/>
          </p:cNvSpPr>
          <p:nvPr/>
        </p:nvSpPr>
        <p:spPr>
          <a:xfrm>
            <a:off x="1428750" y="0"/>
            <a:ext cx="1000125" cy="35719"/>
          </a:xfrm>
          <a:prstGeom prst="rect">
            <a:avLst/>
          </a:prstGeom>
          <a:solidFill>
            <a:srgbClr val="1D4ED8"/>
          </a:solidFill>
          <a:ln w="0">
            <a:noFill/>
            <a:prstDash val="solid"/>
          </a:ln>
        </p:spPr>
      </p:sp>
      <p:sp>
        <p:nvSpPr>
          <p:cNvPr id="12" name="Layout surface">
            <a:extLst>
              <a:ext uri="{FF2B5EF4-FFF2-40B4-BE49-F238E27FC236}">
                <a16:creationId xmlns:a16="http://schemas.microsoft.com/office/drawing/2014/main" id="{8564F08A-F363-4AD1-B8B8-A1D41283343B}"/>
              </a:ext>
            </a:extLst>
          </p:cNvPr>
          <p:cNvSpPr>
            <a:spLocks noGrp="1"/>
          </p:cNvSpPr>
          <p:nvPr/>
        </p:nvSpPr>
        <p:spPr>
          <a:xfrm>
            <a:off x="2428875" y="0"/>
            <a:ext cx="11287125" cy="35719"/>
          </a:xfrm>
          <a:prstGeom prst="rect">
            <a:avLst/>
          </a:prstGeom>
          <a:solidFill>
            <a:srgbClr val="0A2540">
              <a:alpha val="16000"/>
            </a:srgbClr>
          </a:solidFill>
          <a:ln w="0">
            <a:noFill/>
            <a:prstDash val="solid"/>
          </a:ln>
        </p:spPr>
      </p:sp>
      <p:sp>
        <p:nvSpPr>
          <p:cNvPr id="13" name="Source layout 5">
            <a:extLst>
              <a:ext uri="{FF2B5EF4-FFF2-40B4-BE49-F238E27FC236}">
                <a16:creationId xmlns:a16="http://schemas.microsoft.com/office/drawing/2014/main" id="{88FC335D-0A38-4EA4-8D5B-3667C9EDE838}"/>
              </a:ext>
            </a:extLst>
          </p:cNvPr>
          <p:cNvSpPr>
            <a:spLocks noGrp="1"/>
          </p:cNvSpPr>
          <p:nvPr/>
        </p:nvSpPr>
        <p:spPr>
          <a:xfrm>
            <a:off x="514350" y="1378744"/>
            <a:ext cx="78581" cy="78581"/>
          </a:xfrm>
          <a:custGeom>
            <a:avLst/>
            <a:gdLst/>
            <a:ahLst/>
            <a:cxnLst/>
            <a:rect l="0" t="0" r="0" b="0"/>
            <a:pathLst>
              <a:path w="78581" h="78581">
                <a:moveTo>
                  <a:pt x="0" y="0"/>
                </a:moveTo>
                <a:lnTo>
                  <a:pt x="78581" y="0"/>
                </a:lnTo>
                <a:lnTo>
                  <a:pt x="78581" y="78581"/>
                </a:lnTo>
                <a:lnTo>
                  <a:pt x="0" y="78581"/>
                </a:lnTo>
                <a:close/>
              </a:path>
            </a:pathLst>
          </a:custGeom>
          <a:solidFill>
            <a:srgbClr val="1D4ED8"/>
          </a:solidFill>
          <a:ln w="7144">
            <a:noFill/>
            <a:prstDash val="solid"/>
          </a:ln>
        </p:spPr>
      </p:sp>
      <p:sp>
        <p:nvSpPr>
          <p:cNvPr id="14" name="Source layout 6">
            <a:extLst>
              <a:ext uri="{FF2B5EF4-FFF2-40B4-BE49-F238E27FC236}">
                <a16:creationId xmlns:a16="http://schemas.microsoft.com/office/drawing/2014/main" id="{9E858037-ACDF-4FB1-B2A9-6A45238FC7C3}"/>
              </a:ext>
            </a:extLst>
          </p:cNvPr>
          <p:cNvSpPr>
            <a:spLocks noGrp="1"/>
          </p:cNvSpPr>
          <p:nvPr/>
        </p:nvSpPr>
        <p:spPr>
          <a:xfrm>
            <a:off x="514350" y="2300287"/>
            <a:ext cx="4114800" cy="2093119"/>
          </a:xfrm>
          <a:custGeom>
            <a:avLst/>
            <a:gdLst/>
            <a:ahLst/>
            <a:cxnLst/>
            <a:rect l="0" t="0" r="0" b="0"/>
            <a:pathLst>
              <a:path w="4114800" h="2093119">
                <a:moveTo>
                  <a:pt x="0" y="0"/>
                </a:moveTo>
                <a:lnTo>
                  <a:pt x="4114800" y="0"/>
                </a:lnTo>
                <a:lnTo>
                  <a:pt x="4114800" y="2093119"/>
                </a:lnTo>
                <a:lnTo>
                  <a:pt x="0" y="2093119"/>
                </a:lnTo>
                <a:close/>
              </a:path>
            </a:pathLst>
          </a:custGeom>
          <a:solidFill>
            <a:srgbClr val="FFFFFF"/>
          </a:solidFill>
          <a:ln w="7144">
            <a:noFill/>
            <a:prstDash val="solid"/>
          </a:ln>
        </p:spPr>
      </p:sp>
      <p:sp>
        <p:nvSpPr>
          <p:cNvPr id="15" name="Source layout 7">
            <a:extLst>
              <a:ext uri="{FF2B5EF4-FFF2-40B4-BE49-F238E27FC236}">
                <a16:creationId xmlns:a16="http://schemas.microsoft.com/office/drawing/2014/main" id="{D51959C1-BF58-4CE6-B4AD-C4C437708125}"/>
              </a:ext>
            </a:extLst>
          </p:cNvPr>
          <p:cNvSpPr>
            <a:spLocks noGrp="1"/>
          </p:cNvSpPr>
          <p:nvPr/>
        </p:nvSpPr>
        <p:spPr>
          <a:xfrm>
            <a:off x="514350" y="4386262"/>
            <a:ext cx="4114800" cy="7144"/>
          </a:xfrm>
          <a:custGeom>
            <a:avLst/>
            <a:gdLst/>
            <a:ahLst/>
            <a:cxnLst/>
            <a:rect l="0" t="0" r="0" b="0"/>
            <a:pathLst>
              <a:path w="4114800" h="7144">
                <a:moveTo>
                  <a:pt x="0" y="0"/>
                </a:moveTo>
                <a:lnTo>
                  <a:pt x="4114800" y="0"/>
                </a:lnTo>
                <a:lnTo>
                  <a:pt x="4114800" y="7144"/>
                </a:lnTo>
                <a:lnTo>
                  <a:pt x="0" y="7144"/>
                </a:lnTo>
                <a:close/>
              </a:path>
            </a:pathLst>
          </a:custGeom>
          <a:solidFill>
            <a:srgbClr val="0A2540">
              <a:alpha val="34120"/>
            </a:srgbClr>
          </a:solidFill>
          <a:ln w="7144">
            <a:noFill/>
            <a:prstDash val="solid"/>
          </a:ln>
        </p:spPr>
      </p:sp>
      <p:sp>
        <p:nvSpPr>
          <p:cNvPr id="16" name="Source layout 8">
            <a:extLst>
              <a:ext uri="{FF2B5EF4-FFF2-40B4-BE49-F238E27FC236}">
                <a16:creationId xmlns:a16="http://schemas.microsoft.com/office/drawing/2014/main" id="{E7B654B0-F047-42A6-8093-7836F5B786A3}"/>
              </a:ext>
            </a:extLst>
          </p:cNvPr>
          <p:cNvSpPr>
            <a:spLocks noGrp="1"/>
          </p:cNvSpPr>
          <p:nvPr/>
        </p:nvSpPr>
        <p:spPr>
          <a:xfrm>
            <a:off x="4622006" y="2300287"/>
            <a:ext cx="7144" cy="2093119"/>
          </a:xfrm>
          <a:custGeom>
            <a:avLst/>
            <a:gdLst/>
            <a:ahLst/>
            <a:cxnLst/>
            <a:rect l="0" t="0" r="0" b="0"/>
            <a:pathLst>
              <a:path w="7144" h="2093119">
                <a:moveTo>
                  <a:pt x="0" y="0"/>
                </a:moveTo>
                <a:lnTo>
                  <a:pt x="7144" y="0"/>
                </a:lnTo>
                <a:lnTo>
                  <a:pt x="7144" y="2093119"/>
                </a:lnTo>
                <a:lnTo>
                  <a:pt x="0" y="2093119"/>
                </a:lnTo>
                <a:close/>
              </a:path>
            </a:pathLst>
          </a:custGeom>
          <a:solidFill>
            <a:srgbClr val="0A2540">
              <a:alpha val="34120"/>
            </a:srgbClr>
          </a:solidFill>
          <a:ln w="7144">
            <a:noFill/>
            <a:prstDash val="solid"/>
          </a:ln>
        </p:spPr>
      </p:sp>
      <p:sp>
        <p:nvSpPr>
          <p:cNvPr id="17" name="Source layout 9">
            <a:extLst>
              <a:ext uri="{FF2B5EF4-FFF2-40B4-BE49-F238E27FC236}">
                <a16:creationId xmlns:a16="http://schemas.microsoft.com/office/drawing/2014/main" id="{C1D5CF7E-3210-482C-A6FB-2B7F5B067858}"/>
              </a:ext>
            </a:extLst>
          </p:cNvPr>
          <p:cNvSpPr>
            <a:spLocks noGrp="1"/>
          </p:cNvSpPr>
          <p:nvPr/>
        </p:nvSpPr>
        <p:spPr>
          <a:xfrm>
            <a:off x="514350" y="2300287"/>
            <a:ext cx="7144" cy="2093119"/>
          </a:xfrm>
          <a:custGeom>
            <a:avLst/>
            <a:gdLst/>
            <a:ahLst/>
            <a:cxnLst/>
            <a:rect l="0" t="0" r="0" b="0"/>
            <a:pathLst>
              <a:path w="7144" h="2093119">
                <a:moveTo>
                  <a:pt x="0" y="0"/>
                </a:moveTo>
                <a:lnTo>
                  <a:pt x="7144" y="0"/>
                </a:lnTo>
                <a:lnTo>
                  <a:pt x="7144" y="2093119"/>
                </a:lnTo>
                <a:lnTo>
                  <a:pt x="0" y="2093119"/>
                </a:lnTo>
                <a:close/>
              </a:path>
            </a:pathLst>
          </a:custGeom>
          <a:solidFill>
            <a:srgbClr val="0A2540">
              <a:alpha val="34120"/>
            </a:srgbClr>
          </a:solidFill>
          <a:ln w="7144">
            <a:noFill/>
            <a:prstDash val="solid"/>
          </a:ln>
        </p:spPr>
      </p:sp>
      <p:sp>
        <p:nvSpPr>
          <p:cNvPr id="18" name="Source layout 10">
            <a:extLst>
              <a:ext uri="{FF2B5EF4-FFF2-40B4-BE49-F238E27FC236}">
                <a16:creationId xmlns:a16="http://schemas.microsoft.com/office/drawing/2014/main" id="{DB321F7B-DD74-4DDD-AF3A-82E3CADD406F}"/>
              </a:ext>
            </a:extLst>
          </p:cNvPr>
          <p:cNvSpPr>
            <a:spLocks noGrp="1"/>
          </p:cNvSpPr>
          <p:nvPr/>
        </p:nvSpPr>
        <p:spPr>
          <a:xfrm>
            <a:off x="514350" y="2300287"/>
            <a:ext cx="4114800" cy="28575"/>
          </a:xfrm>
          <a:custGeom>
            <a:avLst/>
            <a:gdLst/>
            <a:ahLst/>
            <a:cxnLst/>
            <a:rect l="0" t="0" r="0" b="0"/>
            <a:pathLst>
              <a:path w="4114800" h="28575">
                <a:moveTo>
                  <a:pt x="0" y="0"/>
                </a:moveTo>
                <a:lnTo>
                  <a:pt x="7144" y="28575"/>
                </a:lnTo>
                <a:lnTo>
                  <a:pt x="4107656" y="28575"/>
                </a:lnTo>
                <a:lnTo>
                  <a:pt x="4114800" y="0"/>
                </a:lnTo>
              </a:path>
            </a:pathLst>
          </a:custGeom>
          <a:solidFill>
            <a:srgbClr val="0A2540"/>
          </a:solidFill>
          <a:ln w="7144">
            <a:noFill/>
            <a:prstDash val="solid"/>
          </a:ln>
        </p:spPr>
      </p:sp>
      <p:sp>
        <p:nvSpPr>
          <p:cNvPr id="19" name="Source layout 11">
            <a:extLst>
              <a:ext uri="{FF2B5EF4-FFF2-40B4-BE49-F238E27FC236}">
                <a16:creationId xmlns:a16="http://schemas.microsoft.com/office/drawing/2014/main" id="{C9045689-3D01-44FE-8765-A3B5399D7C73}"/>
              </a:ext>
            </a:extLst>
          </p:cNvPr>
          <p:cNvSpPr>
            <a:spLocks noGrp="1"/>
          </p:cNvSpPr>
          <p:nvPr/>
        </p:nvSpPr>
        <p:spPr>
          <a:xfrm>
            <a:off x="4800600" y="2300287"/>
            <a:ext cx="4114800" cy="2093119"/>
          </a:xfrm>
          <a:custGeom>
            <a:avLst/>
            <a:gdLst/>
            <a:ahLst/>
            <a:cxnLst/>
            <a:rect l="0" t="0" r="0" b="0"/>
            <a:pathLst>
              <a:path w="4114800" h="2093119">
                <a:moveTo>
                  <a:pt x="0" y="0"/>
                </a:moveTo>
                <a:lnTo>
                  <a:pt x="4114800" y="0"/>
                </a:lnTo>
                <a:lnTo>
                  <a:pt x="4114800" y="2093119"/>
                </a:lnTo>
                <a:lnTo>
                  <a:pt x="0" y="2093119"/>
                </a:lnTo>
                <a:close/>
              </a:path>
            </a:pathLst>
          </a:custGeom>
          <a:solidFill>
            <a:srgbClr val="FFFFFF"/>
          </a:solidFill>
          <a:ln w="7144">
            <a:noFill/>
            <a:prstDash val="solid"/>
          </a:ln>
        </p:spPr>
      </p:sp>
      <p:sp>
        <p:nvSpPr>
          <p:cNvPr id="20" name="Source layout 12">
            <a:extLst>
              <a:ext uri="{FF2B5EF4-FFF2-40B4-BE49-F238E27FC236}">
                <a16:creationId xmlns:a16="http://schemas.microsoft.com/office/drawing/2014/main" id="{1A52D9A4-B7FF-4F69-BF3A-C9A9DBF11377}"/>
              </a:ext>
            </a:extLst>
          </p:cNvPr>
          <p:cNvSpPr>
            <a:spLocks noGrp="1"/>
          </p:cNvSpPr>
          <p:nvPr/>
        </p:nvSpPr>
        <p:spPr>
          <a:xfrm>
            <a:off x="4800600" y="4386262"/>
            <a:ext cx="4114800" cy="7144"/>
          </a:xfrm>
          <a:custGeom>
            <a:avLst/>
            <a:gdLst/>
            <a:ahLst/>
            <a:cxnLst/>
            <a:rect l="0" t="0" r="0" b="0"/>
            <a:pathLst>
              <a:path w="4114800" h="7144">
                <a:moveTo>
                  <a:pt x="0" y="0"/>
                </a:moveTo>
                <a:lnTo>
                  <a:pt x="4114800" y="0"/>
                </a:lnTo>
                <a:lnTo>
                  <a:pt x="4114800" y="7144"/>
                </a:lnTo>
                <a:lnTo>
                  <a:pt x="0" y="7144"/>
                </a:lnTo>
                <a:close/>
              </a:path>
            </a:pathLst>
          </a:custGeom>
          <a:solidFill>
            <a:srgbClr val="0A2540">
              <a:alpha val="34120"/>
            </a:srgbClr>
          </a:solidFill>
          <a:ln w="7144">
            <a:noFill/>
            <a:prstDash val="solid"/>
          </a:ln>
        </p:spPr>
      </p:sp>
      <p:sp>
        <p:nvSpPr>
          <p:cNvPr id="21" name="Source layout 13">
            <a:extLst>
              <a:ext uri="{FF2B5EF4-FFF2-40B4-BE49-F238E27FC236}">
                <a16:creationId xmlns:a16="http://schemas.microsoft.com/office/drawing/2014/main" id="{C741800C-31C8-497D-91B2-153C88E076AF}"/>
              </a:ext>
            </a:extLst>
          </p:cNvPr>
          <p:cNvSpPr>
            <a:spLocks noGrp="1"/>
          </p:cNvSpPr>
          <p:nvPr/>
        </p:nvSpPr>
        <p:spPr>
          <a:xfrm>
            <a:off x="8908256" y="2300287"/>
            <a:ext cx="7144" cy="2093119"/>
          </a:xfrm>
          <a:custGeom>
            <a:avLst/>
            <a:gdLst/>
            <a:ahLst/>
            <a:cxnLst/>
            <a:rect l="0" t="0" r="0" b="0"/>
            <a:pathLst>
              <a:path w="7144" h="2093119">
                <a:moveTo>
                  <a:pt x="0" y="0"/>
                </a:moveTo>
                <a:lnTo>
                  <a:pt x="7144" y="0"/>
                </a:lnTo>
                <a:lnTo>
                  <a:pt x="7144" y="2093119"/>
                </a:lnTo>
                <a:lnTo>
                  <a:pt x="0" y="2093119"/>
                </a:lnTo>
                <a:close/>
              </a:path>
            </a:pathLst>
          </a:custGeom>
          <a:solidFill>
            <a:srgbClr val="0A2540">
              <a:alpha val="34120"/>
            </a:srgbClr>
          </a:solidFill>
          <a:ln w="7144">
            <a:noFill/>
            <a:prstDash val="solid"/>
          </a:ln>
        </p:spPr>
      </p:sp>
      <p:sp>
        <p:nvSpPr>
          <p:cNvPr id="22" name="Source layout 14">
            <a:extLst>
              <a:ext uri="{FF2B5EF4-FFF2-40B4-BE49-F238E27FC236}">
                <a16:creationId xmlns:a16="http://schemas.microsoft.com/office/drawing/2014/main" id="{C72ACE46-DDB7-4F96-9A3D-66F418985E6B}"/>
              </a:ext>
            </a:extLst>
          </p:cNvPr>
          <p:cNvSpPr>
            <a:spLocks noGrp="1"/>
          </p:cNvSpPr>
          <p:nvPr/>
        </p:nvSpPr>
        <p:spPr>
          <a:xfrm>
            <a:off x="4800600" y="2300287"/>
            <a:ext cx="7144" cy="2093119"/>
          </a:xfrm>
          <a:custGeom>
            <a:avLst/>
            <a:gdLst/>
            <a:ahLst/>
            <a:cxnLst/>
            <a:rect l="0" t="0" r="0" b="0"/>
            <a:pathLst>
              <a:path w="7144" h="2093119">
                <a:moveTo>
                  <a:pt x="0" y="0"/>
                </a:moveTo>
                <a:lnTo>
                  <a:pt x="7144" y="0"/>
                </a:lnTo>
                <a:lnTo>
                  <a:pt x="7144" y="2093119"/>
                </a:lnTo>
                <a:lnTo>
                  <a:pt x="0" y="2093119"/>
                </a:lnTo>
                <a:close/>
              </a:path>
            </a:pathLst>
          </a:custGeom>
          <a:solidFill>
            <a:srgbClr val="0A2540">
              <a:alpha val="34120"/>
            </a:srgbClr>
          </a:solidFill>
          <a:ln w="7144">
            <a:noFill/>
            <a:prstDash val="solid"/>
          </a:ln>
        </p:spPr>
      </p:sp>
      <p:sp>
        <p:nvSpPr>
          <p:cNvPr id="23" name="Source layout 15">
            <a:extLst>
              <a:ext uri="{FF2B5EF4-FFF2-40B4-BE49-F238E27FC236}">
                <a16:creationId xmlns:a16="http://schemas.microsoft.com/office/drawing/2014/main" id="{F0EB2784-7AAA-4DFC-8E2B-71910733E501}"/>
              </a:ext>
            </a:extLst>
          </p:cNvPr>
          <p:cNvSpPr>
            <a:spLocks noGrp="1"/>
          </p:cNvSpPr>
          <p:nvPr/>
        </p:nvSpPr>
        <p:spPr>
          <a:xfrm>
            <a:off x="4800600" y="2300287"/>
            <a:ext cx="4114800" cy="28575"/>
          </a:xfrm>
          <a:custGeom>
            <a:avLst/>
            <a:gdLst/>
            <a:ahLst/>
            <a:cxnLst/>
            <a:rect l="0" t="0" r="0" b="0"/>
            <a:pathLst>
              <a:path w="4114800" h="28575">
                <a:moveTo>
                  <a:pt x="0" y="0"/>
                </a:moveTo>
                <a:lnTo>
                  <a:pt x="7144" y="28575"/>
                </a:lnTo>
                <a:lnTo>
                  <a:pt x="4107656" y="28575"/>
                </a:lnTo>
                <a:lnTo>
                  <a:pt x="4114800" y="0"/>
                </a:lnTo>
              </a:path>
            </a:pathLst>
          </a:custGeom>
          <a:solidFill>
            <a:srgbClr val="0A2540"/>
          </a:solidFill>
          <a:ln w="7144">
            <a:noFill/>
            <a:prstDash val="solid"/>
          </a:ln>
        </p:spPr>
      </p:sp>
      <p:sp>
        <p:nvSpPr>
          <p:cNvPr id="24" name="Source layout 16">
            <a:extLst>
              <a:ext uri="{FF2B5EF4-FFF2-40B4-BE49-F238E27FC236}">
                <a16:creationId xmlns:a16="http://schemas.microsoft.com/office/drawing/2014/main" id="{EB259E21-3999-4DB6-B45F-B2FA5902D35F}"/>
              </a:ext>
            </a:extLst>
          </p:cNvPr>
          <p:cNvSpPr>
            <a:spLocks noGrp="1"/>
          </p:cNvSpPr>
          <p:nvPr/>
        </p:nvSpPr>
        <p:spPr>
          <a:xfrm>
            <a:off x="9086850" y="2300287"/>
            <a:ext cx="4114800" cy="2093119"/>
          </a:xfrm>
          <a:custGeom>
            <a:avLst/>
            <a:gdLst/>
            <a:ahLst/>
            <a:cxnLst/>
            <a:rect l="0" t="0" r="0" b="0"/>
            <a:pathLst>
              <a:path w="4114800" h="2093119">
                <a:moveTo>
                  <a:pt x="0" y="0"/>
                </a:moveTo>
                <a:lnTo>
                  <a:pt x="4114800" y="0"/>
                </a:lnTo>
                <a:lnTo>
                  <a:pt x="4114800" y="2093119"/>
                </a:lnTo>
                <a:lnTo>
                  <a:pt x="0" y="2093119"/>
                </a:lnTo>
                <a:close/>
              </a:path>
            </a:pathLst>
          </a:custGeom>
          <a:solidFill>
            <a:srgbClr val="FFFFFF"/>
          </a:solidFill>
          <a:ln w="7144">
            <a:noFill/>
            <a:prstDash val="solid"/>
          </a:ln>
        </p:spPr>
      </p:sp>
      <p:sp>
        <p:nvSpPr>
          <p:cNvPr id="25" name="Source layout 17">
            <a:extLst>
              <a:ext uri="{FF2B5EF4-FFF2-40B4-BE49-F238E27FC236}">
                <a16:creationId xmlns:a16="http://schemas.microsoft.com/office/drawing/2014/main" id="{2EFAF877-1481-49EF-8D61-1FB7AAACDA54}"/>
              </a:ext>
            </a:extLst>
          </p:cNvPr>
          <p:cNvSpPr>
            <a:spLocks noGrp="1"/>
          </p:cNvSpPr>
          <p:nvPr/>
        </p:nvSpPr>
        <p:spPr>
          <a:xfrm>
            <a:off x="9086850" y="4386262"/>
            <a:ext cx="4114800" cy="7144"/>
          </a:xfrm>
          <a:custGeom>
            <a:avLst/>
            <a:gdLst/>
            <a:ahLst/>
            <a:cxnLst/>
            <a:rect l="0" t="0" r="0" b="0"/>
            <a:pathLst>
              <a:path w="4114800" h="7144">
                <a:moveTo>
                  <a:pt x="0" y="0"/>
                </a:moveTo>
                <a:lnTo>
                  <a:pt x="4114800" y="0"/>
                </a:lnTo>
                <a:lnTo>
                  <a:pt x="4114800" y="7144"/>
                </a:lnTo>
                <a:lnTo>
                  <a:pt x="0" y="7144"/>
                </a:lnTo>
                <a:close/>
              </a:path>
            </a:pathLst>
          </a:custGeom>
          <a:solidFill>
            <a:srgbClr val="0A2540">
              <a:alpha val="34120"/>
            </a:srgbClr>
          </a:solidFill>
          <a:ln w="7144">
            <a:noFill/>
            <a:prstDash val="solid"/>
          </a:ln>
        </p:spPr>
      </p:sp>
      <p:sp>
        <p:nvSpPr>
          <p:cNvPr id="26" name="Source layout 18">
            <a:extLst>
              <a:ext uri="{FF2B5EF4-FFF2-40B4-BE49-F238E27FC236}">
                <a16:creationId xmlns:a16="http://schemas.microsoft.com/office/drawing/2014/main" id="{1BC46D01-0876-4E94-96EB-960EE159408C}"/>
              </a:ext>
            </a:extLst>
          </p:cNvPr>
          <p:cNvSpPr>
            <a:spLocks noGrp="1"/>
          </p:cNvSpPr>
          <p:nvPr/>
        </p:nvSpPr>
        <p:spPr>
          <a:xfrm>
            <a:off x="13194506" y="2300287"/>
            <a:ext cx="7144" cy="2093119"/>
          </a:xfrm>
          <a:custGeom>
            <a:avLst/>
            <a:gdLst/>
            <a:ahLst/>
            <a:cxnLst/>
            <a:rect l="0" t="0" r="0" b="0"/>
            <a:pathLst>
              <a:path w="7144" h="2093119">
                <a:moveTo>
                  <a:pt x="0" y="0"/>
                </a:moveTo>
                <a:lnTo>
                  <a:pt x="7144" y="0"/>
                </a:lnTo>
                <a:lnTo>
                  <a:pt x="7144" y="2093119"/>
                </a:lnTo>
                <a:lnTo>
                  <a:pt x="0" y="2093119"/>
                </a:lnTo>
                <a:close/>
              </a:path>
            </a:pathLst>
          </a:custGeom>
          <a:solidFill>
            <a:srgbClr val="0A2540">
              <a:alpha val="34120"/>
            </a:srgbClr>
          </a:solidFill>
          <a:ln w="7144">
            <a:noFill/>
            <a:prstDash val="solid"/>
          </a:ln>
        </p:spPr>
      </p:sp>
      <p:sp>
        <p:nvSpPr>
          <p:cNvPr id="27" name="Source layout 19">
            <a:extLst>
              <a:ext uri="{FF2B5EF4-FFF2-40B4-BE49-F238E27FC236}">
                <a16:creationId xmlns:a16="http://schemas.microsoft.com/office/drawing/2014/main" id="{9EEB1743-D390-4182-A659-CBD5886D58B8}"/>
              </a:ext>
            </a:extLst>
          </p:cNvPr>
          <p:cNvSpPr>
            <a:spLocks noGrp="1"/>
          </p:cNvSpPr>
          <p:nvPr/>
        </p:nvSpPr>
        <p:spPr>
          <a:xfrm>
            <a:off x="9086850" y="2300287"/>
            <a:ext cx="7144" cy="2093119"/>
          </a:xfrm>
          <a:custGeom>
            <a:avLst/>
            <a:gdLst/>
            <a:ahLst/>
            <a:cxnLst/>
            <a:rect l="0" t="0" r="0" b="0"/>
            <a:pathLst>
              <a:path w="7144" h="2093119">
                <a:moveTo>
                  <a:pt x="0" y="0"/>
                </a:moveTo>
                <a:lnTo>
                  <a:pt x="7144" y="0"/>
                </a:lnTo>
                <a:lnTo>
                  <a:pt x="7144" y="2093119"/>
                </a:lnTo>
                <a:lnTo>
                  <a:pt x="0" y="2093119"/>
                </a:lnTo>
                <a:close/>
              </a:path>
            </a:pathLst>
          </a:custGeom>
          <a:solidFill>
            <a:srgbClr val="0A2540">
              <a:alpha val="34120"/>
            </a:srgbClr>
          </a:solidFill>
          <a:ln w="7144">
            <a:noFill/>
            <a:prstDash val="solid"/>
          </a:ln>
        </p:spPr>
      </p:sp>
      <p:sp>
        <p:nvSpPr>
          <p:cNvPr id="28" name="Source layout 20">
            <a:extLst>
              <a:ext uri="{FF2B5EF4-FFF2-40B4-BE49-F238E27FC236}">
                <a16:creationId xmlns:a16="http://schemas.microsoft.com/office/drawing/2014/main" id="{3A70B4DD-997B-4815-961B-D0B6216CBEAE}"/>
              </a:ext>
            </a:extLst>
          </p:cNvPr>
          <p:cNvSpPr>
            <a:spLocks noGrp="1"/>
          </p:cNvSpPr>
          <p:nvPr/>
        </p:nvSpPr>
        <p:spPr>
          <a:xfrm>
            <a:off x="9086850" y="2300287"/>
            <a:ext cx="4114800" cy="28575"/>
          </a:xfrm>
          <a:custGeom>
            <a:avLst/>
            <a:gdLst/>
            <a:ahLst/>
            <a:cxnLst/>
            <a:rect l="0" t="0" r="0" b="0"/>
            <a:pathLst>
              <a:path w="4114800" h="28575">
                <a:moveTo>
                  <a:pt x="0" y="0"/>
                </a:moveTo>
                <a:lnTo>
                  <a:pt x="7144" y="28575"/>
                </a:lnTo>
                <a:lnTo>
                  <a:pt x="4107656" y="28575"/>
                </a:lnTo>
                <a:lnTo>
                  <a:pt x="4114800" y="0"/>
                </a:lnTo>
              </a:path>
            </a:pathLst>
          </a:custGeom>
          <a:solidFill>
            <a:srgbClr val="0A2540"/>
          </a:solidFill>
          <a:ln w="7144">
            <a:noFill/>
            <a:prstDash val="solid"/>
          </a:ln>
        </p:spPr>
      </p:sp>
      <p:sp>
        <p:nvSpPr>
          <p:cNvPr id="29" name="Source layout 21">
            <a:extLst>
              <a:ext uri="{FF2B5EF4-FFF2-40B4-BE49-F238E27FC236}">
                <a16:creationId xmlns:a16="http://schemas.microsoft.com/office/drawing/2014/main" id="{1DDD1C20-0CFB-454A-AE85-E2E17E0CB890}"/>
              </a:ext>
            </a:extLst>
          </p:cNvPr>
          <p:cNvSpPr>
            <a:spLocks noGrp="1"/>
          </p:cNvSpPr>
          <p:nvPr/>
        </p:nvSpPr>
        <p:spPr>
          <a:xfrm>
            <a:off x="7029450" y="4929187"/>
            <a:ext cx="1971675" cy="885825"/>
          </a:xfrm>
          <a:custGeom>
            <a:avLst/>
            <a:gdLst/>
            <a:ahLst/>
            <a:cxnLst/>
            <a:rect l="0" t="0" r="0" b="0"/>
            <a:pathLst>
              <a:path w="1971675" h="885825">
                <a:moveTo>
                  <a:pt x="0" y="0"/>
                </a:moveTo>
                <a:lnTo>
                  <a:pt x="1971675" y="0"/>
                </a:lnTo>
                <a:lnTo>
                  <a:pt x="1971675" y="885825"/>
                </a:lnTo>
                <a:lnTo>
                  <a:pt x="0" y="885825"/>
                </a:lnTo>
                <a:close/>
              </a:path>
            </a:pathLst>
          </a:custGeom>
          <a:solidFill>
            <a:srgbClr val="FFFFFF"/>
          </a:solidFill>
          <a:ln w="7144">
            <a:noFill/>
            <a:prstDash val="solid"/>
          </a:ln>
        </p:spPr>
      </p:sp>
      <p:sp>
        <p:nvSpPr>
          <p:cNvPr id="30" name="Source layout 22">
            <a:extLst>
              <a:ext uri="{FF2B5EF4-FFF2-40B4-BE49-F238E27FC236}">
                <a16:creationId xmlns:a16="http://schemas.microsoft.com/office/drawing/2014/main" id="{B146028D-5C47-4170-BB5F-8DDBB30C0906}"/>
              </a:ext>
            </a:extLst>
          </p:cNvPr>
          <p:cNvSpPr>
            <a:spLocks noGrp="1"/>
          </p:cNvSpPr>
          <p:nvPr/>
        </p:nvSpPr>
        <p:spPr>
          <a:xfrm>
            <a:off x="7033022" y="4932759"/>
            <a:ext cx="1964531" cy="878681"/>
          </a:xfrm>
          <a:custGeom>
            <a:avLst/>
            <a:gdLst/>
            <a:ahLst/>
            <a:cxnLst/>
            <a:rect l="0" t="0" r="0" b="0"/>
            <a:pathLst>
              <a:path w="1964531" h="878681">
                <a:moveTo>
                  <a:pt x="0" y="0"/>
                </a:moveTo>
                <a:lnTo>
                  <a:pt x="1964531" y="0"/>
                </a:lnTo>
                <a:lnTo>
                  <a:pt x="1964531" y="878681"/>
                </a:lnTo>
                <a:lnTo>
                  <a:pt x="0" y="878681"/>
                </a:lnTo>
                <a:close/>
              </a:path>
            </a:pathLst>
          </a:custGeom>
          <a:noFill/>
          <a:ln w="7144">
            <a:solidFill>
              <a:srgbClr val="0A2540">
                <a:alpha val="34120"/>
              </a:srgbClr>
            </a:solidFill>
            <a:prstDash val="solid"/>
          </a:ln>
        </p:spPr>
      </p:sp>
      <p:sp>
        <p:nvSpPr>
          <p:cNvPr id="31" name="Source layout 23">
            <a:extLst>
              <a:ext uri="{FF2B5EF4-FFF2-40B4-BE49-F238E27FC236}">
                <a16:creationId xmlns:a16="http://schemas.microsoft.com/office/drawing/2014/main" id="{37592524-D93C-4145-8010-C97F1A8E94B7}"/>
              </a:ext>
            </a:extLst>
          </p:cNvPr>
          <p:cNvSpPr>
            <a:spLocks noGrp="1"/>
          </p:cNvSpPr>
          <p:nvPr/>
        </p:nvSpPr>
        <p:spPr>
          <a:xfrm>
            <a:off x="9129712" y="4929187"/>
            <a:ext cx="1971675" cy="885825"/>
          </a:xfrm>
          <a:custGeom>
            <a:avLst/>
            <a:gdLst/>
            <a:ahLst/>
            <a:cxnLst/>
            <a:rect l="0" t="0" r="0" b="0"/>
            <a:pathLst>
              <a:path w="1971675" h="885825">
                <a:moveTo>
                  <a:pt x="0" y="0"/>
                </a:moveTo>
                <a:lnTo>
                  <a:pt x="1971675" y="0"/>
                </a:lnTo>
                <a:lnTo>
                  <a:pt x="1971675" y="885825"/>
                </a:lnTo>
                <a:lnTo>
                  <a:pt x="0" y="885825"/>
                </a:lnTo>
                <a:close/>
              </a:path>
            </a:pathLst>
          </a:custGeom>
          <a:solidFill>
            <a:srgbClr val="FFFFFF"/>
          </a:solidFill>
          <a:ln w="7144">
            <a:noFill/>
            <a:prstDash val="solid"/>
          </a:ln>
        </p:spPr>
      </p:sp>
      <p:sp>
        <p:nvSpPr>
          <p:cNvPr id="32" name="Source layout 24">
            <a:extLst>
              <a:ext uri="{FF2B5EF4-FFF2-40B4-BE49-F238E27FC236}">
                <a16:creationId xmlns:a16="http://schemas.microsoft.com/office/drawing/2014/main" id="{B8845DFA-18C0-4501-8392-119626B5B3A7}"/>
              </a:ext>
            </a:extLst>
          </p:cNvPr>
          <p:cNvSpPr>
            <a:spLocks noGrp="1"/>
          </p:cNvSpPr>
          <p:nvPr/>
        </p:nvSpPr>
        <p:spPr>
          <a:xfrm>
            <a:off x="9133284" y="4932759"/>
            <a:ext cx="1964531" cy="878681"/>
          </a:xfrm>
          <a:custGeom>
            <a:avLst/>
            <a:gdLst/>
            <a:ahLst/>
            <a:cxnLst/>
            <a:rect l="0" t="0" r="0" b="0"/>
            <a:pathLst>
              <a:path w="1964531" h="878681">
                <a:moveTo>
                  <a:pt x="0" y="0"/>
                </a:moveTo>
                <a:lnTo>
                  <a:pt x="1964531" y="0"/>
                </a:lnTo>
                <a:lnTo>
                  <a:pt x="1964531" y="878681"/>
                </a:lnTo>
                <a:lnTo>
                  <a:pt x="0" y="878681"/>
                </a:lnTo>
                <a:close/>
              </a:path>
            </a:pathLst>
          </a:custGeom>
          <a:noFill/>
          <a:ln w="7144">
            <a:solidFill>
              <a:srgbClr val="0A2540">
                <a:alpha val="34120"/>
              </a:srgbClr>
            </a:solidFill>
            <a:prstDash val="solid"/>
          </a:ln>
        </p:spPr>
      </p:sp>
      <p:sp>
        <p:nvSpPr>
          <p:cNvPr id="33" name="Source layout 25">
            <a:extLst>
              <a:ext uri="{FF2B5EF4-FFF2-40B4-BE49-F238E27FC236}">
                <a16:creationId xmlns:a16="http://schemas.microsoft.com/office/drawing/2014/main" id="{0969CEE0-D387-4BA1-9E5F-0DD28ABFE4F2}"/>
              </a:ext>
            </a:extLst>
          </p:cNvPr>
          <p:cNvSpPr>
            <a:spLocks noGrp="1"/>
          </p:cNvSpPr>
          <p:nvPr/>
        </p:nvSpPr>
        <p:spPr>
          <a:xfrm>
            <a:off x="11229975" y="4929187"/>
            <a:ext cx="1971675" cy="885825"/>
          </a:xfrm>
          <a:custGeom>
            <a:avLst/>
            <a:gdLst/>
            <a:ahLst/>
            <a:cxnLst/>
            <a:rect l="0" t="0" r="0" b="0"/>
            <a:pathLst>
              <a:path w="1971675" h="885825">
                <a:moveTo>
                  <a:pt x="0" y="0"/>
                </a:moveTo>
                <a:lnTo>
                  <a:pt x="1971675" y="0"/>
                </a:lnTo>
                <a:lnTo>
                  <a:pt x="1971675" y="885825"/>
                </a:lnTo>
                <a:lnTo>
                  <a:pt x="0" y="885825"/>
                </a:lnTo>
                <a:close/>
              </a:path>
            </a:pathLst>
          </a:custGeom>
          <a:solidFill>
            <a:srgbClr val="FFFFFF"/>
          </a:solidFill>
          <a:ln w="7144">
            <a:noFill/>
            <a:prstDash val="solid"/>
          </a:ln>
        </p:spPr>
      </p:sp>
      <p:sp>
        <p:nvSpPr>
          <p:cNvPr id="34" name="Source layout 26">
            <a:extLst>
              <a:ext uri="{FF2B5EF4-FFF2-40B4-BE49-F238E27FC236}">
                <a16:creationId xmlns:a16="http://schemas.microsoft.com/office/drawing/2014/main" id="{8FC2368F-0F1C-40E3-B8E5-37B0DAF63F9C}"/>
              </a:ext>
            </a:extLst>
          </p:cNvPr>
          <p:cNvSpPr>
            <a:spLocks noGrp="1"/>
          </p:cNvSpPr>
          <p:nvPr/>
        </p:nvSpPr>
        <p:spPr>
          <a:xfrm>
            <a:off x="11233546" y="4932759"/>
            <a:ext cx="1964531" cy="878681"/>
          </a:xfrm>
          <a:custGeom>
            <a:avLst/>
            <a:gdLst/>
            <a:ahLst/>
            <a:cxnLst/>
            <a:rect l="0" t="0" r="0" b="0"/>
            <a:pathLst>
              <a:path w="1964531" h="878681">
                <a:moveTo>
                  <a:pt x="0" y="0"/>
                </a:moveTo>
                <a:lnTo>
                  <a:pt x="1964531" y="0"/>
                </a:lnTo>
                <a:lnTo>
                  <a:pt x="1964531" y="878681"/>
                </a:lnTo>
                <a:lnTo>
                  <a:pt x="0" y="878681"/>
                </a:lnTo>
                <a:close/>
              </a:path>
            </a:pathLst>
          </a:custGeom>
          <a:noFill/>
          <a:ln w="7144">
            <a:solidFill>
              <a:srgbClr val="0A2540">
                <a:alpha val="34120"/>
              </a:srgbClr>
            </a:solidFill>
            <a:prstDash val="solid"/>
          </a:ln>
        </p:spPr>
      </p:sp>
      <p:sp>
        <p:nvSpPr>
          <p:cNvPr id="35" name="Source layout 27">
            <a:extLst>
              <a:ext uri="{FF2B5EF4-FFF2-40B4-BE49-F238E27FC236}">
                <a16:creationId xmlns:a16="http://schemas.microsoft.com/office/drawing/2014/main" id="{79FE86F5-E167-40B4-89F0-54CA6E8FE60D}"/>
              </a:ext>
            </a:extLst>
          </p:cNvPr>
          <p:cNvSpPr>
            <a:spLocks noGrp="1"/>
          </p:cNvSpPr>
          <p:nvPr/>
        </p:nvSpPr>
        <p:spPr>
          <a:xfrm>
            <a:off x="514350" y="7250906"/>
            <a:ext cx="12687299" cy="7144"/>
          </a:xfrm>
          <a:custGeom>
            <a:avLst/>
            <a:gdLst/>
            <a:ahLst/>
            <a:cxnLst/>
            <a:rect l="0" t="0" r="0" b="0"/>
            <a:pathLst>
              <a:path w="12687299" h="7144">
                <a:moveTo>
                  <a:pt x="0" y="0"/>
                </a:moveTo>
                <a:lnTo>
                  <a:pt x="12687299" y="0"/>
                </a:lnTo>
                <a:lnTo>
                  <a:pt x="12687299" y="7144"/>
                </a:lnTo>
                <a:lnTo>
                  <a:pt x="0" y="7144"/>
                </a:lnTo>
                <a:close/>
              </a:path>
            </a:pathLst>
          </a:custGeom>
          <a:solidFill>
            <a:srgbClr val="0A2540">
              <a:alpha val="16080"/>
            </a:srgbClr>
          </a:solidFill>
          <a:ln w="7144">
            <a:noFill/>
            <a:prstDash val="solid"/>
          </a:ln>
        </p:spPr>
      </p:sp>
      <p:sp>
        <p:nvSpPr>
          <p:cNvPr id="36" name="s9 text 1">
            <a:extLst>
              <a:ext uri="{FF2B5EF4-FFF2-40B4-BE49-F238E27FC236}">
                <a16:creationId xmlns:a16="http://schemas.microsoft.com/office/drawing/2014/main" id="{19F23F1A-7CC8-4164-8C32-911919AE8061}"/>
              </a:ext>
            </a:extLst>
          </p:cNvPr>
          <p:cNvSpPr>
            <a:spLocks noGrp="1"/>
          </p:cNvSpPr>
          <p:nvPr/>
        </p:nvSpPr>
        <p:spPr>
          <a:xfrm>
            <a:off x="678656" y="1347883"/>
            <a:ext cx="1577342" cy="173507"/>
          </a:xfrm>
          <a:prstGeom prst="rect">
            <a:avLst/>
          </a:prstGeom>
          <a:noFill/>
          <a:ln w="0">
            <a:noFill/>
            <a:prstDash val="solid"/>
          </a:ln>
        </p:spPr>
        <p:txBody>
          <a:bodyPr wrap="none" lIns="0" tIns="0" rIns="0" bIns="0" anchor="t">
            <a:noAutofit/>
          </a:bodyPr>
          <a:lstStyle>
            <a:defPPr algn="l">
              <a:defRPr sz="900" b="0" i="0" kern="0" spc="180">
                <a:solidFill>
                  <a:srgbClr val="1D4ED8"/>
                </a:solidFill>
                <a:latin typeface="JetBrains Mono"/>
                <a:ea typeface="JetBrains Mono"/>
                <a:cs typeface="JetBrains Mono"/>
              </a:defRPr>
            </a:defPPr>
            <a:lvl1pPr algn="l">
              <a:defRPr sz="900" b="0" i="0" kern="0" spc="180">
                <a:solidFill>
                  <a:srgbClr val="1D4ED8"/>
                </a:solidFill>
                <a:latin typeface="JetBrains Mono"/>
                <a:ea typeface="JetBrains Mono"/>
                <a:cs typeface="JetBrains Mono"/>
              </a:defRPr>
            </a:lvl1pPr>
            <a:lvl2pPr algn="l">
              <a:defRPr sz="900" b="0" i="0" kern="0" spc="180">
                <a:solidFill>
                  <a:srgbClr val="1D4ED8"/>
                </a:solidFill>
                <a:latin typeface="JetBrains Mono"/>
                <a:ea typeface="JetBrains Mono"/>
                <a:cs typeface="JetBrains Mono"/>
              </a:defRPr>
            </a:lvl2pPr>
            <a:lvl3pPr algn="l">
              <a:defRPr sz="900" b="0" i="0" kern="0" spc="180">
                <a:solidFill>
                  <a:srgbClr val="1D4ED8"/>
                </a:solidFill>
                <a:latin typeface="JetBrains Mono"/>
                <a:ea typeface="JetBrains Mono"/>
                <a:cs typeface="JetBrains Mono"/>
              </a:defRPr>
            </a:lvl3pPr>
            <a:lvl4pPr algn="l">
              <a:defRPr sz="900" b="0" i="0" kern="0" spc="180">
                <a:solidFill>
                  <a:srgbClr val="1D4ED8"/>
                </a:solidFill>
                <a:latin typeface="JetBrains Mono"/>
                <a:ea typeface="JetBrains Mono"/>
                <a:cs typeface="JetBrains Mono"/>
              </a:defRPr>
            </a:lvl4pPr>
            <a:lvl5pPr algn="l">
              <a:defRPr sz="900" b="0" i="0" kern="0" spc="180">
                <a:solidFill>
                  <a:srgbClr val="1D4ED8"/>
                </a:solidFill>
                <a:latin typeface="JetBrains Mono"/>
                <a:ea typeface="JetBrains Mono"/>
                <a:cs typeface="JetBrains Mono"/>
              </a:defRPr>
            </a:lvl5pPr>
            <a:lvl6pPr algn="l">
              <a:defRPr sz="900" b="0" i="0" kern="0" spc="180">
                <a:solidFill>
                  <a:srgbClr val="1D4ED8"/>
                </a:solidFill>
                <a:latin typeface="JetBrains Mono"/>
                <a:ea typeface="JetBrains Mono"/>
                <a:cs typeface="JetBrains Mono"/>
              </a:defRPr>
            </a:lvl6pPr>
            <a:lvl7pPr algn="l">
              <a:defRPr sz="900" b="0" i="0" kern="0" spc="180">
                <a:solidFill>
                  <a:srgbClr val="1D4ED8"/>
                </a:solidFill>
                <a:latin typeface="JetBrains Mono"/>
                <a:ea typeface="JetBrains Mono"/>
                <a:cs typeface="JetBrains Mono"/>
              </a:defRPr>
            </a:lvl7pPr>
            <a:lvl8pPr algn="l">
              <a:defRPr sz="900" b="0" i="0" kern="0" spc="180">
                <a:solidFill>
                  <a:srgbClr val="1D4ED8"/>
                </a:solidFill>
                <a:latin typeface="JetBrains Mono"/>
                <a:ea typeface="JetBrains Mono"/>
                <a:cs typeface="JetBrains Mono"/>
              </a:defRPr>
            </a:lvl8pPr>
            <a:lvl9pPr algn="l">
              <a:defRPr sz="900" b="0" i="0" kern="0" spc="180">
                <a:solidFill>
                  <a:srgbClr val="1D4ED8"/>
                </a:solidFill>
                <a:latin typeface="JetBrains Mono"/>
                <a:ea typeface="JetBrains Mono"/>
                <a:cs typeface="JetBrains Mono"/>
              </a:defRPr>
            </a:lvl9pPr>
          </a:lstStyle>
          <a:p>
            <a:pPr algn="l">
              <a:lnSpc>
                <a:spcPct val="100000"/>
              </a:lnSpc>
              <a:buNone/>
              <a:defRPr sz="900" b="0" i="0" kern="0" spc="180">
                <a:solidFill>
                  <a:srgbClr val="1D4ED8"/>
                </a:solidFill>
                <a:latin typeface="JetBrains Mono"/>
                <a:ea typeface="JetBrains Mono"/>
                <a:cs typeface="JetBrains Mono"/>
              </a:defRPr>
            </a:pPr>
            <a:r>
              <a:rPr sz="900" b="0" i="0" kern="0" spc="180">
                <a:solidFill>
                  <a:srgbClr val="1D4ED8"/>
                </a:solidFill>
                <a:latin typeface="JetBrains Mono"/>
                <a:ea typeface="JetBrains Mono"/>
                <a:cs typeface="JetBrains Mono"/>
              </a:rPr>
              <a:t>QUESTION 5.1 (IV)</a:t>
            </a:r>
          </a:p>
        </p:txBody>
      </p:sp>
      <p:sp>
        <p:nvSpPr>
          <p:cNvPr id="37" name="s9 text 2">
            <a:extLst>
              <a:ext uri="{FF2B5EF4-FFF2-40B4-BE49-F238E27FC236}">
                <a16:creationId xmlns:a16="http://schemas.microsoft.com/office/drawing/2014/main" id="{F4336F78-0113-464D-845F-4EF09FE96F15}"/>
              </a:ext>
            </a:extLst>
          </p:cNvPr>
          <p:cNvSpPr>
            <a:spLocks noGrp="1"/>
          </p:cNvSpPr>
          <p:nvPr/>
        </p:nvSpPr>
        <p:spPr>
          <a:xfrm>
            <a:off x="514350" y="1541710"/>
            <a:ext cx="9906953" cy="576532"/>
          </a:xfrm>
          <a:prstGeom prst="rect">
            <a:avLst/>
          </a:prstGeom>
          <a:noFill/>
          <a:ln w="0">
            <a:noFill/>
            <a:prstDash val="solid"/>
          </a:ln>
        </p:spPr>
        <p:txBody>
          <a:bodyPr wrap="none" lIns="0" tIns="0" rIns="0" bIns="0" anchor="t">
            <a:noAutofit/>
          </a:bodyPr>
          <a:lstStyle>
            <a:defPPr algn="l">
              <a:defRPr sz="3262" b="0" i="0" kern="0" spc="-104">
                <a:solidFill>
                  <a:srgbClr val="0A2540"/>
                </a:solidFill>
                <a:latin typeface="Inter ExtraBold"/>
                <a:ea typeface="Inter ExtraBold"/>
                <a:cs typeface="Inter ExtraBold"/>
              </a:defRPr>
            </a:defPPr>
            <a:lvl1pPr algn="l">
              <a:defRPr sz="3262" b="0" i="0" kern="0" spc="-104">
                <a:solidFill>
                  <a:srgbClr val="0A2540"/>
                </a:solidFill>
                <a:latin typeface="Inter ExtraBold"/>
                <a:ea typeface="Inter ExtraBold"/>
                <a:cs typeface="Inter ExtraBold"/>
              </a:defRPr>
            </a:lvl1pPr>
            <a:lvl2pPr algn="l">
              <a:defRPr sz="3262" b="0" i="0" kern="0" spc="-104">
                <a:solidFill>
                  <a:srgbClr val="0A2540"/>
                </a:solidFill>
                <a:latin typeface="Inter ExtraBold"/>
                <a:ea typeface="Inter ExtraBold"/>
                <a:cs typeface="Inter ExtraBold"/>
              </a:defRPr>
            </a:lvl2pPr>
            <a:lvl3pPr algn="l">
              <a:defRPr sz="3262" b="0" i="0" kern="0" spc="-104">
                <a:solidFill>
                  <a:srgbClr val="0A2540"/>
                </a:solidFill>
                <a:latin typeface="Inter ExtraBold"/>
                <a:ea typeface="Inter ExtraBold"/>
                <a:cs typeface="Inter ExtraBold"/>
              </a:defRPr>
            </a:lvl3pPr>
            <a:lvl4pPr algn="l">
              <a:defRPr sz="3262" b="0" i="0" kern="0" spc="-104">
                <a:solidFill>
                  <a:srgbClr val="0A2540"/>
                </a:solidFill>
                <a:latin typeface="Inter ExtraBold"/>
                <a:ea typeface="Inter ExtraBold"/>
                <a:cs typeface="Inter ExtraBold"/>
              </a:defRPr>
            </a:lvl4pPr>
            <a:lvl5pPr algn="l">
              <a:defRPr sz="3262" b="0" i="0" kern="0" spc="-104">
                <a:solidFill>
                  <a:srgbClr val="0A2540"/>
                </a:solidFill>
                <a:latin typeface="Inter ExtraBold"/>
                <a:ea typeface="Inter ExtraBold"/>
                <a:cs typeface="Inter ExtraBold"/>
              </a:defRPr>
            </a:lvl5pPr>
            <a:lvl6pPr algn="l">
              <a:defRPr sz="3262" b="0" i="0" kern="0" spc="-104">
                <a:solidFill>
                  <a:srgbClr val="0A2540"/>
                </a:solidFill>
                <a:latin typeface="Inter ExtraBold"/>
                <a:ea typeface="Inter ExtraBold"/>
                <a:cs typeface="Inter ExtraBold"/>
              </a:defRPr>
            </a:lvl6pPr>
            <a:lvl7pPr algn="l">
              <a:defRPr sz="3262" b="0" i="0" kern="0" spc="-104">
                <a:solidFill>
                  <a:srgbClr val="0A2540"/>
                </a:solidFill>
                <a:latin typeface="Inter ExtraBold"/>
                <a:ea typeface="Inter ExtraBold"/>
                <a:cs typeface="Inter ExtraBold"/>
              </a:defRPr>
            </a:lvl7pPr>
            <a:lvl8pPr algn="l">
              <a:defRPr sz="3262" b="0" i="0" kern="0" spc="-104">
                <a:solidFill>
                  <a:srgbClr val="0A2540"/>
                </a:solidFill>
                <a:latin typeface="Inter ExtraBold"/>
                <a:ea typeface="Inter ExtraBold"/>
                <a:cs typeface="Inter ExtraBold"/>
              </a:defRPr>
            </a:lvl8pPr>
            <a:lvl9pPr algn="l">
              <a:defRPr sz="3262" b="0" i="0" kern="0" spc="-104">
                <a:solidFill>
                  <a:srgbClr val="0A2540"/>
                </a:solidFill>
                <a:latin typeface="Inter ExtraBold"/>
                <a:ea typeface="Inter ExtraBold"/>
                <a:cs typeface="Inter ExtraBold"/>
              </a:defRPr>
            </a:lvl9pPr>
          </a:lstStyle>
          <a:p>
            <a:pPr algn="l">
              <a:lnSpc>
                <a:spcPct val="100000"/>
              </a:lnSpc>
              <a:buNone/>
              <a:defRPr sz="3262" b="0" i="0" kern="0" spc="-104">
                <a:solidFill>
                  <a:srgbClr val="0A2540"/>
                </a:solidFill>
                <a:latin typeface="Inter ExtraBold"/>
                <a:ea typeface="Inter ExtraBold"/>
                <a:cs typeface="Inter ExtraBold"/>
              </a:defRPr>
            </a:pPr>
            <a:r>
              <a:rPr sz="3262" b="0" i="0" kern="0" spc="-104">
                <a:solidFill>
                  <a:srgbClr val="0A2540"/>
                </a:solidFill>
                <a:latin typeface="Inter ExtraBold"/>
                <a:ea typeface="Inter ExtraBold"/>
                <a:cs typeface="Inter ExtraBold"/>
              </a:rPr>
              <a:t>What a 20,000-unit import quota is meant to do</a:t>
            </a:r>
          </a:p>
        </p:txBody>
      </p:sp>
      <p:sp>
        <p:nvSpPr>
          <p:cNvPr id="38" name="s9 text 3">
            <a:extLst>
              <a:ext uri="{FF2B5EF4-FFF2-40B4-BE49-F238E27FC236}">
                <a16:creationId xmlns:a16="http://schemas.microsoft.com/office/drawing/2014/main" id="{FFF007B8-5FA1-4A17-AB75-5528B5B07F1F}"/>
              </a:ext>
            </a:extLst>
          </p:cNvPr>
          <p:cNvSpPr>
            <a:spLocks noGrp="1"/>
          </p:cNvSpPr>
          <p:nvPr/>
        </p:nvSpPr>
        <p:spPr>
          <a:xfrm>
            <a:off x="514350" y="4812878"/>
            <a:ext cx="2620613"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Intended effect, in one sentence:</a:t>
            </a:r>
          </a:p>
        </p:txBody>
      </p:sp>
      <p:sp>
        <p:nvSpPr>
          <p:cNvPr id="39" name="s9 text 4">
            <a:extLst>
              <a:ext uri="{FF2B5EF4-FFF2-40B4-BE49-F238E27FC236}">
                <a16:creationId xmlns:a16="http://schemas.microsoft.com/office/drawing/2014/main" id="{57854352-733D-4AFF-942C-F631427D8FDF}"/>
              </a:ext>
            </a:extLst>
          </p:cNvPr>
          <p:cNvSpPr>
            <a:spLocks noGrp="1"/>
          </p:cNvSpPr>
          <p:nvPr/>
        </p:nvSpPr>
        <p:spPr>
          <a:xfrm>
            <a:off x="514350" y="5241280"/>
            <a:ext cx="4564952" cy="218685"/>
          </a:xfrm>
          <a:prstGeom prst="rect">
            <a:avLst/>
          </a:prstGeom>
          <a:noFill/>
          <a:ln w="0">
            <a:noFill/>
            <a:prstDash val="solid"/>
          </a:ln>
        </p:spPr>
        <p:txBody>
          <a:bodyPr wrap="none" lIns="0" tIns="0" rIns="0" bIns="0" anchor="t">
            <a:noAutofit/>
          </a:bodyPr>
          <a:lstStyle>
            <a:defPPr algn="l">
              <a:defRPr sz="1237" b="0" i="0" kern="0" spc="-9">
                <a:solidFill>
                  <a:srgbClr val="0A2540"/>
                </a:solidFill>
                <a:latin typeface="Inter"/>
                <a:ea typeface="Inter"/>
                <a:cs typeface="Inter"/>
              </a:defRPr>
            </a:defPPr>
            <a:lvl1pPr algn="l">
              <a:defRPr sz="1237" b="0" i="0" kern="0" spc="-9">
                <a:solidFill>
                  <a:srgbClr val="0A2540"/>
                </a:solidFill>
                <a:latin typeface="Inter"/>
                <a:ea typeface="Inter"/>
                <a:cs typeface="Inter"/>
              </a:defRPr>
            </a:lvl1pPr>
            <a:lvl2pPr algn="l">
              <a:defRPr sz="1237" b="0" i="0" kern="0" spc="-9">
                <a:solidFill>
                  <a:srgbClr val="0A2540"/>
                </a:solidFill>
                <a:latin typeface="Inter"/>
                <a:ea typeface="Inter"/>
                <a:cs typeface="Inter"/>
              </a:defRPr>
            </a:lvl2pPr>
            <a:lvl3pPr algn="l">
              <a:defRPr sz="1237" b="0" i="0" kern="0" spc="-9">
                <a:solidFill>
                  <a:srgbClr val="0A2540"/>
                </a:solidFill>
                <a:latin typeface="Inter"/>
                <a:ea typeface="Inter"/>
                <a:cs typeface="Inter"/>
              </a:defRPr>
            </a:lvl3pPr>
            <a:lvl4pPr algn="l">
              <a:defRPr sz="1237" b="0" i="0" kern="0" spc="-9">
                <a:solidFill>
                  <a:srgbClr val="0A2540"/>
                </a:solidFill>
                <a:latin typeface="Inter"/>
                <a:ea typeface="Inter"/>
                <a:cs typeface="Inter"/>
              </a:defRPr>
            </a:lvl4pPr>
            <a:lvl5pPr algn="l">
              <a:defRPr sz="1237" b="0" i="0" kern="0" spc="-9">
                <a:solidFill>
                  <a:srgbClr val="0A2540"/>
                </a:solidFill>
                <a:latin typeface="Inter"/>
                <a:ea typeface="Inter"/>
                <a:cs typeface="Inter"/>
              </a:defRPr>
            </a:lvl5pPr>
            <a:lvl6pPr algn="l">
              <a:defRPr sz="1237" b="0" i="0" kern="0" spc="-9">
                <a:solidFill>
                  <a:srgbClr val="0A2540"/>
                </a:solidFill>
                <a:latin typeface="Inter"/>
                <a:ea typeface="Inter"/>
                <a:cs typeface="Inter"/>
              </a:defRPr>
            </a:lvl6pPr>
            <a:lvl7pPr algn="l">
              <a:defRPr sz="1237" b="0" i="0" kern="0" spc="-9">
                <a:solidFill>
                  <a:srgbClr val="0A2540"/>
                </a:solidFill>
                <a:latin typeface="Inter"/>
                <a:ea typeface="Inter"/>
                <a:cs typeface="Inter"/>
              </a:defRPr>
            </a:lvl7pPr>
            <a:lvl8pPr algn="l">
              <a:defRPr sz="1237" b="0" i="0" kern="0" spc="-9">
                <a:solidFill>
                  <a:srgbClr val="0A2540"/>
                </a:solidFill>
                <a:latin typeface="Inter"/>
                <a:ea typeface="Inter"/>
                <a:cs typeface="Inter"/>
              </a:defRPr>
            </a:lvl8pPr>
            <a:lvl9pPr algn="l">
              <a:defRPr sz="1237" b="0" i="0" kern="0" spc="-9">
                <a:solidFill>
                  <a:srgbClr val="0A2540"/>
                </a:solidFill>
                <a:latin typeface="Inter"/>
                <a:ea typeface="Inter"/>
                <a:cs typeface="Inter"/>
              </a:defRPr>
            </a:lvl9pPr>
          </a:lstStyle>
          <a:p>
            <a:pPr algn="l">
              <a:lnSpc>
                <a:spcPct val="100000"/>
              </a:lnSpc>
              <a:buNone/>
              <a:defRPr sz="1237" b="0" i="0" kern="0" spc="-9">
                <a:solidFill>
                  <a:srgbClr val="0A2540"/>
                </a:solidFill>
                <a:latin typeface="Inter"/>
                <a:ea typeface="Inter"/>
                <a:cs typeface="Inter"/>
              </a:defRPr>
            </a:pPr>
            <a:r>
              <a:rPr sz="1237" b="0" i="0" kern="0" spc="-9">
                <a:solidFill>
                  <a:srgbClr val="0A2540"/>
                </a:solidFill>
                <a:latin typeface="Inter"/>
                <a:ea typeface="Inter"/>
                <a:cs typeface="Inter"/>
              </a:rPr>
              <a:t>By limiting imports to 20,000 TVs, the government intends to</a:t>
            </a:r>
          </a:p>
        </p:txBody>
      </p:sp>
      <p:sp>
        <p:nvSpPr>
          <p:cNvPr id="40" name="s9 text 5">
            <a:extLst>
              <a:ext uri="{FF2B5EF4-FFF2-40B4-BE49-F238E27FC236}">
                <a16:creationId xmlns:a16="http://schemas.microsoft.com/office/drawing/2014/main" id="{598DCBEB-5BC9-4A8E-BE1B-5BFAFD79BACE}"/>
              </a:ext>
            </a:extLst>
          </p:cNvPr>
          <p:cNvSpPr>
            <a:spLocks noGrp="1"/>
          </p:cNvSpPr>
          <p:nvPr/>
        </p:nvSpPr>
        <p:spPr>
          <a:xfrm>
            <a:off x="4990914" y="5241280"/>
            <a:ext cx="1761458" cy="218685"/>
          </a:xfrm>
          <a:prstGeom prst="rect">
            <a:avLst/>
          </a:prstGeom>
          <a:noFill/>
          <a:ln w="0">
            <a:noFill/>
            <a:prstDash val="solid"/>
          </a:ln>
        </p:spPr>
        <p:txBody>
          <a:bodyPr wrap="none" lIns="0" tIns="0" rIns="0" bIns="0" anchor="t">
            <a:noAutofit/>
          </a:bodyPr>
          <a:lstStyle>
            <a:defPPr algn="l">
              <a:defRPr sz="1237" b="1" i="0" kern="0" spc="-9">
                <a:solidFill>
                  <a:srgbClr val="0A2540"/>
                </a:solidFill>
                <a:latin typeface="Inter"/>
                <a:ea typeface="Inter"/>
                <a:cs typeface="Inter"/>
              </a:defRPr>
            </a:defPPr>
            <a:lvl1pPr algn="l">
              <a:defRPr sz="1237" b="1" i="0" kern="0" spc="-9">
                <a:solidFill>
                  <a:srgbClr val="0A2540"/>
                </a:solidFill>
                <a:latin typeface="Inter"/>
                <a:ea typeface="Inter"/>
                <a:cs typeface="Inter"/>
              </a:defRPr>
            </a:lvl1pPr>
            <a:lvl2pPr algn="l">
              <a:defRPr sz="1237" b="1" i="0" kern="0" spc="-9">
                <a:solidFill>
                  <a:srgbClr val="0A2540"/>
                </a:solidFill>
                <a:latin typeface="Inter"/>
                <a:ea typeface="Inter"/>
                <a:cs typeface="Inter"/>
              </a:defRPr>
            </a:lvl2pPr>
            <a:lvl3pPr algn="l">
              <a:defRPr sz="1237" b="1" i="0" kern="0" spc="-9">
                <a:solidFill>
                  <a:srgbClr val="0A2540"/>
                </a:solidFill>
                <a:latin typeface="Inter"/>
                <a:ea typeface="Inter"/>
                <a:cs typeface="Inter"/>
              </a:defRPr>
            </a:lvl3pPr>
            <a:lvl4pPr algn="l">
              <a:defRPr sz="1237" b="1" i="0" kern="0" spc="-9">
                <a:solidFill>
                  <a:srgbClr val="0A2540"/>
                </a:solidFill>
                <a:latin typeface="Inter"/>
                <a:ea typeface="Inter"/>
                <a:cs typeface="Inter"/>
              </a:defRPr>
            </a:lvl4pPr>
            <a:lvl5pPr algn="l">
              <a:defRPr sz="1237" b="1" i="0" kern="0" spc="-9">
                <a:solidFill>
                  <a:srgbClr val="0A2540"/>
                </a:solidFill>
                <a:latin typeface="Inter"/>
                <a:ea typeface="Inter"/>
                <a:cs typeface="Inter"/>
              </a:defRPr>
            </a:lvl5pPr>
            <a:lvl6pPr algn="l">
              <a:defRPr sz="1237" b="1" i="0" kern="0" spc="-9">
                <a:solidFill>
                  <a:srgbClr val="0A2540"/>
                </a:solidFill>
                <a:latin typeface="Inter"/>
                <a:ea typeface="Inter"/>
                <a:cs typeface="Inter"/>
              </a:defRPr>
            </a:lvl6pPr>
            <a:lvl7pPr algn="l">
              <a:defRPr sz="1237" b="1" i="0" kern="0" spc="-9">
                <a:solidFill>
                  <a:srgbClr val="0A2540"/>
                </a:solidFill>
                <a:latin typeface="Inter"/>
                <a:ea typeface="Inter"/>
                <a:cs typeface="Inter"/>
              </a:defRPr>
            </a:lvl7pPr>
            <a:lvl8pPr algn="l">
              <a:defRPr sz="1237" b="1" i="0" kern="0" spc="-9">
                <a:solidFill>
                  <a:srgbClr val="0A2540"/>
                </a:solidFill>
                <a:latin typeface="Inter"/>
                <a:ea typeface="Inter"/>
                <a:cs typeface="Inter"/>
              </a:defRPr>
            </a:lvl8pPr>
            <a:lvl9pPr algn="l">
              <a:defRPr sz="1237" b="1" i="0" kern="0" spc="-9">
                <a:solidFill>
                  <a:srgbClr val="0A2540"/>
                </a:solidFill>
                <a:latin typeface="Inter"/>
                <a:ea typeface="Inter"/>
                <a:cs typeface="Inter"/>
              </a:defRPr>
            </a:lvl9pPr>
          </a:lstStyle>
          <a:p>
            <a:pPr algn="l">
              <a:lnSpc>
                <a:spcPct val="100000"/>
              </a:lnSpc>
              <a:buNone/>
              <a:defRPr sz="1237" b="1" i="0" kern="0" spc="-9">
                <a:solidFill>
                  <a:srgbClr val="0A2540"/>
                </a:solidFill>
                <a:latin typeface="Inter"/>
                <a:ea typeface="Inter"/>
                <a:cs typeface="Inter"/>
              </a:defRPr>
            </a:pPr>
            <a:r>
              <a:rPr sz="1237" b="1" i="0" kern="0" spc="-9">
                <a:solidFill>
                  <a:srgbClr val="0A2540"/>
                </a:solidFill>
                <a:latin typeface="Inter"/>
                <a:ea typeface="Inter"/>
                <a:cs typeface="Inter"/>
              </a:rPr>
              <a:t>reduce the quantity of</a:t>
            </a:r>
          </a:p>
        </p:txBody>
      </p:sp>
      <p:sp>
        <p:nvSpPr>
          <p:cNvPr id="41" name="s9 text 6">
            <a:extLst>
              <a:ext uri="{FF2B5EF4-FFF2-40B4-BE49-F238E27FC236}">
                <a16:creationId xmlns:a16="http://schemas.microsoft.com/office/drawing/2014/main" id="{68A7F731-2047-482D-839E-0A73AB2FB9D2}"/>
              </a:ext>
            </a:extLst>
          </p:cNvPr>
          <p:cNvSpPr>
            <a:spLocks noGrp="1"/>
          </p:cNvSpPr>
          <p:nvPr/>
        </p:nvSpPr>
        <p:spPr>
          <a:xfrm>
            <a:off x="514350" y="5491311"/>
            <a:ext cx="6133814" cy="218685"/>
          </a:xfrm>
          <a:prstGeom prst="rect">
            <a:avLst/>
          </a:prstGeom>
          <a:noFill/>
          <a:ln w="0">
            <a:noFill/>
            <a:prstDash val="solid"/>
          </a:ln>
        </p:spPr>
        <p:txBody>
          <a:bodyPr wrap="none" lIns="0" tIns="0" rIns="0" bIns="0" anchor="t">
            <a:noAutofit/>
          </a:bodyPr>
          <a:lstStyle>
            <a:defPPr algn="l">
              <a:defRPr sz="1237" b="1" i="0" kern="0" spc="-9">
                <a:solidFill>
                  <a:srgbClr val="0A2540"/>
                </a:solidFill>
                <a:latin typeface="Inter"/>
                <a:ea typeface="Inter"/>
                <a:cs typeface="Inter"/>
              </a:defRPr>
            </a:defPPr>
            <a:lvl1pPr algn="l">
              <a:defRPr sz="1237" b="1" i="0" kern="0" spc="-9">
                <a:solidFill>
                  <a:srgbClr val="0A2540"/>
                </a:solidFill>
                <a:latin typeface="Inter"/>
                <a:ea typeface="Inter"/>
                <a:cs typeface="Inter"/>
              </a:defRPr>
            </a:lvl1pPr>
            <a:lvl2pPr algn="l">
              <a:defRPr sz="1237" b="1" i="0" kern="0" spc="-9">
                <a:solidFill>
                  <a:srgbClr val="0A2540"/>
                </a:solidFill>
                <a:latin typeface="Inter"/>
                <a:ea typeface="Inter"/>
                <a:cs typeface="Inter"/>
              </a:defRPr>
            </a:lvl2pPr>
            <a:lvl3pPr algn="l">
              <a:defRPr sz="1237" b="1" i="0" kern="0" spc="-9">
                <a:solidFill>
                  <a:srgbClr val="0A2540"/>
                </a:solidFill>
                <a:latin typeface="Inter"/>
                <a:ea typeface="Inter"/>
                <a:cs typeface="Inter"/>
              </a:defRPr>
            </a:lvl3pPr>
            <a:lvl4pPr algn="l">
              <a:defRPr sz="1237" b="1" i="0" kern="0" spc="-9">
                <a:solidFill>
                  <a:srgbClr val="0A2540"/>
                </a:solidFill>
                <a:latin typeface="Inter"/>
                <a:ea typeface="Inter"/>
                <a:cs typeface="Inter"/>
              </a:defRPr>
            </a:lvl4pPr>
            <a:lvl5pPr algn="l">
              <a:defRPr sz="1237" b="1" i="0" kern="0" spc="-9">
                <a:solidFill>
                  <a:srgbClr val="0A2540"/>
                </a:solidFill>
                <a:latin typeface="Inter"/>
                <a:ea typeface="Inter"/>
                <a:cs typeface="Inter"/>
              </a:defRPr>
            </a:lvl5pPr>
            <a:lvl6pPr algn="l">
              <a:defRPr sz="1237" b="1" i="0" kern="0" spc="-9">
                <a:solidFill>
                  <a:srgbClr val="0A2540"/>
                </a:solidFill>
                <a:latin typeface="Inter"/>
                <a:ea typeface="Inter"/>
                <a:cs typeface="Inter"/>
              </a:defRPr>
            </a:lvl6pPr>
            <a:lvl7pPr algn="l">
              <a:defRPr sz="1237" b="1" i="0" kern="0" spc="-9">
                <a:solidFill>
                  <a:srgbClr val="0A2540"/>
                </a:solidFill>
                <a:latin typeface="Inter"/>
                <a:ea typeface="Inter"/>
                <a:cs typeface="Inter"/>
              </a:defRPr>
            </a:lvl7pPr>
            <a:lvl8pPr algn="l">
              <a:defRPr sz="1237" b="1" i="0" kern="0" spc="-9">
                <a:solidFill>
                  <a:srgbClr val="0A2540"/>
                </a:solidFill>
                <a:latin typeface="Inter"/>
                <a:ea typeface="Inter"/>
                <a:cs typeface="Inter"/>
              </a:defRPr>
            </a:lvl8pPr>
            <a:lvl9pPr algn="l">
              <a:defRPr sz="1237" b="1" i="0" kern="0" spc="-9">
                <a:solidFill>
                  <a:srgbClr val="0A2540"/>
                </a:solidFill>
                <a:latin typeface="Inter"/>
                <a:ea typeface="Inter"/>
                <a:cs typeface="Inter"/>
              </a:defRPr>
            </a:lvl9pPr>
          </a:lstStyle>
          <a:p>
            <a:pPr algn="l">
              <a:lnSpc>
                <a:spcPct val="100000"/>
              </a:lnSpc>
              <a:buNone/>
              <a:defRPr sz="1237" b="1" i="0" kern="0" spc="-9">
                <a:solidFill>
                  <a:srgbClr val="0A2540"/>
                </a:solidFill>
                <a:latin typeface="Inter"/>
                <a:ea typeface="Inter"/>
                <a:cs typeface="Inter"/>
              </a:defRPr>
            </a:pPr>
            <a:r>
              <a:rPr sz="1237" b="1" i="0" kern="0" spc="-9">
                <a:solidFill>
                  <a:srgbClr val="0A2540"/>
                </a:solidFill>
                <a:latin typeface="Inter"/>
                <a:ea typeface="Inter"/>
                <a:cs typeface="Inter"/>
              </a:rPr>
              <a:t>imports, raise the domestic price and domestic production, and thereby protect</a:t>
            </a:r>
          </a:p>
        </p:txBody>
      </p:sp>
      <p:sp>
        <p:nvSpPr>
          <p:cNvPr id="42" name="s9 text 7">
            <a:extLst>
              <a:ext uri="{FF2B5EF4-FFF2-40B4-BE49-F238E27FC236}">
                <a16:creationId xmlns:a16="http://schemas.microsoft.com/office/drawing/2014/main" id="{CEA3F4B3-9E39-446B-969B-2B564F56FFCC}"/>
              </a:ext>
            </a:extLst>
          </p:cNvPr>
          <p:cNvSpPr>
            <a:spLocks noGrp="1"/>
          </p:cNvSpPr>
          <p:nvPr/>
        </p:nvSpPr>
        <p:spPr>
          <a:xfrm>
            <a:off x="514350" y="5741342"/>
            <a:ext cx="3806095" cy="218685"/>
          </a:xfrm>
          <a:prstGeom prst="rect">
            <a:avLst/>
          </a:prstGeom>
          <a:noFill/>
          <a:ln w="0">
            <a:noFill/>
            <a:prstDash val="solid"/>
          </a:ln>
        </p:spPr>
        <p:txBody>
          <a:bodyPr wrap="none" lIns="0" tIns="0" rIns="0" bIns="0" anchor="t">
            <a:noAutofit/>
          </a:bodyPr>
          <a:lstStyle>
            <a:defPPr algn="l">
              <a:defRPr sz="1237" b="1" i="0" kern="0" spc="-9">
                <a:solidFill>
                  <a:srgbClr val="0A2540"/>
                </a:solidFill>
                <a:latin typeface="Inter"/>
                <a:ea typeface="Inter"/>
                <a:cs typeface="Inter"/>
              </a:defRPr>
            </a:defPPr>
            <a:lvl1pPr algn="l">
              <a:defRPr sz="1237" b="1" i="0" kern="0" spc="-9">
                <a:solidFill>
                  <a:srgbClr val="0A2540"/>
                </a:solidFill>
                <a:latin typeface="Inter"/>
                <a:ea typeface="Inter"/>
                <a:cs typeface="Inter"/>
              </a:defRPr>
            </a:lvl1pPr>
            <a:lvl2pPr algn="l">
              <a:defRPr sz="1237" b="1" i="0" kern="0" spc="-9">
                <a:solidFill>
                  <a:srgbClr val="0A2540"/>
                </a:solidFill>
                <a:latin typeface="Inter"/>
                <a:ea typeface="Inter"/>
                <a:cs typeface="Inter"/>
              </a:defRPr>
            </a:lvl2pPr>
            <a:lvl3pPr algn="l">
              <a:defRPr sz="1237" b="1" i="0" kern="0" spc="-9">
                <a:solidFill>
                  <a:srgbClr val="0A2540"/>
                </a:solidFill>
                <a:latin typeface="Inter"/>
                <a:ea typeface="Inter"/>
                <a:cs typeface="Inter"/>
              </a:defRPr>
            </a:lvl3pPr>
            <a:lvl4pPr algn="l">
              <a:defRPr sz="1237" b="1" i="0" kern="0" spc="-9">
                <a:solidFill>
                  <a:srgbClr val="0A2540"/>
                </a:solidFill>
                <a:latin typeface="Inter"/>
                <a:ea typeface="Inter"/>
                <a:cs typeface="Inter"/>
              </a:defRPr>
            </a:lvl4pPr>
            <a:lvl5pPr algn="l">
              <a:defRPr sz="1237" b="1" i="0" kern="0" spc="-9">
                <a:solidFill>
                  <a:srgbClr val="0A2540"/>
                </a:solidFill>
                <a:latin typeface="Inter"/>
                <a:ea typeface="Inter"/>
                <a:cs typeface="Inter"/>
              </a:defRPr>
            </a:lvl5pPr>
            <a:lvl6pPr algn="l">
              <a:defRPr sz="1237" b="1" i="0" kern="0" spc="-9">
                <a:solidFill>
                  <a:srgbClr val="0A2540"/>
                </a:solidFill>
                <a:latin typeface="Inter"/>
                <a:ea typeface="Inter"/>
                <a:cs typeface="Inter"/>
              </a:defRPr>
            </a:lvl6pPr>
            <a:lvl7pPr algn="l">
              <a:defRPr sz="1237" b="1" i="0" kern="0" spc="-9">
                <a:solidFill>
                  <a:srgbClr val="0A2540"/>
                </a:solidFill>
                <a:latin typeface="Inter"/>
                <a:ea typeface="Inter"/>
                <a:cs typeface="Inter"/>
              </a:defRPr>
            </a:lvl7pPr>
            <a:lvl8pPr algn="l">
              <a:defRPr sz="1237" b="1" i="0" kern="0" spc="-9">
                <a:solidFill>
                  <a:srgbClr val="0A2540"/>
                </a:solidFill>
                <a:latin typeface="Inter"/>
                <a:ea typeface="Inter"/>
                <a:cs typeface="Inter"/>
              </a:defRPr>
            </a:lvl8pPr>
            <a:lvl9pPr algn="l">
              <a:defRPr sz="1237" b="1" i="0" kern="0" spc="-9">
                <a:solidFill>
                  <a:srgbClr val="0A2540"/>
                </a:solidFill>
                <a:latin typeface="Inter"/>
                <a:ea typeface="Inter"/>
                <a:cs typeface="Inter"/>
              </a:defRPr>
            </a:lvl9pPr>
          </a:lstStyle>
          <a:p>
            <a:pPr algn="l">
              <a:lnSpc>
                <a:spcPct val="100000"/>
              </a:lnSpc>
              <a:buNone/>
              <a:defRPr sz="1237" b="1" i="0" kern="0" spc="-9">
                <a:solidFill>
                  <a:srgbClr val="0A2540"/>
                </a:solidFill>
                <a:latin typeface="Inter"/>
                <a:ea typeface="Inter"/>
                <a:cs typeface="Inter"/>
              </a:defRPr>
            </a:pPr>
            <a:r>
              <a:rPr sz="1237" b="1" i="0" kern="0" spc="-9">
                <a:solidFill>
                  <a:srgbClr val="0A2540"/>
                </a:solidFill>
                <a:latin typeface="Inter"/>
                <a:ea typeface="Inter"/>
                <a:cs typeface="Inter"/>
              </a:rPr>
              <a:t>domestic TV producers from foreign competition</a:t>
            </a:r>
          </a:p>
        </p:txBody>
      </p:sp>
      <p:sp>
        <p:nvSpPr>
          <p:cNvPr id="43" name="s9 text 8">
            <a:extLst>
              <a:ext uri="{FF2B5EF4-FFF2-40B4-BE49-F238E27FC236}">
                <a16:creationId xmlns:a16="http://schemas.microsoft.com/office/drawing/2014/main" id="{5022E2A9-A0E0-4505-8A2A-F7DBC76B6389}"/>
              </a:ext>
            </a:extLst>
          </p:cNvPr>
          <p:cNvSpPr>
            <a:spLocks noGrp="1"/>
          </p:cNvSpPr>
          <p:nvPr/>
        </p:nvSpPr>
        <p:spPr>
          <a:xfrm>
            <a:off x="4204990" y="5741342"/>
            <a:ext cx="108141" cy="218685"/>
          </a:xfrm>
          <a:prstGeom prst="rect">
            <a:avLst/>
          </a:prstGeom>
          <a:noFill/>
          <a:ln w="0">
            <a:noFill/>
            <a:prstDash val="solid"/>
          </a:ln>
        </p:spPr>
        <p:txBody>
          <a:bodyPr wrap="none" lIns="0" tIns="0" rIns="0" bIns="0" anchor="t">
            <a:noAutofit/>
          </a:bodyPr>
          <a:lstStyle>
            <a:defPPr algn="l">
              <a:defRPr sz="1237" b="0" i="0" kern="0" spc="0">
                <a:solidFill>
                  <a:srgbClr val="0A2540"/>
                </a:solidFill>
                <a:latin typeface="Inter"/>
                <a:ea typeface="Inter"/>
                <a:cs typeface="Inter"/>
              </a:defRPr>
            </a:defPPr>
            <a:lvl1pPr algn="l">
              <a:defRPr sz="1237" b="0" i="0" kern="0" spc="0">
                <a:solidFill>
                  <a:srgbClr val="0A2540"/>
                </a:solidFill>
                <a:latin typeface="Inter"/>
                <a:ea typeface="Inter"/>
                <a:cs typeface="Inter"/>
              </a:defRPr>
            </a:lvl1pPr>
            <a:lvl2pPr algn="l">
              <a:defRPr sz="1237" b="0" i="0" kern="0" spc="0">
                <a:solidFill>
                  <a:srgbClr val="0A2540"/>
                </a:solidFill>
                <a:latin typeface="Inter"/>
                <a:ea typeface="Inter"/>
                <a:cs typeface="Inter"/>
              </a:defRPr>
            </a:lvl2pPr>
            <a:lvl3pPr algn="l">
              <a:defRPr sz="1237" b="0" i="0" kern="0" spc="0">
                <a:solidFill>
                  <a:srgbClr val="0A2540"/>
                </a:solidFill>
                <a:latin typeface="Inter"/>
                <a:ea typeface="Inter"/>
                <a:cs typeface="Inter"/>
              </a:defRPr>
            </a:lvl3pPr>
            <a:lvl4pPr algn="l">
              <a:defRPr sz="1237" b="0" i="0" kern="0" spc="0">
                <a:solidFill>
                  <a:srgbClr val="0A2540"/>
                </a:solidFill>
                <a:latin typeface="Inter"/>
                <a:ea typeface="Inter"/>
                <a:cs typeface="Inter"/>
              </a:defRPr>
            </a:lvl4pPr>
            <a:lvl5pPr algn="l">
              <a:defRPr sz="1237" b="0" i="0" kern="0" spc="0">
                <a:solidFill>
                  <a:srgbClr val="0A2540"/>
                </a:solidFill>
                <a:latin typeface="Inter"/>
                <a:ea typeface="Inter"/>
                <a:cs typeface="Inter"/>
              </a:defRPr>
            </a:lvl5pPr>
            <a:lvl6pPr algn="l">
              <a:defRPr sz="1237" b="0" i="0" kern="0" spc="0">
                <a:solidFill>
                  <a:srgbClr val="0A2540"/>
                </a:solidFill>
                <a:latin typeface="Inter"/>
                <a:ea typeface="Inter"/>
                <a:cs typeface="Inter"/>
              </a:defRPr>
            </a:lvl6pPr>
            <a:lvl7pPr algn="l">
              <a:defRPr sz="1237" b="0" i="0" kern="0" spc="0">
                <a:solidFill>
                  <a:srgbClr val="0A2540"/>
                </a:solidFill>
                <a:latin typeface="Inter"/>
                <a:ea typeface="Inter"/>
                <a:cs typeface="Inter"/>
              </a:defRPr>
            </a:lvl7pPr>
            <a:lvl8pPr algn="l">
              <a:defRPr sz="1237" b="0" i="0" kern="0" spc="0">
                <a:solidFill>
                  <a:srgbClr val="0A2540"/>
                </a:solidFill>
                <a:latin typeface="Inter"/>
                <a:ea typeface="Inter"/>
                <a:cs typeface="Inter"/>
              </a:defRPr>
            </a:lvl8pPr>
            <a:lvl9pPr algn="l">
              <a:defRPr sz="1237" b="0" i="0" kern="0" spc="0">
                <a:solidFill>
                  <a:srgbClr val="0A2540"/>
                </a:solidFill>
                <a:latin typeface="Inter"/>
                <a:ea typeface="Inter"/>
                <a:cs typeface="Inter"/>
              </a:defRPr>
            </a:lvl9pPr>
          </a:lstStyle>
          <a:p>
            <a:pPr algn="l">
              <a:lnSpc>
                <a:spcPct val="100000"/>
              </a:lnSpc>
              <a:buNone/>
              <a:defRPr sz="1237" b="0" i="0" kern="0" spc="0">
                <a:solidFill>
                  <a:srgbClr val="0A2540"/>
                </a:solidFill>
                <a:latin typeface="Inter"/>
                <a:ea typeface="Inter"/>
                <a:cs typeface="Inter"/>
              </a:defRPr>
            </a:pPr>
            <a:r>
              <a:rPr sz="1237" b="0" i="0" kern="0" spc="0">
                <a:solidFill>
                  <a:srgbClr val="0A2540"/>
                </a:solidFill>
                <a:latin typeface="Inter"/>
                <a:ea typeface="Inter"/>
                <a:cs typeface="Inter"/>
              </a:rPr>
              <a:t>.</a:t>
            </a:r>
          </a:p>
        </p:txBody>
      </p:sp>
      <p:sp>
        <p:nvSpPr>
          <p:cNvPr id="44" name="s9 text 9">
            <a:extLst>
              <a:ext uri="{FF2B5EF4-FFF2-40B4-BE49-F238E27FC236}">
                <a16:creationId xmlns:a16="http://schemas.microsoft.com/office/drawing/2014/main" id="{DDD2D154-51AE-4479-912B-F063FCFA2538}"/>
              </a:ext>
            </a:extLst>
          </p:cNvPr>
          <p:cNvSpPr>
            <a:spLocks noGrp="1"/>
          </p:cNvSpPr>
          <p:nvPr/>
        </p:nvSpPr>
        <p:spPr>
          <a:xfrm>
            <a:off x="721519" y="2519511"/>
            <a:ext cx="1398651" cy="218685"/>
          </a:xfrm>
          <a:prstGeom prst="rect">
            <a:avLst/>
          </a:prstGeom>
          <a:noFill/>
          <a:ln w="0">
            <a:noFill/>
            <a:prstDash val="solid"/>
          </a:ln>
        </p:spPr>
        <p:txBody>
          <a:bodyPr wrap="none" lIns="0" tIns="0" rIns="0" bIns="0" anchor="t">
            <a:noAutofit/>
          </a:bodyPr>
          <a:lstStyle>
            <a:defPPr algn="l">
              <a:defRPr sz="1237" b="0" i="0" kern="0" spc="-9">
                <a:solidFill>
                  <a:srgbClr val="0A2540"/>
                </a:solidFill>
                <a:latin typeface="Inter SemiBold"/>
                <a:ea typeface="Inter SemiBold"/>
                <a:cs typeface="Inter SemiBold"/>
              </a:defRPr>
            </a:defPPr>
            <a:lvl1pPr algn="l">
              <a:defRPr sz="1237" b="0" i="0" kern="0" spc="-9">
                <a:solidFill>
                  <a:srgbClr val="0A2540"/>
                </a:solidFill>
                <a:latin typeface="Inter SemiBold"/>
                <a:ea typeface="Inter SemiBold"/>
                <a:cs typeface="Inter SemiBold"/>
              </a:defRPr>
            </a:lvl1pPr>
            <a:lvl2pPr algn="l">
              <a:defRPr sz="1237" b="0" i="0" kern="0" spc="-9">
                <a:solidFill>
                  <a:srgbClr val="0A2540"/>
                </a:solidFill>
                <a:latin typeface="Inter SemiBold"/>
                <a:ea typeface="Inter SemiBold"/>
                <a:cs typeface="Inter SemiBold"/>
              </a:defRPr>
            </a:lvl2pPr>
            <a:lvl3pPr algn="l">
              <a:defRPr sz="1237" b="0" i="0" kern="0" spc="-9">
                <a:solidFill>
                  <a:srgbClr val="0A2540"/>
                </a:solidFill>
                <a:latin typeface="Inter SemiBold"/>
                <a:ea typeface="Inter SemiBold"/>
                <a:cs typeface="Inter SemiBold"/>
              </a:defRPr>
            </a:lvl3pPr>
            <a:lvl4pPr algn="l">
              <a:defRPr sz="1237" b="0" i="0" kern="0" spc="-9">
                <a:solidFill>
                  <a:srgbClr val="0A2540"/>
                </a:solidFill>
                <a:latin typeface="Inter SemiBold"/>
                <a:ea typeface="Inter SemiBold"/>
                <a:cs typeface="Inter SemiBold"/>
              </a:defRPr>
            </a:lvl4pPr>
            <a:lvl5pPr algn="l">
              <a:defRPr sz="1237" b="0" i="0" kern="0" spc="-9">
                <a:solidFill>
                  <a:srgbClr val="0A2540"/>
                </a:solidFill>
                <a:latin typeface="Inter SemiBold"/>
                <a:ea typeface="Inter SemiBold"/>
                <a:cs typeface="Inter SemiBold"/>
              </a:defRPr>
            </a:lvl5pPr>
            <a:lvl6pPr algn="l">
              <a:defRPr sz="1237" b="0" i="0" kern="0" spc="-9">
                <a:solidFill>
                  <a:srgbClr val="0A2540"/>
                </a:solidFill>
                <a:latin typeface="Inter SemiBold"/>
                <a:ea typeface="Inter SemiBold"/>
                <a:cs typeface="Inter SemiBold"/>
              </a:defRPr>
            </a:lvl6pPr>
            <a:lvl7pPr algn="l">
              <a:defRPr sz="1237" b="0" i="0" kern="0" spc="-9">
                <a:solidFill>
                  <a:srgbClr val="0A2540"/>
                </a:solidFill>
                <a:latin typeface="Inter SemiBold"/>
                <a:ea typeface="Inter SemiBold"/>
                <a:cs typeface="Inter SemiBold"/>
              </a:defRPr>
            </a:lvl7pPr>
            <a:lvl8pPr algn="l">
              <a:defRPr sz="1237" b="0" i="0" kern="0" spc="-9">
                <a:solidFill>
                  <a:srgbClr val="0A2540"/>
                </a:solidFill>
                <a:latin typeface="Inter SemiBold"/>
                <a:ea typeface="Inter SemiBold"/>
                <a:cs typeface="Inter SemiBold"/>
              </a:defRPr>
            </a:lvl8pPr>
            <a:lvl9pPr algn="l">
              <a:defRPr sz="1237" b="0" i="0" kern="0" spc="-9">
                <a:solidFill>
                  <a:srgbClr val="0A2540"/>
                </a:solidFill>
                <a:latin typeface="Inter SemiBold"/>
                <a:ea typeface="Inter SemiBold"/>
                <a:cs typeface="Inter SemiBold"/>
              </a:defRPr>
            </a:lvl9pPr>
          </a:lstStyle>
          <a:p>
            <a:pPr algn="l">
              <a:lnSpc>
                <a:spcPct val="100000"/>
              </a:lnSpc>
              <a:buNone/>
              <a:defRPr sz="1237" b="0" i="0" kern="0" spc="-9">
                <a:solidFill>
                  <a:srgbClr val="0A2540"/>
                </a:solidFill>
                <a:latin typeface="Inter SemiBold"/>
                <a:ea typeface="Inter SemiBold"/>
                <a:cs typeface="Inter SemiBold"/>
              </a:defRPr>
            </a:pPr>
            <a:r>
              <a:rPr sz="1237" b="0" i="0" kern="0" spc="-9">
                <a:solidFill>
                  <a:srgbClr val="0A2540"/>
                </a:solidFill>
                <a:latin typeface="Inter SemiBold"/>
                <a:ea typeface="Inter SemiBold"/>
                <a:cs typeface="Inter SemiBold"/>
              </a:rPr>
              <a:t>1 · Restrict supply</a:t>
            </a:r>
          </a:p>
        </p:txBody>
      </p:sp>
      <p:sp>
        <p:nvSpPr>
          <p:cNvPr id="45" name="s9 text 10">
            <a:extLst>
              <a:ext uri="{FF2B5EF4-FFF2-40B4-BE49-F238E27FC236}">
                <a16:creationId xmlns:a16="http://schemas.microsoft.com/office/drawing/2014/main" id="{B65FFC97-BCE6-4B6C-90FB-616B6DC28C0C}"/>
              </a:ext>
            </a:extLst>
          </p:cNvPr>
          <p:cNvSpPr>
            <a:spLocks noGrp="1"/>
          </p:cNvSpPr>
          <p:nvPr/>
        </p:nvSpPr>
        <p:spPr>
          <a:xfrm>
            <a:off x="721519" y="2927821"/>
            <a:ext cx="3735038"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Legal imports are capped at 20,000 TVs</a:t>
            </a:r>
          </a:p>
        </p:txBody>
      </p:sp>
      <p:sp>
        <p:nvSpPr>
          <p:cNvPr id="46" name="s9 text 11">
            <a:extLst>
              <a:ext uri="{FF2B5EF4-FFF2-40B4-BE49-F238E27FC236}">
                <a16:creationId xmlns:a16="http://schemas.microsoft.com/office/drawing/2014/main" id="{332C618C-6D02-4EC4-B619-697D80BBE482}"/>
              </a:ext>
            </a:extLst>
          </p:cNvPr>
          <p:cNvSpPr>
            <a:spLocks noGrp="1"/>
          </p:cNvSpPr>
          <p:nvPr/>
        </p:nvSpPr>
        <p:spPr>
          <a:xfrm>
            <a:off x="721519" y="3199284"/>
            <a:ext cx="3596545"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 far below the 100,000 that would be</a:t>
            </a:r>
          </a:p>
        </p:txBody>
      </p:sp>
      <p:sp>
        <p:nvSpPr>
          <p:cNvPr id="47" name="s9 text 12">
            <a:extLst>
              <a:ext uri="{FF2B5EF4-FFF2-40B4-BE49-F238E27FC236}">
                <a16:creationId xmlns:a16="http://schemas.microsoft.com/office/drawing/2014/main" id="{95C11EB6-AEC3-4A02-BB16-FD64325898FC}"/>
              </a:ext>
            </a:extLst>
          </p:cNvPr>
          <p:cNvSpPr>
            <a:spLocks noGrp="1"/>
          </p:cNvSpPr>
          <p:nvPr/>
        </p:nvSpPr>
        <p:spPr>
          <a:xfrm>
            <a:off x="721519" y="3470746"/>
            <a:ext cx="3673697"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imported under free trade, so the quota</a:t>
            </a:r>
          </a:p>
        </p:txBody>
      </p:sp>
      <p:sp>
        <p:nvSpPr>
          <p:cNvPr id="48" name="s9 text 13">
            <a:extLst>
              <a:ext uri="{FF2B5EF4-FFF2-40B4-BE49-F238E27FC236}">
                <a16:creationId xmlns:a16="http://schemas.microsoft.com/office/drawing/2014/main" id="{378BD250-BF91-417D-9426-137A624F3E34}"/>
              </a:ext>
            </a:extLst>
          </p:cNvPr>
          <p:cNvSpPr>
            <a:spLocks noGrp="1"/>
          </p:cNvSpPr>
          <p:nvPr/>
        </p:nvSpPr>
        <p:spPr>
          <a:xfrm>
            <a:off x="721519" y="3749352"/>
            <a:ext cx="600742" cy="268386"/>
          </a:xfrm>
          <a:prstGeom prst="rect">
            <a:avLst/>
          </a:prstGeom>
          <a:noFill/>
          <a:ln w="0">
            <a:noFill/>
            <a:prstDash val="solid"/>
          </a:ln>
        </p:spPr>
        <p:txBody>
          <a:bodyPr wrap="none" lIns="0" tIns="0" rIns="0" bIns="0" anchor="t">
            <a:noAutofit/>
          </a:bodyPr>
          <a:lstStyle>
            <a:defPPr algn="l">
              <a:defRPr sz="1519" b="1" i="0" kern="0" spc="-9">
                <a:solidFill>
                  <a:srgbClr val="3D4D68"/>
                </a:solidFill>
                <a:latin typeface="Inter"/>
                <a:ea typeface="Inter"/>
                <a:cs typeface="Inter"/>
              </a:defRPr>
            </a:defPPr>
            <a:lvl1pPr algn="l">
              <a:defRPr sz="1519" b="1" i="0" kern="0" spc="-9">
                <a:solidFill>
                  <a:srgbClr val="3D4D68"/>
                </a:solidFill>
                <a:latin typeface="Inter"/>
                <a:ea typeface="Inter"/>
                <a:cs typeface="Inter"/>
              </a:defRPr>
            </a:lvl1pPr>
            <a:lvl2pPr algn="l">
              <a:defRPr sz="1519" b="1" i="0" kern="0" spc="-9">
                <a:solidFill>
                  <a:srgbClr val="3D4D68"/>
                </a:solidFill>
                <a:latin typeface="Inter"/>
                <a:ea typeface="Inter"/>
                <a:cs typeface="Inter"/>
              </a:defRPr>
            </a:lvl2pPr>
            <a:lvl3pPr algn="l">
              <a:defRPr sz="1519" b="1" i="0" kern="0" spc="-9">
                <a:solidFill>
                  <a:srgbClr val="3D4D68"/>
                </a:solidFill>
                <a:latin typeface="Inter"/>
                <a:ea typeface="Inter"/>
                <a:cs typeface="Inter"/>
              </a:defRPr>
            </a:lvl3pPr>
            <a:lvl4pPr algn="l">
              <a:defRPr sz="1519" b="1" i="0" kern="0" spc="-9">
                <a:solidFill>
                  <a:srgbClr val="3D4D68"/>
                </a:solidFill>
                <a:latin typeface="Inter"/>
                <a:ea typeface="Inter"/>
                <a:cs typeface="Inter"/>
              </a:defRPr>
            </a:lvl4pPr>
            <a:lvl5pPr algn="l">
              <a:defRPr sz="1519" b="1" i="0" kern="0" spc="-9">
                <a:solidFill>
                  <a:srgbClr val="3D4D68"/>
                </a:solidFill>
                <a:latin typeface="Inter"/>
                <a:ea typeface="Inter"/>
                <a:cs typeface="Inter"/>
              </a:defRPr>
            </a:lvl5pPr>
            <a:lvl6pPr algn="l">
              <a:defRPr sz="1519" b="1" i="0" kern="0" spc="-9">
                <a:solidFill>
                  <a:srgbClr val="3D4D68"/>
                </a:solidFill>
                <a:latin typeface="Inter"/>
                <a:ea typeface="Inter"/>
                <a:cs typeface="Inter"/>
              </a:defRPr>
            </a:lvl6pPr>
            <a:lvl7pPr algn="l">
              <a:defRPr sz="1519" b="1" i="0" kern="0" spc="-9">
                <a:solidFill>
                  <a:srgbClr val="3D4D68"/>
                </a:solidFill>
                <a:latin typeface="Inter"/>
                <a:ea typeface="Inter"/>
                <a:cs typeface="Inter"/>
              </a:defRPr>
            </a:lvl7pPr>
            <a:lvl8pPr algn="l">
              <a:defRPr sz="1519" b="1" i="0" kern="0" spc="-9">
                <a:solidFill>
                  <a:srgbClr val="3D4D68"/>
                </a:solidFill>
                <a:latin typeface="Inter"/>
                <a:ea typeface="Inter"/>
                <a:cs typeface="Inter"/>
              </a:defRPr>
            </a:lvl8pPr>
            <a:lvl9pPr algn="l">
              <a:defRPr sz="1519" b="1" i="0" kern="0" spc="-9">
                <a:solidFill>
                  <a:srgbClr val="3D4D68"/>
                </a:solidFill>
                <a:latin typeface="Inter"/>
                <a:ea typeface="Inter"/>
                <a:cs typeface="Inter"/>
              </a:defRPr>
            </a:lvl9pPr>
          </a:lstStyle>
          <a:p>
            <a:pPr algn="l">
              <a:lnSpc>
                <a:spcPct val="100000"/>
              </a:lnSpc>
              <a:buNone/>
              <a:defRPr sz="1519" b="1" i="0" kern="0" spc="-9">
                <a:solidFill>
                  <a:srgbClr val="3D4D68"/>
                </a:solidFill>
                <a:latin typeface="Inter"/>
                <a:ea typeface="Inter"/>
                <a:cs typeface="Inter"/>
              </a:defRPr>
            </a:pPr>
            <a:r>
              <a:rPr sz="1519" b="1" i="0" kern="0" spc="-9">
                <a:solidFill>
                  <a:srgbClr val="3D4D68"/>
                </a:solidFill>
                <a:latin typeface="Inter"/>
                <a:ea typeface="Inter"/>
                <a:cs typeface="Inter"/>
              </a:rPr>
              <a:t>binds</a:t>
            </a:r>
          </a:p>
        </p:txBody>
      </p:sp>
      <p:sp>
        <p:nvSpPr>
          <p:cNvPr id="49" name="s9 text 14">
            <a:extLst>
              <a:ext uri="{FF2B5EF4-FFF2-40B4-BE49-F238E27FC236}">
                <a16:creationId xmlns:a16="http://schemas.microsoft.com/office/drawing/2014/main" id="{59D263CF-E44E-4B96-8D78-8FE0B2B86B04}"/>
              </a:ext>
            </a:extLst>
          </p:cNvPr>
          <p:cNvSpPr>
            <a:spLocks noGrp="1"/>
          </p:cNvSpPr>
          <p:nvPr/>
        </p:nvSpPr>
        <p:spPr>
          <a:xfrm>
            <a:off x="1239441" y="3749352"/>
            <a:ext cx="132719" cy="268386"/>
          </a:xfrm>
          <a:prstGeom prst="rect">
            <a:avLst/>
          </a:prstGeom>
          <a:noFill/>
          <a:ln w="0">
            <a:noFill/>
            <a:prstDash val="solid"/>
          </a:ln>
        </p:spPr>
        <p:txBody>
          <a:bodyPr wrap="none" lIns="0" tIns="0" rIns="0" bIns="0" anchor="t">
            <a:noAutofit/>
          </a:bodyPr>
          <a:lstStyle>
            <a:defPPr algn="l">
              <a:defRPr sz="1519" b="0" i="0" kern="0" spc="0">
                <a:solidFill>
                  <a:srgbClr val="3D4D68"/>
                </a:solidFill>
                <a:latin typeface="Inter"/>
                <a:ea typeface="Inter"/>
                <a:cs typeface="Inter"/>
              </a:defRPr>
            </a:defPPr>
            <a:lvl1pPr algn="l">
              <a:defRPr sz="1519" b="0" i="0" kern="0" spc="0">
                <a:solidFill>
                  <a:srgbClr val="3D4D68"/>
                </a:solidFill>
                <a:latin typeface="Inter"/>
                <a:ea typeface="Inter"/>
                <a:cs typeface="Inter"/>
              </a:defRPr>
            </a:lvl1pPr>
            <a:lvl2pPr algn="l">
              <a:defRPr sz="1519" b="0" i="0" kern="0" spc="0">
                <a:solidFill>
                  <a:srgbClr val="3D4D68"/>
                </a:solidFill>
                <a:latin typeface="Inter"/>
                <a:ea typeface="Inter"/>
                <a:cs typeface="Inter"/>
              </a:defRPr>
            </a:lvl2pPr>
            <a:lvl3pPr algn="l">
              <a:defRPr sz="1519" b="0" i="0" kern="0" spc="0">
                <a:solidFill>
                  <a:srgbClr val="3D4D68"/>
                </a:solidFill>
                <a:latin typeface="Inter"/>
                <a:ea typeface="Inter"/>
                <a:cs typeface="Inter"/>
              </a:defRPr>
            </a:lvl3pPr>
            <a:lvl4pPr algn="l">
              <a:defRPr sz="1519" b="0" i="0" kern="0" spc="0">
                <a:solidFill>
                  <a:srgbClr val="3D4D68"/>
                </a:solidFill>
                <a:latin typeface="Inter"/>
                <a:ea typeface="Inter"/>
                <a:cs typeface="Inter"/>
              </a:defRPr>
            </a:lvl4pPr>
            <a:lvl5pPr algn="l">
              <a:defRPr sz="1519" b="0" i="0" kern="0" spc="0">
                <a:solidFill>
                  <a:srgbClr val="3D4D68"/>
                </a:solidFill>
                <a:latin typeface="Inter"/>
                <a:ea typeface="Inter"/>
                <a:cs typeface="Inter"/>
              </a:defRPr>
            </a:lvl5pPr>
            <a:lvl6pPr algn="l">
              <a:defRPr sz="1519" b="0" i="0" kern="0" spc="0">
                <a:solidFill>
                  <a:srgbClr val="3D4D68"/>
                </a:solidFill>
                <a:latin typeface="Inter"/>
                <a:ea typeface="Inter"/>
                <a:cs typeface="Inter"/>
              </a:defRPr>
            </a:lvl6pPr>
            <a:lvl7pPr algn="l">
              <a:defRPr sz="1519" b="0" i="0" kern="0" spc="0">
                <a:solidFill>
                  <a:srgbClr val="3D4D68"/>
                </a:solidFill>
                <a:latin typeface="Inter"/>
                <a:ea typeface="Inter"/>
                <a:cs typeface="Inter"/>
              </a:defRPr>
            </a:lvl7pPr>
            <a:lvl8pPr algn="l">
              <a:defRPr sz="1519" b="0" i="0" kern="0" spc="0">
                <a:solidFill>
                  <a:srgbClr val="3D4D68"/>
                </a:solidFill>
                <a:latin typeface="Inter"/>
                <a:ea typeface="Inter"/>
                <a:cs typeface="Inter"/>
              </a:defRPr>
            </a:lvl8pPr>
            <a:lvl9pPr algn="l">
              <a:defRPr sz="1519" b="0" i="0" kern="0" spc="0">
                <a:solidFill>
                  <a:srgbClr val="3D4D68"/>
                </a:solidFill>
                <a:latin typeface="Inter"/>
                <a:ea typeface="Inter"/>
                <a:cs typeface="Inter"/>
              </a:defRPr>
            </a:lvl9pPr>
          </a:lstStyle>
          <a:p>
            <a:pPr algn="l">
              <a:lnSpc>
                <a:spcPct val="100000"/>
              </a:lnSpc>
              <a:buNone/>
              <a:defRPr sz="1519" b="0" i="0" kern="0" spc="0">
                <a:solidFill>
                  <a:srgbClr val="3D4D68"/>
                </a:solidFill>
                <a:latin typeface="Inter"/>
                <a:ea typeface="Inter"/>
                <a:cs typeface="Inter"/>
              </a:defRPr>
            </a:pPr>
            <a:r>
              <a:rPr sz="1519" b="0" i="0" kern="0" spc="0">
                <a:solidFill>
                  <a:srgbClr val="3D4D68"/>
                </a:solidFill>
                <a:latin typeface="Inter"/>
                <a:ea typeface="Inter"/>
                <a:cs typeface="Inter"/>
              </a:rPr>
              <a:t>.</a:t>
            </a:r>
          </a:p>
        </p:txBody>
      </p:sp>
      <p:sp>
        <p:nvSpPr>
          <p:cNvPr id="50" name="s9 text 15">
            <a:extLst>
              <a:ext uri="{FF2B5EF4-FFF2-40B4-BE49-F238E27FC236}">
                <a16:creationId xmlns:a16="http://schemas.microsoft.com/office/drawing/2014/main" id="{79C1C50C-FB48-4DE0-BFC5-320879AC45A3}"/>
              </a:ext>
            </a:extLst>
          </p:cNvPr>
          <p:cNvSpPr>
            <a:spLocks noGrp="1"/>
          </p:cNvSpPr>
          <p:nvPr/>
        </p:nvSpPr>
        <p:spPr>
          <a:xfrm>
            <a:off x="5007769" y="2519511"/>
            <a:ext cx="2155984" cy="218685"/>
          </a:xfrm>
          <a:prstGeom prst="rect">
            <a:avLst/>
          </a:prstGeom>
          <a:noFill/>
          <a:ln w="0">
            <a:noFill/>
            <a:prstDash val="solid"/>
          </a:ln>
        </p:spPr>
        <p:txBody>
          <a:bodyPr wrap="none" lIns="0" tIns="0" rIns="0" bIns="0" anchor="t">
            <a:noAutofit/>
          </a:bodyPr>
          <a:lstStyle>
            <a:defPPr algn="l">
              <a:defRPr sz="1237" b="0" i="0" kern="0" spc="-9">
                <a:solidFill>
                  <a:srgbClr val="0A2540"/>
                </a:solidFill>
                <a:latin typeface="Inter SemiBold"/>
                <a:ea typeface="Inter SemiBold"/>
                <a:cs typeface="Inter SemiBold"/>
              </a:defRPr>
            </a:defPPr>
            <a:lvl1pPr algn="l">
              <a:defRPr sz="1237" b="0" i="0" kern="0" spc="-9">
                <a:solidFill>
                  <a:srgbClr val="0A2540"/>
                </a:solidFill>
                <a:latin typeface="Inter SemiBold"/>
                <a:ea typeface="Inter SemiBold"/>
                <a:cs typeface="Inter SemiBold"/>
              </a:defRPr>
            </a:lvl1pPr>
            <a:lvl2pPr algn="l">
              <a:defRPr sz="1237" b="0" i="0" kern="0" spc="-9">
                <a:solidFill>
                  <a:srgbClr val="0A2540"/>
                </a:solidFill>
                <a:latin typeface="Inter SemiBold"/>
                <a:ea typeface="Inter SemiBold"/>
                <a:cs typeface="Inter SemiBold"/>
              </a:defRPr>
            </a:lvl2pPr>
            <a:lvl3pPr algn="l">
              <a:defRPr sz="1237" b="0" i="0" kern="0" spc="-9">
                <a:solidFill>
                  <a:srgbClr val="0A2540"/>
                </a:solidFill>
                <a:latin typeface="Inter SemiBold"/>
                <a:ea typeface="Inter SemiBold"/>
                <a:cs typeface="Inter SemiBold"/>
              </a:defRPr>
            </a:lvl3pPr>
            <a:lvl4pPr algn="l">
              <a:defRPr sz="1237" b="0" i="0" kern="0" spc="-9">
                <a:solidFill>
                  <a:srgbClr val="0A2540"/>
                </a:solidFill>
                <a:latin typeface="Inter SemiBold"/>
                <a:ea typeface="Inter SemiBold"/>
                <a:cs typeface="Inter SemiBold"/>
              </a:defRPr>
            </a:lvl4pPr>
            <a:lvl5pPr algn="l">
              <a:defRPr sz="1237" b="0" i="0" kern="0" spc="-9">
                <a:solidFill>
                  <a:srgbClr val="0A2540"/>
                </a:solidFill>
                <a:latin typeface="Inter SemiBold"/>
                <a:ea typeface="Inter SemiBold"/>
                <a:cs typeface="Inter SemiBold"/>
              </a:defRPr>
            </a:lvl5pPr>
            <a:lvl6pPr algn="l">
              <a:defRPr sz="1237" b="0" i="0" kern="0" spc="-9">
                <a:solidFill>
                  <a:srgbClr val="0A2540"/>
                </a:solidFill>
                <a:latin typeface="Inter SemiBold"/>
                <a:ea typeface="Inter SemiBold"/>
                <a:cs typeface="Inter SemiBold"/>
              </a:defRPr>
            </a:lvl6pPr>
            <a:lvl7pPr algn="l">
              <a:defRPr sz="1237" b="0" i="0" kern="0" spc="-9">
                <a:solidFill>
                  <a:srgbClr val="0A2540"/>
                </a:solidFill>
                <a:latin typeface="Inter SemiBold"/>
                <a:ea typeface="Inter SemiBold"/>
                <a:cs typeface="Inter SemiBold"/>
              </a:defRPr>
            </a:lvl7pPr>
            <a:lvl8pPr algn="l">
              <a:defRPr sz="1237" b="0" i="0" kern="0" spc="-9">
                <a:solidFill>
                  <a:srgbClr val="0A2540"/>
                </a:solidFill>
                <a:latin typeface="Inter SemiBold"/>
                <a:ea typeface="Inter SemiBold"/>
                <a:cs typeface="Inter SemiBold"/>
              </a:defRPr>
            </a:lvl8pPr>
            <a:lvl9pPr algn="l">
              <a:defRPr sz="1237" b="0" i="0" kern="0" spc="-9">
                <a:solidFill>
                  <a:srgbClr val="0A2540"/>
                </a:solidFill>
                <a:latin typeface="Inter SemiBold"/>
                <a:ea typeface="Inter SemiBold"/>
                <a:cs typeface="Inter SemiBold"/>
              </a:defRPr>
            </a:lvl9pPr>
          </a:lstStyle>
          <a:p>
            <a:pPr algn="l">
              <a:lnSpc>
                <a:spcPct val="100000"/>
              </a:lnSpc>
              <a:buNone/>
              <a:defRPr sz="1237" b="0" i="0" kern="0" spc="-9">
                <a:solidFill>
                  <a:srgbClr val="0A2540"/>
                </a:solidFill>
                <a:latin typeface="Inter SemiBold"/>
                <a:ea typeface="Inter SemiBold"/>
                <a:cs typeface="Inter SemiBold"/>
              </a:defRPr>
            </a:pPr>
            <a:r>
              <a:rPr sz="1237" b="0" i="0" kern="0" spc="-9">
                <a:solidFill>
                  <a:srgbClr val="0A2540"/>
                </a:solidFill>
                <a:latin typeface="Inter SemiBold"/>
                <a:ea typeface="Inter SemiBold"/>
                <a:cs typeface="Inter SemiBold"/>
              </a:rPr>
              <a:t>2 · Raise the domestic price</a:t>
            </a:r>
          </a:p>
        </p:txBody>
      </p:sp>
      <p:sp>
        <p:nvSpPr>
          <p:cNvPr id="51" name="s9 text 16">
            <a:extLst>
              <a:ext uri="{FF2B5EF4-FFF2-40B4-BE49-F238E27FC236}">
                <a16:creationId xmlns:a16="http://schemas.microsoft.com/office/drawing/2014/main" id="{0A476266-8565-414D-B212-EC067FFF8EA2}"/>
              </a:ext>
            </a:extLst>
          </p:cNvPr>
          <p:cNvSpPr>
            <a:spLocks noGrp="1"/>
          </p:cNvSpPr>
          <p:nvPr/>
        </p:nvSpPr>
        <p:spPr>
          <a:xfrm>
            <a:off x="5007769" y="2927821"/>
            <a:ext cx="2930747"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With less total supply available,</a:t>
            </a:r>
          </a:p>
        </p:txBody>
      </p:sp>
      <p:sp>
        <p:nvSpPr>
          <p:cNvPr id="52" name="s9 text 17">
            <a:extLst>
              <a:ext uri="{FF2B5EF4-FFF2-40B4-BE49-F238E27FC236}">
                <a16:creationId xmlns:a16="http://schemas.microsoft.com/office/drawing/2014/main" id="{4504AB30-0E5F-4EFA-A413-607C009EEE49}"/>
              </a:ext>
            </a:extLst>
          </p:cNvPr>
          <p:cNvSpPr>
            <a:spLocks noGrp="1"/>
          </p:cNvSpPr>
          <p:nvPr/>
        </p:nvSpPr>
        <p:spPr>
          <a:xfrm>
            <a:off x="5007769" y="3199284"/>
            <a:ext cx="3177064"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consumers bid the domestic price</a:t>
            </a:r>
          </a:p>
        </p:txBody>
      </p:sp>
      <p:sp>
        <p:nvSpPr>
          <p:cNvPr id="53" name="s9 text 18">
            <a:extLst>
              <a:ext uri="{FF2B5EF4-FFF2-40B4-BE49-F238E27FC236}">
                <a16:creationId xmlns:a16="http://schemas.microsoft.com/office/drawing/2014/main" id="{9BC32BE5-FF30-4073-814E-455082FC07C5}"/>
              </a:ext>
            </a:extLst>
          </p:cNvPr>
          <p:cNvSpPr>
            <a:spLocks noGrp="1"/>
          </p:cNvSpPr>
          <p:nvPr/>
        </p:nvSpPr>
        <p:spPr>
          <a:xfrm>
            <a:off x="8124341" y="3199284"/>
            <a:ext cx="652558" cy="268386"/>
          </a:xfrm>
          <a:prstGeom prst="rect">
            <a:avLst/>
          </a:prstGeom>
          <a:noFill/>
          <a:ln w="0">
            <a:noFill/>
            <a:prstDash val="solid"/>
          </a:ln>
        </p:spPr>
        <p:txBody>
          <a:bodyPr wrap="none" lIns="0" tIns="0" rIns="0" bIns="0" anchor="t">
            <a:noAutofit/>
          </a:bodyPr>
          <a:lstStyle>
            <a:defPPr algn="l">
              <a:defRPr sz="1519" b="1" i="0" kern="0" spc="-9">
                <a:solidFill>
                  <a:srgbClr val="3D4D68"/>
                </a:solidFill>
                <a:latin typeface="Inter"/>
                <a:ea typeface="Inter"/>
                <a:cs typeface="Inter"/>
              </a:defRPr>
            </a:defPPr>
            <a:lvl1pPr algn="l">
              <a:defRPr sz="1519" b="1" i="0" kern="0" spc="-9">
                <a:solidFill>
                  <a:srgbClr val="3D4D68"/>
                </a:solidFill>
                <a:latin typeface="Inter"/>
                <a:ea typeface="Inter"/>
                <a:cs typeface="Inter"/>
              </a:defRPr>
            </a:lvl1pPr>
            <a:lvl2pPr algn="l">
              <a:defRPr sz="1519" b="1" i="0" kern="0" spc="-9">
                <a:solidFill>
                  <a:srgbClr val="3D4D68"/>
                </a:solidFill>
                <a:latin typeface="Inter"/>
                <a:ea typeface="Inter"/>
                <a:cs typeface="Inter"/>
              </a:defRPr>
            </a:lvl2pPr>
            <a:lvl3pPr algn="l">
              <a:defRPr sz="1519" b="1" i="0" kern="0" spc="-9">
                <a:solidFill>
                  <a:srgbClr val="3D4D68"/>
                </a:solidFill>
                <a:latin typeface="Inter"/>
                <a:ea typeface="Inter"/>
                <a:cs typeface="Inter"/>
              </a:defRPr>
            </a:lvl3pPr>
            <a:lvl4pPr algn="l">
              <a:defRPr sz="1519" b="1" i="0" kern="0" spc="-9">
                <a:solidFill>
                  <a:srgbClr val="3D4D68"/>
                </a:solidFill>
                <a:latin typeface="Inter"/>
                <a:ea typeface="Inter"/>
                <a:cs typeface="Inter"/>
              </a:defRPr>
            </a:lvl4pPr>
            <a:lvl5pPr algn="l">
              <a:defRPr sz="1519" b="1" i="0" kern="0" spc="-9">
                <a:solidFill>
                  <a:srgbClr val="3D4D68"/>
                </a:solidFill>
                <a:latin typeface="Inter"/>
                <a:ea typeface="Inter"/>
                <a:cs typeface="Inter"/>
              </a:defRPr>
            </a:lvl5pPr>
            <a:lvl6pPr algn="l">
              <a:defRPr sz="1519" b="1" i="0" kern="0" spc="-9">
                <a:solidFill>
                  <a:srgbClr val="3D4D68"/>
                </a:solidFill>
                <a:latin typeface="Inter"/>
                <a:ea typeface="Inter"/>
                <a:cs typeface="Inter"/>
              </a:defRPr>
            </a:lvl6pPr>
            <a:lvl7pPr algn="l">
              <a:defRPr sz="1519" b="1" i="0" kern="0" spc="-9">
                <a:solidFill>
                  <a:srgbClr val="3D4D68"/>
                </a:solidFill>
                <a:latin typeface="Inter"/>
                <a:ea typeface="Inter"/>
                <a:cs typeface="Inter"/>
              </a:defRPr>
            </a:lvl7pPr>
            <a:lvl8pPr algn="l">
              <a:defRPr sz="1519" b="1" i="0" kern="0" spc="-9">
                <a:solidFill>
                  <a:srgbClr val="3D4D68"/>
                </a:solidFill>
                <a:latin typeface="Inter"/>
                <a:ea typeface="Inter"/>
                <a:cs typeface="Inter"/>
              </a:defRPr>
            </a:lvl8pPr>
            <a:lvl9pPr algn="l">
              <a:defRPr sz="1519" b="1" i="0" kern="0" spc="-9">
                <a:solidFill>
                  <a:srgbClr val="3D4D68"/>
                </a:solidFill>
                <a:latin typeface="Inter"/>
                <a:ea typeface="Inter"/>
                <a:cs typeface="Inter"/>
              </a:defRPr>
            </a:lvl9pPr>
          </a:lstStyle>
          <a:p>
            <a:pPr algn="l">
              <a:lnSpc>
                <a:spcPct val="100000"/>
              </a:lnSpc>
              <a:buNone/>
              <a:defRPr sz="1519" b="1" i="0" kern="0" spc="-9">
                <a:solidFill>
                  <a:srgbClr val="3D4D68"/>
                </a:solidFill>
                <a:latin typeface="Inter"/>
                <a:ea typeface="Inter"/>
                <a:cs typeface="Inter"/>
              </a:defRPr>
            </a:pPr>
            <a:r>
              <a:rPr sz="1519" b="1" i="0" kern="0" spc="-9">
                <a:solidFill>
                  <a:srgbClr val="3D4D68"/>
                </a:solidFill>
                <a:latin typeface="Inter"/>
                <a:ea typeface="Inter"/>
                <a:cs typeface="Inter"/>
              </a:rPr>
              <a:t>above</a:t>
            </a:r>
          </a:p>
        </p:txBody>
      </p:sp>
      <p:sp>
        <p:nvSpPr>
          <p:cNvPr id="54" name="s9 text 19">
            <a:extLst>
              <a:ext uri="{FF2B5EF4-FFF2-40B4-BE49-F238E27FC236}">
                <a16:creationId xmlns:a16="http://schemas.microsoft.com/office/drawing/2014/main" id="{C26FB3D7-636F-482A-B7F3-DF0461480145}"/>
              </a:ext>
            </a:extLst>
          </p:cNvPr>
          <p:cNvSpPr>
            <a:spLocks noGrp="1"/>
          </p:cNvSpPr>
          <p:nvPr/>
        </p:nvSpPr>
        <p:spPr>
          <a:xfrm>
            <a:off x="5007769" y="3470746"/>
            <a:ext cx="3383756"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the world price; domestic producers</a:t>
            </a:r>
          </a:p>
        </p:txBody>
      </p:sp>
      <p:sp>
        <p:nvSpPr>
          <p:cNvPr id="55" name="s9 text 20">
            <a:extLst>
              <a:ext uri="{FF2B5EF4-FFF2-40B4-BE49-F238E27FC236}">
                <a16:creationId xmlns:a16="http://schemas.microsoft.com/office/drawing/2014/main" id="{DBF62B34-7E14-4D9B-B38A-C4BD6BF822A6}"/>
              </a:ext>
            </a:extLst>
          </p:cNvPr>
          <p:cNvSpPr>
            <a:spLocks noGrp="1"/>
          </p:cNvSpPr>
          <p:nvPr/>
        </p:nvSpPr>
        <p:spPr>
          <a:xfrm>
            <a:off x="5007769" y="3749352"/>
            <a:ext cx="2799397"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respond by increasing output.</a:t>
            </a:r>
          </a:p>
        </p:txBody>
      </p:sp>
      <p:sp>
        <p:nvSpPr>
          <p:cNvPr id="56" name="s9 text 21">
            <a:extLst>
              <a:ext uri="{FF2B5EF4-FFF2-40B4-BE49-F238E27FC236}">
                <a16:creationId xmlns:a16="http://schemas.microsoft.com/office/drawing/2014/main" id="{97CA45CC-733E-4369-BCF7-72D3D81524EF}"/>
              </a:ext>
            </a:extLst>
          </p:cNvPr>
          <p:cNvSpPr>
            <a:spLocks noGrp="1"/>
          </p:cNvSpPr>
          <p:nvPr/>
        </p:nvSpPr>
        <p:spPr>
          <a:xfrm>
            <a:off x="9294018" y="2519511"/>
            <a:ext cx="2404205" cy="218685"/>
          </a:xfrm>
          <a:prstGeom prst="rect">
            <a:avLst/>
          </a:prstGeom>
          <a:noFill/>
          <a:ln w="0">
            <a:noFill/>
            <a:prstDash val="solid"/>
          </a:ln>
        </p:spPr>
        <p:txBody>
          <a:bodyPr wrap="none" lIns="0" tIns="0" rIns="0" bIns="0" anchor="t">
            <a:noAutofit/>
          </a:bodyPr>
          <a:lstStyle>
            <a:defPPr algn="l">
              <a:defRPr sz="1237" b="0" i="0" kern="0" spc="-9">
                <a:solidFill>
                  <a:srgbClr val="0A2540"/>
                </a:solidFill>
                <a:latin typeface="Inter SemiBold"/>
                <a:ea typeface="Inter SemiBold"/>
                <a:cs typeface="Inter SemiBold"/>
              </a:defRPr>
            </a:defPPr>
            <a:lvl1pPr algn="l">
              <a:defRPr sz="1237" b="0" i="0" kern="0" spc="-9">
                <a:solidFill>
                  <a:srgbClr val="0A2540"/>
                </a:solidFill>
                <a:latin typeface="Inter SemiBold"/>
                <a:ea typeface="Inter SemiBold"/>
                <a:cs typeface="Inter SemiBold"/>
              </a:defRPr>
            </a:lvl1pPr>
            <a:lvl2pPr algn="l">
              <a:defRPr sz="1237" b="0" i="0" kern="0" spc="-9">
                <a:solidFill>
                  <a:srgbClr val="0A2540"/>
                </a:solidFill>
                <a:latin typeface="Inter SemiBold"/>
                <a:ea typeface="Inter SemiBold"/>
                <a:cs typeface="Inter SemiBold"/>
              </a:defRPr>
            </a:lvl2pPr>
            <a:lvl3pPr algn="l">
              <a:defRPr sz="1237" b="0" i="0" kern="0" spc="-9">
                <a:solidFill>
                  <a:srgbClr val="0A2540"/>
                </a:solidFill>
                <a:latin typeface="Inter SemiBold"/>
                <a:ea typeface="Inter SemiBold"/>
                <a:cs typeface="Inter SemiBold"/>
              </a:defRPr>
            </a:lvl3pPr>
            <a:lvl4pPr algn="l">
              <a:defRPr sz="1237" b="0" i="0" kern="0" spc="-9">
                <a:solidFill>
                  <a:srgbClr val="0A2540"/>
                </a:solidFill>
                <a:latin typeface="Inter SemiBold"/>
                <a:ea typeface="Inter SemiBold"/>
                <a:cs typeface="Inter SemiBold"/>
              </a:defRPr>
            </a:lvl4pPr>
            <a:lvl5pPr algn="l">
              <a:defRPr sz="1237" b="0" i="0" kern="0" spc="-9">
                <a:solidFill>
                  <a:srgbClr val="0A2540"/>
                </a:solidFill>
                <a:latin typeface="Inter SemiBold"/>
                <a:ea typeface="Inter SemiBold"/>
                <a:cs typeface="Inter SemiBold"/>
              </a:defRPr>
            </a:lvl5pPr>
            <a:lvl6pPr algn="l">
              <a:defRPr sz="1237" b="0" i="0" kern="0" spc="-9">
                <a:solidFill>
                  <a:srgbClr val="0A2540"/>
                </a:solidFill>
                <a:latin typeface="Inter SemiBold"/>
                <a:ea typeface="Inter SemiBold"/>
                <a:cs typeface="Inter SemiBold"/>
              </a:defRPr>
            </a:lvl6pPr>
            <a:lvl7pPr algn="l">
              <a:defRPr sz="1237" b="0" i="0" kern="0" spc="-9">
                <a:solidFill>
                  <a:srgbClr val="0A2540"/>
                </a:solidFill>
                <a:latin typeface="Inter SemiBold"/>
                <a:ea typeface="Inter SemiBold"/>
                <a:cs typeface="Inter SemiBold"/>
              </a:defRPr>
            </a:lvl7pPr>
            <a:lvl8pPr algn="l">
              <a:defRPr sz="1237" b="0" i="0" kern="0" spc="-9">
                <a:solidFill>
                  <a:srgbClr val="0A2540"/>
                </a:solidFill>
                <a:latin typeface="Inter SemiBold"/>
                <a:ea typeface="Inter SemiBold"/>
                <a:cs typeface="Inter SemiBold"/>
              </a:defRPr>
            </a:lvl8pPr>
            <a:lvl9pPr algn="l">
              <a:defRPr sz="1237" b="0" i="0" kern="0" spc="-9">
                <a:solidFill>
                  <a:srgbClr val="0A2540"/>
                </a:solidFill>
                <a:latin typeface="Inter SemiBold"/>
                <a:ea typeface="Inter SemiBold"/>
                <a:cs typeface="Inter SemiBold"/>
              </a:defRPr>
            </a:lvl9pPr>
          </a:lstStyle>
          <a:p>
            <a:pPr algn="l">
              <a:lnSpc>
                <a:spcPct val="100000"/>
              </a:lnSpc>
              <a:buNone/>
              <a:defRPr sz="1237" b="0" i="0" kern="0" spc="-9">
                <a:solidFill>
                  <a:srgbClr val="0A2540"/>
                </a:solidFill>
                <a:latin typeface="Inter SemiBold"/>
                <a:ea typeface="Inter SemiBold"/>
                <a:cs typeface="Inter SemiBold"/>
              </a:defRPr>
            </a:pPr>
            <a:r>
              <a:rPr sz="1237" b="0" i="0" kern="0" spc="-9">
                <a:solidFill>
                  <a:srgbClr val="0A2540"/>
                </a:solidFill>
                <a:latin typeface="Inter SemiBold"/>
                <a:ea typeface="Inter SemiBold"/>
                <a:cs typeface="Inter SemiBold"/>
              </a:rPr>
              <a:t>3 · Protect domestic producers</a:t>
            </a:r>
          </a:p>
        </p:txBody>
      </p:sp>
      <p:sp>
        <p:nvSpPr>
          <p:cNvPr id="57" name="s9 text 22">
            <a:extLst>
              <a:ext uri="{FF2B5EF4-FFF2-40B4-BE49-F238E27FC236}">
                <a16:creationId xmlns:a16="http://schemas.microsoft.com/office/drawing/2014/main" id="{8E903683-3D87-4FDE-A181-5EB3A7CC24D7}"/>
              </a:ext>
            </a:extLst>
          </p:cNvPr>
          <p:cNvSpPr>
            <a:spLocks noGrp="1"/>
          </p:cNvSpPr>
          <p:nvPr/>
        </p:nvSpPr>
        <p:spPr>
          <a:xfrm>
            <a:off x="9294018" y="2927821"/>
            <a:ext cx="3695795"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Higher prices and larger domestic sales</a:t>
            </a:r>
          </a:p>
        </p:txBody>
      </p:sp>
      <p:sp>
        <p:nvSpPr>
          <p:cNvPr id="58" name="s9 text 23">
            <a:extLst>
              <a:ext uri="{FF2B5EF4-FFF2-40B4-BE49-F238E27FC236}">
                <a16:creationId xmlns:a16="http://schemas.microsoft.com/office/drawing/2014/main" id="{CC017818-BE55-41B5-984D-5B24162E16BE}"/>
              </a:ext>
            </a:extLst>
          </p:cNvPr>
          <p:cNvSpPr>
            <a:spLocks noGrp="1"/>
          </p:cNvSpPr>
          <p:nvPr/>
        </p:nvSpPr>
        <p:spPr>
          <a:xfrm>
            <a:off x="9294018" y="3199284"/>
            <a:ext cx="3601117"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raise producer surplus, but consumers</a:t>
            </a:r>
          </a:p>
        </p:txBody>
      </p:sp>
      <p:sp>
        <p:nvSpPr>
          <p:cNvPr id="59" name="s9 text 24">
            <a:extLst>
              <a:ext uri="{FF2B5EF4-FFF2-40B4-BE49-F238E27FC236}">
                <a16:creationId xmlns:a16="http://schemas.microsoft.com/office/drawing/2014/main" id="{A3F4259D-BB10-461B-9C39-DAB50330234A}"/>
              </a:ext>
            </a:extLst>
          </p:cNvPr>
          <p:cNvSpPr>
            <a:spLocks noGrp="1"/>
          </p:cNvSpPr>
          <p:nvPr/>
        </p:nvSpPr>
        <p:spPr>
          <a:xfrm>
            <a:off x="9294018" y="3470746"/>
            <a:ext cx="2997708"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pay more and their surplus falls.</a:t>
            </a:r>
          </a:p>
        </p:txBody>
      </p:sp>
      <p:sp>
        <p:nvSpPr>
          <p:cNvPr id="60" name="s9 text 25">
            <a:extLst>
              <a:ext uri="{FF2B5EF4-FFF2-40B4-BE49-F238E27FC236}">
                <a16:creationId xmlns:a16="http://schemas.microsoft.com/office/drawing/2014/main" id="{700BD7BD-4D5E-41C2-9EFE-5E5DAFDDB8A6}"/>
              </a:ext>
            </a:extLst>
          </p:cNvPr>
          <p:cNvSpPr>
            <a:spLocks noGrp="1"/>
          </p:cNvSpPr>
          <p:nvPr/>
        </p:nvSpPr>
        <p:spPr>
          <a:xfrm>
            <a:off x="7208043" y="5036629"/>
            <a:ext cx="754380" cy="520522"/>
          </a:xfrm>
          <a:prstGeom prst="rect">
            <a:avLst/>
          </a:prstGeom>
          <a:noFill/>
          <a:ln w="0">
            <a:noFill/>
            <a:prstDash val="solid"/>
          </a:ln>
        </p:spPr>
        <p:txBody>
          <a:bodyPr wrap="none" lIns="0" tIns="0" rIns="0" bIns="0" anchor="t">
            <a:noAutofit/>
          </a:bodyPr>
          <a:lstStyle>
            <a:defPPr algn="l">
              <a:defRPr sz="2700" b="1" i="0" kern="0" spc="-9">
                <a:solidFill>
                  <a:srgbClr val="0A2540"/>
                </a:solidFill>
                <a:latin typeface="JetBrains Mono"/>
                <a:ea typeface="JetBrains Mono"/>
                <a:cs typeface="JetBrains Mono"/>
              </a:defRPr>
            </a:defPPr>
            <a:lvl1pPr algn="l">
              <a:defRPr sz="2700" b="1" i="0" kern="0" spc="-9">
                <a:solidFill>
                  <a:srgbClr val="0A2540"/>
                </a:solidFill>
                <a:latin typeface="JetBrains Mono"/>
                <a:ea typeface="JetBrains Mono"/>
                <a:cs typeface="JetBrains Mono"/>
              </a:defRPr>
            </a:lvl1pPr>
            <a:lvl2pPr algn="l">
              <a:defRPr sz="2700" b="1" i="0" kern="0" spc="-9">
                <a:solidFill>
                  <a:srgbClr val="0A2540"/>
                </a:solidFill>
                <a:latin typeface="JetBrains Mono"/>
                <a:ea typeface="JetBrains Mono"/>
                <a:cs typeface="JetBrains Mono"/>
              </a:defRPr>
            </a:lvl2pPr>
            <a:lvl3pPr algn="l">
              <a:defRPr sz="2700" b="1" i="0" kern="0" spc="-9">
                <a:solidFill>
                  <a:srgbClr val="0A2540"/>
                </a:solidFill>
                <a:latin typeface="JetBrains Mono"/>
                <a:ea typeface="JetBrains Mono"/>
                <a:cs typeface="JetBrains Mono"/>
              </a:defRPr>
            </a:lvl3pPr>
            <a:lvl4pPr algn="l">
              <a:defRPr sz="2700" b="1" i="0" kern="0" spc="-9">
                <a:solidFill>
                  <a:srgbClr val="0A2540"/>
                </a:solidFill>
                <a:latin typeface="JetBrains Mono"/>
                <a:ea typeface="JetBrains Mono"/>
                <a:cs typeface="JetBrains Mono"/>
              </a:defRPr>
            </a:lvl4pPr>
            <a:lvl5pPr algn="l">
              <a:defRPr sz="2700" b="1" i="0" kern="0" spc="-9">
                <a:solidFill>
                  <a:srgbClr val="0A2540"/>
                </a:solidFill>
                <a:latin typeface="JetBrains Mono"/>
                <a:ea typeface="JetBrains Mono"/>
                <a:cs typeface="JetBrains Mono"/>
              </a:defRPr>
            </a:lvl5pPr>
            <a:lvl6pPr algn="l">
              <a:defRPr sz="2700" b="1" i="0" kern="0" spc="-9">
                <a:solidFill>
                  <a:srgbClr val="0A2540"/>
                </a:solidFill>
                <a:latin typeface="JetBrains Mono"/>
                <a:ea typeface="JetBrains Mono"/>
                <a:cs typeface="JetBrains Mono"/>
              </a:defRPr>
            </a:lvl6pPr>
            <a:lvl7pPr algn="l">
              <a:defRPr sz="2700" b="1" i="0" kern="0" spc="-9">
                <a:solidFill>
                  <a:srgbClr val="0A2540"/>
                </a:solidFill>
                <a:latin typeface="JetBrains Mono"/>
                <a:ea typeface="JetBrains Mono"/>
                <a:cs typeface="JetBrains Mono"/>
              </a:defRPr>
            </a:lvl7pPr>
            <a:lvl8pPr algn="l">
              <a:defRPr sz="2700" b="1" i="0" kern="0" spc="-9">
                <a:solidFill>
                  <a:srgbClr val="0A2540"/>
                </a:solidFill>
                <a:latin typeface="JetBrains Mono"/>
                <a:ea typeface="JetBrains Mono"/>
                <a:cs typeface="JetBrains Mono"/>
              </a:defRPr>
            </a:lvl8pPr>
            <a:lvl9pPr algn="l">
              <a:defRPr sz="2700" b="1" i="0" kern="0" spc="-9">
                <a:solidFill>
                  <a:srgbClr val="0A2540"/>
                </a:solidFill>
                <a:latin typeface="JetBrains Mono"/>
                <a:ea typeface="JetBrains Mono"/>
                <a:cs typeface="JetBrains Mono"/>
              </a:defRPr>
            </a:lvl9pPr>
          </a:lstStyle>
          <a:p>
            <a:pPr algn="l">
              <a:lnSpc>
                <a:spcPct val="100000"/>
              </a:lnSpc>
              <a:buNone/>
              <a:defRPr sz="2700" b="1" i="0" kern="0" spc="-9">
                <a:solidFill>
                  <a:srgbClr val="0A2540"/>
                </a:solidFill>
                <a:latin typeface="JetBrains Mono"/>
                <a:ea typeface="JetBrains Mono"/>
                <a:cs typeface="JetBrains Mono"/>
              </a:defRPr>
            </a:pPr>
            <a:r>
              <a:rPr sz="2700" b="1" i="0" kern="0" spc="-9">
                <a:solidFill>
                  <a:srgbClr val="0A2540"/>
                </a:solidFill>
                <a:latin typeface="JetBrains Mono"/>
                <a:ea typeface="JetBrains Mono"/>
                <a:cs typeface="JetBrains Mono"/>
              </a:rPr>
              <a:t>20k</a:t>
            </a:r>
          </a:p>
        </p:txBody>
      </p:sp>
      <p:sp>
        <p:nvSpPr>
          <p:cNvPr id="61" name="s9 text 26">
            <a:extLst>
              <a:ext uri="{FF2B5EF4-FFF2-40B4-BE49-F238E27FC236}">
                <a16:creationId xmlns:a16="http://schemas.microsoft.com/office/drawing/2014/main" id="{A0B690D9-56C6-40B0-87D2-055F27928459}"/>
              </a:ext>
            </a:extLst>
          </p:cNvPr>
          <p:cNvSpPr>
            <a:spLocks noGrp="1"/>
          </p:cNvSpPr>
          <p:nvPr/>
        </p:nvSpPr>
        <p:spPr>
          <a:xfrm>
            <a:off x="7208043" y="5520118"/>
            <a:ext cx="1136137" cy="151819"/>
          </a:xfrm>
          <a:prstGeom prst="rect">
            <a:avLst/>
          </a:prstGeom>
          <a:noFill/>
          <a:ln w="0">
            <a:noFill/>
            <a:prstDash val="solid"/>
          </a:ln>
        </p:spPr>
        <p:txBody>
          <a:bodyPr wrap="none" lIns="0" tIns="0" rIns="0" bIns="0" anchor="t">
            <a:noAutofit/>
          </a:bodyPr>
          <a:lstStyle>
            <a:defPPr algn="l">
              <a:defRPr sz="787" b="0" i="0" kern="0" spc="110">
                <a:solidFill>
                  <a:srgbClr val="8B98AD"/>
                </a:solidFill>
                <a:latin typeface="JetBrains Mono"/>
                <a:ea typeface="JetBrains Mono"/>
                <a:cs typeface="JetBrains Mono"/>
              </a:defRPr>
            </a:defPPr>
            <a:lvl1pPr algn="l">
              <a:defRPr sz="787" b="0" i="0" kern="0" spc="110">
                <a:solidFill>
                  <a:srgbClr val="8B98AD"/>
                </a:solidFill>
                <a:latin typeface="JetBrains Mono"/>
                <a:ea typeface="JetBrains Mono"/>
                <a:cs typeface="JetBrains Mono"/>
              </a:defRPr>
            </a:lvl1pPr>
            <a:lvl2pPr algn="l">
              <a:defRPr sz="787" b="0" i="0" kern="0" spc="110">
                <a:solidFill>
                  <a:srgbClr val="8B98AD"/>
                </a:solidFill>
                <a:latin typeface="JetBrains Mono"/>
                <a:ea typeface="JetBrains Mono"/>
                <a:cs typeface="JetBrains Mono"/>
              </a:defRPr>
            </a:lvl2pPr>
            <a:lvl3pPr algn="l">
              <a:defRPr sz="787" b="0" i="0" kern="0" spc="110">
                <a:solidFill>
                  <a:srgbClr val="8B98AD"/>
                </a:solidFill>
                <a:latin typeface="JetBrains Mono"/>
                <a:ea typeface="JetBrains Mono"/>
                <a:cs typeface="JetBrains Mono"/>
              </a:defRPr>
            </a:lvl3pPr>
            <a:lvl4pPr algn="l">
              <a:defRPr sz="787" b="0" i="0" kern="0" spc="110">
                <a:solidFill>
                  <a:srgbClr val="8B98AD"/>
                </a:solidFill>
                <a:latin typeface="JetBrains Mono"/>
                <a:ea typeface="JetBrains Mono"/>
                <a:cs typeface="JetBrains Mono"/>
              </a:defRPr>
            </a:lvl4pPr>
            <a:lvl5pPr algn="l">
              <a:defRPr sz="787" b="0" i="0" kern="0" spc="110">
                <a:solidFill>
                  <a:srgbClr val="8B98AD"/>
                </a:solidFill>
                <a:latin typeface="JetBrains Mono"/>
                <a:ea typeface="JetBrains Mono"/>
                <a:cs typeface="JetBrains Mono"/>
              </a:defRPr>
            </a:lvl5pPr>
            <a:lvl6pPr algn="l">
              <a:defRPr sz="787" b="0" i="0" kern="0" spc="110">
                <a:solidFill>
                  <a:srgbClr val="8B98AD"/>
                </a:solidFill>
                <a:latin typeface="JetBrains Mono"/>
                <a:ea typeface="JetBrains Mono"/>
                <a:cs typeface="JetBrains Mono"/>
              </a:defRPr>
            </a:lvl6pPr>
            <a:lvl7pPr algn="l">
              <a:defRPr sz="787" b="0" i="0" kern="0" spc="110">
                <a:solidFill>
                  <a:srgbClr val="8B98AD"/>
                </a:solidFill>
                <a:latin typeface="JetBrains Mono"/>
                <a:ea typeface="JetBrains Mono"/>
                <a:cs typeface="JetBrains Mono"/>
              </a:defRPr>
            </a:lvl7pPr>
            <a:lvl8pPr algn="l">
              <a:defRPr sz="787" b="0" i="0" kern="0" spc="110">
                <a:solidFill>
                  <a:srgbClr val="8B98AD"/>
                </a:solidFill>
                <a:latin typeface="JetBrains Mono"/>
                <a:ea typeface="JetBrains Mono"/>
                <a:cs typeface="JetBrains Mono"/>
              </a:defRPr>
            </a:lvl8pPr>
            <a:lvl9pPr algn="l">
              <a:defRPr sz="787" b="0" i="0" kern="0" spc="110">
                <a:solidFill>
                  <a:srgbClr val="8B98AD"/>
                </a:solidFill>
                <a:latin typeface="JetBrains Mono"/>
                <a:ea typeface="JetBrains Mono"/>
                <a:cs typeface="JetBrains Mono"/>
              </a:defRPr>
            </a:lvl9pPr>
          </a:lstStyle>
          <a:p>
            <a:pPr algn="l">
              <a:lnSpc>
                <a:spcPct val="100000"/>
              </a:lnSpc>
              <a:buNone/>
              <a:defRPr sz="787" b="0" i="0" kern="0" spc="110">
                <a:solidFill>
                  <a:srgbClr val="8B98AD"/>
                </a:solidFill>
                <a:latin typeface="JetBrains Mono"/>
                <a:ea typeface="JetBrains Mono"/>
                <a:cs typeface="JetBrains Mono"/>
              </a:defRPr>
            </a:pPr>
            <a:r>
              <a:rPr sz="787" b="0" i="0" kern="0" spc="110">
                <a:solidFill>
                  <a:srgbClr val="8B98AD"/>
                </a:solidFill>
                <a:latin typeface="JetBrains Mono"/>
                <a:ea typeface="JetBrains Mono"/>
                <a:cs typeface="JetBrains Mono"/>
              </a:rPr>
              <a:t>QUOTA (IMPORTS)</a:t>
            </a:r>
          </a:p>
        </p:txBody>
      </p:sp>
      <p:sp>
        <p:nvSpPr>
          <p:cNvPr id="62" name="s9 text 27">
            <a:extLst>
              <a:ext uri="{FF2B5EF4-FFF2-40B4-BE49-F238E27FC236}">
                <a16:creationId xmlns:a16="http://schemas.microsoft.com/office/drawing/2014/main" id="{7A506933-0125-4570-868C-1B6545FC2882}"/>
              </a:ext>
            </a:extLst>
          </p:cNvPr>
          <p:cNvSpPr>
            <a:spLocks noGrp="1"/>
          </p:cNvSpPr>
          <p:nvPr/>
        </p:nvSpPr>
        <p:spPr>
          <a:xfrm>
            <a:off x="9308306" y="5036629"/>
            <a:ext cx="960120" cy="520522"/>
          </a:xfrm>
          <a:prstGeom prst="rect">
            <a:avLst/>
          </a:prstGeom>
          <a:noFill/>
          <a:ln w="0">
            <a:noFill/>
            <a:prstDash val="solid"/>
          </a:ln>
        </p:spPr>
        <p:txBody>
          <a:bodyPr wrap="none" lIns="0" tIns="0" rIns="0" bIns="0" anchor="t">
            <a:noAutofit/>
          </a:bodyPr>
          <a:lstStyle>
            <a:defPPr algn="l">
              <a:defRPr sz="2700" b="1" i="0" kern="0" spc="-9">
                <a:solidFill>
                  <a:srgbClr val="0A2540"/>
                </a:solidFill>
                <a:latin typeface="JetBrains Mono"/>
                <a:ea typeface="JetBrains Mono"/>
                <a:cs typeface="JetBrains Mono"/>
              </a:defRPr>
            </a:defPPr>
            <a:lvl1pPr algn="l">
              <a:defRPr sz="2700" b="1" i="0" kern="0" spc="-9">
                <a:solidFill>
                  <a:srgbClr val="0A2540"/>
                </a:solidFill>
                <a:latin typeface="JetBrains Mono"/>
                <a:ea typeface="JetBrains Mono"/>
                <a:cs typeface="JetBrains Mono"/>
              </a:defRPr>
            </a:lvl1pPr>
            <a:lvl2pPr algn="l">
              <a:defRPr sz="2700" b="1" i="0" kern="0" spc="-9">
                <a:solidFill>
                  <a:srgbClr val="0A2540"/>
                </a:solidFill>
                <a:latin typeface="JetBrains Mono"/>
                <a:ea typeface="JetBrains Mono"/>
                <a:cs typeface="JetBrains Mono"/>
              </a:defRPr>
            </a:lvl2pPr>
            <a:lvl3pPr algn="l">
              <a:defRPr sz="2700" b="1" i="0" kern="0" spc="-9">
                <a:solidFill>
                  <a:srgbClr val="0A2540"/>
                </a:solidFill>
                <a:latin typeface="JetBrains Mono"/>
                <a:ea typeface="JetBrains Mono"/>
                <a:cs typeface="JetBrains Mono"/>
              </a:defRPr>
            </a:lvl3pPr>
            <a:lvl4pPr algn="l">
              <a:defRPr sz="2700" b="1" i="0" kern="0" spc="-9">
                <a:solidFill>
                  <a:srgbClr val="0A2540"/>
                </a:solidFill>
                <a:latin typeface="JetBrains Mono"/>
                <a:ea typeface="JetBrains Mono"/>
                <a:cs typeface="JetBrains Mono"/>
              </a:defRPr>
            </a:lvl4pPr>
            <a:lvl5pPr algn="l">
              <a:defRPr sz="2700" b="1" i="0" kern="0" spc="-9">
                <a:solidFill>
                  <a:srgbClr val="0A2540"/>
                </a:solidFill>
                <a:latin typeface="JetBrains Mono"/>
                <a:ea typeface="JetBrains Mono"/>
                <a:cs typeface="JetBrains Mono"/>
              </a:defRPr>
            </a:lvl5pPr>
            <a:lvl6pPr algn="l">
              <a:defRPr sz="2700" b="1" i="0" kern="0" spc="-9">
                <a:solidFill>
                  <a:srgbClr val="0A2540"/>
                </a:solidFill>
                <a:latin typeface="JetBrains Mono"/>
                <a:ea typeface="JetBrains Mono"/>
                <a:cs typeface="JetBrains Mono"/>
              </a:defRPr>
            </a:lvl6pPr>
            <a:lvl7pPr algn="l">
              <a:defRPr sz="2700" b="1" i="0" kern="0" spc="-9">
                <a:solidFill>
                  <a:srgbClr val="0A2540"/>
                </a:solidFill>
                <a:latin typeface="JetBrains Mono"/>
                <a:ea typeface="JetBrains Mono"/>
                <a:cs typeface="JetBrains Mono"/>
              </a:defRPr>
            </a:lvl7pPr>
            <a:lvl8pPr algn="l">
              <a:defRPr sz="2700" b="1" i="0" kern="0" spc="-9">
                <a:solidFill>
                  <a:srgbClr val="0A2540"/>
                </a:solidFill>
                <a:latin typeface="JetBrains Mono"/>
                <a:ea typeface="JetBrains Mono"/>
                <a:cs typeface="JetBrains Mono"/>
              </a:defRPr>
            </a:lvl8pPr>
            <a:lvl9pPr algn="l">
              <a:defRPr sz="2700" b="1" i="0" kern="0" spc="-9">
                <a:solidFill>
                  <a:srgbClr val="0A2540"/>
                </a:solidFill>
                <a:latin typeface="JetBrains Mono"/>
                <a:ea typeface="JetBrains Mono"/>
                <a:cs typeface="JetBrains Mono"/>
              </a:defRPr>
            </a:lvl9pPr>
          </a:lstStyle>
          <a:p>
            <a:pPr algn="l">
              <a:lnSpc>
                <a:spcPct val="100000"/>
              </a:lnSpc>
              <a:buNone/>
              <a:defRPr sz="2700" b="1" i="0" kern="0" spc="-9">
                <a:solidFill>
                  <a:srgbClr val="0A2540"/>
                </a:solidFill>
                <a:latin typeface="JetBrains Mono"/>
                <a:ea typeface="JetBrains Mono"/>
                <a:cs typeface="JetBrains Mono"/>
              </a:defRPr>
            </a:pPr>
            <a:r>
              <a:rPr sz="2700" b="1" i="0" kern="0" spc="-9">
                <a:solidFill>
                  <a:srgbClr val="0A2540"/>
                </a:solidFill>
                <a:latin typeface="JetBrains Mono"/>
                <a:ea typeface="JetBrains Mono"/>
                <a:cs typeface="JetBrains Mono"/>
              </a:rPr>
              <a:t>100k</a:t>
            </a:r>
          </a:p>
        </p:txBody>
      </p:sp>
      <p:sp>
        <p:nvSpPr>
          <p:cNvPr id="63" name="s9 text 28">
            <a:extLst>
              <a:ext uri="{FF2B5EF4-FFF2-40B4-BE49-F238E27FC236}">
                <a16:creationId xmlns:a16="http://schemas.microsoft.com/office/drawing/2014/main" id="{32B74550-B118-4E65-9A17-E49DA9605B34}"/>
              </a:ext>
            </a:extLst>
          </p:cNvPr>
          <p:cNvSpPr>
            <a:spLocks noGrp="1"/>
          </p:cNvSpPr>
          <p:nvPr/>
        </p:nvSpPr>
        <p:spPr>
          <a:xfrm>
            <a:off x="9308306" y="5520118"/>
            <a:ext cx="1358164" cy="151819"/>
          </a:xfrm>
          <a:prstGeom prst="rect">
            <a:avLst/>
          </a:prstGeom>
          <a:noFill/>
          <a:ln w="0">
            <a:noFill/>
            <a:prstDash val="solid"/>
          </a:ln>
        </p:spPr>
        <p:txBody>
          <a:bodyPr wrap="none" lIns="0" tIns="0" rIns="0" bIns="0" anchor="t">
            <a:noAutofit/>
          </a:bodyPr>
          <a:lstStyle>
            <a:defPPr algn="l">
              <a:defRPr sz="787" b="0" i="0" kern="0" spc="110">
                <a:solidFill>
                  <a:srgbClr val="8B98AD"/>
                </a:solidFill>
                <a:latin typeface="JetBrains Mono"/>
                <a:ea typeface="JetBrains Mono"/>
                <a:cs typeface="JetBrains Mono"/>
              </a:defRPr>
            </a:defPPr>
            <a:lvl1pPr algn="l">
              <a:defRPr sz="787" b="0" i="0" kern="0" spc="110">
                <a:solidFill>
                  <a:srgbClr val="8B98AD"/>
                </a:solidFill>
                <a:latin typeface="JetBrains Mono"/>
                <a:ea typeface="JetBrains Mono"/>
                <a:cs typeface="JetBrains Mono"/>
              </a:defRPr>
            </a:lvl1pPr>
            <a:lvl2pPr algn="l">
              <a:defRPr sz="787" b="0" i="0" kern="0" spc="110">
                <a:solidFill>
                  <a:srgbClr val="8B98AD"/>
                </a:solidFill>
                <a:latin typeface="JetBrains Mono"/>
                <a:ea typeface="JetBrains Mono"/>
                <a:cs typeface="JetBrains Mono"/>
              </a:defRPr>
            </a:lvl2pPr>
            <a:lvl3pPr algn="l">
              <a:defRPr sz="787" b="0" i="0" kern="0" spc="110">
                <a:solidFill>
                  <a:srgbClr val="8B98AD"/>
                </a:solidFill>
                <a:latin typeface="JetBrains Mono"/>
                <a:ea typeface="JetBrains Mono"/>
                <a:cs typeface="JetBrains Mono"/>
              </a:defRPr>
            </a:lvl3pPr>
            <a:lvl4pPr algn="l">
              <a:defRPr sz="787" b="0" i="0" kern="0" spc="110">
                <a:solidFill>
                  <a:srgbClr val="8B98AD"/>
                </a:solidFill>
                <a:latin typeface="JetBrains Mono"/>
                <a:ea typeface="JetBrains Mono"/>
                <a:cs typeface="JetBrains Mono"/>
              </a:defRPr>
            </a:lvl4pPr>
            <a:lvl5pPr algn="l">
              <a:defRPr sz="787" b="0" i="0" kern="0" spc="110">
                <a:solidFill>
                  <a:srgbClr val="8B98AD"/>
                </a:solidFill>
                <a:latin typeface="JetBrains Mono"/>
                <a:ea typeface="JetBrains Mono"/>
                <a:cs typeface="JetBrains Mono"/>
              </a:defRPr>
            </a:lvl5pPr>
            <a:lvl6pPr algn="l">
              <a:defRPr sz="787" b="0" i="0" kern="0" spc="110">
                <a:solidFill>
                  <a:srgbClr val="8B98AD"/>
                </a:solidFill>
                <a:latin typeface="JetBrains Mono"/>
                <a:ea typeface="JetBrains Mono"/>
                <a:cs typeface="JetBrains Mono"/>
              </a:defRPr>
            </a:lvl6pPr>
            <a:lvl7pPr algn="l">
              <a:defRPr sz="787" b="0" i="0" kern="0" spc="110">
                <a:solidFill>
                  <a:srgbClr val="8B98AD"/>
                </a:solidFill>
                <a:latin typeface="JetBrains Mono"/>
                <a:ea typeface="JetBrains Mono"/>
                <a:cs typeface="JetBrains Mono"/>
              </a:defRPr>
            </a:lvl7pPr>
            <a:lvl8pPr algn="l">
              <a:defRPr sz="787" b="0" i="0" kern="0" spc="110">
                <a:solidFill>
                  <a:srgbClr val="8B98AD"/>
                </a:solidFill>
                <a:latin typeface="JetBrains Mono"/>
                <a:ea typeface="JetBrains Mono"/>
                <a:cs typeface="JetBrains Mono"/>
              </a:defRPr>
            </a:lvl8pPr>
            <a:lvl9pPr algn="l">
              <a:defRPr sz="787" b="0" i="0" kern="0" spc="110">
                <a:solidFill>
                  <a:srgbClr val="8B98AD"/>
                </a:solidFill>
                <a:latin typeface="JetBrains Mono"/>
                <a:ea typeface="JetBrains Mono"/>
                <a:cs typeface="JetBrains Mono"/>
              </a:defRPr>
            </a:lvl9pPr>
          </a:lstStyle>
          <a:p>
            <a:pPr algn="l">
              <a:lnSpc>
                <a:spcPct val="100000"/>
              </a:lnSpc>
              <a:buNone/>
              <a:defRPr sz="787" b="0" i="0" kern="0" spc="110">
                <a:solidFill>
                  <a:srgbClr val="8B98AD"/>
                </a:solidFill>
                <a:latin typeface="JetBrains Mono"/>
                <a:ea typeface="JetBrains Mono"/>
                <a:cs typeface="JetBrains Mono"/>
              </a:defRPr>
            </a:pPr>
            <a:r>
              <a:rPr sz="787" b="0" i="0" kern="0" spc="110">
                <a:solidFill>
                  <a:srgbClr val="8B98AD"/>
                </a:solidFill>
                <a:latin typeface="JetBrains Mono"/>
                <a:ea typeface="JetBrains Mono"/>
                <a:cs typeface="JetBrains Mono"/>
              </a:rPr>
              <a:t>FREE-TRADE IMPORTS</a:t>
            </a:r>
          </a:p>
        </p:txBody>
      </p:sp>
      <p:sp>
        <p:nvSpPr>
          <p:cNvPr id="64" name="s9 text 29">
            <a:extLst>
              <a:ext uri="{FF2B5EF4-FFF2-40B4-BE49-F238E27FC236}">
                <a16:creationId xmlns:a16="http://schemas.microsoft.com/office/drawing/2014/main" id="{78C8CF85-64C8-4B64-A2D3-FF28E3F61B9F}"/>
              </a:ext>
            </a:extLst>
          </p:cNvPr>
          <p:cNvSpPr>
            <a:spLocks noGrp="1"/>
          </p:cNvSpPr>
          <p:nvPr/>
        </p:nvSpPr>
        <p:spPr>
          <a:xfrm>
            <a:off x="11408568" y="5036629"/>
            <a:ext cx="960120" cy="520522"/>
          </a:xfrm>
          <a:prstGeom prst="rect">
            <a:avLst/>
          </a:prstGeom>
          <a:noFill/>
          <a:ln w="0">
            <a:noFill/>
            <a:prstDash val="solid"/>
          </a:ln>
        </p:spPr>
        <p:txBody>
          <a:bodyPr wrap="none" lIns="0" tIns="0" rIns="0" bIns="0" anchor="t">
            <a:noAutofit/>
          </a:bodyPr>
          <a:lstStyle>
            <a:defPPr algn="l">
              <a:defRPr sz="2700" b="1" i="0" kern="0" spc="-9">
                <a:solidFill>
                  <a:srgbClr val="0A2540"/>
                </a:solidFill>
                <a:latin typeface="JetBrains Mono"/>
                <a:ea typeface="JetBrains Mono"/>
                <a:cs typeface="JetBrains Mono"/>
              </a:defRPr>
            </a:defPPr>
            <a:lvl1pPr algn="l">
              <a:defRPr sz="2700" b="1" i="0" kern="0" spc="-9">
                <a:solidFill>
                  <a:srgbClr val="0A2540"/>
                </a:solidFill>
                <a:latin typeface="JetBrains Mono"/>
                <a:ea typeface="JetBrains Mono"/>
                <a:cs typeface="JetBrains Mono"/>
              </a:defRPr>
            </a:lvl1pPr>
            <a:lvl2pPr algn="l">
              <a:defRPr sz="2700" b="1" i="0" kern="0" spc="-9">
                <a:solidFill>
                  <a:srgbClr val="0A2540"/>
                </a:solidFill>
                <a:latin typeface="JetBrains Mono"/>
                <a:ea typeface="JetBrains Mono"/>
                <a:cs typeface="JetBrains Mono"/>
              </a:defRPr>
            </a:lvl2pPr>
            <a:lvl3pPr algn="l">
              <a:defRPr sz="2700" b="1" i="0" kern="0" spc="-9">
                <a:solidFill>
                  <a:srgbClr val="0A2540"/>
                </a:solidFill>
                <a:latin typeface="JetBrains Mono"/>
                <a:ea typeface="JetBrains Mono"/>
                <a:cs typeface="JetBrains Mono"/>
              </a:defRPr>
            </a:lvl3pPr>
            <a:lvl4pPr algn="l">
              <a:defRPr sz="2700" b="1" i="0" kern="0" spc="-9">
                <a:solidFill>
                  <a:srgbClr val="0A2540"/>
                </a:solidFill>
                <a:latin typeface="JetBrains Mono"/>
                <a:ea typeface="JetBrains Mono"/>
                <a:cs typeface="JetBrains Mono"/>
              </a:defRPr>
            </a:lvl4pPr>
            <a:lvl5pPr algn="l">
              <a:defRPr sz="2700" b="1" i="0" kern="0" spc="-9">
                <a:solidFill>
                  <a:srgbClr val="0A2540"/>
                </a:solidFill>
                <a:latin typeface="JetBrains Mono"/>
                <a:ea typeface="JetBrains Mono"/>
                <a:cs typeface="JetBrains Mono"/>
              </a:defRPr>
            </a:lvl5pPr>
            <a:lvl6pPr algn="l">
              <a:defRPr sz="2700" b="1" i="0" kern="0" spc="-9">
                <a:solidFill>
                  <a:srgbClr val="0A2540"/>
                </a:solidFill>
                <a:latin typeface="JetBrains Mono"/>
                <a:ea typeface="JetBrains Mono"/>
                <a:cs typeface="JetBrains Mono"/>
              </a:defRPr>
            </a:lvl6pPr>
            <a:lvl7pPr algn="l">
              <a:defRPr sz="2700" b="1" i="0" kern="0" spc="-9">
                <a:solidFill>
                  <a:srgbClr val="0A2540"/>
                </a:solidFill>
                <a:latin typeface="JetBrains Mono"/>
                <a:ea typeface="JetBrains Mono"/>
                <a:cs typeface="JetBrains Mono"/>
              </a:defRPr>
            </a:lvl7pPr>
            <a:lvl8pPr algn="l">
              <a:defRPr sz="2700" b="1" i="0" kern="0" spc="-9">
                <a:solidFill>
                  <a:srgbClr val="0A2540"/>
                </a:solidFill>
                <a:latin typeface="JetBrains Mono"/>
                <a:ea typeface="JetBrains Mono"/>
                <a:cs typeface="JetBrains Mono"/>
              </a:defRPr>
            </a:lvl8pPr>
            <a:lvl9pPr algn="l">
              <a:defRPr sz="2700" b="1" i="0" kern="0" spc="-9">
                <a:solidFill>
                  <a:srgbClr val="0A2540"/>
                </a:solidFill>
                <a:latin typeface="JetBrains Mono"/>
                <a:ea typeface="JetBrains Mono"/>
                <a:cs typeface="JetBrains Mono"/>
              </a:defRPr>
            </a:lvl9pPr>
          </a:lstStyle>
          <a:p>
            <a:pPr algn="l">
              <a:lnSpc>
                <a:spcPct val="100000"/>
              </a:lnSpc>
              <a:buNone/>
              <a:defRPr sz="2700" b="1" i="0" kern="0" spc="-9">
                <a:solidFill>
                  <a:srgbClr val="0A2540"/>
                </a:solidFill>
                <a:latin typeface="JetBrains Mono"/>
                <a:ea typeface="JetBrains Mono"/>
                <a:cs typeface="JetBrains Mono"/>
              </a:defRPr>
            </a:pPr>
            <a:r>
              <a:rPr sz="2700" b="1" i="0" kern="0" spc="-9">
                <a:solidFill>
                  <a:srgbClr val="0A2540"/>
                </a:solidFill>
                <a:latin typeface="JetBrains Mono"/>
                <a:ea typeface="JetBrains Mono"/>
                <a:cs typeface="JetBrains Mono"/>
              </a:rPr>
              <a:t>-80%</a:t>
            </a:r>
          </a:p>
        </p:txBody>
      </p:sp>
      <p:sp>
        <p:nvSpPr>
          <p:cNvPr id="65" name="s9 text 30">
            <a:extLst>
              <a:ext uri="{FF2B5EF4-FFF2-40B4-BE49-F238E27FC236}">
                <a16:creationId xmlns:a16="http://schemas.microsoft.com/office/drawing/2014/main" id="{3B97D581-4395-4196-BA0C-983535249C07}"/>
              </a:ext>
            </a:extLst>
          </p:cNvPr>
          <p:cNvSpPr>
            <a:spLocks noGrp="1"/>
          </p:cNvSpPr>
          <p:nvPr/>
        </p:nvSpPr>
        <p:spPr>
          <a:xfrm>
            <a:off x="11408568" y="5520118"/>
            <a:ext cx="1506182" cy="151819"/>
          </a:xfrm>
          <a:prstGeom prst="rect">
            <a:avLst/>
          </a:prstGeom>
          <a:noFill/>
          <a:ln w="0">
            <a:noFill/>
            <a:prstDash val="solid"/>
          </a:ln>
        </p:spPr>
        <p:txBody>
          <a:bodyPr wrap="none" lIns="0" tIns="0" rIns="0" bIns="0" anchor="t">
            <a:noAutofit/>
          </a:bodyPr>
          <a:lstStyle>
            <a:defPPr algn="l">
              <a:defRPr sz="787" b="0" i="0" kern="0" spc="110">
                <a:solidFill>
                  <a:srgbClr val="8B98AD"/>
                </a:solidFill>
                <a:latin typeface="JetBrains Mono"/>
                <a:ea typeface="JetBrains Mono"/>
                <a:cs typeface="JetBrains Mono"/>
              </a:defRPr>
            </a:defPPr>
            <a:lvl1pPr algn="l">
              <a:defRPr sz="787" b="0" i="0" kern="0" spc="110">
                <a:solidFill>
                  <a:srgbClr val="8B98AD"/>
                </a:solidFill>
                <a:latin typeface="JetBrains Mono"/>
                <a:ea typeface="JetBrains Mono"/>
                <a:cs typeface="JetBrains Mono"/>
              </a:defRPr>
            </a:lvl1pPr>
            <a:lvl2pPr algn="l">
              <a:defRPr sz="787" b="0" i="0" kern="0" spc="110">
                <a:solidFill>
                  <a:srgbClr val="8B98AD"/>
                </a:solidFill>
                <a:latin typeface="JetBrains Mono"/>
                <a:ea typeface="JetBrains Mono"/>
                <a:cs typeface="JetBrains Mono"/>
              </a:defRPr>
            </a:lvl2pPr>
            <a:lvl3pPr algn="l">
              <a:defRPr sz="787" b="0" i="0" kern="0" spc="110">
                <a:solidFill>
                  <a:srgbClr val="8B98AD"/>
                </a:solidFill>
                <a:latin typeface="JetBrains Mono"/>
                <a:ea typeface="JetBrains Mono"/>
                <a:cs typeface="JetBrains Mono"/>
              </a:defRPr>
            </a:lvl3pPr>
            <a:lvl4pPr algn="l">
              <a:defRPr sz="787" b="0" i="0" kern="0" spc="110">
                <a:solidFill>
                  <a:srgbClr val="8B98AD"/>
                </a:solidFill>
                <a:latin typeface="JetBrains Mono"/>
                <a:ea typeface="JetBrains Mono"/>
                <a:cs typeface="JetBrains Mono"/>
              </a:defRPr>
            </a:lvl4pPr>
            <a:lvl5pPr algn="l">
              <a:defRPr sz="787" b="0" i="0" kern="0" spc="110">
                <a:solidFill>
                  <a:srgbClr val="8B98AD"/>
                </a:solidFill>
                <a:latin typeface="JetBrains Mono"/>
                <a:ea typeface="JetBrains Mono"/>
                <a:cs typeface="JetBrains Mono"/>
              </a:defRPr>
            </a:lvl5pPr>
            <a:lvl6pPr algn="l">
              <a:defRPr sz="787" b="0" i="0" kern="0" spc="110">
                <a:solidFill>
                  <a:srgbClr val="8B98AD"/>
                </a:solidFill>
                <a:latin typeface="JetBrains Mono"/>
                <a:ea typeface="JetBrains Mono"/>
                <a:cs typeface="JetBrains Mono"/>
              </a:defRPr>
            </a:lvl6pPr>
            <a:lvl7pPr algn="l">
              <a:defRPr sz="787" b="0" i="0" kern="0" spc="110">
                <a:solidFill>
                  <a:srgbClr val="8B98AD"/>
                </a:solidFill>
                <a:latin typeface="JetBrains Mono"/>
                <a:ea typeface="JetBrains Mono"/>
                <a:cs typeface="JetBrains Mono"/>
              </a:defRPr>
            </a:lvl7pPr>
            <a:lvl8pPr algn="l">
              <a:defRPr sz="787" b="0" i="0" kern="0" spc="110">
                <a:solidFill>
                  <a:srgbClr val="8B98AD"/>
                </a:solidFill>
                <a:latin typeface="JetBrains Mono"/>
                <a:ea typeface="JetBrains Mono"/>
                <a:cs typeface="JetBrains Mono"/>
              </a:defRPr>
            </a:lvl8pPr>
            <a:lvl9pPr algn="l">
              <a:defRPr sz="787" b="0" i="0" kern="0" spc="110">
                <a:solidFill>
                  <a:srgbClr val="8B98AD"/>
                </a:solidFill>
                <a:latin typeface="JetBrains Mono"/>
                <a:ea typeface="JetBrains Mono"/>
                <a:cs typeface="JetBrains Mono"/>
              </a:defRPr>
            </a:lvl9pPr>
          </a:lstStyle>
          <a:p>
            <a:pPr algn="l">
              <a:lnSpc>
                <a:spcPct val="100000"/>
              </a:lnSpc>
              <a:buNone/>
              <a:defRPr sz="787" b="0" i="0" kern="0" spc="110">
                <a:solidFill>
                  <a:srgbClr val="8B98AD"/>
                </a:solidFill>
                <a:latin typeface="JetBrains Mono"/>
                <a:ea typeface="JetBrains Mono"/>
                <a:cs typeface="JetBrains Mono"/>
              </a:defRPr>
            </a:pPr>
            <a:r>
              <a:rPr sz="787" b="0" i="0" kern="0" spc="110">
                <a:solidFill>
                  <a:srgbClr val="8B98AD"/>
                </a:solidFill>
                <a:latin typeface="JetBrains Mono"/>
                <a:ea typeface="JetBrains Mono"/>
                <a:cs typeface="JetBrains Mono"/>
              </a:rPr>
              <a:t>REDUCTION IN IMPORTS</a:t>
            </a:r>
          </a:p>
        </p:txBody>
      </p:sp>
      <p:sp>
        <p:nvSpPr>
          <p:cNvPr id="66" name="s9 text 31">
            <a:extLst>
              <a:ext uri="{FF2B5EF4-FFF2-40B4-BE49-F238E27FC236}">
                <a16:creationId xmlns:a16="http://schemas.microsoft.com/office/drawing/2014/main" id="{D50D524D-1B02-4ACF-8BB4-0BF92D07C93C}"/>
              </a:ext>
            </a:extLst>
          </p:cNvPr>
          <p:cNvSpPr>
            <a:spLocks noGrp="1"/>
          </p:cNvSpPr>
          <p:nvPr/>
        </p:nvSpPr>
        <p:spPr>
          <a:xfrm>
            <a:off x="514350" y="7370207"/>
            <a:ext cx="1906319"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QUESTION 5.1 · COUNTRY Z</a:t>
            </a:r>
          </a:p>
        </p:txBody>
      </p:sp>
      <p:sp>
        <p:nvSpPr>
          <p:cNvPr id="67" name="s9 text 32">
            <a:extLst>
              <a:ext uri="{FF2B5EF4-FFF2-40B4-BE49-F238E27FC236}">
                <a16:creationId xmlns:a16="http://schemas.microsoft.com/office/drawing/2014/main" id="{9684388F-27D4-4F53-A058-BA1BF6A1531F}"/>
              </a:ext>
            </a:extLst>
          </p:cNvPr>
          <p:cNvSpPr>
            <a:spLocks noGrp="1"/>
          </p:cNvSpPr>
          <p:nvPr/>
        </p:nvSpPr>
        <p:spPr>
          <a:xfrm>
            <a:off x="12732283" y="7370207"/>
            <a:ext cx="498279"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9 / 26</a:t>
            </a:r>
          </a:p>
        </p:txBody>
      </p:sp>
    </p:spTree>
    <p:extLst>
      <p:ext uri="{BB962C8B-B14F-4D97-AF65-F5344CB8AC3E}">
        <p14:creationId xmlns:p14="http://schemas.microsoft.com/office/powerpoint/2010/main" val="160017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0" name="Blueprint grid">
            <a:extLst>
              <a:ext uri="{FF2B5EF4-FFF2-40B4-BE49-F238E27FC236}">
                <a16:creationId xmlns:a16="http://schemas.microsoft.com/office/drawing/2014/main" id="{D33A46D3-8A34-4F8C-B358-696BD2A36C38}"/>
              </a:ext>
            </a:extLst>
          </p:cNvPr>
          <p:cNvSpPr>
            <a:spLocks noGrp="1"/>
          </p:cNvSpPr>
          <p:nvPr/>
        </p:nvSpPr>
        <p:spPr>
          <a:xfrm>
            <a:off x="7144" y="0"/>
            <a:ext cx="7144" cy="7715250"/>
          </a:xfrm>
          <a:prstGeom prst="rect">
            <a:avLst/>
          </a:prstGeom>
          <a:solidFill>
            <a:srgbClr val="0A2540">
              <a:alpha val="5000"/>
            </a:srgbClr>
          </a:solidFill>
          <a:ln w="0">
            <a:noFill/>
            <a:prstDash val="solid"/>
          </a:ln>
        </p:spPr>
      </p:sp>
      <p:sp>
        <p:nvSpPr>
          <p:cNvPr id="2" name="Blueprint grid">
            <a:extLst>
              <a:ext uri="{FF2B5EF4-FFF2-40B4-BE49-F238E27FC236}">
                <a16:creationId xmlns:a16="http://schemas.microsoft.com/office/drawing/2014/main" id="{F438A025-2DE0-46A0-A58E-80F99CF7C8DD}"/>
              </a:ext>
            </a:extLst>
          </p:cNvPr>
          <p:cNvSpPr>
            <a:spLocks noGrp="1"/>
          </p:cNvSpPr>
          <p:nvPr/>
        </p:nvSpPr>
        <p:spPr>
          <a:xfrm>
            <a:off x="578644" y="0"/>
            <a:ext cx="7144" cy="7715250"/>
          </a:xfrm>
          <a:prstGeom prst="rect">
            <a:avLst/>
          </a:prstGeom>
          <a:solidFill>
            <a:srgbClr val="0A2540">
              <a:alpha val="5000"/>
            </a:srgbClr>
          </a:solidFill>
          <a:ln w="0">
            <a:noFill/>
            <a:prstDash val="solid"/>
          </a:ln>
        </p:spPr>
      </p:sp>
      <p:sp>
        <p:nvSpPr>
          <p:cNvPr id="3" name="Blueprint grid">
            <a:extLst>
              <a:ext uri="{FF2B5EF4-FFF2-40B4-BE49-F238E27FC236}">
                <a16:creationId xmlns:a16="http://schemas.microsoft.com/office/drawing/2014/main" id="{6CCF75BB-0449-436F-8E17-261A4FF2E15C}"/>
              </a:ext>
            </a:extLst>
          </p:cNvPr>
          <p:cNvSpPr>
            <a:spLocks noGrp="1"/>
          </p:cNvSpPr>
          <p:nvPr/>
        </p:nvSpPr>
        <p:spPr>
          <a:xfrm>
            <a:off x="9151144" y="0"/>
            <a:ext cx="7144" cy="7715250"/>
          </a:xfrm>
          <a:prstGeom prst="rect">
            <a:avLst/>
          </a:prstGeom>
          <a:solidFill>
            <a:srgbClr val="0A2540">
              <a:alpha val="5000"/>
            </a:srgbClr>
          </a:solidFill>
          <a:ln w="0">
            <a:noFill/>
            <a:prstDash val="solid"/>
          </a:ln>
        </p:spPr>
      </p:sp>
      <p:sp>
        <p:nvSpPr>
          <p:cNvPr id="4" name="Blueprint grid">
            <a:extLst>
              <a:ext uri="{FF2B5EF4-FFF2-40B4-BE49-F238E27FC236}">
                <a16:creationId xmlns:a16="http://schemas.microsoft.com/office/drawing/2014/main" id="{F7973394-563A-47E5-9271-75CEB23294FC}"/>
              </a:ext>
            </a:extLst>
          </p:cNvPr>
          <p:cNvSpPr>
            <a:spLocks noGrp="1"/>
          </p:cNvSpPr>
          <p:nvPr/>
        </p:nvSpPr>
        <p:spPr>
          <a:xfrm>
            <a:off x="9436894" y="0"/>
            <a:ext cx="7144" cy="7715250"/>
          </a:xfrm>
          <a:prstGeom prst="rect">
            <a:avLst/>
          </a:prstGeom>
          <a:solidFill>
            <a:srgbClr val="0A2540">
              <a:alpha val="5000"/>
            </a:srgbClr>
          </a:solidFill>
          <a:ln w="0">
            <a:noFill/>
            <a:prstDash val="solid"/>
          </a:ln>
        </p:spPr>
      </p:sp>
      <p:sp>
        <p:nvSpPr>
          <p:cNvPr id="5" name="Blueprint grid">
            <a:extLst>
              <a:ext uri="{FF2B5EF4-FFF2-40B4-BE49-F238E27FC236}">
                <a16:creationId xmlns:a16="http://schemas.microsoft.com/office/drawing/2014/main" id="{0D47AE10-F474-4F74-A13A-2C04ECD1FCAC}"/>
              </a:ext>
            </a:extLst>
          </p:cNvPr>
          <p:cNvSpPr>
            <a:spLocks noGrp="1"/>
          </p:cNvSpPr>
          <p:nvPr/>
        </p:nvSpPr>
        <p:spPr>
          <a:xfrm>
            <a:off x="9722644" y="0"/>
            <a:ext cx="7144" cy="7715250"/>
          </a:xfrm>
          <a:prstGeom prst="rect">
            <a:avLst/>
          </a:prstGeom>
          <a:solidFill>
            <a:srgbClr val="0A2540">
              <a:alpha val="5000"/>
            </a:srgbClr>
          </a:solidFill>
          <a:ln w="0">
            <a:noFill/>
            <a:prstDash val="solid"/>
          </a:ln>
        </p:spPr>
      </p:sp>
      <p:sp>
        <p:nvSpPr>
          <p:cNvPr id="6" name="Blueprint grid">
            <a:extLst>
              <a:ext uri="{FF2B5EF4-FFF2-40B4-BE49-F238E27FC236}">
                <a16:creationId xmlns:a16="http://schemas.microsoft.com/office/drawing/2014/main" id="{8C8EAB9B-30F3-4EC2-BC38-503D18403540}"/>
              </a:ext>
            </a:extLst>
          </p:cNvPr>
          <p:cNvSpPr>
            <a:spLocks noGrp="1"/>
          </p:cNvSpPr>
          <p:nvPr/>
        </p:nvSpPr>
        <p:spPr>
          <a:xfrm>
            <a:off x="10008394" y="0"/>
            <a:ext cx="7144" cy="7715250"/>
          </a:xfrm>
          <a:prstGeom prst="rect">
            <a:avLst/>
          </a:prstGeom>
          <a:solidFill>
            <a:srgbClr val="0A2540">
              <a:alpha val="5000"/>
            </a:srgbClr>
          </a:solidFill>
          <a:ln w="0">
            <a:noFill/>
            <a:prstDash val="solid"/>
          </a:ln>
        </p:spPr>
      </p:sp>
      <p:sp>
        <p:nvSpPr>
          <p:cNvPr id="7" name="Blueprint grid">
            <a:extLst>
              <a:ext uri="{FF2B5EF4-FFF2-40B4-BE49-F238E27FC236}">
                <a16:creationId xmlns:a16="http://schemas.microsoft.com/office/drawing/2014/main" id="{55F54AF6-7D5A-4CE6-9307-AF6617732F1C}"/>
              </a:ext>
            </a:extLst>
          </p:cNvPr>
          <p:cNvSpPr>
            <a:spLocks noGrp="1"/>
          </p:cNvSpPr>
          <p:nvPr/>
        </p:nvSpPr>
        <p:spPr>
          <a:xfrm>
            <a:off x="10294144" y="0"/>
            <a:ext cx="7144" cy="7715250"/>
          </a:xfrm>
          <a:prstGeom prst="rect">
            <a:avLst/>
          </a:prstGeom>
          <a:solidFill>
            <a:srgbClr val="0A2540">
              <a:alpha val="5000"/>
            </a:srgbClr>
          </a:solidFill>
          <a:ln w="0">
            <a:noFill/>
            <a:prstDash val="solid"/>
          </a:ln>
        </p:spPr>
      </p:sp>
      <p:sp>
        <p:nvSpPr>
          <p:cNvPr id="8" name="Blueprint grid">
            <a:extLst>
              <a:ext uri="{FF2B5EF4-FFF2-40B4-BE49-F238E27FC236}">
                <a16:creationId xmlns:a16="http://schemas.microsoft.com/office/drawing/2014/main" id="{A9E96C07-E94B-4530-8A74-06A8E3741AB6}"/>
              </a:ext>
            </a:extLst>
          </p:cNvPr>
          <p:cNvSpPr>
            <a:spLocks noGrp="1"/>
          </p:cNvSpPr>
          <p:nvPr/>
        </p:nvSpPr>
        <p:spPr>
          <a:xfrm>
            <a:off x="10579894" y="0"/>
            <a:ext cx="7144" cy="7715250"/>
          </a:xfrm>
          <a:prstGeom prst="rect">
            <a:avLst/>
          </a:prstGeom>
          <a:solidFill>
            <a:srgbClr val="0A2540">
              <a:alpha val="5000"/>
            </a:srgbClr>
          </a:solidFill>
          <a:ln w="0">
            <a:noFill/>
            <a:prstDash val="solid"/>
          </a:ln>
        </p:spPr>
      </p:sp>
      <p:sp>
        <p:nvSpPr>
          <p:cNvPr id="9" name="Blueprint grid">
            <a:extLst>
              <a:ext uri="{FF2B5EF4-FFF2-40B4-BE49-F238E27FC236}">
                <a16:creationId xmlns:a16="http://schemas.microsoft.com/office/drawing/2014/main" id="{CD15C587-7951-4545-84FA-BDA1E6AE5ABD}"/>
              </a:ext>
            </a:extLst>
          </p:cNvPr>
          <p:cNvSpPr>
            <a:spLocks noGrp="1"/>
          </p:cNvSpPr>
          <p:nvPr/>
        </p:nvSpPr>
        <p:spPr>
          <a:xfrm>
            <a:off x="10865644" y="0"/>
            <a:ext cx="7144" cy="7715250"/>
          </a:xfrm>
          <a:prstGeom prst="rect">
            <a:avLst/>
          </a:prstGeom>
          <a:solidFill>
            <a:srgbClr val="0A2540">
              <a:alpha val="5000"/>
            </a:srgbClr>
          </a:solidFill>
          <a:ln w="0">
            <a:noFill/>
            <a:prstDash val="solid"/>
          </a:ln>
        </p:spPr>
      </p:sp>
      <p:sp>
        <p:nvSpPr>
          <p:cNvPr id="10" name="Layout surface">
            <a:extLst>
              <a:ext uri="{FF2B5EF4-FFF2-40B4-BE49-F238E27FC236}">
                <a16:creationId xmlns:a16="http://schemas.microsoft.com/office/drawing/2014/main" id="{269813A1-7030-44A3-A583-883E6691AA10}"/>
              </a:ext>
            </a:extLst>
          </p:cNvPr>
          <p:cNvSpPr>
            <a:spLocks noGrp="1"/>
          </p:cNvSpPr>
          <p:nvPr/>
        </p:nvSpPr>
        <p:spPr>
          <a:xfrm>
            <a:off x="0" y="0"/>
            <a:ext cx="1428750" cy="35719"/>
          </a:xfrm>
          <a:prstGeom prst="rect">
            <a:avLst/>
          </a:prstGeom>
          <a:solidFill>
            <a:srgbClr val="0A2540"/>
          </a:solidFill>
          <a:ln w="0">
            <a:noFill/>
            <a:prstDash val="solid"/>
          </a:ln>
        </p:spPr>
      </p:sp>
      <p:sp>
        <p:nvSpPr>
          <p:cNvPr id="11" name="Layout surface">
            <a:extLst>
              <a:ext uri="{FF2B5EF4-FFF2-40B4-BE49-F238E27FC236}">
                <a16:creationId xmlns:a16="http://schemas.microsoft.com/office/drawing/2014/main" id="{05531AEC-44F1-44B2-B76A-EE42C7B0FCE0}"/>
              </a:ext>
            </a:extLst>
          </p:cNvPr>
          <p:cNvSpPr>
            <a:spLocks noGrp="1"/>
          </p:cNvSpPr>
          <p:nvPr/>
        </p:nvSpPr>
        <p:spPr>
          <a:xfrm>
            <a:off x="1428750" y="0"/>
            <a:ext cx="1000125" cy="35719"/>
          </a:xfrm>
          <a:prstGeom prst="rect">
            <a:avLst/>
          </a:prstGeom>
          <a:solidFill>
            <a:srgbClr val="1D4ED8"/>
          </a:solidFill>
          <a:ln w="0">
            <a:noFill/>
            <a:prstDash val="solid"/>
          </a:ln>
        </p:spPr>
      </p:sp>
      <p:sp>
        <p:nvSpPr>
          <p:cNvPr id="12" name="Layout surface">
            <a:extLst>
              <a:ext uri="{FF2B5EF4-FFF2-40B4-BE49-F238E27FC236}">
                <a16:creationId xmlns:a16="http://schemas.microsoft.com/office/drawing/2014/main" id="{DBCE180B-83AB-4BE6-8B36-CCD0BEB6AF02}"/>
              </a:ext>
            </a:extLst>
          </p:cNvPr>
          <p:cNvSpPr>
            <a:spLocks noGrp="1"/>
          </p:cNvSpPr>
          <p:nvPr/>
        </p:nvSpPr>
        <p:spPr>
          <a:xfrm>
            <a:off x="2428875" y="0"/>
            <a:ext cx="11287125" cy="35719"/>
          </a:xfrm>
          <a:prstGeom prst="rect">
            <a:avLst/>
          </a:prstGeom>
          <a:solidFill>
            <a:srgbClr val="0A2540">
              <a:alpha val="16000"/>
            </a:srgbClr>
          </a:solidFill>
          <a:ln w="0">
            <a:noFill/>
            <a:prstDash val="solid"/>
          </a:ln>
        </p:spPr>
      </p:sp>
      <p:sp>
        <p:nvSpPr>
          <p:cNvPr id="13" name="Source layout 5">
            <a:extLst>
              <a:ext uri="{FF2B5EF4-FFF2-40B4-BE49-F238E27FC236}">
                <a16:creationId xmlns:a16="http://schemas.microsoft.com/office/drawing/2014/main" id="{3E82016C-EDBF-4292-A569-B49A03D00893}"/>
              </a:ext>
            </a:extLst>
          </p:cNvPr>
          <p:cNvSpPr>
            <a:spLocks noGrp="1"/>
          </p:cNvSpPr>
          <p:nvPr/>
        </p:nvSpPr>
        <p:spPr>
          <a:xfrm>
            <a:off x="514350" y="1178719"/>
            <a:ext cx="78581" cy="78581"/>
          </a:xfrm>
          <a:custGeom>
            <a:avLst/>
            <a:gdLst/>
            <a:ahLst/>
            <a:cxnLst/>
            <a:rect l="0" t="0" r="0" b="0"/>
            <a:pathLst>
              <a:path w="78581" h="78581">
                <a:moveTo>
                  <a:pt x="0" y="0"/>
                </a:moveTo>
                <a:lnTo>
                  <a:pt x="78581" y="0"/>
                </a:lnTo>
                <a:lnTo>
                  <a:pt x="78581" y="78581"/>
                </a:lnTo>
                <a:lnTo>
                  <a:pt x="0" y="78581"/>
                </a:lnTo>
                <a:close/>
              </a:path>
            </a:pathLst>
          </a:custGeom>
          <a:solidFill>
            <a:srgbClr val="1D4ED8"/>
          </a:solidFill>
          <a:ln w="7144">
            <a:noFill/>
            <a:prstDash val="solid"/>
          </a:ln>
        </p:spPr>
      </p:sp>
      <p:sp>
        <p:nvSpPr>
          <p:cNvPr id="14" name="Source layout 6">
            <a:extLst>
              <a:ext uri="{FF2B5EF4-FFF2-40B4-BE49-F238E27FC236}">
                <a16:creationId xmlns:a16="http://schemas.microsoft.com/office/drawing/2014/main" id="{90577E59-B91B-4877-A7DD-90FD5883668D}"/>
              </a:ext>
            </a:extLst>
          </p:cNvPr>
          <p:cNvSpPr>
            <a:spLocks noGrp="1"/>
          </p:cNvSpPr>
          <p:nvPr/>
        </p:nvSpPr>
        <p:spPr>
          <a:xfrm>
            <a:off x="8215311" y="3700462"/>
            <a:ext cx="71438" cy="71437"/>
          </a:xfrm>
          <a:custGeom>
            <a:avLst/>
            <a:gdLst/>
            <a:ahLst/>
            <a:cxnLst/>
            <a:rect l="0" t="0" r="0" b="0"/>
            <a:pathLst>
              <a:path w="71438" h="71437">
                <a:moveTo>
                  <a:pt x="71438" y="35719"/>
                </a:moveTo>
                <a:cubicBezTo>
                  <a:pt x="71437" y="40449"/>
                  <a:pt x="70531" y="45004"/>
                  <a:pt x="68718" y="49378"/>
                </a:cubicBezTo>
                <a:cubicBezTo>
                  <a:pt x="66906" y="53752"/>
                  <a:pt x="64326" y="57617"/>
                  <a:pt x="60976" y="60966"/>
                </a:cubicBezTo>
                <a:cubicBezTo>
                  <a:pt x="57627" y="64314"/>
                  <a:pt x="53764" y="66896"/>
                  <a:pt x="49388" y="68703"/>
                </a:cubicBezTo>
                <a:cubicBezTo>
                  <a:pt x="45011" y="70524"/>
                  <a:pt x="40456" y="71430"/>
                  <a:pt x="35720" y="71437"/>
                </a:cubicBezTo>
                <a:cubicBezTo>
                  <a:pt x="30983" y="71430"/>
                  <a:pt x="26426" y="70524"/>
                  <a:pt x="22050" y="68703"/>
                </a:cubicBezTo>
                <a:cubicBezTo>
                  <a:pt x="17674" y="66896"/>
                  <a:pt x="13811" y="64314"/>
                  <a:pt x="10463" y="60966"/>
                </a:cubicBezTo>
                <a:cubicBezTo>
                  <a:pt x="7113" y="57617"/>
                  <a:pt x="4532" y="53752"/>
                  <a:pt x="2720" y="49378"/>
                </a:cubicBezTo>
                <a:cubicBezTo>
                  <a:pt x="907" y="45004"/>
                  <a:pt x="0" y="40449"/>
                  <a:pt x="1" y="35719"/>
                </a:cubicBezTo>
                <a:cubicBezTo>
                  <a:pt x="0" y="30982"/>
                  <a:pt x="907" y="26419"/>
                  <a:pt x="2720" y="22045"/>
                </a:cubicBezTo>
                <a:cubicBezTo>
                  <a:pt x="4532" y="17664"/>
                  <a:pt x="7113" y="13799"/>
                  <a:pt x="10463" y="10458"/>
                </a:cubicBezTo>
                <a:cubicBezTo>
                  <a:pt x="13811" y="7102"/>
                  <a:pt x="17674" y="4521"/>
                  <a:pt x="22050" y="2707"/>
                </a:cubicBezTo>
                <a:cubicBezTo>
                  <a:pt x="26426" y="900"/>
                  <a:pt x="30983" y="0"/>
                  <a:pt x="35720" y="0"/>
                </a:cubicBezTo>
                <a:cubicBezTo>
                  <a:pt x="40456" y="0"/>
                  <a:pt x="45011" y="900"/>
                  <a:pt x="49388" y="2707"/>
                </a:cubicBezTo>
                <a:cubicBezTo>
                  <a:pt x="53764" y="4521"/>
                  <a:pt x="57627" y="7102"/>
                  <a:pt x="60976" y="10458"/>
                </a:cubicBezTo>
                <a:cubicBezTo>
                  <a:pt x="64326" y="13799"/>
                  <a:pt x="66906" y="17664"/>
                  <a:pt x="68718" y="22045"/>
                </a:cubicBezTo>
                <a:cubicBezTo>
                  <a:pt x="70531" y="26419"/>
                  <a:pt x="71437" y="30982"/>
                  <a:pt x="71438" y="35719"/>
                </a:cubicBezTo>
                <a:close/>
              </a:path>
            </a:pathLst>
          </a:custGeom>
          <a:solidFill>
            <a:srgbClr val="1D4ED8"/>
          </a:solidFill>
          <a:ln w="7144">
            <a:noFill/>
            <a:prstDash val="solid"/>
          </a:ln>
        </p:spPr>
      </p:sp>
      <p:sp>
        <p:nvSpPr>
          <p:cNvPr id="15" name="Source layout 7">
            <a:extLst>
              <a:ext uri="{FF2B5EF4-FFF2-40B4-BE49-F238E27FC236}">
                <a16:creationId xmlns:a16="http://schemas.microsoft.com/office/drawing/2014/main" id="{10BC5DCE-7B2B-445B-A1DA-D61340CB1A30}"/>
              </a:ext>
            </a:extLst>
          </p:cNvPr>
          <p:cNvSpPr>
            <a:spLocks noGrp="1"/>
          </p:cNvSpPr>
          <p:nvPr/>
        </p:nvSpPr>
        <p:spPr>
          <a:xfrm>
            <a:off x="8215311" y="4364831"/>
            <a:ext cx="71438" cy="71437"/>
          </a:xfrm>
          <a:custGeom>
            <a:avLst/>
            <a:gdLst/>
            <a:ahLst/>
            <a:cxnLst/>
            <a:rect l="0" t="0" r="0" b="0"/>
            <a:pathLst>
              <a:path w="71438" h="71437">
                <a:moveTo>
                  <a:pt x="71438" y="35719"/>
                </a:moveTo>
                <a:cubicBezTo>
                  <a:pt x="71437" y="40456"/>
                  <a:pt x="70531" y="45004"/>
                  <a:pt x="68718" y="49378"/>
                </a:cubicBezTo>
                <a:cubicBezTo>
                  <a:pt x="66906" y="53752"/>
                  <a:pt x="64326" y="57617"/>
                  <a:pt x="60976" y="60973"/>
                </a:cubicBezTo>
                <a:cubicBezTo>
                  <a:pt x="57627" y="64314"/>
                  <a:pt x="53764" y="66896"/>
                  <a:pt x="49388" y="68710"/>
                </a:cubicBezTo>
                <a:cubicBezTo>
                  <a:pt x="45011" y="70524"/>
                  <a:pt x="40456" y="71430"/>
                  <a:pt x="35720" y="71437"/>
                </a:cubicBezTo>
                <a:cubicBezTo>
                  <a:pt x="30983" y="71430"/>
                  <a:pt x="26426" y="70524"/>
                  <a:pt x="22050" y="68710"/>
                </a:cubicBezTo>
                <a:cubicBezTo>
                  <a:pt x="17674" y="66896"/>
                  <a:pt x="13811" y="64314"/>
                  <a:pt x="10463" y="60973"/>
                </a:cubicBezTo>
                <a:cubicBezTo>
                  <a:pt x="7113" y="57617"/>
                  <a:pt x="4532" y="53752"/>
                  <a:pt x="2720" y="49378"/>
                </a:cubicBezTo>
                <a:cubicBezTo>
                  <a:pt x="907" y="45004"/>
                  <a:pt x="0" y="40456"/>
                  <a:pt x="1" y="35719"/>
                </a:cubicBezTo>
                <a:cubicBezTo>
                  <a:pt x="0" y="30975"/>
                  <a:pt x="907" y="26419"/>
                  <a:pt x="2720" y="22045"/>
                </a:cubicBezTo>
                <a:cubicBezTo>
                  <a:pt x="4532" y="17671"/>
                  <a:pt x="7113" y="13806"/>
                  <a:pt x="10463" y="10464"/>
                </a:cubicBezTo>
                <a:cubicBezTo>
                  <a:pt x="13811" y="7109"/>
                  <a:pt x="17674" y="4528"/>
                  <a:pt x="22050" y="2714"/>
                </a:cubicBezTo>
                <a:cubicBezTo>
                  <a:pt x="26426" y="907"/>
                  <a:pt x="30983" y="0"/>
                  <a:pt x="35720" y="0"/>
                </a:cubicBezTo>
                <a:cubicBezTo>
                  <a:pt x="40456" y="0"/>
                  <a:pt x="45011" y="907"/>
                  <a:pt x="49388" y="2714"/>
                </a:cubicBezTo>
                <a:cubicBezTo>
                  <a:pt x="53764" y="4528"/>
                  <a:pt x="57627" y="7109"/>
                  <a:pt x="60976" y="10464"/>
                </a:cubicBezTo>
                <a:cubicBezTo>
                  <a:pt x="64326" y="13806"/>
                  <a:pt x="66906" y="17671"/>
                  <a:pt x="68718" y="22045"/>
                </a:cubicBezTo>
                <a:cubicBezTo>
                  <a:pt x="70531" y="26419"/>
                  <a:pt x="71437" y="30975"/>
                  <a:pt x="71438" y="35719"/>
                </a:cubicBezTo>
                <a:close/>
              </a:path>
            </a:pathLst>
          </a:custGeom>
          <a:solidFill>
            <a:srgbClr val="1D4ED8"/>
          </a:solidFill>
          <a:ln w="7144">
            <a:noFill/>
            <a:prstDash val="solid"/>
          </a:ln>
        </p:spPr>
      </p:sp>
      <p:sp>
        <p:nvSpPr>
          <p:cNvPr id="16" name="Source layout 8">
            <a:extLst>
              <a:ext uri="{FF2B5EF4-FFF2-40B4-BE49-F238E27FC236}">
                <a16:creationId xmlns:a16="http://schemas.microsoft.com/office/drawing/2014/main" id="{200C52EC-81DD-4404-9AA4-C9DEFA845855}"/>
              </a:ext>
            </a:extLst>
          </p:cNvPr>
          <p:cNvSpPr>
            <a:spLocks noGrp="1"/>
          </p:cNvSpPr>
          <p:nvPr/>
        </p:nvSpPr>
        <p:spPr>
          <a:xfrm>
            <a:off x="8215311" y="5022056"/>
            <a:ext cx="71438" cy="71437"/>
          </a:xfrm>
          <a:custGeom>
            <a:avLst/>
            <a:gdLst/>
            <a:ahLst/>
            <a:cxnLst/>
            <a:rect l="0" t="0" r="0" b="0"/>
            <a:pathLst>
              <a:path w="71438" h="71437">
                <a:moveTo>
                  <a:pt x="71438" y="35719"/>
                </a:moveTo>
                <a:cubicBezTo>
                  <a:pt x="71437" y="40449"/>
                  <a:pt x="70531" y="45004"/>
                  <a:pt x="68718" y="49385"/>
                </a:cubicBezTo>
                <a:cubicBezTo>
                  <a:pt x="66906" y="53760"/>
                  <a:pt x="64326" y="57617"/>
                  <a:pt x="60976" y="60973"/>
                </a:cubicBezTo>
                <a:cubicBezTo>
                  <a:pt x="57627" y="64322"/>
                  <a:pt x="53764" y="66903"/>
                  <a:pt x="49388" y="68716"/>
                </a:cubicBezTo>
                <a:cubicBezTo>
                  <a:pt x="45011" y="70524"/>
                  <a:pt x="40456" y="71430"/>
                  <a:pt x="35720" y="71437"/>
                </a:cubicBezTo>
                <a:cubicBezTo>
                  <a:pt x="30983" y="71430"/>
                  <a:pt x="26426" y="70524"/>
                  <a:pt x="22050" y="68716"/>
                </a:cubicBezTo>
                <a:cubicBezTo>
                  <a:pt x="17674" y="66903"/>
                  <a:pt x="13811" y="64322"/>
                  <a:pt x="10463" y="60973"/>
                </a:cubicBezTo>
                <a:cubicBezTo>
                  <a:pt x="7113" y="57617"/>
                  <a:pt x="4532" y="53760"/>
                  <a:pt x="2720" y="49385"/>
                </a:cubicBezTo>
                <a:cubicBezTo>
                  <a:pt x="907" y="45004"/>
                  <a:pt x="0" y="40449"/>
                  <a:pt x="1" y="35719"/>
                </a:cubicBezTo>
                <a:cubicBezTo>
                  <a:pt x="0" y="30975"/>
                  <a:pt x="907" y="26413"/>
                  <a:pt x="2720" y="22038"/>
                </a:cubicBezTo>
                <a:cubicBezTo>
                  <a:pt x="4532" y="17664"/>
                  <a:pt x="7113" y="13799"/>
                  <a:pt x="10463" y="10458"/>
                </a:cubicBezTo>
                <a:cubicBezTo>
                  <a:pt x="13811" y="7102"/>
                  <a:pt x="17674" y="4521"/>
                  <a:pt x="22050" y="2714"/>
                </a:cubicBezTo>
                <a:cubicBezTo>
                  <a:pt x="26426" y="907"/>
                  <a:pt x="30983" y="0"/>
                  <a:pt x="35720" y="0"/>
                </a:cubicBezTo>
                <a:cubicBezTo>
                  <a:pt x="40456" y="0"/>
                  <a:pt x="45011" y="907"/>
                  <a:pt x="49388" y="2714"/>
                </a:cubicBezTo>
                <a:cubicBezTo>
                  <a:pt x="53764" y="4521"/>
                  <a:pt x="57627" y="7102"/>
                  <a:pt x="60976" y="10458"/>
                </a:cubicBezTo>
                <a:cubicBezTo>
                  <a:pt x="64326" y="13799"/>
                  <a:pt x="66906" y="17664"/>
                  <a:pt x="68718" y="22038"/>
                </a:cubicBezTo>
                <a:cubicBezTo>
                  <a:pt x="70531" y="26413"/>
                  <a:pt x="71437" y="30975"/>
                  <a:pt x="71438" y="35719"/>
                </a:cubicBezTo>
                <a:close/>
              </a:path>
            </a:pathLst>
          </a:custGeom>
          <a:solidFill>
            <a:srgbClr val="1D4ED8"/>
          </a:solidFill>
          <a:ln w="7144">
            <a:noFill/>
            <a:prstDash val="solid"/>
          </a:ln>
        </p:spPr>
      </p:sp>
      <p:sp>
        <p:nvSpPr>
          <p:cNvPr id="17" name="Source layout 9">
            <a:extLst>
              <a:ext uri="{FF2B5EF4-FFF2-40B4-BE49-F238E27FC236}">
                <a16:creationId xmlns:a16="http://schemas.microsoft.com/office/drawing/2014/main" id="{FA31F450-F8D2-4946-8BCB-C12E58AA1AE0}"/>
              </a:ext>
            </a:extLst>
          </p:cNvPr>
          <p:cNvSpPr>
            <a:spLocks noGrp="1"/>
          </p:cNvSpPr>
          <p:nvPr/>
        </p:nvSpPr>
        <p:spPr>
          <a:xfrm>
            <a:off x="514350" y="1971675"/>
            <a:ext cx="7408068" cy="4314825"/>
          </a:xfrm>
          <a:custGeom>
            <a:avLst/>
            <a:gdLst/>
            <a:ahLst/>
            <a:cxnLst/>
            <a:rect l="0" t="0" r="0" b="0"/>
            <a:pathLst>
              <a:path w="7408068" h="4314825">
                <a:moveTo>
                  <a:pt x="0" y="0"/>
                </a:moveTo>
                <a:lnTo>
                  <a:pt x="7408068" y="0"/>
                </a:lnTo>
                <a:lnTo>
                  <a:pt x="7408068" y="4314825"/>
                </a:lnTo>
                <a:lnTo>
                  <a:pt x="0" y="4314825"/>
                </a:lnTo>
                <a:close/>
              </a:path>
            </a:pathLst>
          </a:custGeom>
          <a:solidFill>
            <a:srgbClr val="FFFFFF"/>
          </a:solidFill>
          <a:ln w="7144">
            <a:noFill/>
            <a:prstDash val="solid"/>
          </a:ln>
        </p:spPr>
      </p:sp>
      <p:sp>
        <p:nvSpPr>
          <p:cNvPr id="18" name="Source layout 10">
            <a:extLst>
              <a:ext uri="{FF2B5EF4-FFF2-40B4-BE49-F238E27FC236}">
                <a16:creationId xmlns:a16="http://schemas.microsoft.com/office/drawing/2014/main" id="{7C33F80A-F7F5-43A8-8FD1-D210A5A1079F}"/>
              </a:ext>
            </a:extLst>
          </p:cNvPr>
          <p:cNvSpPr>
            <a:spLocks noGrp="1"/>
          </p:cNvSpPr>
          <p:nvPr/>
        </p:nvSpPr>
        <p:spPr>
          <a:xfrm>
            <a:off x="517922" y="1975247"/>
            <a:ext cx="7400925" cy="4307681"/>
          </a:xfrm>
          <a:custGeom>
            <a:avLst/>
            <a:gdLst/>
            <a:ahLst/>
            <a:cxnLst/>
            <a:rect l="0" t="0" r="0" b="0"/>
            <a:pathLst>
              <a:path w="7400925" h="4307681">
                <a:moveTo>
                  <a:pt x="0" y="0"/>
                </a:moveTo>
                <a:lnTo>
                  <a:pt x="7400925" y="0"/>
                </a:lnTo>
                <a:lnTo>
                  <a:pt x="7400925" y="4307681"/>
                </a:lnTo>
                <a:lnTo>
                  <a:pt x="0" y="4307681"/>
                </a:lnTo>
                <a:close/>
              </a:path>
            </a:pathLst>
          </a:custGeom>
          <a:noFill/>
          <a:ln w="7144">
            <a:solidFill>
              <a:srgbClr val="0A2540">
                <a:alpha val="34120"/>
              </a:srgbClr>
            </a:solidFill>
            <a:prstDash val="solid"/>
          </a:ln>
        </p:spPr>
      </p:sp>
      <p:sp>
        <p:nvSpPr>
          <p:cNvPr id="19" name="Source layout 43">
            <a:extLst>
              <a:ext uri="{FF2B5EF4-FFF2-40B4-BE49-F238E27FC236}">
                <a16:creationId xmlns:a16="http://schemas.microsoft.com/office/drawing/2014/main" id="{73CE4ACC-4D86-46F7-AD9C-0F378ACB9828}"/>
              </a:ext>
            </a:extLst>
          </p:cNvPr>
          <p:cNvSpPr>
            <a:spLocks noGrp="1"/>
          </p:cNvSpPr>
          <p:nvPr/>
        </p:nvSpPr>
        <p:spPr>
          <a:xfrm>
            <a:off x="521494" y="1978819"/>
            <a:ext cx="4193381" cy="257175"/>
          </a:xfrm>
          <a:custGeom>
            <a:avLst/>
            <a:gdLst/>
            <a:ahLst/>
            <a:cxnLst/>
            <a:rect l="0" t="0" r="0" b="0"/>
            <a:pathLst>
              <a:path w="4193381" h="257175">
                <a:moveTo>
                  <a:pt x="0" y="0"/>
                </a:moveTo>
                <a:lnTo>
                  <a:pt x="4193381" y="0"/>
                </a:lnTo>
                <a:lnTo>
                  <a:pt x="4193381" y="257175"/>
                </a:lnTo>
                <a:lnTo>
                  <a:pt x="0" y="257175"/>
                </a:lnTo>
                <a:close/>
              </a:path>
            </a:pathLst>
          </a:custGeom>
          <a:solidFill>
            <a:srgbClr val="0A2540"/>
          </a:solidFill>
          <a:ln w="7144">
            <a:noFill/>
            <a:prstDash val="solid"/>
          </a:ln>
        </p:spPr>
      </p:sp>
      <p:sp>
        <p:nvSpPr>
          <p:cNvPr id="20" name="Source layout 44">
            <a:extLst>
              <a:ext uri="{FF2B5EF4-FFF2-40B4-BE49-F238E27FC236}">
                <a16:creationId xmlns:a16="http://schemas.microsoft.com/office/drawing/2014/main" id="{66EA9F15-D342-4559-A018-60ED2524CDA2}"/>
              </a:ext>
            </a:extLst>
          </p:cNvPr>
          <p:cNvSpPr>
            <a:spLocks noGrp="1"/>
          </p:cNvSpPr>
          <p:nvPr/>
        </p:nvSpPr>
        <p:spPr>
          <a:xfrm>
            <a:off x="514350" y="7250906"/>
            <a:ext cx="12687299" cy="7144"/>
          </a:xfrm>
          <a:custGeom>
            <a:avLst/>
            <a:gdLst/>
            <a:ahLst/>
            <a:cxnLst/>
            <a:rect l="0" t="0" r="0" b="0"/>
            <a:pathLst>
              <a:path w="12687299" h="7144">
                <a:moveTo>
                  <a:pt x="0" y="0"/>
                </a:moveTo>
                <a:lnTo>
                  <a:pt x="12687299" y="0"/>
                </a:lnTo>
                <a:lnTo>
                  <a:pt x="12687299" y="7144"/>
                </a:lnTo>
                <a:lnTo>
                  <a:pt x="0" y="7144"/>
                </a:lnTo>
                <a:close/>
              </a:path>
            </a:pathLst>
          </a:custGeom>
          <a:solidFill>
            <a:srgbClr val="0A2540">
              <a:alpha val="16080"/>
            </a:srgbClr>
          </a:solidFill>
          <a:ln w="7144">
            <a:noFill/>
            <a:prstDash val="solid"/>
          </a:ln>
        </p:spPr>
      </p:sp>
      <p:grpSp>
        <p:nvGrpSpPr>
          <p:cNvPr id="131" name="Editable diagram: f5-q51-trap"/>
          <p:cNvGrpSpPr/>
          <p:nvPr/>
        </p:nvGrpSpPr>
        <p:grpSpPr>
          <a:xfrm>
            <a:off x="1203860" y="2671496"/>
            <a:ext cx="6901010" cy="3111407"/>
            <a:chOff x="1203860" y="2671496"/>
            <a:chExt cx="6901010" cy="3111407"/>
          </a:xfrm>
        </p:grpSpPr>
        <p:sp>
          <p:nvSpPr>
            <p:cNvPr id="21" name="f5-q51-trap · line 1">
              <a:extLst>
                <a:ext uri="{FF2B5EF4-FFF2-40B4-BE49-F238E27FC236}">
                  <a16:creationId xmlns:a16="http://schemas.microsoft.com/office/drawing/2014/main" id="{197C7052-9111-45D7-BD6D-3D6C4924519D}"/>
                </a:ext>
              </a:extLst>
            </p:cNvPr>
            <p:cNvSpPr>
              <a:spLocks noGrp="1"/>
            </p:cNvSpPr>
            <p:nvPr/>
          </p:nvSpPr>
          <p:spPr>
            <a:xfrm>
              <a:off x="1509848" y="5258959"/>
              <a:ext cx="2798070" cy="95"/>
            </a:xfrm>
            <a:custGeom>
              <a:avLst/>
              <a:gdLst/>
              <a:ahLst/>
              <a:cxnLst/>
              <a:rect l="0" t="0" r="0" b="0"/>
              <a:pathLst>
                <a:path w="2798070" h="95">
                  <a:moveTo>
                    <a:pt x="0" y="0"/>
                  </a:moveTo>
                  <a:lnTo>
                    <a:pt x="2798070" y="0"/>
                  </a:lnTo>
                </a:path>
              </a:pathLst>
            </a:custGeom>
            <a:noFill/>
            <a:ln w="12035">
              <a:solidFill>
                <a:srgbClr val="0A2540"/>
              </a:solidFill>
              <a:prstDash val="solid"/>
            </a:ln>
          </p:spPr>
        </p:sp>
        <p:sp>
          <p:nvSpPr>
            <p:cNvPr id="22" name="f5-q51-trap · line 2">
              <a:extLst>
                <a:ext uri="{FF2B5EF4-FFF2-40B4-BE49-F238E27FC236}">
                  <a16:creationId xmlns:a16="http://schemas.microsoft.com/office/drawing/2014/main" id="{6FB26667-1087-446D-A9C0-AA2A3777D0AC}"/>
                </a:ext>
              </a:extLst>
            </p:cNvPr>
            <p:cNvSpPr>
              <a:spLocks noGrp="1"/>
            </p:cNvSpPr>
            <p:nvPr/>
          </p:nvSpPr>
          <p:spPr>
            <a:xfrm>
              <a:off x="1509848" y="3047581"/>
              <a:ext cx="95" cy="2211378"/>
            </a:xfrm>
            <a:custGeom>
              <a:avLst/>
              <a:gdLst/>
              <a:ahLst/>
              <a:cxnLst/>
              <a:rect l="0" t="0" r="0" b="0"/>
              <a:pathLst>
                <a:path w="95" h="2211378">
                  <a:moveTo>
                    <a:pt x="0" y="2211378"/>
                  </a:moveTo>
                  <a:lnTo>
                    <a:pt x="0" y="0"/>
                  </a:lnTo>
                </a:path>
              </a:pathLst>
            </a:custGeom>
            <a:noFill/>
            <a:ln w="12035">
              <a:solidFill>
                <a:srgbClr val="0A2540"/>
              </a:solidFill>
              <a:prstDash val="solid"/>
            </a:ln>
          </p:spPr>
        </p:sp>
        <p:sp>
          <p:nvSpPr>
            <p:cNvPr id="23" name="f5-q51-trap · line 3">
              <a:extLst>
                <a:ext uri="{FF2B5EF4-FFF2-40B4-BE49-F238E27FC236}">
                  <a16:creationId xmlns:a16="http://schemas.microsoft.com/office/drawing/2014/main" id="{AF5A7540-ADB8-4B94-A3F4-2934714294D4}"/>
                </a:ext>
              </a:extLst>
            </p:cNvPr>
            <p:cNvSpPr>
              <a:spLocks noGrp="1"/>
            </p:cNvSpPr>
            <p:nvPr/>
          </p:nvSpPr>
          <p:spPr>
            <a:xfrm>
              <a:off x="2256001" y="5258959"/>
              <a:ext cx="95" cy="42121"/>
            </a:xfrm>
            <a:custGeom>
              <a:avLst/>
              <a:gdLst/>
              <a:ahLst/>
              <a:cxnLst/>
              <a:rect l="0" t="0" r="0" b="0"/>
              <a:pathLst>
                <a:path w="95" h="42121">
                  <a:moveTo>
                    <a:pt x="0" y="0"/>
                  </a:moveTo>
                  <a:lnTo>
                    <a:pt x="0" y="42121"/>
                  </a:lnTo>
                </a:path>
              </a:pathLst>
            </a:custGeom>
            <a:noFill/>
            <a:ln w="9628">
              <a:solidFill>
                <a:srgbClr val="0A2540"/>
              </a:solidFill>
              <a:prstDash val="solid"/>
            </a:ln>
          </p:spPr>
        </p:sp>
        <p:sp>
          <p:nvSpPr>
            <p:cNvPr id="24" name="f5-q51-trap · line 4">
              <a:extLst>
                <a:ext uri="{FF2B5EF4-FFF2-40B4-BE49-F238E27FC236}">
                  <a16:creationId xmlns:a16="http://schemas.microsoft.com/office/drawing/2014/main" id="{14DE7CB3-2D10-42A2-9DA3-9A38148EC3A1}"/>
                </a:ext>
              </a:extLst>
            </p:cNvPr>
            <p:cNvSpPr>
              <a:spLocks noGrp="1"/>
            </p:cNvSpPr>
            <p:nvPr/>
          </p:nvSpPr>
          <p:spPr>
            <a:xfrm>
              <a:off x="3002153" y="5258959"/>
              <a:ext cx="95" cy="42121"/>
            </a:xfrm>
            <a:custGeom>
              <a:avLst/>
              <a:gdLst/>
              <a:ahLst/>
              <a:cxnLst/>
              <a:rect l="0" t="0" r="0" b="0"/>
              <a:pathLst>
                <a:path w="95" h="42121">
                  <a:moveTo>
                    <a:pt x="0" y="0"/>
                  </a:moveTo>
                  <a:lnTo>
                    <a:pt x="0" y="42121"/>
                  </a:lnTo>
                </a:path>
              </a:pathLst>
            </a:custGeom>
            <a:noFill/>
            <a:ln w="9628">
              <a:solidFill>
                <a:srgbClr val="0A2540"/>
              </a:solidFill>
              <a:prstDash val="solid"/>
            </a:ln>
          </p:spPr>
        </p:sp>
        <p:sp>
          <p:nvSpPr>
            <p:cNvPr id="25" name="f5-q51-trap · line 5">
              <a:extLst>
                <a:ext uri="{FF2B5EF4-FFF2-40B4-BE49-F238E27FC236}">
                  <a16:creationId xmlns:a16="http://schemas.microsoft.com/office/drawing/2014/main" id="{20A31A26-068C-4E0B-A638-26D2EB29BCEC}"/>
                </a:ext>
              </a:extLst>
            </p:cNvPr>
            <p:cNvSpPr>
              <a:spLocks noGrp="1"/>
            </p:cNvSpPr>
            <p:nvPr/>
          </p:nvSpPr>
          <p:spPr>
            <a:xfrm>
              <a:off x="3748305" y="5258959"/>
              <a:ext cx="95" cy="42121"/>
            </a:xfrm>
            <a:custGeom>
              <a:avLst/>
              <a:gdLst/>
              <a:ahLst/>
              <a:cxnLst/>
              <a:rect l="0" t="0" r="0" b="0"/>
              <a:pathLst>
                <a:path w="95" h="42121">
                  <a:moveTo>
                    <a:pt x="0" y="0"/>
                  </a:moveTo>
                  <a:lnTo>
                    <a:pt x="0" y="42121"/>
                  </a:lnTo>
                </a:path>
              </a:pathLst>
            </a:custGeom>
            <a:noFill/>
            <a:ln w="9628">
              <a:solidFill>
                <a:srgbClr val="0A2540"/>
              </a:solidFill>
              <a:prstDash val="solid"/>
            </a:ln>
          </p:spPr>
        </p:sp>
        <p:sp>
          <p:nvSpPr>
            <p:cNvPr id="26" name="f5-q51-trap · line 6">
              <a:extLst>
                <a:ext uri="{FF2B5EF4-FFF2-40B4-BE49-F238E27FC236}">
                  <a16:creationId xmlns:a16="http://schemas.microsoft.com/office/drawing/2014/main" id="{9B111BFD-F089-4A96-B732-8DCA945AE086}"/>
                </a:ext>
              </a:extLst>
            </p:cNvPr>
            <p:cNvSpPr>
              <a:spLocks noGrp="1"/>
            </p:cNvSpPr>
            <p:nvPr/>
          </p:nvSpPr>
          <p:spPr>
            <a:xfrm>
              <a:off x="1467727" y="4943048"/>
              <a:ext cx="42121" cy="95"/>
            </a:xfrm>
            <a:custGeom>
              <a:avLst/>
              <a:gdLst/>
              <a:ahLst/>
              <a:cxnLst/>
              <a:rect l="0" t="0" r="0" b="0"/>
              <a:pathLst>
                <a:path w="42121" h="95">
                  <a:moveTo>
                    <a:pt x="42121" y="0"/>
                  </a:moveTo>
                  <a:lnTo>
                    <a:pt x="0" y="0"/>
                  </a:lnTo>
                </a:path>
              </a:pathLst>
            </a:custGeom>
            <a:noFill/>
            <a:ln w="9628">
              <a:solidFill>
                <a:srgbClr val="0A2540"/>
              </a:solidFill>
              <a:prstDash val="solid"/>
            </a:ln>
          </p:spPr>
        </p:sp>
        <p:sp>
          <p:nvSpPr>
            <p:cNvPr id="27" name="f5-q51-trap · line 7">
              <a:extLst>
                <a:ext uri="{FF2B5EF4-FFF2-40B4-BE49-F238E27FC236}">
                  <a16:creationId xmlns:a16="http://schemas.microsoft.com/office/drawing/2014/main" id="{3A440DBB-B81F-4BE9-9D6A-7633CB3FF927}"/>
                </a:ext>
              </a:extLst>
            </p:cNvPr>
            <p:cNvSpPr>
              <a:spLocks noGrp="1"/>
            </p:cNvSpPr>
            <p:nvPr/>
          </p:nvSpPr>
          <p:spPr>
            <a:xfrm>
              <a:off x="1467727" y="4311225"/>
              <a:ext cx="42121" cy="95"/>
            </a:xfrm>
            <a:custGeom>
              <a:avLst/>
              <a:gdLst/>
              <a:ahLst/>
              <a:cxnLst/>
              <a:rect l="0" t="0" r="0" b="0"/>
              <a:pathLst>
                <a:path w="42121" h="95">
                  <a:moveTo>
                    <a:pt x="42121" y="0"/>
                  </a:moveTo>
                  <a:lnTo>
                    <a:pt x="0" y="0"/>
                  </a:lnTo>
                </a:path>
              </a:pathLst>
            </a:custGeom>
            <a:noFill/>
            <a:ln w="9628">
              <a:solidFill>
                <a:srgbClr val="0A2540"/>
              </a:solidFill>
              <a:prstDash val="solid"/>
            </a:ln>
          </p:spPr>
        </p:sp>
        <p:sp>
          <p:nvSpPr>
            <p:cNvPr id="28" name="f5-q51-trap · line 8">
              <a:extLst>
                <a:ext uri="{FF2B5EF4-FFF2-40B4-BE49-F238E27FC236}">
                  <a16:creationId xmlns:a16="http://schemas.microsoft.com/office/drawing/2014/main" id="{4DECF81F-8EB6-4C6D-A682-549CB4696624}"/>
                </a:ext>
              </a:extLst>
            </p:cNvPr>
            <p:cNvSpPr>
              <a:spLocks noGrp="1"/>
            </p:cNvSpPr>
            <p:nvPr/>
          </p:nvSpPr>
          <p:spPr>
            <a:xfrm>
              <a:off x="1467727" y="3679403"/>
              <a:ext cx="42121" cy="95"/>
            </a:xfrm>
            <a:custGeom>
              <a:avLst/>
              <a:gdLst/>
              <a:ahLst/>
              <a:cxnLst/>
              <a:rect l="0" t="0" r="0" b="0"/>
              <a:pathLst>
                <a:path w="42121" h="95">
                  <a:moveTo>
                    <a:pt x="42121" y="0"/>
                  </a:moveTo>
                  <a:lnTo>
                    <a:pt x="0" y="0"/>
                  </a:lnTo>
                </a:path>
              </a:pathLst>
            </a:custGeom>
            <a:noFill/>
            <a:ln w="9628">
              <a:solidFill>
                <a:srgbClr val="0A2540"/>
              </a:solidFill>
              <a:prstDash val="solid"/>
            </a:ln>
          </p:spPr>
        </p:sp>
        <p:sp>
          <p:nvSpPr>
            <p:cNvPr id="29" name="f5-q51-trap · line 9">
              <a:extLst>
                <a:ext uri="{FF2B5EF4-FFF2-40B4-BE49-F238E27FC236}">
                  <a16:creationId xmlns:a16="http://schemas.microsoft.com/office/drawing/2014/main" id="{652EBD2E-3F6D-4514-B9AD-157E65C6ACAC}"/>
                </a:ext>
              </a:extLst>
            </p:cNvPr>
            <p:cNvSpPr>
              <a:spLocks noGrp="1"/>
            </p:cNvSpPr>
            <p:nvPr/>
          </p:nvSpPr>
          <p:spPr>
            <a:xfrm>
              <a:off x="1467727" y="3047581"/>
              <a:ext cx="42121" cy="95"/>
            </a:xfrm>
            <a:custGeom>
              <a:avLst/>
              <a:gdLst/>
              <a:ahLst/>
              <a:cxnLst/>
              <a:rect l="0" t="0" r="0" b="0"/>
              <a:pathLst>
                <a:path w="42121" h="95">
                  <a:moveTo>
                    <a:pt x="42121" y="0"/>
                  </a:moveTo>
                  <a:lnTo>
                    <a:pt x="0" y="0"/>
                  </a:lnTo>
                </a:path>
              </a:pathLst>
            </a:custGeom>
            <a:noFill/>
            <a:ln w="9628">
              <a:solidFill>
                <a:srgbClr val="0A2540"/>
              </a:solidFill>
              <a:prstDash val="solid"/>
            </a:ln>
          </p:spPr>
        </p:sp>
        <p:sp>
          <p:nvSpPr>
            <p:cNvPr id="30" name="f5-q51-trap · line 10">
              <a:extLst>
                <a:ext uri="{FF2B5EF4-FFF2-40B4-BE49-F238E27FC236}">
                  <a16:creationId xmlns:a16="http://schemas.microsoft.com/office/drawing/2014/main" id="{99665171-D997-4432-9A87-099CEF0456AD}"/>
                </a:ext>
              </a:extLst>
            </p:cNvPr>
            <p:cNvSpPr>
              <a:spLocks noGrp="1"/>
            </p:cNvSpPr>
            <p:nvPr/>
          </p:nvSpPr>
          <p:spPr>
            <a:xfrm>
              <a:off x="2162732" y="3047581"/>
              <a:ext cx="2033264" cy="1642738"/>
            </a:xfrm>
            <a:custGeom>
              <a:avLst/>
              <a:gdLst/>
              <a:ahLst/>
              <a:cxnLst/>
              <a:rect l="0" t="0" r="0" b="0"/>
              <a:pathLst>
                <a:path w="2033264" h="1642738">
                  <a:moveTo>
                    <a:pt x="0" y="0"/>
                  </a:moveTo>
                  <a:lnTo>
                    <a:pt x="2033264" y="1642738"/>
                  </a:lnTo>
                </a:path>
              </a:pathLst>
            </a:custGeom>
            <a:noFill/>
            <a:ln w="18052">
              <a:solidFill>
                <a:srgbClr val="0A2540"/>
              </a:solidFill>
              <a:prstDash val="solid"/>
            </a:ln>
          </p:spPr>
        </p:sp>
        <p:sp>
          <p:nvSpPr>
            <p:cNvPr id="31" name="f5-q51-trap · line 11">
              <a:extLst>
                <a:ext uri="{FF2B5EF4-FFF2-40B4-BE49-F238E27FC236}">
                  <a16:creationId xmlns:a16="http://schemas.microsoft.com/office/drawing/2014/main" id="{ACBE34A4-D2A7-42CF-9544-BD49E151D2AE}"/>
                </a:ext>
              </a:extLst>
            </p:cNvPr>
            <p:cNvSpPr>
              <a:spLocks noGrp="1"/>
            </p:cNvSpPr>
            <p:nvPr/>
          </p:nvSpPr>
          <p:spPr>
            <a:xfrm>
              <a:off x="1509848" y="3047581"/>
              <a:ext cx="1865380" cy="1579556"/>
            </a:xfrm>
            <a:custGeom>
              <a:avLst/>
              <a:gdLst/>
              <a:ahLst/>
              <a:cxnLst/>
              <a:rect l="0" t="0" r="0" b="0"/>
              <a:pathLst>
                <a:path w="1865380" h="1579556">
                  <a:moveTo>
                    <a:pt x="0" y="1579556"/>
                  </a:moveTo>
                  <a:lnTo>
                    <a:pt x="1865380" y="0"/>
                  </a:lnTo>
                </a:path>
              </a:pathLst>
            </a:custGeom>
            <a:noFill/>
            <a:ln w="18052">
              <a:solidFill>
                <a:srgbClr val="0A2540"/>
              </a:solidFill>
              <a:prstDash val="solid"/>
            </a:ln>
          </p:spPr>
        </p:sp>
        <p:sp>
          <p:nvSpPr>
            <p:cNvPr id="32" name="f5-q51-trap · line 12">
              <a:extLst>
                <a:ext uri="{FF2B5EF4-FFF2-40B4-BE49-F238E27FC236}">
                  <a16:creationId xmlns:a16="http://schemas.microsoft.com/office/drawing/2014/main" id="{8A33CF70-D21B-4E54-A5E3-238E6432B5CD}"/>
                </a:ext>
              </a:extLst>
            </p:cNvPr>
            <p:cNvSpPr>
              <a:spLocks noGrp="1"/>
            </p:cNvSpPr>
            <p:nvPr/>
          </p:nvSpPr>
          <p:spPr>
            <a:xfrm>
              <a:off x="1509848" y="4311225"/>
              <a:ext cx="2984608" cy="95"/>
            </a:xfrm>
            <a:custGeom>
              <a:avLst/>
              <a:gdLst/>
              <a:ahLst/>
              <a:cxnLst/>
              <a:rect l="0" t="0" r="0" b="0"/>
              <a:pathLst>
                <a:path w="2984608" h="95">
                  <a:moveTo>
                    <a:pt x="0" y="0"/>
                  </a:moveTo>
                  <a:lnTo>
                    <a:pt x="2984608" y="0"/>
                  </a:lnTo>
                </a:path>
              </a:pathLst>
            </a:custGeom>
            <a:noFill/>
            <a:ln w="14442">
              <a:solidFill>
                <a:srgbClr val="7B8BA0"/>
              </a:solidFill>
              <a:prstDash val="solid"/>
            </a:ln>
          </p:spPr>
        </p:sp>
        <p:sp>
          <p:nvSpPr>
            <p:cNvPr id="33" name="f5-q51-trap · line 13">
              <a:extLst>
                <a:ext uri="{FF2B5EF4-FFF2-40B4-BE49-F238E27FC236}">
                  <a16:creationId xmlns:a16="http://schemas.microsoft.com/office/drawing/2014/main" id="{F3C217CC-65EE-4202-ACD2-A119B00A52F2}"/>
                </a:ext>
              </a:extLst>
            </p:cNvPr>
            <p:cNvSpPr>
              <a:spLocks noGrp="1"/>
            </p:cNvSpPr>
            <p:nvPr/>
          </p:nvSpPr>
          <p:spPr>
            <a:xfrm>
              <a:off x="1509848" y="3047581"/>
              <a:ext cx="2238456" cy="1895467"/>
            </a:xfrm>
            <a:custGeom>
              <a:avLst/>
              <a:gdLst/>
              <a:ahLst/>
              <a:cxnLst/>
              <a:rect l="0" t="0" r="0" b="0"/>
              <a:pathLst>
                <a:path w="2238456" h="1895467">
                  <a:moveTo>
                    <a:pt x="0" y="1895467"/>
                  </a:moveTo>
                  <a:lnTo>
                    <a:pt x="2238456" y="0"/>
                  </a:lnTo>
                </a:path>
              </a:pathLst>
            </a:custGeom>
            <a:noFill/>
            <a:ln w="21662">
              <a:solidFill>
                <a:srgbClr val="DC2626"/>
              </a:solidFill>
              <a:prstDash val="solid"/>
            </a:ln>
          </p:spPr>
        </p:sp>
        <p:sp>
          <p:nvSpPr>
            <p:cNvPr id="34" name="f5-q51-trap · circle 14">
              <a:extLst>
                <a:ext uri="{FF2B5EF4-FFF2-40B4-BE49-F238E27FC236}">
                  <a16:creationId xmlns:a16="http://schemas.microsoft.com/office/drawing/2014/main" id="{8FB8A4B3-3E00-4194-8683-05E6A6BA5C67}"/>
                </a:ext>
              </a:extLst>
            </p:cNvPr>
            <p:cNvSpPr>
              <a:spLocks noGrp="1"/>
            </p:cNvSpPr>
            <p:nvPr/>
          </p:nvSpPr>
          <p:spPr>
            <a:xfrm>
              <a:off x="1449675" y="4882874"/>
              <a:ext cx="120347" cy="120347"/>
            </a:xfrm>
            <a:custGeom>
              <a:avLst/>
              <a:gdLst/>
              <a:ahLst/>
              <a:cxnLst/>
              <a:rect l="0" t="0" r="0" b="0"/>
              <a:pathLst>
                <a:path w="120347" h="120347">
                  <a:moveTo>
                    <a:pt x="120347" y="60174"/>
                  </a:moveTo>
                  <a:cubicBezTo>
                    <a:pt x="120347" y="93406"/>
                    <a:pt x="93406" y="120347"/>
                    <a:pt x="60174" y="120347"/>
                  </a:cubicBezTo>
                  <a:cubicBezTo>
                    <a:pt x="26941" y="120347"/>
                    <a:pt x="0" y="93406"/>
                    <a:pt x="0" y="60174"/>
                  </a:cubicBezTo>
                  <a:cubicBezTo>
                    <a:pt x="0" y="26941"/>
                    <a:pt x="26941" y="0"/>
                    <a:pt x="60174" y="0"/>
                  </a:cubicBezTo>
                  <a:cubicBezTo>
                    <a:pt x="93406" y="0"/>
                    <a:pt x="120347" y="26941"/>
                    <a:pt x="120347" y="60174"/>
                  </a:cubicBezTo>
                  <a:close/>
                </a:path>
              </a:pathLst>
            </a:custGeom>
            <a:noFill/>
            <a:ln w="18052">
              <a:solidFill>
                <a:srgbClr val="DC2626"/>
              </a:solidFill>
              <a:prstDash val="solid"/>
            </a:ln>
          </p:spPr>
        </p:sp>
        <p:sp>
          <p:nvSpPr>
            <p:cNvPr id="35" name="f5-q51-trap · line 15">
              <a:extLst>
                <a:ext uri="{FF2B5EF4-FFF2-40B4-BE49-F238E27FC236}">
                  <a16:creationId xmlns:a16="http://schemas.microsoft.com/office/drawing/2014/main" id="{48AB0E44-9141-4EF3-BE4E-8F35CB0F0023}"/>
                </a:ext>
              </a:extLst>
            </p:cNvPr>
            <p:cNvSpPr>
              <a:spLocks noGrp="1"/>
            </p:cNvSpPr>
            <p:nvPr/>
          </p:nvSpPr>
          <p:spPr>
            <a:xfrm>
              <a:off x="1401536" y="4834735"/>
              <a:ext cx="216625" cy="216625"/>
            </a:xfrm>
            <a:custGeom>
              <a:avLst/>
              <a:gdLst/>
              <a:ahLst/>
              <a:cxnLst/>
              <a:rect l="0" t="0" r="0" b="0"/>
              <a:pathLst>
                <a:path w="216625" h="216625">
                  <a:moveTo>
                    <a:pt x="0" y="0"/>
                  </a:moveTo>
                  <a:lnTo>
                    <a:pt x="216625" y="216625"/>
                  </a:lnTo>
                </a:path>
              </a:pathLst>
            </a:custGeom>
            <a:noFill/>
            <a:ln w="18052">
              <a:solidFill>
                <a:srgbClr val="DC2626"/>
              </a:solidFill>
              <a:prstDash val="solid"/>
            </a:ln>
          </p:spPr>
        </p:sp>
        <p:sp>
          <p:nvSpPr>
            <p:cNvPr id="36" name="f5-q51-trap · line 16">
              <a:extLst>
                <a:ext uri="{FF2B5EF4-FFF2-40B4-BE49-F238E27FC236}">
                  <a16:creationId xmlns:a16="http://schemas.microsoft.com/office/drawing/2014/main" id="{A5927EB8-F2E2-4AAD-B67D-A242B9C6F038}"/>
                </a:ext>
              </a:extLst>
            </p:cNvPr>
            <p:cNvSpPr>
              <a:spLocks noGrp="1"/>
            </p:cNvSpPr>
            <p:nvPr/>
          </p:nvSpPr>
          <p:spPr>
            <a:xfrm>
              <a:off x="4157485" y="2671496"/>
              <a:ext cx="95" cy="2647636"/>
            </a:xfrm>
            <a:custGeom>
              <a:avLst/>
              <a:gdLst/>
              <a:ahLst/>
              <a:cxnLst/>
              <a:rect l="0" t="0" r="0" b="0"/>
              <a:pathLst>
                <a:path w="95" h="2647636">
                  <a:moveTo>
                    <a:pt x="0" y="0"/>
                  </a:moveTo>
                  <a:lnTo>
                    <a:pt x="0" y="2647636"/>
                  </a:lnTo>
                </a:path>
              </a:pathLst>
            </a:custGeom>
            <a:noFill/>
            <a:ln w="12035">
              <a:solidFill>
                <a:srgbClr val="DBE2EC"/>
              </a:solidFill>
              <a:prstDash val="solid"/>
            </a:ln>
          </p:spPr>
        </p:sp>
        <p:sp>
          <p:nvSpPr>
            <p:cNvPr id="37" name="f5-q51-trap · line 17">
              <a:extLst>
                <a:ext uri="{FF2B5EF4-FFF2-40B4-BE49-F238E27FC236}">
                  <a16:creationId xmlns:a16="http://schemas.microsoft.com/office/drawing/2014/main" id="{A9B4515C-40A1-4E94-8C75-67569BE2547D}"/>
                </a:ext>
              </a:extLst>
            </p:cNvPr>
            <p:cNvSpPr>
              <a:spLocks noGrp="1"/>
            </p:cNvSpPr>
            <p:nvPr/>
          </p:nvSpPr>
          <p:spPr>
            <a:xfrm>
              <a:off x="5120262" y="5258959"/>
              <a:ext cx="2798070" cy="95"/>
            </a:xfrm>
            <a:custGeom>
              <a:avLst/>
              <a:gdLst/>
              <a:ahLst/>
              <a:cxnLst/>
              <a:rect l="0" t="0" r="0" b="0"/>
              <a:pathLst>
                <a:path w="2798070" h="95">
                  <a:moveTo>
                    <a:pt x="0" y="0"/>
                  </a:moveTo>
                  <a:lnTo>
                    <a:pt x="2798070" y="0"/>
                  </a:lnTo>
                </a:path>
              </a:pathLst>
            </a:custGeom>
            <a:noFill/>
            <a:ln w="12035">
              <a:solidFill>
                <a:srgbClr val="0A2540"/>
              </a:solidFill>
              <a:prstDash val="solid"/>
            </a:ln>
          </p:spPr>
        </p:sp>
        <p:sp>
          <p:nvSpPr>
            <p:cNvPr id="38" name="f5-q51-trap · line 18">
              <a:extLst>
                <a:ext uri="{FF2B5EF4-FFF2-40B4-BE49-F238E27FC236}">
                  <a16:creationId xmlns:a16="http://schemas.microsoft.com/office/drawing/2014/main" id="{BB16E501-D96A-477D-8354-6B228039382F}"/>
                </a:ext>
              </a:extLst>
            </p:cNvPr>
            <p:cNvSpPr>
              <a:spLocks noGrp="1"/>
            </p:cNvSpPr>
            <p:nvPr/>
          </p:nvSpPr>
          <p:spPr>
            <a:xfrm>
              <a:off x="5120262" y="3047581"/>
              <a:ext cx="95" cy="2211378"/>
            </a:xfrm>
            <a:custGeom>
              <a:avLst/>
              <a:gdLst/>
              <a:ahLst/>
              <a:cxnLst/>
              <a:rect l="0" t="0" r="0" b="0"/>
              <a:pathLst>
                <a:path w="95" h="2211378">
                  <a:moveTo>
                    <a:pt x="0" y="2211378"/>
                  </a:moveTo>
                  <a:lnTo>
                    <a:pt x="0" y="0"/>
                  </a:lnTo>
                </a:path>
              </a:pathLst>
            </a:custGeom>
            <a:noFill/>
            <a:ln w="12035">
              <a:solidFill>
                <a:srgbClr val="0A2540"/>
              </a:solidFill>
              <a:prstDash val="solid"/>
            </a:ln>
          </p:spPr>
        </p:sp>
        <p:sp>
          <p:nvSpPr>
            <p:cNvPr id="39" name="f5-q51-trap · line 19">
              <a:extLst>
                <a:ext uri="{FF2B5EF4-FFF2-40B4-BE49-F238E27FC236}">
                  <a16:creationId xmlns:a16="http://schemas.microsoft.com/office/drawing/2014/main" id="{CD698249-1DFA-4434-8237-C9EC14F19718}"/>
                </a:ext>
              </a:extLst>
            </p:cNvPr>
            <p:cNvSpPr>
              <a:spLocks noGrp="1"/>
            </p:cNvSpPr>
            <p:nvPr/>
          </p:nvSpPr>
          <p:spPr>
            <a:xfrm>
              <a:off x="5866414" y="5258959"/>
              <a:ext cx="95" cy="42121"/>
            </a:xfrm>
            <a:custGeom>
              <a:avLst/>
              <a:gdLst/>
              <a:ahLst/>
              <a:cxnLst/>
              <a:rect l="0" t="0" r="0" b="0"/>
              <a:pathLst>
                <a:path w="95" h="42121">
                  <a:moveTo>
                    <a:pt x="0" y="0"/>
                  </a:moveTo>
                  <a:lnTo>
                    <a:pt x="0" y="42121"/>
                  </a:lnTo>
                </a:path>
              </a:pathLst>
            </a:custGeom>
            <a:noFill/>
            <a:ln w="9628">
              <a:solidFill>
                <a:srgbClr val="0A2540"/>
              </a:solidFill>
              <a:prstDash val="solid"/>
            </a:ln>
          </p:spPr>
        </p:sp>
        <p:sp>
          <p:nvSpPr>
            <p:cNvPr id="40" name="f5-q51-trap · line 20">
              <a:extLst>
                <a:ext uri="{FF2B5EF4-FFF2-40B4-BE49-F238E27FC236}">
                  <a16:creationId xmlns:a16="http://schemas.microsoft.com/office/drawing/2014/main" id="{DD7B7A72-7839-4769-89C4-87ECB7838212}"/>
                </a:ext>
              </a:extLst>
            </p:cNvPr>
            <p:cNvSpPr>
              <a:spLocks noGrp="1"/>
            </p:cNvSpPr>
            <p:nvPr/>
          </p:nvSpPr>
          <p:spPr>
            <a:xfrm>
              <a:off x="6612566" y="5258959"/>
              <a:ext cx="95" cy="42121"/>
            </a:xfrm>
            <a:custGeom>
              <a:avLst/>
              <a:gdLst/>
              <a:ahLst/>
              <a:cxnLst/>
              <a:rect l="0" t="0" r="0" b="0"/>
              <a:pathLst>
                <a:path w="95" h="42121">
                  <a:moveTo>
                    <a:pt x="0" y="0"/>
                  </a:moveTo>
                  <a:lnTo>
                    <a:pt x="0" y="42121"/>
                  </a:lnTo>
                </a:path>
              </a:pathLst>
            </a:custGeom>
            <a:noFill/>
            <a:ln w="9628">
              <a:solidFill>
                <a:srgbClr val="0A2540"/>
              </a:solidFill>
              <a:prstDash val="solid"/>
            </a:ln>
          </p:spPr>
        </p:sp>
        <p:sp>
          <p:nvSpPr>
            <p:cNvPr id="41" name="f5-q51-trap · line 21">
              <a:extLst>
                <a:ext uri="{FF2B5EF4-FFF2-40B4-BE49-F238E27FC236}">
                  <a16:creationId xmlns:a16="http://schemas.microsoft.com/office/drawing/2014/main" id="{3B2A28B5-8FD7-4835-8A98-9A40A1CD97BF}"/>
                </a:ext>
              </a:extLst>
            </p:cNvPr>
            <p:cNvSpPr>
              <a:spLocks noGrp="1"/>
            </p:cNvSpPr>
            <p:nvPr/>
          </p:nvSpPr>
          <p:spPr>
            <a:xfrm>
              <a:off x="7358718" y="5258959"/>
              <a:ext cx="95" cy="42121"/>
            </a:xfrm>
            <a:custGeom>
              <a:avLst/>
              <a:gdLst/>
              <a:ahLst/>
              <a:cxnLst/>
              <a:rect l="0" t="0" r="0" b="0"/>
              <a:pathLst>
                <a:path w="95" h="42121">
                  <a:moveTo>
                    <a:pt x="0" y="0"/>
                  </a:moveTo>
                  <a:lnTo>
                    <a:pt x="0" y="42121"/>
                  </a:lnTo>
                </a:path>
              </a:pathLst>
            </a:custGeom>
            <a:noFill/>
            <a:ln w="9628">
              <a:solidFill>
                <a:srgbClr val="0A2540"/>
              </a:solidFill>
              <a:prstDash val="solid"/>
            </a:ln>
          </p:spPr>
        </p:sp>
        <p:sp>
          <p:nvSpPr>
            <p:cNvPr id="42" name="f5-q51-trap · line 22">
              <a:extLst>
                <a:ext uri="{FF2B5EF4-FFF2-40B4-BE49-F238E27FC236}">
                  <a16:creationId xmlns:a16="http://schemas.microsoft.com/office/drawing/2014/main" id="{9DF207A7-0377-4451-BFAE-EE80E9BB2969}"/>
                </a:ext>
              </a:extLst>
            </p:cNvPr>
            <p:cNvSpPr>
              <a:spLocks noGrp="1"/>
            </p:cNvSpPr>
            <p:nvPr/>
          </p:nvSpPr>
          <p:spPr>
            <a:xfrm>
              <a:off x="5078140" y="4943048"/>
              <a:ext cx="42121" cy="95"/>
            </a:xfrm>
            <a:custGeom>
              <a:avLst/>
              <a:gdLst/>
              <a:ahLst/>
              <a:cxnLst/>
              <a:rect l="0" t="0" r="0" b="0"/>
              <a:pathLst>
                <a:path w="42121" h="95">
                  <a:moveTo>
                    <a:pt x="42121" y="0"/>
                  </a:moveTo>
                  <a:lnTo>
                    <a:pt x="0" y="0"/>
                  </a:lnTo>
                </a:path>
              </a:pathLst>
            </a:custGeom>
            <a:noFill/>
            <a:ln w="9628">
              <a:solidFill>
                <a:srgbClr val="0A2540"/>
              </a:solidFill>
              <a:prstDash val="solid"/>
            </a:ln>
          </p:spPr>
        </p:sp>
        <p:sp>
          <p:nvSpPr>
            <p:cNvPr id="43" name="f5-q51-trap · line 23">
              <a:extLst>
                <a:ext uri="{FF2B5EF4-FFF2-40B4-BE49-F238E27FC236}">
                  <a16:creationId xmlns:a16="http://schemas.microsoft.com/office/drawing/2014/main" id="{250BCBB4-F115-48B6-B701-F36C548226DC}"/>
                </a:ext>
              </a:extLst>
            </p:cNvPr>
            <p:cNvSpPr>
              <a:spLocks noGrp="1"/>
            </p:cNvSpPr>
            <p:nvPr/>
          </p:nvSpPr>
          <p:spPr>
            <a:xfrm>
              <a:off x="5078140" y="4311225"/>
              <a:ext cx="42121" cy="95"/>
            </a:xfrm>
            <a:custGeom>
              <a:avLst/>
              <a:gdLst/>
              <a:ahLst/>
              <a:cxnLst/>
              <a:rect l="0" t="0" r="0" b="0"/>
              <a:pathLst>
                <a:path w="42121" h="95">
                  <a:moveTo>
                    <a:pt x="42121" y="0"/>
                  </a:moveTo>
                  <a:lnTo>
                    <a:pt x="0" y="0"/>
                  </a:lnTo>
                </a:path>
              </a:pathLst>
            </a:custGeom>
            <a:noFill/>
            <a:ln w="9628">
              <a:solidFill>
                <a:srgbClr val="0A2540"/>
              </a:solidFill>
              <a:prstDash val="solid"/>
            </a:ln>
          </p:spPr>
        </p:sp>
        <p:sp>
          <p:nvSpPr>
            <p:cNvPr id="44" name="f5-q51-trap · line 24">
              <a:extLst>
                <a:ext uri="{FF2B5EF4-FFF2-40B4-BE49-F238E27FC236}">
                  <a16:creationId xmlns:a16="http://schemas.microsoft.com/office/drawing/2014/main" id="{BC14793D-AB6B-4616-AA05-05C2301DC2EB}"/>
                </a:ext>
              </a:extLst>
            </p:cNvPr>
            <p:cNvSpPr>
              <a:spLocks noGrp="1"/>
            </p:cNvSpPr>
            <p:nvPr/>
          </p:nvSpPr>
          <p:spPr>
            <a:xfrm>
              <a:off x="5078140" y="3679403"/>
              <a:ext cx="42121" cy="95"/>
            </a:xfrm>
            <a:custGeom>
              <a:avLst/>
              <a:gdLst/>
              <a:ahLst/>
              <a:cxnLst/>
              <a:rect l="0" t="0" r="0" b="0"/>
              <a:pathLst>
                <a:path w="42121" h="95">
                  <a:moveTo>
                    <a:pt x="42121" y="0"/>
                  </a:moveTo>
                  <a:lnTo>
                    <a:pt x="0" y="0"/>
                  </a:lnTo>
                </a:path>
              </a:pathLst>
            </a:custGeom>
            <a:noFill/>
            <a:ln w="9628">
              <a:solidFill>
                <a:srgbClr val="0A2540"/>
              </a:solidFill>
              <a:prstDash val="solid"/>
            </a:ln>
          </p:spPr>
        </p:sp>
        <p:sp>
          <p:nvSpPr>
            <p:cNvPr id="45" name="f5-q51-trap · line 25">
              <a:extLst>
                <a:ext uri="{FF2B5EF4-FFF2-40B4-BE49-F238E27FC236}">
                  <a16:creationId xmlns:a16="http://schemas.microsoft.com/office/drawing/2014/main" id="{25E9F58E-1598-4BC2-B4D4-632177284831}"/>
                </a:ext>
              </a:extLst>
            </p:cNvPr>
            <p:cNvSpPr>
              <a:spLocks noGrp="1"/>
            </p:cNvSpPr>
            <p:nvPr/>
          </p:nvSpPr>
          <p:spPr>
            <a:xfrm>
              <a:off x="5078140" y="3047581"/>
              <a:ext cx="42121" cy="95"/>
            </a:xfrm>
            <a:custGeom>
              <a:avLst/>
              <a:gdLst/>
              <a:ahLst/>
              <a:cxnLst/>
              <a:rect l="0" t="0" r="0" b="0"/>
              <a:pathLst>
                <a:path w="42121" h="95">
                  <a:moveTo>
                    <a:pt x="42121" y="0"/>
                  </a:moveTo>
                  <a:lnTo>
                    <a:pt x="0" y="0"/>
                  </a:lnTo>
                </a:path>
              </a:pathLst>
            </a:custGeom>
            <a:noFill/>
            <a:ln w="9628">
              <a:solidFill>
                <a:srgbClr val="0A2540"/>
              </a:solidFill>
              <a:prstDash val="solid"/>
            </a:ln>
          </p:spPr>
        </p:sp>
        <p:sp>
          <p:nvSpPr>
            <p:cNvPr id="46" name="f5-q51-trap · line 26">
              <a:extLst>
                <a:ext uri="{FF2B5EF4-FFF2-40B4-BE49-F238E27FC236}">
                  <a16:creationId xmlns:a16="http://schemas.microsoft.com/office/drawing/2014/main" id="{2F556A20-18D0-4F30-884F-6E1B01A745A2}"/>
                </a:ext>
              </a:extLst>
            </p:cNvPr>
            <p:cNvSpPr>
              <a:spLocks noGrp="1"/>
            </p:cNvSpPr>
            <p:nvPr/>
          </p:nvSpPr>
          <p:spPr>
            <a:xfrm>
              <a:off x="5773145" y="3047581"/>
              <a:ext cx="2033264" cy="1642738"/>
            </a:xfrm>
            <a:custGeom>
              <a:avLst/>
              <a:gdLst/>
              <a:ahLst/>
              <a:cxnLst/>
              <a:rect l="0" t="0" r="0" b="0"/>
              <a:pathLst>
                <a:path w="2033264" h="1642738">
                  <a:moveTo>
                    <a:pt x="0" y="0"/>
                  </a:moveTo>
                  <a:lnTo>
                    <a:pt x="2033264" y="1642738"/>
                  </a:lnTo>
                </a:path>
              </a:pathLst>
            </a:custGeom>
            <a:noFill/>
            <a:ln w="18052">
              <a:solidFill>
                <a:srgbClr val="0A2540"/>
              </a:solidFill>
              <a:prstDash val="solid"/>
            </a:ln>
          </p:spPr>
        </p:sp>
        <p:sp>
          <p:nvSpPr>
            <p:cNvPr id="47" name="f5-q51-trap · line 27">
              <a:extLst>
                <a:ext uri="{FF2B5EF4-FFF2-40B4-BE49-F238E27FC236}">
                  <a16:creationId xmlns:a16="http://schemas.microsoft.com/office/drawing/2014/main" id="{84A9F3D6-F891-4F66-8331-92DF5CCBEBF9}"/>
                </a:ext>
              </a:extLst>
            </p:cNvPr>
            <p:cNvSpPr>
              <a:spLocks noGrp="1"/>
            </p:cNvSpPr>
            <p:nvPr/>
          </p:nvSpPr>
          <p:spPr>
            <a:xfrm>
              <a:off x="5120262" y="3047581"/>
              <a:ext cx="1865380" cy="1579556"/>
            </a:xfrm>
            <a:custGeom>
              <a:avLst/>
              <a:gdLst/>
              <a:ahLst/>
              <a:cxnLst/>
              <a:rect l="0" t="0" r="0" b="0"/>
              <a:pathLst>
                <a:path w="1865380" h="1579556">
                  <a:moveTo>
                    <a:pt x="0" y="1579556"/>
                  </a:moveTo>
                  <a:lnTo>
                    <a:pt x="1865380" y="0"/>
                  </a:lnTo>
                </a:path>
              </a:pathLst>
            </a:custGeom>
            <a:noFill/>
            <a:ln w="18052">
              <a:solidFill>
                <a:srgbClr val="0A2540"/>
              </a:solidFill>
              <a:prstDash val="solid"/>
            </a:ln>
          </p:spPr>
        </p:sp>
        <p:sp>
          <p:nvSpPr>
            <p:cNvPr id="48" name="f5-q51-trap · line 28">
              <a:extLst>
                <a:ext uri="{FF2B5EF4-FFF2-40B4-BE49-F238E27FC236}">
                  <a16:creationId xmlns:a16="http://schemas.microsoft.com/office/drawing/2014/main" id="{6FA7D0BB-78C4-41C9-B3B8-CC3AF2E45889}"/>
                </a:ext>
              </a:extLst>
            </p:cNvPr>
            <p:cNvSpPr>
              <a:spLocks noGrp="1"/>
            </p:cNvSpPr>
            <p:nvPr/>
          </p:nvSpPr>
          <p:spPr>
            <a:xfrm>
              <a:off x="5120262" y="4311225"/>
              <a:ext cx="2984608" cy="95"/>
            </a:xfrm>
            <a:custGeom>
              <a:avLst/>
              <a:gdLst/>
              <a:ahLst/>
              <a:cxnLst/>
              <a:rect l="0" t="0" r="0" b="0"/>
              <a:pathLst>
                <a:path w="2984608" h="95">
                  <a:moveTo>
                    <a:pt x="0" y="0"/>
                  </a:moveTo>
                  <a:lnTo>
                    <a:pt x="2984608" y="0"/>
                  </a:lnTo>
                </a:path>
              </a:pathLst>
            </a:custGeom>
            <a:noFill/>
            <a:ln w="14442">
              <a:solidFill>
                <a:srgbClr val="7B8BA0"/>
              </a:solidFill>
              <a:prstDash val="solid"/>
            </a:ln>
          </p:spPr>
        </p:sp>
        <p:sp>
          <p:nvSpPr>
            <p:cNvPr id="49" name="f5-q51-trap · path 29">
              <a:extLst>
                <a:ext uri="{FF2B5EF4-FFF2-40B4-BE49-F238E27FC236}">
                  <a16:creationId xmlns:a16="http://schemas.microsoft.com/office/drawing/2014/main" id="{E97E0581-8A67-4E5B-A213-315A451D0876}"/>
                </a:ext>
              </a:extLst>
            </p:cNvPr>
            <p:cNvSpPr>
              <a:spLocks noGrp="1"/>
            </p:cNvSpPr>
            <p:nvPr/>
          </p:nvSpPr>
          <p:spPr>
            <a:xfrm>
              <a:off x="5120262" y="3123399"/>
              <a:ext cx="2145187" cy="1503737"/>
            </a:xfrm>
            <a:custGeom>
              <a:avLst/>
              <a:gdLst/>
              <a:ahLst/>
              <a:cxnLst/>
              <a:rect l="0" t="0" r="0" b="0"/>
              <a:pathLst>
                <a:path w="2145187" h="1503737">
                  <a:moveTo>
                    <a:pt x="0" y="1503737"/>
                  </a:moveTo>
                  <a:lnTo>
                    <a:pt x="373076" y="1187826"/>
                  </a:lnTo>
                  <a:lnTo>
                    <a:pt x="746152" y="1187826"/>
                  </a:lnTo>
                  <a:lnTo>
                    <a:pt x="2145187" y="0"/>
                  </a:lnTo>
                </a:path>
              </a:pathLst>
            </a:custGeom>
            <a:noFill/>
            <a:ln w="21662">
              <a:solidFill>
                <a:srgbClr val="D97706"/>
              </a:solidFill>
              <a:prstDash val="solid"/>
            </a:ln>
          </p:spPr>
        </p:sp>
        <p:sp>
          <p:nvSpPr>
            <p:cNvPr id="50" name="f5-q51-trap · line 30">
              <a:extLst>
                <a:ext uri="{FF2B5EF4-FFF2-40B4-BE49-F238E27FC236}">
                  <a16:creationId xmlns:a16="http://schemas.microsoft.com/office/drawing/2014/main" id="{840DFC62-B5DD-432F-988C-AFC4253AB06A}"/>
                </a:ext>
              </a:extLst>
            </p:cNvPr>
            <p:cNvSpPr>
              <a:spLocks noGrp="1"/>
            </p:cNvSpPr>
            <p:nvPr/>
          </p:nvSpPr>
          <p:spPr>
            <a:xfrm>
              <a:off x="5493338" y="4311225"/>
              <a:ext cx="95" cy="947733"/>
            </a:xfrm>
            <a:custGeom>
              <a:avLst/>
              <a:gdLst/>
              <a:ahLst/>
              <a:cxnLst/>
              <a:rect l="0" t="0" r="0" b="0"/>
              <a:pathLst>
                <a:path w="95" h="947733">
                  <a:moveTo>
                    <a:pt x="0" y="947733"/>
                  </a:moveTo>
                  <a:lnTo>
                    <a:pt x="0" y="0"/>
                  </a:lnTo>
                </a:path>
              </a:pathLst>
            </a:custGeom>
            <a:noFill/>
            <a:ln w="9628">
              <a:solidFill>
                <a:srgbClr val="7B8BA0"/>
              </a:solidFill>
              <a:prstDash val="dash"/>
            </a:ln>
          </p:spPr>
        </p:sp>
        <p:sp>
          <p:nvSpPr>
            <p:cNvPr id="51" name="f5-q51-trap · line 31">
              <a:extLst>
                <a:ext uri="{FF2B5EF4-FFF2-40B4-BE49-F238E27FC236}">
                  <a16:creationId xmlns:a16="http://schemas.microsoft.com/office/drawing/2014/main" id="{5CDB2360-3EA9-476B-A5E8-99A4B9AD4DC0}"/>
                </a:ext>
              </a:extLst>
            </p:cNvPr>
            <p:cNvSpPr>
              <a:spLocks noGrp="1"/>
            </p:cNvSpPr>
            <p:nvPr/>
          </p:nvSpPr>
          <p:spPr>
            <a:xfrm>
              <a:off x="5866414" y="4311225"/>
              <a:ext cx="95" cy="947733"/>
            </a:xfrm>
            <a:custGeom>
              <a:avLst/>
              <a:gdLst/>
              <a:ahLst/>
              <a:cxnLst/>
              <a:rect l="0" t="0" r="0" b="0"/>
              <a:pathLst>
                <a:path w="95" h="947733">
                  <a:moveTo>
                    <a:pt x="0" y="947733"/>
                  </a:moveTo>
                  <a:lnTo>
                    <a:pt x="0" y="0"/>
                  </a:lnTo>
                </a:path>
              </a:pathLst>
            </a:custGeom>
            <a:noFill/>
            <a:ln w="9628">
              <a:solidFill>
                <a:srgbClr val="7B8BA0"/>
              </a:solidFill>
              <a:prstDash val="dash"/>
            </a:ln>
          </p:spPr>
        </p:sp>
        <p:sp>
          <p:nvSpPr>
            <p:cNvPr id="52" name="f5-q51-trap · path 32">
              <a:extLst>
                <a:ext uri="{FF2B5EF4-FFF2-40B4-BE49-F238E27FC236}">
                  <a16:creationId xmlns:a16="http://schemas.microsoft.com/office/drawing/2014/main" id="{22ED32A1-6877-465E-97A5-A0B573F3ABFA}"/>
                </a:ext>
              </a:extLst>
            </p:cNvPr>
            <p:cNvSpPr>
              <a:spLocks noGrp="1"/>
            </p:cNvSpPr>
            <p:nvPr/>
          </p:nvSpPr>
          <p:spPr>
            <a:xfrm>
              <a:off x="5493338" y="4311225"/>
              <a:ext cx="373076" cy="95"/>
            </a:xfrm>
            <a:custGeom>
              <a:avLst/>
              <a:gdLst/>
              <a:ahLst/>
              <a:cxnLst/>
              <a:rect l="0" t="0" r="0" b="0"/>
              <a:pathLst>
                <a:path w="373076" h="95">
                  <a:moveTo>
                    <a:pt x="0" y="0"/>
                  </a:moveTo>
                  <a:lnTo>
                    <a:pt x="373076" y="0"/>
                  </a:lnTo>
                </a:path>
              </a:pathLst>
            </a:custGeom>
            <a:noFill/>
            <a:ln w="36104">
              <a:solidFill>
                <a:srgbClr val="D97706"/>
              </a:solidFill>
              <a:prstDash val="solid"/>
            </a:ln>
          </p:spPr>
        </p:sp>
        <p:sp>
          <p:nvSpPr>
            <p:cNvPr id="83" name="s10 text 31">
              <a:extLst>
                <a:ext uri="{FF2B5EF4-FFF2-40B4-BE49-F238E27FC236}">
                  <a16:creationId xmlns:a16="http://schemas.microsoft.com/office/drawing/2014/main" id="{A2955EFB-0152-4590-813C-E4DED05A7C62}"/>
                </a:ext>
              </a:extLst>
            </p:cNvPr>
            <p:cNvSpPr>
              <a:spLocks noGrp="1"/>
            </p:cNvSpPr>
            <p:nvPr/>
          </p:nvSpPr>
          <p:spPr>
            <a:xfrm>
              <a:off x="1470969" y="5342893"/>
              <a:ext cx="128387" cy="173258"/>
            </a:xfrm>
            <a:prstGeom prst="rect">
              <a:avLst/>
            </a:prstGeom>
            <a:noFill/>
            <a:ln w="0">
              <a:noFill/>
              <a:prstDash val="solid"/>
            </a:ln>
          </p:spPr>
          <p:txBody>
            <a:bodyPr wrap="none" lIns="0" tIns="0" rIns="0" bIns="0" anchor="t">
              <a:noAutofit/>
            </a:bodyPr>
            <a:lstStyle>
              <a:defPPr algn="l">
                <a:defRPr sz="980" b="0" i="0" kern="0" spc="0">
                  <a:solidFill>
                    <a:srgbClr val="7B8BA0"/>
                  </a:solidFill>
                  <a:latin typeface="Inter"/>
                  <a:ea typeface="Inter"/>
                  <a:cs typeface="Inter"/>
                </a:defRPr>
              </a:defPPr>
              <a:lvl1pPr algn="l">
                <a:defRPr sz="980" b="0" i="0" kern="0" spc="0">
                  <a:solidFill>
                    <a:srgbClr val="7B8BA0"/>
                  </a:solidFill>
                  <a:latin typeface="Inter"/>
                  <a:ea typeface="Inter"/>
                  <a:cs typeface="Inter"/>
                </a:defRPr>
              </a:lvl1pPr>
              <a:lvl2pPr algn="l">
                <a:defRPr sz="980" b="0" i="0" kern="0" spc="0">
                  <a:solidFill>
                    <a:srgbClr val="7B8BA0"/>
                  </a:solidFill>
                  <a:latin typeface="Inter"/>
                  <a:ea typeface="Inter"/>
                  <a:cs typeface="Inter"/>
                </a:defRPr>
              </a:lvl2pPr>
              <a:lvl3pPr algn="l">
                <a:defRPr sz="980" b="0" i="0" kern="0" spc="0">
                  <a:solidFill>
                    <a:srgbClr val="7B8BA0"/>
                  </a:solidFill>
                  <a:latin typeface="Inter"/>
                  <a:ea typeface="Inter"/>
                  <a:cs typeface="Inter"/>
                </a:defRPr>
              </a:lvl3pPr>
              <a:lvl4pPr algn="l">
                <a:defRPr sz="980" b="0" i="0" kern="0" spc="0">
                  <a:solidFill>
                    <a:srgbClr val="7B8BA0"/>
                  </a:solidFill>
                  <a:latin typeface="Inter"/>
                  <a:ea typeface="Inter"/>
                  <a:cs typeface="Inter"/>
                </a:defRPr>
              </a:lvl4pPr>
              <a:lvl5pPr algn="l">
                <a:defRPr sz="980" b="0" i="0" kern="0" spc="0">
                  <a:solidFill>
                    <a:srgbClr val="7B8BA0"/>
                  </a:solidFill>
                  <a:latin typeface="Inter"/>
                  <a:ea typeface="Inter"/>
                  <a:cs typeface="Inter"/>
                </a:defRPr>
              </a:lvl5pPr>
              <a:lvl6pPr algn="l">
                <a:defRPr sz="980" b="0" i="0" kern="0" spc="0">
                  <a:solidFill>
                    <a:srgbClr val="7B8BA0"/>
                  </a:solidFill>
                  <a:latin typeface="Inter"/>
                  <a:ea typeface="Inter"/>
                  <a:cs typeface="Inter"/>
                </a:defRPr>
              </a:lvl6pPr>
              <a:lvl7pPr algn="l">
                <a:defRPr sz="980" b="0" i="0" kern="0" spc="0">
                  <a:solidFill>
                    <a:srgbClr val="7B8BA0"/>
                  </a:solidFill>
                  <a:latin typeface="Inter"/>
                  <a:ea typeface="Inter"/>
                  <a:cs typeface="Inter"/>
                </a:defRPr>
              </a:lvl7pPr>
              <a:lvl8pPr algn="l">
                <a:defRPr sz="980" b="0" i="0" kern="0" spc="0">
                  <a:solidFill>
                    <a:srgbClr val="7B8BA0"/>
                  </a:solidFill>
                  <a:latin typeface="Inter"/>
                  <a:ea typeface="Inter"/>
                  <a:cs typeface="Inter"/>
                </a:defRPr>
              </a:lvl8pPr>
              <a:lvl9pPr algn="l">
                <a:defRPr sz="980" b="0" i="0" kern="0" spc="0">
                  <a:solidFill>
                    <a:srgbClr val="7B8BA0"/>
                  </a:solidFill>
                  <a:latin typeface="Inter"/>
                  <a:ea typeface="Inter"/>
                  <a:cs typeface="Inter"/>
                </a:defRPr>
              </a:lvl9pPr>
            </a:lstStyle>
            <a:p>
              <a:pPr algn="l">
                <a:lnSpc>
                  <a:spcPct val="100000"/>
                </a:lnSpc>
                <a:buNone/>
                <a:defRPr sz="980" b="0" i="0" kern="0" spc="0">
                  <a:solidFill>
                    <a:srgbClr val="7B8BA0"/>
                  </a:solidFill>
                  <a:latin typeface="Inter"/>
                  <a:ea typeface="Inter"/>
                  <a:cs typeface="Inter"/>
                </a:defRPr>
              </a:pPr>
              <a:r>
                <a:rPr sz="980" b="0" i="0" kern="0" spc="0">
                  <a:solidFill>
                    <a:srgbClr val="7B8BA0"/>
                  </a:solidFill>
                  <a:latin typeface="Inter"/>
                  <a:ea typeface="Inter"/>
                  <a:cs typeface="Inter"/>
                </a:rPr>
                <a:t>0</a:t>
              </a:r>
            </a:p>
          </p:txBody>
        </p:sp>
        <p:sp>
          <p:nvSpPr>
            <p:cNvPr id="84" name="s10 text 32">
              <a:extLst>
                <a:ext uri="{FF2B5EF4-FFF2-40B4-BE49-F238E27FC236}">
                  <a16:creationId xmlns:a16="http://schemas.microsoft.com/office/drawing/2014/main" id="{776864C3-5D29-48EC-9D40-4F70B1BD1BFF}"/>
                </a:ext>
              </a:extLst>
            </p:cNvPr>
            <p:cNvSpPr>
              <a:spLocks noGrp="1"/>
            </p:cNvSpPr>
            <p:nvPr/>
          </p:nvSpPr>
          <p:spPr>
            <a:xfrm>
              <a:off x="2177419" y="5342893"/>
              <a:ext cx="208778" cy="173258"/>
            </a:xfrm>
            <a:prstGeom prst="rect">
              <a:avLst/>
            </a:prstGeom>
            <a:noFill/>
            <a:ln w="0">
              <a:noFill/>
              <a:prstDash val="solid"/>
            </a:ln>
          </p:spPr>
          <p:txBody>
            <a:bodyPr wrap="none" lIns="0" tIns="0" rIns="0" bIns="0" anchor="t">
              <a:noAutofit/>
            </a:bodyPr>
            <a:lstStyle>
              <a:defPPr algn="l">
                <a:defRPr sz="980" b="0" i="0" kern="0" spc="-8">
                  <a:solidFill>
                    <a:srgbClr val="7B8BA0"/>
                  </a:solidFill>
                  <a:latin typeface="Inter"/>
                  <a:ea typeface="Inter"/>
                  <a:cs typeface="Inter"/>
                </a:defRPr>
              </a:defPPr>
              <a:lvl1pPr algn="l">
                <a:defRPr sz="980" b="0" i="0" kern="0" spc="-8">
                  <a:solidFill>
                    <a:srgbClr val="7B8BA0"/>
                  </a:solidFill>
                  <a:latin typeface="Inter"/>
                  <a:ea typeface="Inter"/>
                  <a:cs typeface="Inter"/>
                </a:defRPr>
              </a:lvl1pPr>
              <a:lvl2pPr algn="l">
                <a:defRPr sz="980" b="0" i="0" kern="0" spc="-8">
                  <a:solidFill>
                    <a:srgbClr val="7B8BA0"/>
                  </a:solidFill>
                  <a:latin typeface="Inter"/>
                  <a:ea typeface="Inter"/>
                  <a:cs typeface="Inter"/>
                </a:defRPr>
              </a:lvl2pPr>
              <a:lvl3pPr algn="l">
                <a:defRPr sz="980" b="0" i="0" kern="0" spc="-8">
                  <a:solidFill>
                    <a:srgbClr val="7B8BA0"/>
                  </a:solidFill>
                  <a:latin typeface="Inter"/>
                  <a:ea typeface="Inter"/>
                  <a:cs typeface="Inter"/>
                </a:defRPr>
              </a:lvl3pPr>
              <a:lvl4pPr algn="l">
                <a:defRPr sz="980" b="0" i="0" kern="0" spc="-8">
                  <a:solidFill>
                    <a:srgbClr val="7B8BA0"/>
                  </a:solidFill>
                  <a:latin typeface="Inter"/>
                  <a:ea typeface="Inter"/>
                  <a:cs typeface="Inter"/>
                </a:defRPr>
              </a:lvl4pPr>
              <a:lvl5pPr algn="l">
                <a:defRPr sz="980" b="0" i="0" kern="0" spc="-8">
                  <a:solidFill>
                    <a:srgbClr val="7B8BA0"/>
                  </a:solidFill>
                  <a:latin typeface="Inter"/>
                  <a:ea typeface="Inter"/>
                  <a:cs typeface="Inter"/>
                </a:defRPr>
              </a:lvl5pPr>
              <a:lvl6pPr algn="l">
                <a:defRPr sz="980" b="0" i="0" kern="0" spc="-8">
                  <a:solidFill>
                    <a:srgbClr val="7B8BA0"/>
                  </a:solidFill>
                  <a:latin typeface="Inter"/>
                  <a:ea typeface="Inter"/>
                  <a:cs typeface="Inter"/>
                </a:defRPr>
              </a:lvl6pPr>
              <a:lvl7pPr algn="l">
                <a:defRPr sz="980" b="0" i="0" kern="0" spc="-8">
                  <a:solidFill>
                    <a:srgbClr val="7B8BA0"/>
                  </a:solidFill>
                  <a:latin typeface="Inter"/>
                  <a:ea typeface="Inter"/>
                  <a:cs typeface="Inter"/>
                </a:defRPr>
              </a:lvl7pPr>
              <a:lvl8pPr algn="l">
                <a:defRPr sz="980" b="0" i="0" kern="0" spc="-8">
                  <a:solidFill>
                    <a:srgbClr val="7B8BA0"/>
                  </a:solidFill>
                  <a:latin typeface="Inter"/>
                  <a:ea typeface="Inter"/>
                  <a:cs typeface="Inter"/>
                </a:defRPr>
              </a:lvl8pPr>
              <a:lvl9pPr algn="l">
                <a:defRPr sz="980" b="0" i="0" kern="0" spc="-8">
                  <a:solidFill>
                    <a:srgbClr val="7B8BA0"/>
                  </a:solidFill>
                  <a:latin typeface="Inter"/>
                  <a:ea typeface="Inter"/>
                  <a:cs typeface="Inter"/>
                </a:defRPr>
              </a:lvl9pPr>
            </a:lstStyle>
            <a:p>
              <a:pPr algn="l">
                <a:lnSpc>
                  <a:spcPct val="100000"/>
                </a:lnSpc>
                <a:buNone/>
                <a:defRPr sz="980" b="0" i="0" kern="0" spc="-8">
                  <a:solidFill>
                    <a:srgbClr val="7B8BA0"/>
                  </a:solidFill>
                  <a:latin typeface="Inter"/>
                  <a:ea typeface="Inter"/>
                  <a:cs typeface="Inter"/>
                </a:defRPr>
              </a:pPr>
              <a:r>
                <a:rPr sz="980" b="0" i="0" kern="0" spc="-8">
                  <a:solidFill>
                    <a:srgbClr val="7B8BA0"/>
                  </a:solidFill>
                  <a:latin typeface="Inter"/>
                  <a:ea typeface="Inter"/>
                  <a:cs typeface="Inter"/>
                </a:rPr>
                <a:t>40</a:t>
              </a:r>
            </a:p>
          </p:txBody>
        </p:sp>
        <p:sp>
          <p:nvSpPr>
            <p:cNvPr id="85" name="s10 text 33">
              <a:extLst>
                <a:ext uri="{FF2B5EF4-FFF2-40B4-BE49-F238E27FC236}">
                  <a16:creationId xmlns:a16="http://schemas.microsoft.com/office/drawing/2014/main" id="{51DCC6E1-B365-495C-B8EF-0CC51D28FED8}"/>
                </a:ext>
              </a:extLst>
            </p:cNvPr>
            <p:cNvSpPr>
              <a:spLocks noGrp="1"/>
            </p:cNvSpPr>
            <p:nvPr/>
          </p:nvSpPr>
          <p:spPr>
            <a:xfrm>
              <a:off x="2925280" y="5342893"/>
              <a:ext cx="205349" cy="173258"/>
            </a:xfrm>
            <a:prstGeom prst="rect">
              <a:avLst/>
            </a:prstGeom>
            <a:noFill/>
            <a:ln w="0">
              <a:noFill/>
              <a:prstDash val="solid"/>
            </a:ln>
          </p:spPr>
          <p:txBody>
            <a:bodyPr wrap="none" lIns="0" tIns="0" rIns="0" bIns="0" anchor="t">
              <a:noAutofit/>
            </a:bodyPr>
            <a:lstStyle>
              <a:defPPr algn="l">
                <a:defRPr sz="980" b="0" i="0" kern="0" spc="-8">
                  <a:solidFill>
                    <a:srgbClr val="7B8BA0"/>
                  </a:solidFill>
                  <a:latin typeface="Inter"/>
                  <a:ea typeface="Inter"/>
                  <a:cs typeface="Inter"/>
                </a:defRPr>
              </a:defPPr>
              <a:lvl1pPr algn="l">
                <a:defRPr sz="980" b="0" i="0" kern="0" spc="-8">
                  <a:solidFill>
                    <a:srgbClr val="7B8BA0"/>
                  </a:solidFill>
                  <a:latin typeface="Inter"/>
                  <a:ea typeface="Inter"/>
                  <a:cs typeface="Inter"/>
                </a:defRPr>
              </a:lvl1pPr>
              <a:lvl2pPr algn="l">
                <a:defRPr sz="980" b="0" i="0" kern="0" spc="-8">
                  <a:solidFill>
                    <a:srgbClr val="7B8BA0"/>
                  </a:solidFill>
                  <a:latin typeface="Inter"/>
                  <a:ea typeface="Inter"/>
                  <a:cs typeface="Inter"/>
                </a:defRPr>
              </a:lvl2pPr>
              <a:lvl3pPr algn="l">
                <a:defRPr sz="980" b="0" i="0" kern="0" spc="-8">
                  <a:solidFill>
                    <a:srgbClr val="7B8BA0"/>
                  </a:solidFill>
                  <a:latin typeface="Inter"/>
                  <a:ea typeface="Inter"/>
                  <a:cs typeface="Inter"/>
                </a:defRPr>
              </a:lvl3pPr>
              <a:lvl4pPr algn="l">
                <a:defRPr sz="980" b="0" i="0" kern="0" spc="-8">
                  <a:solidFill>
                    <a:srgbClr val="7B8BA0"/>
                  </a:solidFill>
                  <a:latin typeface="Inter"/>
                  <a:ea typeface="Inter"/>
                  <a:cs typeface="Inter"/>
                </a:defRPr>
              </a:lvl4pPr>
              <a:lvl5pPr algn="l">
                <a:defRPr sz="980" b="0" i="0" kern="0" spc="-8">
                  <a:solidFill>
                    <a:srgbClr val="7B8BA0"/>
                  </a:solidFill>
                  <a:latin typeface="Inter"/>
                  <a:ea typeface="Inter"/>
                  <a:cs typeface="Inter"/>
                </a:defRPr>
              </a:lvl5pPr>
              <a:lvl6pPr algn="l">
                <a:defRPr sz="980" b="0" i="0" kern="0" spc="-8">
                  <a:solidFill>
                    <a:srgbClr val="7B8BA0"/>
                  </a:solidFill>
                  <a:latin typeface="Inter"/>
                  <a:ea typeface="Inter"/>
                  <a:cs typeface="Inter"/>
                </a:defRPr>
              </a:lvl6pPr>
              <a:lvl7pPr algn="l">
                <a:defRPr sz="980" b="0" i="0" kern="0" spc="-8">
                  <a:solidFill>
                    <a:srgbClr val="7B8BA0"/>
                  </a:solidFill>
                  <a:latin typeface="Inter"/>
                  <a:ea typeface="Inter"/>
                  <a:cs typeface="Inter"/>
                </a:defRPr>
              </a:lvl7pPr>
              <a:lvl8pPr algn="l">
                <a:defRPr sz="980" b="0" i="0" kern="0" spc="-8">
                  <a:solidFill>
                    <a:srgbClr val="7B8BA0"/>
                  </a:solidFill>
                  <a:latin typeface="Inter"/>
                  <a:ea typeface="Inter"/>
                  <a:cs typeface="Inter"/>
                </a:defRPr>
              </a:lvl8pPr>
              <a:lvl9pPr algn="l">
                <a:defRPr sz="980" b="0" i="0" kern="0" spc="-8">
                  <a:solidFill>
                    <a:srgbClr val="7B8BA0"/>
                  </a:solidFill>
                  <a:latin typeface="Inter"/>
                  <a:ea typeface="Inter"/>
                  <a:cs typeface="Inter"/>
                </a:defRPr>
              </a:lvl9pPr>
            </a:lstStyle>
            <a:p>
              <a:pPr algn="l">
                <a:lnSpc>
                  <a:spcPct val="100000"/>
                </a:lnSpc>
                <a:buNone/>
                <a:defRPr sz="980" b="0" i="0" kern="0" spc="-8">
                  <a:solidFill>
                    <a:srgbClr val="7B8BA0"/>
                  </a:solidFill>
                  <a:latin typeface="Inter"/>
                  <a:ea typeface="Inter"/>
                  <a:cs typeface="Inter"/>
                </a:defRPr>
              </a:pPr>
              <a:r>
                <a:rPr sz="980" b="0" i="0" kern="0" spc="-8">
                  <a:solidFill>
                    <a:srgbClr val="7B8BA0"/>
                  </a:solidFill>
                  <a:latin typeface="Inter"/>
                  <a:ea typeface="Inter"/>
                  <a:cs typeface="Inter"/>
                </a:rPr>
                <a:t>80</a:t>
              </a:r>
            </a:p>
          </p:txBody>
        </p:sp>
        <p:sp>
          <p:nvSpPr>
            <p:cNvPr id="86" name="s10 text 34">
              <a:extLst>
                <a:ext uri="{FF2B5EF4-FFF2-40B4-BE49-F238E27FC236}">
                  <a16:creationId xmlns:a16="http://schemas.microsoft.com/office/drawing/2014/main" id="{4F703226-1B42-458B-9F9F-928087542A89}"/>
                </a:ext>
              </a:extLst>
            </p:cNvPr>
            <p:cNvSpPr>
              <a:spLocks noGrp="1"/>
            </p:cNvSpPr>
            <p:nvPr/>
          </p:nvSpPr>
          <p:spPr>
            <a:xfrm>
              <a:off x="3647134" y="5342893"/>
              <a:ext cx="254975" cy="173258"/>
            </a:xfrm>
            <a:prstGeom prst="rect">
              <a:avLst/>
            </a:prstGeom>
            <a:noFill/>
            <a:ln w="0">
              <a:noFill/>
              <a:prstDash val="solid"/>
            </a:ln>
          </p:spPr>
          <p:txBody>
            <a:bodyPr wrap="none" lIns="0" tIns="0" rIns="0" bIns="0" anchor="t">
              <a:noAutofit/>
            </a:bodyPr>
            <a:lstStyle>
              <a:defPPr algn="l">
                <a:defRPr sz="980" b="0" i="0" kern="0" spc="-8">
                  <a:solidFill>
                    <a:srgbClr val="7B8BA0"/>
                  </a:solidFill>
                  <a:latin typeface="Inter"/>
                  <a:ea typeface="Inter"/>
                  <a:cs typeface="Inter"/>
                </a:defRPr>
              </a:defPPr>
              <a:lvl1pPr algn="l">
                <a:defRPr sz="980" b="0" i="0" kern="0" spc="-8">
                  <a:solidFill>
                    <a:srgbClr val="7B8BA0"/>
                  </a:solidFill>
                  <a:latin typeface="Inter"/>
                  <a:ea typeface="Inter"/>
                  <a:cs typeface="Inter"/>
                </a:defRPr>
              </a:lvl1pPr>
              <a:lvl2pPr algn="l">
                <a:defRPr sz="980" b="0" i="0" kern="0" spc="-8">
                  <a:solidFill>
                    <a:srgbClr val="7B8BA0"/>
                  </a:solidFill>
                  <a:latin typeface="Inter"/>
                  <a:ea typeface="Inter"/>
                  <a:cs typeface="Inter"/>
                </a:defRPr>
              </a:lvl2pPr>
              <a:lvl3pPr algn="l">
                <a:defRPr sz="980" b="0" i="0" kern="0" spc="-8">
                  <a:solidFill>
                    <a:srgbClr val="7B8BA0"/>
                  </a:solidFill>
                  <a:latin typeface="Inter"/>
                  <a:ea typeface="Inter"/>
                  <a:cs typeface="Inter"/>
                </a:defRPr>
              </a:lvl3pPr>
              <a:lvl4pPr algn="l">
                <a:defRPr sz="980" b="0" i="0" kern="0" spc="-8">
                  <a:solidFill>
                    <a:srgbClr val="7B8BA0"/>
                  </a:solidFill>
                  <a:latin typeface="Inter"/>
                  <a:ea typeface="Inter"/>
                  <a:cs typeface="Inter"/>
                </a:defRPr>
              </a:lvl4pPr>
              <a:lvl5pPr algn="l">
                <a:defRPr sz="980" b="0" i="0" kern="0" spc="-8">
                  <a:solidFill>
                    <a:srgbClr val="7B8BA0"/>
                  </a:solidFill>
                  <a:latin typeface="Inter"/>
                  <a:ea typeface="Inter"/>
                  <a:cs typeface="Inter"/>
                </a:defRPr>
              </a:lvl5pPr>
              <a:lvl6pPr algn="l">
                <a:defRPr sz="980" b="0" i="0" kern="0" spc="-8">
                  <a:solidFill>
                    <a:srgbClr val="7B8BA0"/>
                  </a:solidFill>
                  <a:latin typeface="Inter"/>
                  <a:ea typeface="Inter"/>
                  <a:cs typeface="Inter"/>
                </a:defRPr>
              </a:lvl6pPr>
              <a:lvl7pPr algn="l">
                <a:defRPr sz="980" b="0" i="0" kern="0" spc="-8">
                  <a:solidFill>
                    <a:srgbClr val="7B8BA0"/>
                  </a:solidFill>
                  <a:latin typeface="Inter"/>
                  <a:ea typeface="Inter"/>
                  <a:cs typeface="Inter"/>
                </a:defRPr>
              </a:lvl7pPr>
              <a:lvl8pPr algn="l">
                <a:defRPr sz="980" b="0" i="0" kern="0" spc="-8">
                  <a:solidFill>
                    <a:srgbClr val="7B8BA0"/>
                  </a:solidFill>
                  <a:latin typeface="Inter"/>
                  <a:ea typeface="Inter"/>
                  <a:cs typeface="Inter"/>
                </a:defRPr>
              </a:lvl8pPr>
              <a:lvl9pPr algn="l">
                <a:defRPr sz="980" b="0" i="0" kern="0" spc="-8">
                  <a:solidFill>
                    <a:srgbClr val="7B8BA0"/>
                  </a:solidFill>
                  <a:latin typeface="Inter"/>
                  <a:ea typeface="Inter"/>
                  <a:cs typeface="Inter"/>
                </a:defRPr>
              </a:lvl9pPr>
            </a:lstStyle>
            <a:p>
              <a:pPr algn="l">
                <a:lnSpc>
                  <a:spcPct val="100000"/>
                </a:lnSpc>
                <a:buNone/>
                <a:defRPr sz="980" b="0" i="0" kern="0" spc="-8">
                  <a:solidFill>
                    <a:srgbClr val="7B8BA0"/>
                  </a:solidFill>
                  <a:latin typeface="Inter"/>
                  <a:ea typeface="Inter"/>
                  <a:cs typeface="Inter"/>
                </a:defRPr>
              </a:pPr>
              <a:r>
                <a:rPr sz="980" b="0" i="0" kern="0" spc="-8">
                  <a:solidFill>
                    <a:srgbClr val="7B8BA0"/>
                  </a:solidFill>
                  <a:latin typeface="Inter"/>
                  <a:ea typeface="Inter"/>
                  <a:cs typeface="Inter"/>
                </a:rPr>
                <a:t>120</a:t>
              </a:r>
            </a:p>
          </p:txBody>
        </p:sp>
        <p:sp>
          <p:nvSpPr>
            <p:cNvPr id="87" name="s10 text 35">
              <a:extLst>
                <a:ext uri="{FF2B5EF4-FFF2-40B4-BE49-F238E27FC236}">
                  <a16:creationId xmlns:a16="http://schemas.microsoft.com/office/drawing/2014/main" id="{229F6C61-9E7F-44F4-937D-4FF668124285}"/>
                </a:ext>
              </a:extLst>
            </p:cNvPr>
            <p:cNvSpPr>
              <a:spLocks noGrp="1"/>
            </p:cNvSpPr>
            <p:nvPr/>
          </p:nvSpPr>
          <p:spPr>
            <a:xfrm>
              <a:off x="1253531" y="4858458"/>
              <a:ext cx="199634" cy="173258"/>
            </a:xfrm>
            <a:prstGeom prst="rect">
              <a:avLst/>
            </a:prstGeom>
            <a:noFill/>
            <a:ln w="0">
              <a:noFill/>
              <a:prstDash val="solid"/>
            </a:ln>
          </p:spPr>
          <p:txBody>
            <a:bodyPr wrap="none" lIns="0" tIns="0" rIns="0" bIns="0" anchor="t">
              <a:noAutofit/>
            </a:bodyPr>
            <a:lstStyle>
              <a:defPPr algn="l">
                <a:defRPr sz="980" b="0" i="0" kern="0" spc="-8">
                  <a:solidFill>
                    <a:srgbClr val="7B8BA0"/>
                  </a:solidFill>
                  <a:latin typeface="Inter"/>
                  <a:ea typeface="Inter"/>
                  <a:cs typeface="Inter"/>
                </a:defRPr>
              </a:defPPr>
              <a:lvl1pPr algn="l">
                <a:defRPr sz="980" b="0" i="0" kern="0" spc="-8">
                  <a:solidFill>
                    <a:srgbClr val="7B8BA0"/>
                  </a:solidFill>
                  <a:latin typeface="Inter"/>
                  <a:ea typeface="Inter"/>
                  <a:cs typeface="Inter"/>
                </a:defRPr>
              </a:lvl1pPr>
              <a:lvl2pPr algn="l">
                <a:defRPr sz="980" b="0" i="0" kern="0" spc="-8">
                  <a:solidFill>
                    <a:srgbClr val="7B8BA0"/>
                  </a:solidFill>
                  <a:latin typeface="Inter"/>
                  <a:ea typeface="Inter"/>
                  <a:cs typeface="Inter"/>
                </a:defRPr>
              </a:lvl2pPr>
              <a:lvl3pPr algn="l">
                <a:defRPr sz="980" b="0" i="0" kern="0" spc="-8">
                  <a:solidFill>
                    <a:srgbClr val="7B8BA0"/>
                  </a:solidFill>
                  <a:latin typeface="Inter"/>
                  <a:ea typeface="Inter"/>
                  <a:cs typeface="Inter"/>
                </a:defRPr>
              </a:lvl3pPr>
              <a:lvl4pPr algn="l">
                <a:defRPr sz="980" b="0" i="0" kern="0" spc="-8">
                  <a:solidFill>
                    <a:srgbClr val="7B8BA0"/>
                  </a:solidFill>
                  <a:latin typeface="Inter"/>
                  <a:ea typeface="Inter"/>
                  <a:cs typeface="Inter"/>
                </a:defRPr>
              </a:lvl4pPr>
              <a:lvl5pPr algn="l">
                <a:defRPr sz="980" b="0" i="0" kern="0" spc="-8">
                  <a:solidFill>
                    <a:srgbClr val="7B8BA0"/>
                  </a:solidFill>
                  <a:latin typeface="Inter"/>
                  <a:ea typeface="Inter"/>
                  <a:cs typeface="Inter"/>
                </a:defRPr>
              </a:lvl5pPr>
              <a:lvl6pPr algn="l">
                <a:defRPr sz="980" b="0" i="0" kern="0" spc="-8">
                  <a:solidFill>
                    <a:srgbClr val="7B8BA0"/>
                  </a:solidFill>
                  <a:latin typeface="Inter"/>
                  <a:ea typeface="Inter"/>
                  <a:cs typeface="Inter"/>
                </a:defRPr>
              </a:lvl6pPr>
              <a:lvl7pPr algn="l">
                <a:defRPr sz="980" b="0" i="0" kern="0" spc="-8">
                  <a:solidFill>
                    <a:srgbClr val="7B8BA0"/>
                  </a:solidFill>
                  <a:latin typeface="Inter"/>
                  <a:ea typeface="Inter"/>
                  <a:cs typeface="Inter"/>
                </a:defRPr>
              </a:lvl7pPr>
              <a:lvl8pPr algn="l">
                <a:defRPr sz="980" b="0" i="0" kern="0" spc="-8">
                  <a:solidFill>
                    <a:srgbClr val="7B8BA0"/>
                  </a:solidFill>
                  <a:latin typeface="Inter"/>
                  <a:ea typeface="Inter"/>
                  <a:cs typeface="Inter"/>
                </a:defRPr>
              </a:lvl8pPr>
              <a:lvl9pPr algn="l">
                <a:defRPr sz="980" b="0" i="0" kern="0" spc="-8">
                  <a:solidFill>
                    <a:srgbClr val="7B8BA0"/>
                  </a:solidFill>
                  <a:latin typeface="Inter"/>
                  <a:ea typeface="Inter"/>
                  <a:cs typeface="Inter"/>
                </a:defRPr>
              </a:lvl9pPr>
            </a:lstStyle>
            <a:p>
              <a:pPr algn="l">
                <a:lnSpc>
                  <a:spcPct val="100000"/>
                </a:lnSpc>
                <a:buNone/>
                <a:defRPr sz="980" b="0" i="0" kern="0" spc="-8">
                  <a:solidFill>
                    <a:srgbClr val="7B8BA0"/>
                  </a:solidFill>
                  <a:latin typeface="Inter"/>
                  <a:ea typeface="Inter"/>
                  <a:cs typeface="Inter"/>
                </a:defRPr>
              </a:pPr>
              <a:r>
                <a:rPr sz="980" b="0" i="0" kern="0" spc="-8">
                  <a:solidFill>
                    <a:srgbClr val="7B8BA0"/>
                  </a:solidFill>
                  <a:latin typeface="Inter"/>
                  <a:ea typeface="Inter"/>
                  <a:cs typeface="Inter"/>
                </a:rPr>
                <a:t>25</a:t>
              </a:r>
            </a:p>
          </p:txBody>
        </p:sp>
        <p:sp>
          <p:nvSpPr>
            <p:cNvPr id="88" name="s10 text 36">
              <a:extLst>
                <a:ext uri="{FF2B5EF4-FFF2-40B4-BE49-F238E27FC236}">
                  <a16:creationId xmlns:a16="http://schemas.microsoft.com/office/drawing/2014/main" id="{25274976-1307-45BC-83C3-5F2667FBDCC9}"/>
                </a:ext>
              </a:extLst>
            </p:cNvPr>
            <p:cNvSpPr>
              <a:spLocks noGrp="1"/>
            </p:cNvSpPr>
            <p:nvPr/>
          </p:nvSpPr>
          <p:spPr>
            <a:xfrm>
              <a:off x="1260229" y="4226682"/>
              <a:ext cx="192967" cy="173258"/>
            </a:xfrm>
            <a:prstGeom prst="rect">
              <a:avLst/>
            </a:prstGeom>
            <a:noFill/>
            <a:ln w="0">
              <a:noFill/>
              <a:prstDash val="solid"/>
            </a:ln>
          </p:spPr>
          <p:txBody>
            <a:bodyPr wrap="none" lIns="0" tIns="0" rIns="0" bIns="0" anchor="t">
              <a:noAutofit/>
            </a:bodyPr>
            <a:lstStyle>
              <a:defPPr algn="l">
                <a:defRPr sz="980" b="0" i="0" kern="0" spc="-8">
                  <a:solidFill>
                    <a:srgbClr val="7B8BA0"/>
                  </a:solidFill>
                  <a:latin typeface="Inter"/>
                  <a:ea typeface="Inter"/>
                  <a:cs typeface="Inter"/>
                </a:defRPr>
              </a:defPPr>
              <a:lvl1pPr algn="l">
                <a:defRPr sz="980" b="0" i="0" kern="0" spc="-8">
                  <a:solidFill>
                    <a:srgbClr val="7B8BA0"/>
                  </a:solidFill>
                  <a:latin typeface="Inter"/>
                  <a:ea typeface="Inter"/>
                  <a:cs typeface="Inter"/>
                </a:defRPr>
              </a:lvl1pPr>
              <a:lvl2pPr algn="l">
                <a:defRPr sz="980" b="0" i="0" kern="0" spc="-8">
                  <a:solidFill>
                    <a:srgbClr val="7B8BA0"/>
                  </a:solidFill>
                  <a:latin typeface="Inter"/>
                  <a:ea typeface="Inter"/>
                  <a:cs typeface="Inter"/>
                </a:defRPr>
              </a:lvl2pPr>
              <a:lvl3pPr algn="l">
                <a:defRPr sz="980" b="0" i="0" kern="0" spc="-8">
                  <a:solidFill>
                    <a:srgbClr val="7B8BA0"/>
                  </a:solidFill>
                  <a:latin typeface="Inter"/>
                  <a:ea typeface="Inter"/>
                  <a:cs typeface="Inter"/>
                </a:defRPr>
              </a:lvl3pPr>
              <a:lvl4pPr algn="l">
                <a:defRPr sz="980" b="0" i="0" kern="0" spc="-8">
                  <a:solidFill>
                    <a:srgbClr val="7B8BA0"/>
                  </a:solidFill>
                  <a:latin typeface="Inter"/>
                  <a:ea typeface="Inter"/>
                  <a:cs typeface="Inter"/>
                </a:defRPr>
              </a:lvl4pPr>
              <a:lvl5pPr algn="l">
                <a:defRPr sz="980" b="0" i="0" kern="0" spc="-8">
                  <a:solidFill>
                    <a:srgbClr val="7B8BA0"/>
                  </a:solidFill>
                  <a:latin typeface="Inter"/>
                  <a:ea typeface="Inter"/>
                  <a:cs typeface="Inter"/>
                </a:defRPr>
              </a:lvl5pPr>
              <a:lvl6pPr algn="l">
                <a:defRPr sz="980" b="0" i="0" kern="0" spc="-8">
                  <a:solidFill>
                    <a:srgbClr val="7B8BA0"/>
                  </a:solidFill>
                  <a:latin typeface="Inter"/>
                  <a:ea typeface="Inter"/>
                  <a:cs typeface="Inter"/>
                </a:defRPr>
              </a:lvl6pPr>
              <a:lvl7pPr algn="l">
                <a:defRPr sz="980" b="0" i="0" kern="0" spc="-8">
                  <a:solidFill>
                    <a:srgbClr val="7B8BA0"/>
                  </a:solidFill>
                  <a:latin typeface="Inter"/>
                  <a:ea typeface="Inter"/>
                  <a:cs typeface="Inter"/>
                </a:defRPr>
              </a:lvl7pPr>
              <a:lvl8pPr algn="l">
                <a:defRPr sz="980" b="0" i="0" kern="0" spc="-8">
                  <a:solidFill>
                    <a:srgbClr val="7B8BA0"/>
                  </a:solidFill>
                  <a:latin typeface="Inter"/>
                  <a:ea typeface="Inter"/>
                  <a:cs typeface="Inter"/>
                </a:defRPr>
              </a:lvl8pPr>
              <a:lvl9pPr algn="l">
                <a:defRPr sz="980" b="0" i="0" kern="0" spc="-8">
                  <a:solidFill>
                    <a:srgbClr val="7B8BA0"/>
                  </a:solidFill>
                  <a:latin typeface="Inter"/>
                  <a:ea typeface="Inter"/>
                  <a:cs typeface="Inter"/>
                </a:defRPr>
              </a:lvl9pPr>
            </a:lstStyle>
            <a:p>
              <a:pPr algn="l">
                <a:lnSpc>
                  <a:spcPct val="100000"/>
                </a:lnSpc>
                <a:buNone/>
                <a:defRPr sz="980" b="0" i="0" kern="0" spc="-8">
                  <a:solidFill>
                    <a:srgbClr val="7B8BA0"/>
                  </a:solidFill>
                  <a:latin typeface="Inter"/>
                  <a:ea typeface="Inter"/>
                  <a:cs typeface="Inter"/>
                </a:defRPr>
              </a:pPr>
              <a:r>
                <a:rPr sz="980" b="0" i="0" kern="0" spc="-8">
                  <a:solidFill>
                    <a:srgbClr val="7B8BA0"/>
                  </a:solidFill>
                  <a:latin typeface="Inter"/>
                  <a:ea typeface="Inter"/>
                  <a:cs typeface="Inter"/>
                </a:rPr>
                <a:t>75</a:t>
              </a:r>
            </a:p>
          </p:txBody>
        </p:sp>
        <p:sp>
          <p:nvSpPr>
            <p:cNvPr id="89" name="s10 text 37">
              <a:extLst>
                <a:ext uri="{FF2B5EF4-FFF2-40B4-BE49-F238E27FC236}">
                  <a16:creationId xmlns:a16="http://schemas.microsoft.com/office/drawing/2014/main" id="{5EB9FF21-7220-4CC7-8687-612EA6EEF10E}"/>
                </a:ext>
              </a:extLst>
            </p:cNvPr>
            <p:cNvSpPr>
              <a:spLocks noGrp="1"/>
            </p:cNvSpPr>
            <p:nvPr/>
          </p:nvSpPr>
          <p:spPr>
            <a:xfrm>
              <a:off x="1203860" y="3594795"/>
              <a:ext cx="250212" cy="173258"/>
            </a:xfrm>
            <a:prstGeom prst="rect">
              <a:avLst/>
            </a:prstGeom>
            <a:noFill/>
            <a:ln w="0">
              <a:noFill/>
              <a:prstDash val="solid"/>
            </a:ln>
          </p:spPr>
          <p:txBody>
            <a:bodyPr wrap="none" lIns="0" tIns="0" rIns="0" bIns="0" anchor="t">
              <a:noAutofit/>
            </a:bodyPr>
            <a:lstStyle>
              <a:defPPr algn="l">
                <a:defRPr sz="980" b="0" i="0" kern="0" spc="-8">
                  <a:solidFill>
                    <a:srgbClr val="7B8BA0"/>
                  </a:solidFill>
                  <a:latin typeface="Inter"/>
                  <a:ea typeface="Inter"/>
                  <a:cs typeface="Inter"/>
                </a:defRPr>
              </a:defPPr>
              <a:lvl1pPr algn="l">
                <a:defRPr sz="980" b="0" i="0" kern="0" spc="-8">
                  <a:solidFill>
                    <a:srgbClr val="7B8BA0"/>
                  </a:solidFill>
                  <a:latin typeface="Inter"/>
                  <a:ea typeface="Inter"/>
                  <a:cs typeface="Inter"/>
                </a:defRPr>
              </a:lvl1pPr>
              <a:lvl2pPr algn="l">
                <a:defRPr sz="980" b="0" i="0" kern="0" spc="-8">
                  <a:solidFill>
                    <a:srgbClr val="7B8BA0"/>
                  </a:solidFill>
                  <a:latin typeface="Inter"/>
                  <a:ea typeface="Inter"/>
                  <a:cs typeface="Inter"/>
                </a:defRPr>
              </a:lvl2pPr>
              <a:lvl3pPr algn="l">
                <a:defRPr sz="980" b="0" i="0" kern="0" spc="-8">
                  <a:solidFill>
                    <a:srgbClr val="7B8BA0"/>
                  </a:solidFill>
                  <a:latin typeface="Inter"/>
                  <a:ea typeface="Inter"/>
                  <a:cs typeface="Inter"/>
                </a:defRPr>
              </a:lvl3pPr>
              <a:lvl4pPr algn="l">
                <a:defRPr sz="980" b="0" i="0" kern="0" spc="-8">
                  <a:solidFill>
                    <a:srgbClr val="7B8BA0"/>
                  </a:solidFill>
                  <a:latin typeface="Inter"/>
                  <a:ea typeface="Inter"/>
                  <a:cs typeface="Inter"/>
                </a:defRPr>
              </a:lvl4pPr>
              <a:lvl5pPr algn="l">
                <a:defRPr sz="980" b="0" i="0" kern="0" spc="-8">
                  <a:solidFill>
                    <a:srgbClr val="7B8BA0"/>
                  </a:solidFill>
                  <a:latin typeface="Inter"/>
                  <a:ea typeface="Inter"/>
                  <a:cs typeface="Inter"/>
                </a:defRPr>
              </a:lvl5pPr>
              <a:lvl6pPr algn="l">
                <a:defRPr sz="980" b="0" i="0" kern="0" spc="-8">
                  <a:solidFill>
                    <a:srgbClr val="7B8BA0"/>
                  </a:solidFill>
                  <a:latin typeface="Inter"/>
                  <a:ea typeface="Inter"/>
                  <a:cs typeface="Inter"/>
                </a:defRPr>
              </a:lvl6pPr>
              <a:lvl7pPr algn="l">
                <a:defRPr sz="980" b="0" i="0" kern="0" spc="-8">
                  <a:solidFill>
                    <a:srgbClr val="7B8BA0"/>
                  </a:solidFill>
                  <a:latin typeface="Inter"/>
                  <a:ea typeface="Inter"/>
                  <a:cs typeface="Inter"/>
                </a:defRPr>
              </a:lvl7pPr>
              <a:lvl8pPr algn="l">
                <a:defRPr sz="980" b="0" i="0" kern="0" spc="-8">
                  <a:solidFill>
                    <a:srgbClr val="7B8BA0"/>
                  </a:solidFill>
                  <a:latin typeface="Inter"/>
                  <a:ea typeface="Inter"/>
                  <a:cs typeface="Inter"/>
                </a:defRPr>
              </a:lvl8pPr>
              <a:lvl9pPr algn="l">
                <a:defRPr sz="980" b="0" i="0" kern="0" spc="-8">
                  <a:solidFill>
                    <a:srgbClr val="7B8BA0"/>
                  </a:solidFill>
                  <a:latin typeface="Inter"/>
                  <a:ea typeface="Inter"/>
                  <a:cs typeface="Inter"/>
                </a:defRPr>
              </a:lvl9pPr>
            </a:lstStyle>
            <a:p>
              <a:pPr algn="l">
                <a:lnSpc>
                  <a:spcPct val="100000"/>
                </a:lnSpc>
                <a:buNone/>
                <a:defRPr sz="980" b="0" i="0" kern="0" spc="-8">
                  <a:solidFill>
                    <a:srgbClr val="7B8BA0"/>
                  </a:solidFill>
                  <a:latin typeface="Inter"/>
                  <a:ea typeface="Inter"/>
                  <a:cs typeface="Inter"/>
                </a:defRPr>
              </a:pPr>
              <a:r>
                <a:rPr sz="980" b="0" i="0" kern="0" spc="-8">
                  <a:solidFill>
                    <a:srgbClr val="7B8BA0"/>
                  </a:solidFill>
                  <a:latin typeface="Inter"/>
                  <a:ea typeface="Inter"/>
                  <a:cs typeface="Inter"/>
                </a:rPr>
                <a:t>125</a:t>
              </a:r>
            </a:p>
          </p:txBody>
        </p:sp>
        <p:sp>
          <p:nvSpPr>
            <p:cNvPr id="90" name="s10 text 38">
              <a:extLst>
                <a:ext uri="{FF2B5EF4-FFF2-40B4-BE49-F238E27FC236}">
                  <a16:creationId xmlns:a16="http://schemas.microsoft.com/office/drawing/2014/main" id="{99B798F5-161F-499A-94F2-149C5BC78693}"/>
                </a:ext>
              </a:extLst>
            </p:cNvPr>
            <p:cNvSpPr>
              <a:spLocks noGrp="1"/>
            </p:cNvSpPr>
            <p:nvPr/>
          </p:nvSpPr>
          <p:spPr>
            <a:xfrm>
              <a:off x="1210557" y="2963020"/>
              <a:ext cx="243545" cy="173258"/>
            </a:xfrm>
            <a:prstGeom prst="rect">
              <a:avLst/>
            </a:prstGeom>
            <a:noFill/>
            <a:ln w="0">
              <a:noFill/>
              <a:prstDash val="solid"/>
            </a:ln>
          </p:spPr>
          <p:txBody>
            <a:bodyPr wrap="none" lIns="0" tIns="0" rIns="0" bIns="0" anchor="t">
              <a:noAutofit/>
            </a:bodyPr>
            <a:lstStyle>
              <a:defPPr algn="l">
                <a:defRPr sz="980" b="0" i="0" kern="0" spc="-8">
                  <a:solidFill>
                    <a:srgbClr val="7B8BA0"/>
                  </a:solidFill>
                  <a:latin typeface="Inter"/>
                  <a:ea typeface="Inter"/>
                  <a:cs typeface="Inter"/>
                </a:defRPr>
              </a:defPPr>
              <a:lvl1pPr algn="l">
                <a:defRPr sz="980" b="0" i="0" kern="0" spc="-8">
                  <a:solidFill>
                    <a:srgbClr val="7B8BA0"/>
                  </a:solidFill>
                  <a:latin typeface="Inter"/>
                  <a:ea typeface="Inter"/>
                  <a:cs typeface="Inter"/>
                </a:defRPr>
              </a:lvl1pPr>
              <a:lvl2pPr algn="l">
                <a:defRPr sz="980" b="0" i="0" kern="0" spc="-8">
                  <a:solidFill>
                    <a:srgbClr val="7B8BA0"/>
                  </a:solidFill>
                  <a:latin typeface="Inter"/>
                  <a:ea typeface="Inter"/>
                  <a:cs typeface="Inter"/>
                </a:defRPr>
              </a:lvl2pPr>
              <a:lvl3pPr algn="l">
                <a:defRPr sz="980" b="0" i="0" kern="0" spc="-8">
                  <a:solidFill>
                    <a:srgbClr val="7B8BA0"/>
                  </a:solidFill>
                  <a:latin typeface="Inter"/>
                  <a:ea typeface="Inter"/>
                  <a:cs typeface="Inter"/>
                </a:defRPr>
              </a:lvl3pPr>
              <a:lvl4pPr algn="l">
                <a:defRPr sz="980" b="0" i="0" kern="0" spc="-8">
                  <a:solidFill>
                    <a:srgbClr val="7B8BA0"/>
                  </a:solidFill>
                  <a:latin typeface="Inter"/>
                  <a:ea typeface="Inter"/>
                  <a:cs typeface="Inter"/>
                </a:defRPr>
              </a:lvl4pPr>
              <a:lvl5pPr algn="l">
                <a:defRPr sz="980" b="0" i="0" kern="0" spc="-8">
                  <a:solidFill>
                    <a:srgbClr val="7B8BA0"/>
                  </a:solidFill>
                  <a:latin typeface="Inter"/>
                  <a:ea typeface="Inter"/>
                  <a:cs typeface="Inter"/>
                </a:defRPr>
              </a:lvl5pPr>
              <a:lvl6pPr algn="l">
                <a:defRPr sz="980" b="0" i="0" kern="0" spc="-8">
                  <a:solidFill>
                    <a:srgbClr val="7B8BA0"/>
                  </a:solidFill>
                  <a:latin typeface="Inter"/>
                  <a:ea typeface="Inter"/>
                  <a:cs typeface="Inter"/>
                </a:defRPr>
              </a:lvl6pPr>
              <a:lvl7pPr algn="l">
                <a:defRPr sz="980" b="0" i="0" kern="0" spc="-8">
                  <a:solidFill>
                    <a:srgbClr val="7B8BA0"/>
                  </a:solidFill>
                  <a:latin typeface="Inter"/>
                  <a:ea typeface="Inter"/>
                  <a:cs typeface="Inter"/>
                </a:defRPr>
              </a:lvl7pPr>
              <a:lvl8pPr algn="l">
                <a:defRPr sz="980" b="0" i="0" kern="0" spc="-8">
                  <a:solidFill>
                    <a:srgbClr val="7B8BA0"/>
                  </a:solidFill>
                  <a:latin typeface="Inter"/>
                  <a:ea typeface="Inter"/>
                  <a:cs typeface="Inter"/>
                </a:defRPr>
              </a:lvl8pPr>
              <a:lvl9pPr algn="l">
                <a:defRPr sz="980" b="0" i="0" kern="0" spc="-8">
                  <a:solidFill>
                    <a:srgbClr val="7B8BA0"/>
                  </a:solidFill>
                  <a:latin typeface="Inter"/>
                  <a:ea typeface="Inter"/>
                  <a:cs typeface="Inter"/>
                </a:defRPr>
              </a:lvl9pPr>
            </a:lstStyle>
            <a:p>
              <a:pPr algn="l">
                <a:lnSpc>
                  <a:spcPct val="100000"/>
                </a:lnSpc>
                <a:buNone/>
                <a:defRPr sz="980" b="0" i="0" kern="0" spc="-8">
                  <a:solidFill>
                    <a:srgbClr val="7B8BA0"/>
                  </a:solidFill>
                  <a:latin typeface="Inter"/>
                  <a:ea typeface="Inter"/>
                  <a:cs typeface="Inter"/>
                </a:defRPr>
              </a:pPr>
              <a:r>
                <a:rPr sz="980" b="0" i="0" kern="0" spc="-8">
                  <a:solidFill>
                    <a:srgbClr val="7B8BA0"/>
                  </a:solidFill>
                  <a:latin typeface="Inter"/>
                  <a:ea typeface="Inter"/>
                  <a:cs typeface="Inter"/>
                </a:rPr>
                <a:t>175</a:t>
              </a:r>
            </a:p>
          </p:txBody>
        </p:sp>
        <p:sp>
          <p:nvSpPr>
            <p:cNvPr id="91" name="s10 text 39 halo">
              <a:extLst>
                <a:ext uri="{FF2B5EF4-FFF2-40B4-BE49-F238E27FC236}">
                  <a16:creationId xmlns:a16="http://schemas.microsoft.com/office/drawing/2014/main" id="{2B1F5FCD-CF01-4635-94E9-85EBD727B397}"/>
                </a:ext>
              </a:extLst>
            </p:cNvPr>
            <p:cNvSpPr>
              <a:spLocks noGrp="1"/>
            </p:cNvSpPr>
            <p:nvPr/>
          </p:nvSpPr>
          <p:spPr>
            <a:xfrm>
              <a:off x="1846463" y="5563423"/>
              <a:ext cx="2214124" cy="219480"/>
            </a:xfrm>
            <a:prstGeom prst="rect">
              <a:avLst/>
            </a:prstGeom>
            <a:noFill/>
            <a:ln w="0">
              <a:noFill/>
              <a:prstDash val="solid"/>
            </a:ln>
          </p:spPr>
          <p:txBody>
            <a:bodyPr wrap="none" lIns="0" tIns="0" rIns="0" bIns="0" anchor="t">
              <a:noAutofit/>
            </a:bodyPr>
            <a:lstStyle>
              <a:defPPr algn="l">
                <a:defRPr sz="1242" b="0" i="0" kern="0" spc="-8">
                  <a:ln w="36104">
                    <a:solidFill>
                      <a:srgbClr val="FFFFFF"/>
                    </a:solidFill>
                    <a:prstDash val="solid"/>
                  </a:ln>
                  <a:solidFill>
                    <a:srgbClr val="FFFFFF"/>
                  </a:solidFill>
                  <a:latin typeface="Inter SemiBold"/>
                  <a:ea typeface="Inter SemiBold"/>
                  <a:cs typeface="Inter SemiBold"/>
                </a:defRPr>
              </a:defPPr>
              <a:lvl1pPr algn="l">
                <a:defRPr sz="1242" b="0" i="0" kern="0" spc="-8">
                  <a:ln w="36104">
                    <a:solidFill>
                      <a:srgbClr val="FFFFFF"/>
                    </a:solidFill>
                    <a:prstDash val="solid"/>
                  </a:ln>
                  <a:solidFill>
                    <a:srgbClr val="FFFFFF"/>
                  </a:solidFill>
                  <a:latin typeface="Inter SemiBold"/>
                  <a:ea typeface="Inter SemiBold"/>
                  <a:cs typeface="Inter SemiBold"/>
                </a:defRPr>
              </a:lvl1pPr>
              <a:lvl2pPr algn="l">
                <a:defRPr sz="1242" b="0" i="0" kern="0" spc="-8">
                  <a:ln w="36104">
                    <a:solidFill>
                      <a:srgbClr val="FFFFFF"/>
                    </a:solidFill>
                    <a:prstDash val="solid"/>
                  </a:ln>
                  <a:solidFill>
                    <a:srgbClr val="FFFFFF"/>
                  </a:solidFill>
                  <a:latin typeface="Inter SemiBold"/>
                  <a:ea typeface="Inter SemiBold"/>
                  <a:cs typeface="Inter SemiBold"/>
                </a:defRPr>
              </a:lvl2pPr>
              <a:lvl3pPr algn="l">
                <a:defRPr sz="1242" b="0" i="0" kern="0" spc="-8">
                  <a:ln w="36104">
                    <a:solidFill>
                      <a:srgbClr val="FFFFFF"/>
                    </a:solidFill>
                    <a:prstDash val="solid"/>
                  </a:ln>
                  <a:solidFill>
                    <a:srgbClr val="FFFFFF"/>
                  </a:solidFill>
                  <a:latin typeface="Inter SemiBold"/>
                  <a:ea typeface="Inter SemiBold"/>
                  <a:cs typeface="Inter SemiBold"/>
                </a:defRPr>
              </a:lvl3pPr>
              <a:lvl4pPr algn="l">
                <a:defRPr sz="1242" b="0" i="0" kern="0" spc="-8">
                  <a:ln w="36104">
                    <a:solidFill>
                      <a:srgbClr val="FFFFFF"/>
                    </a:solidFill>
                    <a:prstDash val="solid"/>
                  </a:ln>
                  <a:solidFill>
                    <a:srgbClr val="FFFFFF"/>
                  </a:solidFill>
                  <a:latin typeface="Inter SemiBold"/>
                  <a:ea typeface="Inter SemiBold"/>
                  <a:cs typeface="Inter SemiBold"/>
                </a:defRPr>
              </a:lvl4pPr>
              <a:lvl5pPr algn="l">
                <a:defRPr sz="1242" b="0" i="0" kern="0" spc="-8">
                  <a:ln w="36104">
                    <a:solidFill>
                      <a:srgbClr val="FFFFFF"/>
                    </a:solidFill>
                    <a:prstDash val="solid"/>
                  </a:ln>
                  <a:solidFill>
                    <a:srgbClr val="FFFFFF"/>
                  </a:solidFill>
                  <a:latin typeface="Inter SemiBold"/>
                  <a:ea typeface="Inter SemiBold"/>
                  <a:cs typeface="Inter SemiBold"/>
                </a:defRPr>
              </a:lvl5pPr>
              <a:lvl6pPr algn="l">
                <a:defRPr sz="1242" b="0" i="0" kern="0" spc="-8">
                  <a:ln w="36104">
                    <a:solidFill>
                      <a:srgbClr val="FFFFFF"/>
                    </a:solidFill>
                    <a:prstDash val="solid"/>
                  </a:ln>
                  <a:solidFill>
                    <a:srgbClr val="FFFFFF"/>
                  </a:solidFill>
                  <a:latin typeface="Inter SemiBold"/>
                  <a:ea typeface="Inter SemiBold"/>
                  <a:cs typeface="Inter SemiBold"/>
                </a:defRPr>
              </a:lvl6pPr>
              <a:lvl7pPr algn="l">
                <a:defRPr sz="1242" b="0" i="0" kern="0" spc="-8">
                  <a:ln w="36104">
                    <a:solidFill>
                      <a:srgbClr val="FFFFFF"/>
                    </a:solidFill>
                    <a:prstDash val="solid"/>
                  </a:ln>
                  <a:solidFill>
                    <a:srgbClr val="FFFFFF"/>
                  </a:solidFill>
                  <a:latin typeface="Inter SemiBold"/>
                  <a:ea typeface="Inter SemiBold"/>
                  <a:cs typeface="Inter SemiBold"/>
                </a:defRPr>
              </a:lvl7pPr>
              <a:lvl8pPr algn="l">
                <a:defRPr sz="1242" b="0" i="0" kern="0" spc="-8">
                  <a:ln w="36104">
                    <a:solidFill>
                      <a:srgbClr val="FFFFFF"/>
                    </a:solidFill>
                    <a:prstDash val="solid"/>
                  </a:ln>
                  <a:solidFill>
                    <a:srgbClr val="FFFFFF"/>
                  </a:solidFill>
                  <a:latin typeface="Inter SemiBold"/>
                  <a:ea typeface="Inter SemiBold"/>
                  <a:cs typeface="Inter SemiBold"/>
                </a:defRPr>
              </a:lvl8pPr>
              <a:lvl9pPr algn="l">
                <a:defRPr sz="1242" b="0" i="0" kern="0" spc="-8">
                  <a:ln w="36104">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242" b="0" i="0" kern="0" spc="-8">
                  <a:solidFill>
                    <a:srgbClr val="FFFFFF"/>
                  </a:solidFill>
                  <a:latin typeface="Inter SemiBold"/>
                  <a:ea typeface="Inter SemiBold"/>
                  <a:cs typeface="Inter SemiBold"/>
                </a:defRPr>
              </a:pPr>
              <a:r>
                <a:rPr sz="1242" b="0" i="0" kern="0" spc="-8">
                  <a:ln w="36104">
                    <a:solidFill>
                      <a:srgbClr val="FFFFFF"/>
                    </a:solidFill>
                    <a:prstDash val="solid"/>
                  </a:ln>
                  <a:solidFill>
                    <a:srgbClr val="FFFFFF"/>
                  </a:solidFill>
                  <a:latin typeface="Inter SemiBold"/>
                  <a:ea typeface="Inter SemiBold"/>
                  <a:cs typeface="Inter SemiBold"/>
                </a:rPr>
                <a:t>Quantity of TVs (thousands)</a:t>
              </a:r>
            </a:p>
          </p:txBody>
        </p:sp>
        <p:sp>
          <p:nvSpPr>
            <p:cNvPr id="92" name="s10 text 39">
              <a:extLst>
                <a:ext uri="{FF2B5EF4-FFF2-40B4-BE49-F238E27FC236}">
                  <a16:creationId xmlns:a16="http://schemas.microsoft.com/office/drawing/2014/main" id="{937A54EA-5A72-4D8C-AEA0-94530826F1FB}"/>
                </a:ext>
              </a:extLst>
            </p:cNvPr>
            <p:cNvSpPr>
              <a:spLocks noGrp="1"/>
            </p:cNvSpPr>
            <p:nvPr/>
          </p:nvSpPr>
          <p:spPr>
            <a:xfrm>
              <a:off x="1846463" y="5563423"/>
              <a:ext cx="2214124" cy="219480"/>
            </a:xfrm>
            <a:prstGeom prst="rect">
              <a:avLst/>
            </a:prstGeom>
            <a:noFill/>
            <a:ln w="0">
              <a:noFill/>
              <a:prstDash val="solid"/>
            </a:ln>
          </p:spPr>
          <p:txBody>
            <a:bodyPr wrap="none" lIns="0" tIns="0" rIns="0" bIns="0" anchor="t">
              <a:noAutofit/>
            </a:bodyPr>
            <a:lstStyle>
              <a:defPPr algn="l">
                <a:defRPr sz="1242" b="0" i="0" kern="0" spc="-8">
                  <a:solidFill>
                    <a:srgbClr val="0A2540"/>
                  </a:solidFill>
                  <a:latin typeface="Inter SemiBold"/>
                  <a:ea typeface="Inter SemiBold"/>
                  <a:cs typeface="Inter SemiBold"/>
                </a:defRPr>
              </a:defPPr>
              <a:lvl1pPr algn="l">
                <a:defRPr sz="1242" b="0" i="0" kern="0" spc="-8">
                  <a:solidFill>
                    <a:srgbClr val="0A2540"/>
                  </a:solidFill>
                  <a:latin typeface="Inter SemiBold"/>
                  <a:ea typeface="Inter SemiBold"/>
                  <a:cs typeface="Inter SemiBold"/>
                </a:defRPr>
              </a:lvl1pPr>
              <a:lvl2pPr algn="l">
                <a:defRPr sz="1242" b="0" i="0" kern="0" spc="-8">
                  <a:solidFill>
                    <a:srgbClr val="0A2540"/>
                  </a:solidFill>
                  <a:latin typeface="Inter SemiBold"/>
                  <a:ea typeface="Inter SemiBold"/>
                  <a:cs typeface="Inter SemiBold"/>
                </a:defRPr>
              </a:lvl2pPr>
              <a:lvl3pPr algn="l">
                <a:defRPr sz="1242" b="0" i="0" kern="0" spc="-8">
                  <a:solidFill>
                    <a:srgbClr val="0A2540"/>
                  </a:solidFill>
                  <a:latin typeface="Inter SemiBold"/>
                  <a:ea typeface="Inter SemiBold"/>
                  <a:cs typeface="Inter SemiBold"/>
                </a:defRPr>
              </a:lvl3pPr>
              <a:lvl4pPr algn="l">
                <a:defRPr sz="1242" b="0" i="0" kern="0" spc="-8">
                  <a:solidFill>
                    <a:srgbClr val="0A2540"/>
                  </a:solidFill>
                  <a:latin typeface="Inter SemiBold"/>
                  <a:ea typeface="Inter SemiBold"/>
                  <a:cs typeface="Inter SemiBold"/>
                </a:defRPr>
              </a:lvl4pPr>
              <a:lvl5pPr algn="l">
                <a:defRPr sz="1242" b="0" i="0" kern="0" spc="-8">
                  <a:solidFill>
                    <a:srgbClr val="0A2540"/>
                  </a:solidFill>
                  <a:latin typeface="Inter SemiBold"/>
                  <a:ea typeface="Inter SemiBold"/>
                  <a:cs typeface="Inter SemiBold"/>
                </a:defRPr>
              </a:lvl5pPr>
              <a:lvl6pPr algn="l">
                <a:defRPr sz="1242" b="0" i="0" kern="0" spc="-8">
                  <a:solidFill>
                    <a:srgbClr val="0A2540"/>
                  </a:solidFill>
                  <a:latin typeface="Inter SemiBold"/>
                  <a:ea typeface="Inter SemiBold"/>
                  <a:cs typeface="Inter SemiBold"/>
                </a:defRPr>
              </a:lvl6pPr>
              <a:lvl7pPr algn="l">
                <a:defRPr sz="1242" b="0" i="0" kern="0" spc="-8">
                  <a:solidFill>
                    <a:srgbClr val="0A2540"/>
                  </a:solidFill>
                  <a:latin typeface="Inter SemiBold"/>
                  <a:ea typeface="Inter SemiBold"/>
                  <a:cs typeface="Inter SemiBold"/>
                </a:defRPr>
              </a:lvl7pPr>
              <a:lvl8pPr algn="l">
                <a:defRPr sz="1242" b="0" i="0" kern="0" spc="-8">
                  <a:solidFill>
                    <a:srgbClr val="0A2540"/>
                  </a:solidFill>
                  <a:latin typeface="Inter SemiBold"/>
                  <a:ea typeface="Inter SemiBold"/>
                  <a:cs typeface="Inter SemiBold"/>
                </a:defRPr>
              </a:lvl8pPr>
              <a:lvl9pPr algn="l">
                <a:defRPr sz="1242" b="0" i="0" kern="0" spc="-8">
                  <a:solidFill>
                    <a:srgbClr val="0A2540"/>
                  </a:solidFill>
                  <a:latin typeface="Inter SemiBold"/>
                  <a:ea typeface="Inter SemiBold"/>
                  <a:cs typeface="Inter SemiBold"/>
                </a:defRPr>
              </a:lvl9pPr>
            </a:lstStyle>
            <a:p>
              <a:pPr algn="l">
                <a:lnSpc>
                  <a:spcPct val="100000"/>
                </a:lnSpc>
                <a:buNone/>
                <a:defRPr sz="1242" b="0" i="0" kern="0" spc="-8">
                  <a:solidFill>
                    <a:srgbClr val="0A2540"/>
                  </a:solidFill>
                  <a:latin typeface="Inter SemiBold"/>
                  <a:ea typeface="Inter SemiBold"/>
                  <a:cs typeface="Inter SemiBold"/>
                </a:defRPr>
              </a:pPr>
              <a:r>
                <a:rPr sz="1242" b="0" i="0" kern="0" spc="-8">
                  <a:solidFill>
                    <a:srgbClr val="0A2540"/>
                  </a:solidFill>
                  <a:latin typeface="Inter SemiBold"/>
                  <a:ea typeface="Inter SemiBold"/>
                  <a:cs typeface="Inter SemiBold"/>
                </a:rPr>
                <a:t>Quantity of TVs (thousands)</a:t>
              </a:r>
            </a:p>
          </p:txBody>
        </p:sp>
        <p:sp>
          <p:nvSpPr>
            <p:cNvPr id="93" name="s10 text 40 halo">
              <a:extLst>
                <a:ext uri="{FF2B5EF4-FFF2-40B4-BE49-F238E27FC236}">
                  <a16:creationId xmlns:a16="http://schemas.microsoft.com/office/drawing/2014/main" id="{9290CD0D-F10E-4E09-825E-2CA9C02565B4}"/>
                </a:ext>
              </a:extLst>
            </p:cNvPr>
            <p:cNvSpPr>
              <a:spLocks noGrp="1"/>
            </p:cNvSpPr>
            <p:nvPr/>
          </p:nvSpPr>
          <p:spPr>
            <a:xfrm>
              <a:off x="3300550" y="4727046"/>
              <a:ext cx="177013" cy="219480"/>
            </a:xfrm>
            <a:prstGeom prst="rect">
              <a:avLst/>
            </a:prstGeom>
            <a:noFill/>
            <a:ln w="0">
              <a:noFill/>
              <a:prstDash val="solid"/>
            </a:ln>
          </p:spPr>
          <p:txBody>
            <a:bodyPr wrap="none" lIns="0" tIns="0" rIns="0" bIns="0" anchor="t">
              <a:noAutofit/>
            </a:bodyPr>
            <a:lstStyle>
              <a:defPPr algn="l">
                <a:defRPr sz="1242" b="1" i="0" kern="0" spc="0">
                  <a:ln w="36104">
                    <a:solidFill>
                      <a:srgbClr val="FFFFFF"/>
                    </a:solidFill>
                    <a:prstDash val="solid"/>
                  </a:ln>
                  <a:solidFill>
                    <a:srgbClr val="FFFFFF"/>
                  </a:solidFill>
                  <a:latin typeface="Inter"/>
                  <a:ea typeface="Inter"/>
                  <a:cs typeface="Inter"/>
                </a:defRPr>
              </a:defPPr>
              <a:lvl1pPr algn="l">
                <a:defRPr sz="1242" b="1" i="0" kern="0" spc="0">
                  <a:ln w="36104">
                    <a:solidFill>
                      <a:srgbClr val="FFFFFF"/>
                    </a:solidFill>
                    <a:prstDash val="solid"/>
                  </a:ln>
                  <a:solidFill>
                    <a:srgbClr val="FFFFFF"/>
                  </a:solidFill>
                  <a:latin typeface="Inter"/>
                  <a:ea typeface="Inter"/>
                  <a:cs typeface="Inter"/>
                </a:defRPr>
              </a:lvl1pPr>
              <a:lvl2pPr algn="l">
                <a:defRPr sz="1242" b="1" i="0" kern="0" spc="0">
                  <a:ln w="36104">
                    <a:solidFill>
                      <a:srgbClr val="FFFFFF"/>
                    </a:solidFill>
                    <a:prstDash val="solid"/>
                  </a:ln>
                  <a:solidFill>
                    <a:srgbClr val="FFFFFF"/>
                  </a:solidFill>
                  <a:latin typeface="Inter"/>
                  <a:ea typeface="Inter"/>
                  <a:cs typeface="Inter"/>
                </a:defRPr>
              </a:lvl2pPr>
              <a:lvl3pPr algn="l">
                <a:defRPr sz="1242" b="1" i="0" kern="0" spc="0">
                  <a:ln w="36104">
                    <a:solidFill>
                      <a:srgbClr val="FFFFFF"/>
                    </a:solidFill>
                    <a:prstDash val="solid"/>
                  </a:ln>
                  <a:solidFill>
                    <a:srgbClr val="FFFFFF"/>
                  </a:solidFill>
                  <a:latin typeface="Inter"/>
                  <a:ea typeface="Inter"/>
                  <a:cs typeface="Inter"/>
                </a:defRPr>
              </a:lvl3pPr>
              <a:lvl4pPr algn="l">
                <a:defRPr sz="1242" b="1" i="0" kern="0" spc="0">
                  <a:ln w="36104">
                    <a:solidFill>
                      <a:srgbClr val="FFFFFF"/>
                    </a:solidFill>
                    <a:prstDash val="solid"/>
                  </a:ln>
                  <a:solidFill>
                    <a:srgbClr val="FFFFFF"/>
                  </a:solidFill>
                  <a:latin typeface="Inter"/>
                  <a:ea typeface="Inter"/>
                  <a:cs typeface="Inter"/>
                </a:defRPr>
              </a:lvl4pPr>
              <a:lvl5pPr algn="l">
                <a:defRPr sz="1242" b="1" i="0" kern="0" spc="0">
                  <a:ln w="36104">
                    <a:solidFill>
                      <a:srgbClr val="FFFFFF"/>
                    </a:solidFill>
                    <a:prstDash val="solid"/>
                  </a:ln>
                  <a:solidFill>
                    <a:srgbClr val="FFFFFF"/>
                  </a:solidFill>
                  <a:latin typeface="Inter"/>
                  <a:ea typeface="Inter"/>
                  <a:cs typeface="Inter"/>
                </a:defRPr>
              </a:lvl5pPr>
              <a:lvl6pPr algn="l">
                <a:defRPr sz="1242" b="1" i="0" kern="0" spc="0">
                  <a:ln w="36104">
                    <a:solidFill>
                      <a:srgbClr val="FFFFFF"/>
                    </a:solidFill>
                    <a:prstDash val="solid"/>
                  </a:ln>
                  <a:solidFill>
                    <a:srgbClr val="FFFFFF"/>
                  </a:solidFill>
                  <a:latin typeface="Inter"/>
                  <a:ea typeface="Inter"/>
                  <a:cs typeface="Inter"/>
                </a:defRPr>
              </a:lvl6pPr>
              <a:lvl7pPr algn="l">
                <a:defRPr sz="1242" b="1" i="0" kern="0" spc="0">
                  <a:ln w="36104">
                    <a:solidFill>
                      <a:srgbClr val="FFFFFF"/>
                    </a:solidFill>
                    <a:prstDash val="solid"/>
                  </a:ln>
                  <a:solidFill>
                    <a:srgbClr val="FFFFFF"/>
                  </a:solidFill>
                  <a:latin typeface="Inter"/>
                  <a:ea typeface="Inter"/>
                  <a:cs typeface="Inter"/>
                </a:defRPr>
              </a:lvl7pPr>
              <a:lvl8pPr algn="l">
                <a:defRPr sz="1242" b="1" i="0" kern="0" spc="0">
                  <a:ln w="36104">
                    <a:solidFill>
                      <a:srgbClr val="FFFFFF"/>
                    </a:solidFill>
                    <a:prstDash val="solid"/>
                  </a:ln>
                  <a:solidFill>
                    <a:srgbClr val="FFFFFF"/>
                  </a:solidFill>
                  <a:latin typeface="Inter"/>
                  <a:ea typeface="Inter"/>
                  <a:cs typeface="Inter"/>
                </a:defRPr>
              </a:lvl8pPr>
              <a:lvl9pPr algn="l">
                <a:defRPr sz="1242" b="1" i="0" kern="0" spc="0">
                  <a:ln w="36104">
                    <a:solidFill>
                      <a:srgbClr val="FFFFFF"/>
                    </a:solidFill>
                    <a:prstDash val="solid"/>
                  </a:ln>
                  <a:solidFill>
                    <a:srgbClr val="FFFFFF"/>
                  </a:solidFill>
                  <a:latin typeface="Inter"/>
                  <a:ea typeface="Inter"/>
                  <a:cs typeface="Inter"/>
                </a:defRPr>
              </a:lvl9pPr>
            </a:lstStyle>
            <a:p>
              <a:pPr algn="l">
                <a:lnSpc>
                  <a:spcPct val="100000"/>
                </a:lnSpc>
                <a:buNone/>
                <a:defRPr sz="1242" b="1" i="0" kern="0" spc="0">
                  <a:solidFill>
                    <a:srgbClr val="FFFFFF"/>
                  </a:solidFill>
                  <a:latin typeface="Inter"/>
                  <a:ea typeface="Inter"/>
                  <a:cs typeface="Inter"/>
                </a:defRPr>
              </a:pPr>
              <a:r>
                <a:rPr sz="1242" b="1" i="0" kern="0" spc="0">
                  <a:ln w="36104">
                    <a:solidFill>
                      <a:srgbClr val="FFFFFF"/>
                    </a:solidFill>
                    <a:prstDash val="solid"/>
                  </a:ln>
                  <a:solidFill>
                    <a:srgbClr val="FFFFFF"/>
                  </a:solidFill>
                  <a:latin typeface="Inter"/>
                  <a:ea typeface="Inter"/>
                  <a:cs typeface="Inter"/>
                </a:rPr>
                <a:t>D</a:t>
              </a:r>
            </a:p>
          </p:txBody>
        </p:sp>
        <p:sp>
          <p:nvSpPr>
            <p:cNvPr id="94" name="s10 text 40">
              <a:extLst>
                <a:ext uri="{FF2B5EF4-FFF2-40B4-BE49-F238E27FC236}">
                  <a16:creationId xmlns:a16="http://schemas.microsoft.com/office/drawing/2014/main" id="{8E808EAB-BBEB-4B50-AB5F-ED1EFF1969C3}"/>
                </a:ext>
              </a:extLst>
            </p:cNvPr>
            <p:cNvSpPr>
              <a:spLocks noGrp="1"/>
            </p:cNvSpPr>
            <p:nvPr/>
          </p:nvSpPr>
          <p:spPr>
            <a:xfrm>
              <a:off x="3300550" y="4727046"/>
              <a:ext cx="177013" cy="219480"/>
            </a:xfrm>
            <a:prstGeom prst="rect">
              <a:avLst/>
            </a:prstGeom>
            <a:noFill/>
            <a:ln w="0">
              <a:noFill/>
              <a:prstDash val="solid"/>
            </a:ln>
          </p:spPr>
          <p:txBody>
            <a:bodyPr wrap="none" lIns="0" tIns="0" rIns="0" bIns="0" anchor="t">
              <a:noAutofit/>
            </a:bodyPr>
            <a:lstStyle>
              <a:defPPr algn="l">
                <a:defRPr sz="1242" b="1" i="0" kern="0" spc="0">
                  <a:solidFill>
                    <a:srgbClr val="0A2540"/>
                  </a:solidFill>
                  <a:latin typeface="Inter"/>
                  <a:ea typeface="Inter"/>
                  <a:cs typeface="Inter"/>
                </a:defRPr>
              </a:defPPr>
              <a:lvl1pPr algn="l">
                <a:defRPr sz="1242" b="1" i="0" kern="0" spc="0">
                  <a:solidFill>
                    <a:srgbClr val="0A2540"/>
                  </a:solidFill>
                  <a:latin typeface="Inter"/>
                  <a:ea typeface="Inter"/>
                  <a:cs typeface="Inter"/>
                </a:defRPr>
              </a:lvl1pPr>
              <a:lvl2pPr algn="l">
                <a:defRPr sz="1242" b="1" i="0" kern="0" spc="0">
                  <a:solidFill>
                    <a:srgbClr val="0A2540"/>
                  </a:solidFill>
                  <a:latin typeface="Inter"/>
                  <a:ea typeface="Inter"/>
                  <a:cs typeface="Inter"/>
                </a:defRPr>
              </a:lvl2pPr>
              <a:lvl3pPr algn="l">
                <a:defRPr sz="1242" b="1" i="0" kern="0" spc="0">
                  <a:solidFill>
                    <a:srgbClr val="0A2540"/>
                  </a:solidFill>
                  <a:latin typeface="Inter"/>
                  <a:ea typeface="Inter"/>
                  <a:cs typeface="Inter"/>
                </a:defRPr>
              </a:lvl3pPr>
              <a:lvl4pPr algn="l">
                <a:defRPr sz="1242" b="1" i="0" kern="0" spc="0">
                  <a:solidFill>
                    <a:srgbClr val="0A2540"/>
                  </a:solidFill>
                  <a:latin typeface="Inter"/>
                  <a:ea typeface="Inter"/>
                  <a:cs typeface="Inter"/>
                </a:defRPr>
              </a:lvl4pPr>
              <a:lvl5pPr algn="l">
                <a:defRPr sz="1242" b="1" i="0" kern="0" spc="0">
                  <a:solidFill>
                    <a:srgbClr val="0A2540"/>
                  </a:solidFill>
                  <a:latin typeface="Inter"/>
                  <a:ea typeface="Inter"/>
                  <a:cs typeface="Inter"/>
                </a:defRPr>
              </a:lvl5pPr>
              <a:lvl6pPr algn="l">
                <a:defRPr sz="1242" b="1" i="0" kern="0" spc="0">
                  <a:solidFill>
                    <a:srgbClr val="0A2540"/>
                  </a:solidFill>
                  <a:latin typeface="Inter"/>
                  <a:ea typeface="Inter"/>
                  <a:cs typeface="Inter"/>
                </a:defRPr>
              </a:lvl6pPr>
              <a:lvl7pPr algn="l">
                <a:defRPr sz="1242" b="1" i="0" kern="0" spc="0">
                  <a:solidFill>
                    <a:srgbClr val="0A2540"/>
                  </a:solidFill>
                  <a:latin typeface="Inter"/>
                  <a:ea typeface="Inter"/>
                  <a:cs typeface="Inter"/>
                </a:defRPr>
              </a:lvl7pPr>
              <a:lvl8pPr algn="l">
                <a:defRPr sz="1242" b="1" i="0" kern="0" spc="0">
                  <a:solidFill>
                    <a:srgbClr val="0A2540"/>
                  </a:solidFill>
                  <a:latin typeface="Inter"/>
                  <a:ea typeface="Inter"/>
                  <a:cs typeface="Inter"/>
                </a:defRPr>
              </a:lvl8pPr>
              <a:lvl9pPr algn="l">
                <a:defRPr sz="1242" b="1" i="0" kern="0" spc="0">
                  <a:solidFill>
                    <a:srgbClr val="0A2540"/>
                  </a:solidFill>
                  <a:latin typeface="Inter"/>
                  <a:ea typeface="Inter"/>
                  <a:cs typeface="Inter"/>
                </a:defRPr>
              </a:lvl9pPr>
            </a:lstStyle>
            <a:p>
              <a:pPr algn="l">
                <a:lnSpc>
                  <a:spcPct val="100000"/>
                </a:lnSpc>
                <a:buNone/>
                <a:defRPr sz="1242" b="1" i="0" kern="0" spc="0">
                  <a:solidFill>
                    <a:srgbClr val="0A2540"/>
                  </a:solidFill>
                  <a:latin typeface="Inter"/>
                  <a:ea typeface="Inter"/>
                  <a:cs typeface="Inter"/>
                </a:defRPr>
              </a:pPr>
              <a:r>
                <a:rPr sz="1242" b="1" i="0" kern="0" spc="0">
                  <a:solidFill>
                    <a:srgbClr val="0A2540"/>
                  </a:solidFill>
                  <a:latin typeface="Inter"/>
                  <a:ea typeface="Inter"/>
                  <a:cs typeface="Inter"/>
                </a:rPr>
                <a:t>D</a:t>
              </a:r>
            </a:p>
          </p:txBody>
        </p:sp>
        <p:sp>
          <p:nvSpPr>
            <p:cNvPr id="95" name="s10 text 41 halo">
              <a:extLst>
                <a:ext uri="{FF2B5EF4-FFF2-40B4-BE49-F238E27FC236}">
                  <a16:creationId xmlns:a16="http://schemas.microsoft.com/office/drawing/2014/main" id="{3BC62F87-2688-4C07-BF60-61B231B47C1A}"/>
                </a:ext>
              </a:extLst>
            </p:cNvPr>
            <p:cNvSpPr>
              <a:spLocks noGrp="1"/>
            </p:cNvSpPr>
            <p:nvPr/>
          </p:nvSpPr>
          <p:spPr>
            <a:xfrm>
              <a:off x="3188594" y="2932625"/>
              <a:ext cx="166375" cy="219480"/>
            </a:xfrm>
            <a:prstGeom prst="rect">
              <a:avLst/>
            </a:prstGeom>
            <a:noFill/>
            <a:ln w="0">
              <a:noFill/>
              <a:prstDash val="solid"/>
            </a:ln>
          </p:spPr>
          <p:txBody>
            <a:bodyPr wrap="none" lIns="0" tIns="0" rIns="0" bIns="0" anchor="t">
              <a:noAutofit/>
            </a:bodyPr>
            <a:lstStyle>
              <a:defPPr algn="l">
                <a:defRPr sz="1242" b="1" i="0" kern="0" spc="0">
                  <a:ln w="36104">
                    <a:solidFill>
                      <a:srgbClr val="FFFFFF"/>
                    </a:solidFill>
                    <a:prstDash val="solid"/>
                  </a:ln>
                  <a:solidFill>
                    <a:srgbClr val="FFFFFF"/>
                  </a:solidFill>
                  <a:latin typeface="Inter"/>
                  <a:ea typeface="Inter"/>
                  <a:cs typeface="Inter"/>
                </a:defRPr>
              </a:defPPr>
              <a:lvl1pPr algn="l">
                <a:defRPr sz="1242" b="1" i="0" kern="0" spc="0">
                  <a:ln w="36104">
                    <a:solidFill>
                      <a:srgbClr val="FFFFFF"/>
                    </a:solidFill>
                    <a:prstDash val="solid"/>
                  </a:ln>
                  <a:solidFill>
                    <a:srgbClr val="FFFFFF"/>
                  </a:solidFill>
                  <a:latin typeface="Inter"/>
                  <a:ea typeface="Inter"/>
                  <a:cs typeface="Inter"/>
                </a:defRPr>
              </a:lvl1pPr>
              <a:lvl2pPr algn="l">
                <a:defRPr sz="1242" b="1" i="0" kern="0" spc="0">
                  <a:ln w="36104">
                    <a:solidFill>
                      <a:srgbClr val="FFFFFF"/>
                    </a:solidFill>
                    <a:prstDash val="solid"/>
                  </a:ln>
                  <a:solidFill>
                    <a:srgbClr val="FFFFFF"/>
                  </a:solidFill>
                  <a:latin typeface="Inter"/>
                  <a:ea typeface="Inter"/>
                  <a:cs typeface="Inter"/>
                </a:defRPr>
              </a:lvl2pPr>
              <a:lvl3pPr algn="l">
                <a:defRPr sz="1242" b="1" i="0" kern="0" spc="0">
                  <a:ln w="36104">
                    <a:solidFill>
                      <a:srgbClr val="FFFFFF"/>
                    </a:solidFill>
                    <a:prstDash val="solid"/>
                  </a:ln>
                  <a:solidFill>
                    <a:srgbClr val="FFFFFF"/>
                  </a:solidFill>
                  <a:latin typeface="Inter"/>
                  <a:ea typeface="Inter"/>
                  <a:cs typeface="Inter"/>
                </a:defRPr>
              </a:lvl3pPr>
              <a:lvl4pPr algn="l">
                <a:defRPr sz="1242" b="1" i="0" kern="0" spc="0">
                  <a:ln w="36104">
                    <a:solidFill>
                      <a:srgbClr val="FFFFFF"/>
                    </a:solidFill>
                    <a:prstDash val="solid"/>
                  </a:ln>
                  <a:solidFill>
                    <a:srgbClr val="FFFFFF"/>
                  </a:solidFill>
                  <a:latin typeface="Inter"/>
                  <a:ea typeface="Inter"/>
                  <a:cs typeface="Inter"/>
                </a:defRPr>
              </a:lvl4pPr>
              <a:lvl5pPr algn="l">
                <a:defRPr sz="1242" b="1" i="0" kern="0" spc="0">
                  <a:ln w="36104">
                    <a:solidFill>
                      <a:srgbClr val="FFFFFF"/>
                    </a:solidFill>
                    <a:prstDash val="solid"/>
                  </a:ln>
                  <a:solidFill>
                    <a:srgbClr val="FFFFFF"/>
                  </a:solidFill>
                  <a:latin typeface="Inter"/>
                  <a:ea typeface="Inter"/>
                  <a:cs typeface="Inter"/>
                </a:defRPr>
              </a:lvl5pPr>
              <a:lvl6pPr algn="l">
                <a:defRPr sz="1242" b="1" i="0" kern="0" spc="0">
                  <a:ln w="36104">
                    <a:solidFill>
                      <a:srgbClr val="FFFFFF"/>
                    </a:solidFill>
                    <a:prstDash val="solid"/>
                  </a:ln>
                  <a:solidFill>
                    <a:srgbClr val="FFFFFF"/>
                  </a:solidFill>
                  <a:latin typeface="Inter"/>
                  <a:ea typeface="Inter"/>
                  <a:cs typeface="Inter"/>
                </a:defRPr>
              </a:lvl6pPr>
              <a:lvl7pPr algn="l">
                <a:defRPr sz="1242" b="1" i="0" kern="0" spc="0">
                  <a:ln w="36104">
                    <a:solidFill>
                      <a:srgbClr val="FFFFFF"/>
                    </a:solidFill>
                    <a:prstDash val="solid"/>
                  </a:ln>
                  <a:solidFill>
                    <a:srgbClr val="FFFFFF"/>
                  </a:solidFill>
                  <a:latin typeface="Inter"/>
                  <a:ea typeface="Inter"/>
                  <a:cs typeface="Inter"/>
                </a:defRPr>
              </a:lvl7pPr>
              <a:lvl8pPr algn="l">
                <a:defRPr sz="1242" b="1" i="0" kern="0" spc="0">
                  <a:ln w="36104">
                    <a:solidFill>
                      <a:srgbClr val="FFFFFF"/>
                    </a:solidFill>
                    <a:prstDash val="solid"/>
                  </a:ln>
                  <a:solidFill>
                    <a:srgbClr val="FFFFFF"/>
                  </a:solidFill>
                  <a:latin typeface="Inter"/>
                  <a:ea typeface="Inter"/>
                  <a:cs typeface="Inter"/>
                </a:defRPr>
              </a:lvl8pPr>
              <a:lvl9pPr algn="l">
                <a:defRPr sz="1242" b="1" i="0" kern="0" spc="0">
                  <a:ln w="36104">
                    <a:solidFill>
                      <a:srgbClr val="FFFFFF"/>
                    </a:solidFill>
                    <a:prstDash val="solid"/>
                  </a:ln>
                  <a:solidFill>
                    <a:srgbClr val="FFFFFF"/>
                  </a:solidFill>
                  <a:latin typeface="Inter"/>
                  <a:ea typeface="Inter"/>
                  <a:cs typeface="Inter"/>
                </a:defRPr>
              </a:lvl9pPr>
            </a:lstStyle>
            <a:p>
              <a:pPr algn="l">
                <a:lnSpc>
                  <a:spcPct val="100000"/>
                </a:lnSpc>
                <a:buNone/>
                <a:defRPr sz="1242" b="1" i="0" kern="0" spc="0">
                  <a:solidFill>
                    <a:srgbClr val="FFFFFF"/>
                  </a:solidFill>
                  <a:latin typeface="Inter"/>
                  <a:ea typeface="Inter"/>
                  <a:cs typeface="Inter"/>
                </a:defRPr>
              </a:pPr>
              <a:r>
                <a:rPr sz="1242" b="1" i="0" kern="0" spc="0">
                  <a:ln w="36104">
                    <a:solidFill>
                      <a:srgbClr val="FFFFFF"/>
                    </a:solidFill>
                    <a:prstDash val="solid"/>
                  </a:ln>
                  <a:solidFill>
                    <a:srgbClr val="FFFFFF"/>
                  </a:solidFill>
                  <a:latin typeface="Inter"/>
                  <a:ea typeface="Inter"/>
                  <a:cs typeface="Inter"/>
                </a:rPr>
                <a:t>S</a:t>
              </a:r>
            </a:p>
          </p:txBody>
        </p:sp>
        <p:sp>
          <p:nvSpPr>
            <p:cNvPr id="96" name="s10 text 41">
              <a:extLst>
                <a:ext uri="{FF2B5EF4-FFF2-40B4-BE49-F238E27FC236}">
                  <a16:creationId xmlns:a16="http://schemas.microsoft.com/office/drawing/2014/main" id="{4DDD65F2-4656-43EB-A285-BC38A72E7061}"/>
                </a:ext>
              </a:extLst>
            </p:cNvPr>
            <p:cNvSpPr>
              <a:spLocks noGrp="1"/>
            </p:cNvSpPr>
            <p:nvPr/>
          </p:nvSpPr>
          <p:spPr>
            <a:xfrm>
              <a:off x="3188594" y="2932625"/>
              <a:ext cx="166375" cy="219480"/>
            </a:xfrm>
            <a:prstGeom prst="rect">
              <a:avLst/>
            </a:prstGeom>
            <a:noFill/>
            <a:ln w="0">
              <a:noFill/>
              <a:prstDash val="solid"/>
            </a:ln>
          </p:spPr>
          <p:txBody>
            <a:bodyPr wrap="none" lIns="0" tIns="0" rIns="0" bIns="0" anchor="t">
              <a:noAutofit/>
            </a:bodyPr>
            <a:lstStyle>
              <a:defPPr algn="l">
                <a:defRPr sz="1242" b="1" i="0" kern="0" spc="0">
                  <a:solidFill>
                    <a:srgbClr val="0A2540"/>
                  </a:solidFill>
                  <a:latin typeface="Inter"/>
                  <a:ea typeface="Inter"/>
                  <a:cs typeface="Inter"/>
                </a:defRPr>
              </a:defPPr>
              <a:lvl1pPr algn="l">
                <a:defRPr sz="1242" b="1" i="0" kern="0" spc="0">
                  <a:solidFill>
                    <a:srgbClr val="0A2540"/>
                  </a:solidFill>
                  <a:latin typeface="Inter"/>
                  <a:ea typeface="Inter"/>
                  <a:cs typeface="Inter"/>
                </a:defRPr>
              </a:lvl1pPr>
              <a:lvl2pPr algn="l">
                <a:defRPr sz="1242" b="1" i="0" kern="0" spc="0">
                  <a:solidFill>
                    <a:srgbClr val="0A2540"/>
                  </a:solidFill>
                  <a:latin typeface="Inter"/>
                  <a:ea typeface="Inter"/>
                  <a:cs typeface="Inter"/>
                </a:defRPr>
              </a:lvl2pPr>
              <a:lvl3pPr algn="l">
                <a:defRPr sz="1242" b="1" i="0" kern="0" spc="0">
                  <a:solidFill>
                    <a:srgbClr val="0A2540"/>
                  </a:solidFill>
                  <a:latin typeface="Inter"/>
                  <a:ea typeface="Inter"/>
                  <a:cs typeface="Inter"/>
                </a:defRPr>
              </a:lvl3pPr>
              <a:lvl4pPr algn="l">
                <a:defRPr sz="1242" b="1" i="0" kern="0" spc="0">
                  <a:solidFill>
                    <a:srgbClr val="0A2540"/>
                  </a:solidFill>
                  <a:latin typeface="Inter"/>
                  <a:ea typeface="Inter"/>
                  <a:cs typeface="Inter"/>
                </a:defRPr>
              </a:lvl4pPr>
              <a:lvl5pPr algn="l">
                <a:defRPr sz="1242" b="1" i="0" kern="0" spc="0">
                  <a:solidFill>
                    <a:srgbClr val="0A2540"/>
                  </a:solidFill>
                  <a:latin typeface="Inter"/>
                  <a:ea typeface="Inter"/>
                  <a:cs typeface="Inter"/>
                </a:defRPr>
              </a:lvl5pPr>
              <a:lvl6pPr algn="l">
                <a:defRPr sz="1242" b="1" i="0" kern="0" spc="0">
                  <a:solidFill>
                    <a:srgbClr val="0A2540"/>
                  </a:solidFill>
                  <a:latin typeface="Inter"/>
                  <a:ea typeface="Inter"/>
                  <a:cs typeface="Inter"/>
                </a:defRPr>
              </a:lvl6pPr>
              <a:lvl7pPr algn="l">
                <a:defRPr sz="1242" b="1" i="0" kern="0" spc="0">
                  <a:solidFill>
                    <a:srgbClr val="0A2540"/>
                  </a:solidFill>
                  <a:latin typeface="Inter"/>
                  <a:ea typeface="Inter"/>
                  <a:cs typeface="Inter"/>
                </a:defRPr>
              </a:lvl7pPr>
              <a:lvl8pPr algn="l">
                <a:defRPr sz="1242" b="1" i="0" kern="0" spc="0">
                  <a:solidFill>
                    <a:srgbClr val="0A2540"/>
                  </a:solidFill>
                  <a:latin typeface="Inter"/>
                  <a:ea typeface="Inter"/>
                  <a:cs typeface="Inter"/>
                </a:defRPr>
              </a:lvl8pPr>
              <a:lvl9pPr algn="l">
                <a:defRPr sz="1242" b="1" i="0" kern="0" spc="0">
                  <a:solidFill>
                    <a:srgbClr val="0A2540"/>
                  </a:solidFill>
                  <a:latin typeface="Inter"/>
                  <a:ea typeface="Inter"/>
                  <a:cs typeface="Inter"/>
                </a:defRPr>
              </a:lvl9pPr>
            </a:lstStyle>
            <a:p>
              <a:pPr algn="l">
                <a:lnSpc>
                  <a:spcPct val="100000"/>
                </a:lnSpc>
                <a:buNone/>
                <a:defRPr sz="1242" b="1" i="0" kern="0" spc="0">
                  <a:solidFill>
                    <a:srgbClr val="0A2540"/>
                  </a:solidFill>
                  <a:latin typeface="Inter"/>
                  <a:ea typeface="Inter"/>
                  <a:cs typeface="Inter"/>
                </a:defRPr>
              </a:pPr>
              <a:r>
                <a:rPr sz="1242" b="1" i="0" kern="0" spc="0">
                  <a:solidFill>
                    <a:srgbClr val="0A2540"/>
                  </a:solidFill>
                  <a:latin typeface="Inter"/>
                  <a:ea typeface="Inter"/>
                  <a:cs typeface="Inter"/>
                </a:rPr>
                <a:t>S</a:t>
              </a:r>
            </a:p>
          </p:txBody>
        </p:sp>
        <p:sp>
          <p:nvSpPr>
            <p:cNvPr id="97" name="s10 text 42 halo">
              <a:extLst>
                <a:ext uri="{FF2B5EF4-FFF2-40B4-BE49-F238E27FC236}">
                  <a16:creationId xmlns:a16="http://schemas.microsoft.com/office/drawing/2014/main" id="{1486787A-CA09-47AF-966B-6E6DF0AAC9FF}"/>
                </a:ext>
              </a:extLst>
            </p:cNvPr>
            <p:cNvSpPr>
              <a:spLocks noGrp="1"/>
            </p:cNvSpPr>
            <p:nvPr/>
          </p:nvSpPr>
          <p:spPr>
            <a:xfrm>
              <a:off x="3449788" y="3243928"/>
              <a:ext cx="751008" cy="207949"/>
            </a:xfrm>
            <a:prstGeom prst="rect">
              <a:avLst/>
            </a:prstGeom>
            <a:noFill/>
            <a:ln w="0">
              <a:noFill/>
              <a:prstDash val="solid"/>
            </a:ln>
          </p:spPr>
          <p:txBody>
            <a:bodyPr wrap="none" lIns="0" tIns="0" rIns="0" bIns="0" anchor="t">
              <a:noAutofit/>
            </a:bodyPr>
            <a:lstStyle>
              <a:defPPr algn="l">
                <a:defRPr sz="1177" b="1" i="0" kern="0" spc="-8">
                  <a:ln w="36104">
                    <a:solidFill>
                      <a:srgbClr val="FFFFFF"/>
                    </a:solidFill>
                    <a:prstDash val="solid"/>
                  </a:ln>
                  <a:solidFill>
                    <a:srgbClr val="FFFFFF"/>
                  </a:solidFill>
                  <a:latin typeface="Inter"/>
                  <a:ea typeface="Inter"/>
                  <a:cs typeface="Inter"/>
                </a:defRPr>
              </a:defPPr>
              <a:lvl1pPr algn="l">
                <a:defRPr sz="1177" b="1" i="0" kern="0" spc="-8">
                  <a:ln w="36104">
                    <a:solidFill>
                      <a:srgbClr val="FFFFFF"/>
                    </a:solidFill>
                    <a:prstDash val="solid"/>
                  </a:ln>
                  <a:solidFill>
                    <a:srgbClr val="FFFFFF"/>
                  </a:solidFill>
                  <a:latin typeface="Inter"/>
                  <a:ea typeface="Inter"/>
                  <a:cs typeface="Inter"/>
                </a:defRPr>
              </a:lvl1pPr>
              <a:lvl2pPr algn="l">
                <a:defRPr sz="1177" b="1" i="0" kern="0" spc="-8">
                  <a:ln w="36104">
                    <a:solidFill>
                      <a:srgbClr val="FFFFFF"/>
                    </a:solidFill>
                    <a:prstDash val="solid"/>
                  </a:ln>
                  <a:solidFill>
                    <a:srgbClr val="FFFFFF"/>
                  </a:solidFill>
                  <a:latin typeface="Inter"/>
                  <a:ea typeface="Inter"/>
                  <a:cs typeface="Inter"/>
                </a:defRPr>
              </a:lvl2pPr>
              <a:lvl3pPr algn="l">
                <a:defRPr sz="1177" b="1" i="0" kern="0" spc="-8">
                  <a:ln w="36104">
                    <a:solidFill>
                      <a:srgbClr val="FFFFFF"/>
                    </a:solidFill>
                    <a:prstDash val="solid"/>
                  </a:ln>
                  <a:solidFill>
                    <a:srgbClr val="FFFFFF"/>
                  </a:solidFill>
                  <a:latin typeface="Inter"/>
                  <a:ea typeface="Inter"/>
                  <a:cs typeface="Inter"/>
                </a:defRPr>
              </a:lvl3pPr>
              <a:lvl4pPr algn="l">
                <a:defRPr sz="1177" b="1" i="0" kern="0" spc="-8">
                  <a:ln w="36104">
                    <a:solidFill>
                      <a:srgbClr val="FFFFFF"/>
                    </a:solidFill>
                    <a:prstDash val="solid"/>
                  </a:ln>
                  <a:solidFill>
                    <a:srgbClr val="FFFFFF"/>
                  </a:solidFill>
                  <a:latin typeface="Inter"/>
                  <a:ea typeface="Inter"/>
                  <a:cs typeface="Inter"/>
                </a:defRPr>
              </a:lvl4pPr>
              <a:lvl5pPr algn="l">
                <a:defRPr sz="1177" b="1" i="0" kern="0" spc="-8">
                  <a:ln w="36104">
                    <a:solidFill>
                      <a:srgbClr val="FFFFFF"/>
                    </a:solidFill>
                    <a:prstDash val="solid"/>
                  </a:ln>
                  <a:solidFill>
                    <a:srgbClr val="FFFFFF"/>
                  </a:solidFill>
                  <a:latin typeface="Inter"/>
                  <a:ea typeface="Inter"/>
                  <a:cs typeface="Inter"/>
                </a:defRPr>
              </a:lvl5pPr>
              <a:lvl6pPr algn="l">
                <a:defRPr sz="1177" b="1" i="0" kern="0" spc="-8">
                  <a:ln w="36104">
                    <a:solidFill>
                      <a:srgbClr val="FFFFFF"/>
                    </a:solidFill>
                    <a:prstDash val="solid"/>
                  </a:ln>
                  <a:solidFill>
                    <a:srgbClr val="FFFFFF"/>
                  </a:solidFill>
                  <a:latin typeface="Inter"/>
                  <a:ea typeface="Inter"/>
                  <a:cs typeface="Inter"/>
                </a:defRPr>
              </a:lvl6pPr>
              <a:lvl7pPr algn="l">
                <a:defRPr sz="1177" b="1" i="0" kern="0" spc="-8">
                  <a:ln w="36104">
                    <a:solidFill>
                      <a:srgbClr val="FFFFFF"/>
                    </a:solidFill>
                    <a:prstDash val="solid"/>
                  </a:ln>
                  <a:solidFill>
                    <a:srgbClr val="FFFFFF"/>
                  </a:solidFill>
                  <a:latin typeface="Inter"/>
                  <a:ea typeface="Inter"/>
                  <a:cs typeface="Inter"/>
                </a:defRPr>
              </a:lvl7pPr>
              <a:lvl8pPr algn="l">
                <a:defRPr sz="1177" b="1" i="0" kern="0" spc="-8">
                  <a:ln w="36104">
                    <a:solidFill>
                      <a:srgbClr val="FFFFFF"/>
                    </a:solidFill>
                    <a:prstDash val="solid"/>
                  </a:ln>
                  <a:solidFill>
                    <a:srgbClr val="FFFFFF"/>
                  </a:solidFill>
                  <a:latin typeface="Inter"/>
                  <a:ea typeface="Inter"/>
                  <a:cs typeface="Inter"/>
                </a:defRPr>
              </a:lvl8pPr>
              <a:lvl9pPr algn="l">
                <a:defRPr sz="1177" b="1" i="0" kern="0" spc="-8">
                  <a:ln w="36104">
                    <a:solidFill>
                      <a:srgbClr val="FFFFFF"/>
                    </a:solidFill>
                    <a:prstDash val="solid"/>
                  </a:ln>
                  <a:solidFill>
                    <a:srgbClr val="FFFFFF"/>
                  </a:solidFill>
                  <a:latin typeface="Inter"/>
                  <a:ea typeface="Inter"/>
                  <a:cs typeface="Inter"/>
                </a:defRPr>
              </a:lvl9pPr>
            </a:lstStyle>
            <a:p>
              <a:pPr algn="l">
                <a:lnSpc>
                  <a:spcPct val="100000"/>
                </a:lnSpc>
                <a:buNone/>
                <a:defRPr sz="1177" b="1" i="0" kern="0" spc="-8">
                  <a:solidFill>
                    <a:srgbClr val="FFFFFF"/>
                  </a:solidFill>
                  <a:latin typeface="Inter"/>
                  <a:ea typeface="Inter"/>
                  <a:cs typeface="Inter"/>
                </a:defRPr>
              </a:pPr>
              <a:r>
                <a:rPr sz="1177" b="1" i="0" kern="0" spc="-8">
                  <a:ln w="36104">
                    <a:solidFill>
                      <a:srgbClr val="FFFFFF"/>
                    </a:solidFill>
                    <a:prstDash val="solid"/>
                  </a:ln>
                  <a:solidFill>
                    <a:srgbClr val="FFFFFF"/>
                  </a:solidFill>
                  <a:latin typeface="Inter"/>
                  <a:ea typeface="Inter"/>
                  <a:cs typeface="Inter"/>
                </a:rPr>
                <a:t>S + quota</a:t>
              </a:r>
            </a:p>
          </p:txBody>
        </p:sp>
        <p:sp>
          <p:nvSpPr>
            <p:cNvPr id="98" name="s10 text 42">
              <a:extLst>
                <a:ext uri="{FF2B5EF4-FFF2-40B4-BE49-F238E27FC236}">
                  <a16:creationId xmlns:a16="http://schemas.microsoft.com/office/drawing/2014/main" id="{3863B64C-1EF6-41ED-9518-2207E8FA4E82}"/>
                </a:ext>
              </a:extLst>
            </p:cNvPr>
            <p:cNvSpPr>
              <a:spLocks noGrp="1"/>
            </p:cNvSpPr>
            <p:nvPr/>
          </p:nvSpPr>
          <p:spPr>
            <a:xfrm>
              <a:off x="3449788" y="3243928"/>
              <a:ext cx="751008" cy="207949"/>
            </a:xfrm>
            <a:prstGeom prst="rect">
              <a:avLst/>
            </a:prstGeom>
            <a:noFill/>
            <a:ln w="0">
              <a:noFill/>
              <a:prstDash val="solid"/>
            </a:ln>
          </p:spPr>
          <p:txBody>
            <a:bodyPr wrap="none" lIns="0" tIns="0" rIns="0" bIns="0" anchor="t">
              <a:noAutofit/>
            </a:bodyPr>
            <a:lstStyle>
              <a:defPPr algn="l">
                <a:defRPr sz="1177" b="1" i="0" kern="0" spc="-8">
                  <a:solidFill>
                    <a:srgbClr val="DC2626"/>
                  </a:solidFill>
                  <a:latin typeface="Inter"/>
                  <a:ea typeface="Inter"/>
                  <a:cs typeface="Inter"/>
                </a:defRPr>
              </a:defPPr>
              <a:lvl1pPr algn="l">
                <a:defRPr sz="1177" b="1" i="0" kern="0" spc="-8">
                  <a:solidFill>
                    <a:srgbClr val="DC2626"/>
                  </a:solidFill>
                  <a:latin typeface="Inter"/>
                  <a:ea typeface="Inter"/>
                  <a:cs typeface="Inter"/>
                </a:defRPr>
              </a:lvl1pPr>
              <a:lvl2pPr algn="l">
                <a:defRPr sz="1177" b="1" i="0" kern="0" spc="-8">
                  <a:solidFill>
                    <a:srgbClr val="DC2626"/>
                  </a:solidFill>
                  <a:latin typeface="Inter"/>
                  <a:ea typeface="Inter"/>
                  <a:cs typeface="Inter"/>
                </a:defRPr>
              </a:lvl2pPr>
              <a:lvl3pPr algn="l">
                <a:defRPr sz="1177" b="1" i="0" kern="0" spc="-8">
                  <a:solidFill>
                    <a:srgbClr val="DC2626"/>
                  </a:solidFill>
                  <a:latin typeface="Inter"/>
                  <a:ea typeface="Inter"/>
                  <a:cs typeface="Inter"/>
                </a:defRPr>
              </a:lvl3pPr>
              <a:lvl4pPr algn="l">
                <a:defRPr sz="1177" b="1" i="0" kern="0" spc="-8">
                  <a:solidFill>
                    <a:srgbClr val="DC2626"/>
                  </a:solidFill>
                  <a:latin typeface="Inter"/>
                  <a:ea typeface="Inter"/>
                  <a:cs typeface="Inter"/>
                </a:defRPr>
              </a:lvl4pPr>
              <a:lvl5pPr algn="l">
                <a:defRPr sz="1177" b="1" i="0" kern="0" spc="-8">
                  <a:solidFill>
                    <a:srgbClr val="DC2626"/>
                  </a:solidFill>
                  <a:latin typeface="Inter"/>
                  <a:ea typeface="Inter"/>
                  <a:cs typeface="Inter"/>
                </a:defRPr>
              </a:lvl5pPr>
              <a:lvl6pPr algn="l">
                <a:defRPr sz="1177" b="1" i="0" kern="0" spc="-8">
                  <a:solidFill>
                    <a:srgbClr val="DC2626"/>
                  </a:solidFill>
                  <a:latin typeface="Inter"/>
                  <a:ea typeface="Inter"/>
                  <a:cs typeface="Inter"/>
                </a:defRPr>
              </a:lvl6pPr>
              <a:lvl7pPr algn="l">
                <a:defRPr sz="1177" b="1" i="0" kern="0" spc="-8">
                  <a:solidFill>
                    <a:srgbClr val="DC2626"/>
                  </a:solidFill>
                  <a:latin typeface="Inter"/>
                  <a:ea typeface="Inter"/>
                  <a:cs typeface="Inter"/>
                </a:defRPr>
              </a:lvl7pPr>
              <a:lvl8pPr algn="l">
                <a:defRPr sz="1177" b="1" i="0" kern="0" spc="-8">
                  <a:solidFill>
                    <a:srgbClr val="DC2626"/>
                  </a:solidFill>
                  <a:latin typeface="Inter"/>
                  <a:ea typeface="Inter"/>
                  <a:cs typeface="Inter"/>
                </a:defRPr>
              </a:lvl8pPr>
              <a:lvl9pPr algn="l">
                <a:defRPr sz="1177" b="1" i="0" kern="0" spc="-8">
                  <a:solidFill>
                    <a:srgbClr val="DC2626"/>
                  </a:solidFill>
                  <a:latin typeface="Inter"/>
                  <a:ea typeface="Inter"/>
                  <a:cs typeface="Inter"/>
                </a:defRPr>
              </a:lvl9pPr>
            </a:lstStyle>
            <a:p>
              <a:pPr algn="l">
                <a:lnSpc>
                  <a:spcPct val="100000"/>
                </a:lnSpc>
                <a:buNone/>
                <a:defRPr sz="1177" b="1" i="0" kern="0" spc="-8">
                  <a:solidFill>
                    <a:srgbClr val="DC2626"/>
                  </a:solidFill>
                  <a:latin typeface="Inter"/>
                  <a:ea typeface="Inter"/>
                  <a:cs typeface="Inter"/>
                </a:defRPr>
              </a:pPr>
              <a:r>
                <a:rPr sz="1177" b="1" i="0" kern="0" spc="-8">
                  <a:solidFill>
                    <a:srgbClr val="DC2626"/>
                  </a:solidFill>
                  <a:latin typeface="Inter"/>
                  <a:ea typeface="Inter"/>
                  <a:cs typeface="Inter"/>
                </a:rPr>
                <a:t>S + quota</a:t>
              </a:r>
            </a:p>
          </p:txBody>
        </p:sp>
        <p:sp>
          <p:nvSpPr>
            <p:cNvPr id="99" name="s10 text 43 halo">
              <a:extLst>
                <a:ext uri="{FF2B5EF4-FFF2-40B4-BE49-F238E27FC236}">
                  <a16:creationId xmlns:a16="http://schemas.microsoft.com/office/drawing/2014/main" id="{109315A2-8B65-4BFD-95E3-3A2F0D278336}"/>
                </a:ext>
              </a:extLst>
            </p:cNvPr>
            <p:cNvSpPr>
              <a:spLocks noGrp="1"/>
            </p:cNvSpPr>
            <p:nvPr/>
          </p:nvSpPr>
          <p:spPr>
            <a:xfrm>
              <a:off x="1659051" y="4999323"/>
              <a:ext cx="2354189" cy="173258"/>
            </a:xfrm>
            <a:prstGeom prst="rect">
              <a:avLst/>
            </a:prstGeom>
            <a:noFill/>
            <a:ln w="0">
              <a:noFill/>
              <a:prstDash val="solid"/>
            </a:ln>
          </p:spPr>
          <p:txBody>
            <a:bodyPr wrap="none" lIns="0" tIns="0" rIns="0" bIns="0" anchor="t">
              <a:noAutofit/>
            </a:bodyPr>
            <a:lstStyle>
              <a:defPPr algn="l">
                <a:defRPr sz="980" b="1" i="0" kern="0" spc="-8">
                  <a:ln w="36104">
                    <a:solidFill>
                      <a:srgbClr val="FFFFFF"/>
                    </a:solidFill>
                    <a:prstDash val="solid"/>
                  </a:ln>
                  <a:solidFill>
                    <a:srgbClr val="FFFFFF"/>
                  </a:solidFill>
                  <a:latin typeface="Inter"/>
                  <a:ea typeface="Inter"/>
                  <a:cs typeface="Inter"/>
                </a:defRPr>
              </a:defPPr>
              <a:lvl1pPr algn="l">
                <a:defRPr sz="980" b="1" i="0" kern="0" spc="-8">
                  <a:ln w="36104">
                    <a:solidFill>
                      <a:srgbClr val="FFFFFF"/>
                    </a:solidFill>
                    <a:prstDash val="solid"/>
                  </a:ln>
                  <a:solidFill>
                    <a:srgbClr val="FFFFFF"/>
                  </a:solidFill>
                  <a:latin typeface="Inter"/>
                  <a:ea typeface="Inter"/>
                  <a:cs typeface="Inter"/>
                </a:defRPr>
              </a:lvl1pPr>
              <a:lvl2pPr algn="l">
                <a:defRPr sz="980" b="1" i="0" kern="0" spc="-8">
                  <a:ln w="36104">
                    <a:solidFill>
                      <a:srgbClr val="FFFFFF"/>
                    </a:solidFill>
                    <a:prstDash val="solid"/>
                  </a:ln>
                  <a:solidFill>
                    <a:srgbClr val="FFFFFF"/>
                  </a:solidFill>
                  <a:latin typeface="Inter"/>
                  <a:ea typeface="Inter"/>
                  <a:cs typeface="Inter"/>
                </a:defRPr>
              </a:lvl2pPr>
              <a:lvl3pPr algn="l">
                <a:defRPr sz="980" b="1" i="0" kern="0" spc="-8">
                  <a:ln w="36104">
                    <a:solidFill>
                      <a:srgbClr val="FFFFFF"/>
                    </a:solidFill>
                    <a:prstDash val="solid"/>
                  </a:ln>
                  <a:solidFill>
                    <a:srgbClr val="FFFFFF"/>
                  </a:solidFill>
                  <a:latin typeface="Inter"/>
                  <a:ea typeface="Inter"/>
                  <a:cs typeface="Inter"/>
                </a:defRPr>
              </a:lvl3pPr>
              <a:lvl4pPr algn="l">
                <a:defRPr sz="980" b="1" i="0" kern="0" spc="-8">
                  <a:ln w="36104">
                    <a:solidFill>
                      <a:srgbClr val="FFFFFF"/>
                    </a:solidFill>
                    <a:prstDash val="solid"/>
                  </a:ln>
                  <a:solidFill>
                    <a:srgbClr val="FFFFFF"/>
                  </a:solidFill>
                  <a:latin typeface="Inter"/>
                  <a:ea typeface="Inter"/>
                  <a:cs typeface="Inter"/>
                </a:defRPr>
              </a:lvl4pPr>
              <a:lvl5pPr algn="l">
                <a:defRPr sz="980" b="1" i="0" kern="0" spc="-8">
                  <a:ln w="36104">
                    <a:solidFill>
                      <a:srgbClr val="FFFFFF"/>
                    </a:solidFill>
                    <a:prstDash val="solid"/>
                  </a:ln>
                  <a:solidFill>
                    <a:srgbClr val="FFFFFF"/>
                  </a:solidFill>
                  <a:latin typeface="Inter"/>
                  <a:ea typeface="Inter"/>
                  <a:cs typeface="Inter"/>
                </a:defRPr>
              </a:lvl5pPr>
              <a:lvl6pPr algn="l">
                <a:defRPr sz="980" b="1" i="0" kern="0" spc="-8">
                  <a:ln w="36104">
                    <a:solidFill>
                      <a:srgbClr val="FFFFFF"/>
                    </a:solidFill>
                    <a:prstDash val="solid"/>
                  </a:ln>
                  <a:solidFill>
                    <a:srgbClr val="FFFFFF"/>
                  </a:solidFill>
                  <a:latin typeface="Inter"/>
                  <a:ea typeface="Inter"/>
                  <a:cs typeface="Inter"/>
                </a:defRPr>
              </a:lvl6pPr>
              <a:lvl7pPr algn="l">
                <a:defRPr sz="980" b="1" i="0" kern="0" spc="-8">
                  <a:ln w="36104">
                    <a:solidFill>
                      <a:srgbClr val="FFFFFF"/>
                    </a:solidFill>
                    <a:prstDash val="solid"/>
                  </a:ln>
                  <a:solidFill>
                    <a:srgbClr val="FFFFFF"/>
                  </a:solidFill>
                  <a:latin typeface="Inter"/>
                  <a:ea typeface="Inter"/>
                  <a:cs typeface="Inter"/>
                </a:defRPr>
              </a:lvl7pPr>
              <a:lvl8pPr algn="l">
                <a:defRPr sz="980" b="1" i="0" kern="0" spc="-8">
                  <a:ln w="36104">
                    <a:solidFill>
                      <a:srgbClr val="FFFFFF"/>
                    </a:solidFill>
                    <a:prstDash val="solid"/>
                  </a:ln>
                  <a:solidFill>
                    <a:srgbClr val="FFFFFF"/>
                  </a:solidFill>
                  <a:latin typeface="Inter"/>
                  <a:ea typeface="Inter"/>
                  <a:cs typeface="Inter"/>
                </a:defRPr>
              </a:lvl8pPr>
              <a:lvl9pPr algn="l">
                <a:defRPr sz="980" b="1" i="0" kern="0" spc="-8">
                  <a:ln w="36104">
                    <a:solidFill>
                      <a:srgbClr val="FFFFFF"/>
                    </a:solidFill>
                    <a:prstDash val="solid"/>
                  </a:ln>
                  <a:solidFill>
                    <a:srgbClr val="FFFFFF"/>
                  </a:solidFill>
                  <a:latin typeface="Inter"/>
                  <a:ea typeface="Inter"/>
                  <a:cs typeface="Inter"/>
                </a:defRPr>
              </a:lvl9pPr>
            </a:lstStyle>
            <a:p>
              <a:pPr algn="l">
                <a:lnSpc>
                  <a:spcPct val="100000"/>
                </a:lnSpc>
                <a:buNone/>
                <a:defRPr sz="980" b="1" i="0" kern="0" spc="-8">
                  <a:solidFill>
                    <a:srgbClr val="FFFFFF"/>
                  </a:solidFill>
                  <a:latin typeface="Inter"/>
                  <a:ea typeface="Inter"/>
                  <a:cs typeface="Inter"/>
                </a:defRPr>
              </a:pPr>
              <a:r>
                <a:rPr sz="980" b="1" i="0" kern="0" spc="-8">
                  <a:ln w="36104">
                    <a:solidFill>
                      <a:srgbClr val="FFFFFF"/>
                    </a:solidFill>
                    <a:prstDash val="solid"/>
                  </a:ln>
                  <a:solidFill>
                    <a:srgbClr val="FFFFFF"/>
                  </a:solidFill>
                  <a:latin typeface="Inter"/>
                  <a:ea typeface="Inter"/>
                  <a:cs typeface="Inter"/>
                </a:rPr>
                <a:t>starts at $25 — below the world price,</a:t>
              </a:r>
            </a:p>
          </p:txBody>
        </p:sp>
        <p:sp>
          <p:nvSpPr>
            <p:cNvPr id="100" name="s10 text 43">
              <a:extLst>
                <a:ext uri="{FF2B5EF4-FFF2-40B4-BE49-F238E27FC236}">
                  <a16:creationId xmlns:a16="http://schemas.microsoft.com/office/drawing/2014/main" id="{556BE705-0240-4B5B-8DDB-899F733605CE}"/>
                </a:ext>
              </a:extLst>
            </p:cNvPr>
            <p:cNvSpPr>
              <a:spLocks noGrp="1"/>
            </p:cNvSpPr>
            <p:nvPr/>
          </p:nvSpPr>
          <p:spPr>
            <a:xfrm>
              <a:off x="1659051" y="4999323"/>
              <a:ext cx="2354189" cy="173258"/>
            </a:xfrm>
            <a:prstGeom prst="rect">
              <a:avLst/>
            </a:prstGeom>
            <a:noFill/>
            <a:ln w="0">
              <a:noFill/>
              <a:prstDash val="solid"/>
            </a:ln>
          </p:spPr>
          <p:txBody>
            <a:bodyPr wrap="none" lIns="0" tIns="0" rIns="0" bIns="0" anchor="t">
              <a:noAutofit/>
            </a:bodyPr>
            <a:lstStyle>
              <a:defPPr algn="l">
                <a:defRPr sz="980" b="1" i="0" kern="0" spc="-8">
                  <a:solidFill>
                    <a:srgbClr val="DC2626"/>
                  </a:solidFill>
                  <a:latin typeface="Inter"/>
                  <a:ea typeface="Inter"/>
                  <a:cs typeface="Inter"/>
                </a:defRPr>
              </a:defPPr>
              <a:lvl1pPr algn="l">
                <a:defRPr sz="980" b="1" i="0" kern="0" spc="-8">
                  <a:solidFill>
                    <a:srgbClr val="DC2626"/>
                  </a:solidFill>
                  <a:latin typeface="Inter"/>
                  <a:ea typeface="Inter"/>
                  <a:cs typeface="Inter"/>
                </a:defRPr>
              </a:lvl1pPr>
              <a:lvl2pPr algn="l">
                <a:defRPr sz="980" b="1" i="0" kern="0" spc="-8">
                  <a:solidFill>
                    <a:srgbClr val="DC2626"/>
                  </a:solidFill>
                  <a:latin typeface="Inter"/>
                  <a:ea typeface="Inter"/>
                  <a:cs typeface="Inter"/>
                </a:defRPr>
              </a:lvl2pPr>
              <a:lvl3pPr algn="l">
                <a:defRPr sz="980" b="1" i="0" kern="0" spc="-8">
                  <a:solidFill>
                    <a:srgbClr val="DC2626"/>
                  </a:solidFill>
                  <a:latin typeface="Inter"/>
                  <a:ea typeface="Inter"/>
                  <a:cs typeface="Inter"/>
                </a:defRPr>
              </a:lvl3pPr>
              <a:lvl4pPr algn="l">
                <a:defRPr sz="980" b="1" i="0" kern="0" spc="-8">
                  <a:solidFill>
                    <a:srgbClr val="DC2626"/>
                  </a:solidFill>
                  <a:latin typeface="Inter"/>
                  <a:ea typeface="Inter"/>
                  <a:cs typeface="Inter"/>
                </a:defRPr>
              </a:lvl4pPr>
              <a:lvl5pPr algn="l">
                <a:defRPr sz="980" b="1" i="0" kern="0" spc="-8">
                  <a:solidFill>
                    <a:srgbClr val="DC2626"/>
                  </a:solidFill>
                  <a:latin typeface="Inter"/>
                  <a:ea typeface="Inter"/>
                  <a:cs typeface="Inter"/>
                </a:defRPr>
              </a:lvl5pPr>
              <a:lvl6pPr algn="l">
                <a:defRPr sz="980" b="1" i="0" kern="0" spc="-8">
                  <a:solidFill>
                    <a:srgbClr val="DC2626"/>
                  </a:solidFill>
                  <a:latin typeface="Inter"/>
                  <a:ea typeface="Inter"/>
                  <a:cs typeface="Inter"/>
                </a:defRPr>
              </a:lvl6pPr>
              <a:lvl7pPr algn="l">
                <a:defRPr sz="980" b="1" i="0" kern="0" spc="-8">
                  <a:solidFill>
                    <a:srgbClr val="DC2626"/>
                  </a:solidFill>
                  <a:latin typeface="Inter"/>
                  <a:ea typeface="Inter"/>
                  <a:cs typeface="Inter"/>
                </a:defRPr>
              </a:lvl7pPr>
              <a:lvl8pPr algn="l">
                <a:defRPr sz="980" b="1" i="0" kern="0" spc="-8">
                  <a:solidFill>
                    <a:srgbClr val="DC2626"/>
                  </a:solidFill>
                  <a:latin typeface="Inter"/>
                  <a:ea typeface="Inter"/>
                  <a:cs typeface="Inter"/>
                </a:defRPr>
              </a:lvl8pPr>
              <a:lvl9pPr algn="l">
                <a:defRPr sz="980" b="1" i="0" kern="0" spc="-8">
                  <a:solidFill>
                    <a:srgbClr val="DC2626"/>
                  </a:solidFill>
                  <a:latin typeface="Inter"/>
                  <a:ea typeface="Inter"/>
                  <a:cs typeface="Inter"/>
                </a:defRPr>
              </a:lvl9pPr>
            </a:lstStyle>
            <a:p>
              <a:pPr algn="l">
                <a:lnSpc>
                  <a:spcPct val="100000"/>
                </a:lnSpc>
                <a:buNone/>
                <a:defRPr sz="980" b="1" i="0" kern="0" spc="-8">
                  <a:solidFill>
                    <a:srgbClr val="DC2626"/>
                  </a:solidFill>
                  <a:latin typeface="Inter"/>
                  <a:ea typeface="Inter"/>
                  <a:cs typeface="Inter"/>
                </a:defRPr>
              </a:pPr>
              <a:r>
                <a:rPr sz="980" b="1" i="0" kern="0" spc="-8">
                  <a:solidFill>
                    <a:srgbClr val="DC2626"/>
                  </a:solidFill>
                  <a:latin typeface="Inter"/>
                  <a:ea typeface="Inter"/>
                  <a:cs typeface="Inter"/>
                </a:rPr>
                <a:t>starts at $25 — below the world price,</a:t>
              </a:r>
            </a:p>
          </p:txBody>
        </p:sp>
        <p:sp>
          <p:nvSpPr>
            <p:cNvPr id="101" name="s10 text 44 halo">
              <a:extLst>
                <a:ext uri="{FF2B5EF4-FFF2-40B4-BE49-F238E27FC236}">
                  <a16:creationId xmlns:a16="http://schemas.microsoft.com/office/drawing/2014/main" id="{32247B93-A380-4594-9D03-0EC26FDCD1A7}"/>
                </a:ext>
              </a:extLst>
            </p:cNvPr>
            <p:cNvSpPr>
              <a:spLocks noGrp="1"/>
            </p:cNvSpPr>
            <p:nvPr/>
          </p:nvSpPr>
          <p:spPr>
            <a:xfrm>
              <a:off x="1659051" y="5163518"/>
              <a:ext cx="1846316" cy="173258"/>
            </a:xfrm>
            <a:prstGeom prst="rect">
              <a:avLst/>
            </a:prstGeom>
            <a:noFill/>
            <a:ln w="0">
              <a:noFill/>
              <a:prstDash val="solid"/>
            </a:ln>
          </p:spPr>
          <p:txBody>
            <a:bodyPr wrap="none" lIns="0" tIns="0" rIns="0" bIns="0" anchor="t">
              <a:noAutofit/>
            </a:bodyPr>
            <a:lstStyle>
              <a:defPPr algn="l">
                <a:defRPr sz="980" b="1" i="0" kern="0" spc="-8">
                  <a:ln w="36104">
                    <a:solidFill>
                      <a:srgbClr val="FFFFFF"/>
                    </a:solidFill>
                    <a:prstDash val="solid"/>
                  </a:ln>
                  <a:solidFill>
                    <a:srgbClr val="FFFFFF"/>
                  </a:solidFill>
                  <a:latin typeface="Inter"/>
                  <a:ea typeface="Inter"/>
                  <a:cs typeface="Inter"/>
                </a:defRPr>
              </a:defPPr>
              <a:lvl1pPr algn="l">
                <a:defRPr sz="980" b="1" i="0" kern="0" spc="-8">
                  <a:ln w="36104">
                    <a:solidFill>
                      <a:srgbClr val="FFFFFF"/>
                    </a:solidFill>
                    <a:prstDash val="solid"/>
                  </a:ln>
                  <a:solidFill>
                    <a:srgbClr val="FFFFFF"/>
                  </a:solidFill>
                  <a:latin typeface="Inter"/>
                  <a:ea typeface="Inter"/>
                  <a:cs typeface="Inter"/>
                </a:defRPr>
              </a:lvl1pPr>
              <a:lvl2pPr algn="l">
                <a:defRPr sz="980" b="1" i="0" kern="0" spc="-8">
                  <a:ln w="36104">
                    <a:solidFill>
                      <a:srgbClr val="FFFFFF"/>
                    </a:solidFill>
                    <a:prstDash val="solid"/>
                  </a:ln>
                  <a:solidFill>
                    <a:srgbClr val="FFFFFF"/>
                  </a:solidFill>
                  <a:latin typeface="Inter"/>
                  <a:ea typeface="Inter"/>
                  <a:cs typeface="Inter"/>
                </a:defRPr>
              </a:lvl2pPr>
              <a:lvl3pPr algn="l">
                <a:defRPr sz="980" b="1" i="0" kern="0" spc="-8">
                  <a:ln w="36104">
                    <a:solidFill>
                      <a:srgbClr val="FFFFFF"/>
                    </a:solidFill>
                    <a:prstDash val="solid"/>
                  </a:ln>
                  <a:solidFill>
                    <a:srgbClr val="FFFFFF"/>
                  </a:solidFill>
                  <a:latin typeface="Inter"/>
                  <a:ea typeface="Inter"/>
                  <a:cs typeface="Inter"/>
                </a:defRPr>
              </a:lvl3pPr>
              <a:lvl4pPr algn="l">
                <a:defRPr sz="980" b="1" i="0" kern="0" spc="-8">
                  <a:ln w="36104">
                    <a:solidFill>
                      <a:srgbClr val="FFFFFF"/>
                    </a:solidFill>
                    <a:prstDash val="solid"/>
                  </a:ln>
                  <a:solidFill>
                    <a:srgbClr val="FFFFFF"/>
                  </a:solidFill>
                  <a:latin typeface="Inter"/>
                  <a:ea typeface="Inter"/>
                  <a:cs typeface="Inter"/>
                </a:defRPr>
              </a:lvl4pPr>
              <a:lvl5pPr algn="l">
                <a:defRPr sz="980" b="1" i="0" kern="0" spc="-8">
                  <a:ln w="36104">
                    <a:solidFill>
                      <a:srgbClr val="FFFFFF"/>
                    </a:solidFill>
                    <a:prstDash val="solid"/>
                  </a:ln>
                  <a:solidFill>
                    <a:srgbClr val="FFFFFF"/>
                  </a:solidFill>
                  <a:latin typeface="Inter"/>
                  <a:ea typeface="Inter"/>
                  <a:cs typeface="Inter"/>
                </a:defRPr>
              </a:lvl5pPr>
              <a:lvl6pPr algn="l">
                <a:defRPr sz="980" b="1" i="0" kern="0" spc="-8">
                  <a:ln w="36104">
                    <a:solidFill>
                      <a:srgbClr val="FFFFFF"/>
                    </a:solidFill>
                    <a:prstDash val="solid"/>
                  </a:ln>
                  <a:solidFill>
                    <a:srgbClr val="FFFFFF"/>
                  </a:solidFill>
                  <a:latin typeface="Inter"/>
                  <a:ea typeface="Inter"/>
                  <a:cs typeface="Inter"/>
                </a:defRPr>
              </a:lvl6pPr>
              <a:lvl7pPr algn="l">
                <a:defRPr sz="980" b="1" i="0" kern="0" spc="-8">
                  <a:ln w="36104">
                    <a:solidFill>
                      <a:srgbClr val="FFFFFF"/>
                    </a:solidFill>
                    <a:prstDash val="solid"/>
                  </a:ln>
                  <a:solidFill>
                    <a:srgbClr val="FFFFFF"/>
                  </a:solidFill>
                  <a:latin typeface="Inter"/>
                  <a:ea typeface="Inter"/>
                  <a:cs typeface="Inter"/>
                </a:defRPr>
              </a:lvl7pPr>
              <a:lvl8pPr algn="l">
                <a:defRPr sz="980" b="1" i="0" kern="0" spc="-8">
                  <a:ln w="36104">
                    <a:solidFill>
                      <a:srgbClr val="FFFFFF"/>
                    </a:solidFill>
                    <a:prstDash val="solid"/>
                  </a:ln>
                  <a:solidFill>
                    <a:srgbClr val="FFFFFF"/>
                  </a:solidFill>
                  <a:latin typeface="Inter"/>
                  <a:ea typeface="Inter"/>
                  <a:cs typeface="Inter"/>
                </a:defRPr>
              </a:lvl8pPr>
              <a:lvl9pPr algn="l">
                <a:defRPr sz="980" b="1" i="0" kern="0" spc="-8">
                  <a:ln w="36104">
                    <a:solidFill>
                      <a:srgbClr val="FFFFFF"/>
                    </a:solidFill>
                    <a:prstDash val="solid"/>
                  </a:ln>
                  <a:solidFill>
                    <a:srgbClr val="FFFFFF"/>
                  </a:solidFill>
                  <a:latin typeface="Inter"/>
                  <a:ea typeface="Inter"/>
                  <a:cs typeface="Inter"/>
                </a:defRPr>
              </a:lvl9pPr>
            </a:lstStyle>
            <a:p>
              <a:pPr algn="l">
                <a:lnSpc>
                  <a:spcPct val="100000"/>
                </a:lnSpc>
                <a:buNone/>
                <a:defRPr sz="980" b="1" i="0" kern="0" spc="-8">
                  <a:solidFill>
                    <a:srgbClr val="FFFFFF"/>
                  </a:solidFill>
                  <a:latin typeface="Inter"/>
                  <a:ea typeface="Inter"/>
                  <a:cs typeface="Inter"/>
                </a:defRPr>
              </a:pPr>
              <a:r>
                <a:rPr sz="980" b="1" i="0" kern="0" spc="-8">
                  <a:ln w="36104">
                    <a:solidFill>
                      <a:srgbClr val="FFFFFF"/>
                    </a:solidFill>
                    <a:prstDash val="solid"/>
                  </a:ln>
                  <a:solidFill>
                    <a:srgbClr val="FFFFFF"/>
                  </a:solidFill>
                  <a:latin typeface="Inter"/>
                  <a:ea typeface="Inter"/>
                  <a:cs typeface="Inter"/>
                </a:rPr>
                <a:t>so it implies imports there too</a:t>
              </a:r>
            </a:p>
          </p:txBody>
        </p:sp>
        <p:sp>
          <p:nvSpPr>
            <p:cNvPr id="102" name="s10 text 44">
              <a:extLst>
                <a:ext uri="{FF2B5EF4-FFF2-40B4-BE49-F238E27FC236}">
                  <a16:creationId xmlns:a16="http://schemas.microsoft.com/office/drawing/2014/main" id="{133A3E1C-10C5-4E10-A31A-967D3993ECB2}"/>
                </a:ext>
              </a:extLst>
            </p:cNvPr>
            <p:cNvSpPr>
              <a:spLocks noGrp="1"/>
            </p:cNvSpPr>
            <p:nvPr/>
          </p:nvSpPr>
          <p:spPr>
            <a:xfrm>
              <a:off x="1659051" y="5163518"/>
              <a:ext cx="1846316" cy="173258"/>
            </a:xfrm>
            <a:prstGeom prst="rect">
              <a:avLst/>
            </a:prstGeom>
            <a:noFill/>
            <a:ln w="0">
              <a:noFill/>
              <a:prstDash val="solid"/>
            </a:ln>
          </p:spPr>
          <p:txBody>
            <a:bodyPr wrap="none" lIns="0" tIns="0" rIns="0" bIns="0" anchor="t">
              <a:noAutofit/>
            </a:bodyPr>
            <a:lstStyle>
              <a:defPPr algn="l">
                <a:defRPr sz="980" b="1" i="0" kern="0" spc="-8">
                  <a:solidFill>
                    <a:srgbClr val="DC2626"/>
                  </a:solidFill>
                  <a:latin typeface="Inter"/>
                  <a:ea typeface="Inter"/>
                  <a:cs typeface="Inter"/>
                </a:defRPr>
              </a:defPPr>
              <a:lvl1pPr algn="l">
                <a:defRPr sz="980" b="1" i="0" kern="0" spc="-8">
                  <a:solidFill>
                    <a:srgbClr val="DC2626"/>
                  </a:solidFill>
                  <a:latin typeface="Inter"/>
                  <a:ea typeface="Inter"/>
                  <a:cs typeface="Inter"/>
                </a:defRPr>
              </a:lvl1pPr>
              <a:lvl2pPr algn="l">
                <a:defRPr sz="980" b="1" i="0" kern="0" spc="-8">
                  <a:solidFill>
                    <a:srgbClr val="DC2626"/>
                  </a:solidFill>
                  <a:latin typeface="Inter"/>
                  <a:ea typeface="Inter"/>
                  <a:cs typeface="Inter"/>
                </a:defRPr>
              </a:lvl2pPr>
              <a:lvl3pPr algn="l">
                <a:defRPr sz="980" b="1" i="0" kern="0" spc="-8">
                  <a:solidFill>
                    <a:srgbClr val="DC2626"/>
                  </a:solidFill>
                  <a:latin typeface="Inter"/>
                  <a:ea typeface="Inter"/>
                  <a:cs typeface="Inter"/>
                </a:defRPr>
              </a:lvl3pPr>
              <a:lvl4pPr algn="l">
                <a:defRPr sz="980" b="1" i="0" kern="0" spc="-8">
                  <a:solidFill>
                    <a:srgbClr val="DC2626"/>
                  </a:solidFill>
                  <a:latin typeface="Inter"/>
                  <a:ea typeface="Inter"/>
                  <a:cs typeface="Inter"/>
                </a:defRPr>
              </a:lvl4pPr>
              <a:lvl5pPr algn="l">
                <a:defRPr sz="980" b="1" i="0" kern="0" spc="-8">
                  <a:solidFill>
                    <a:srgbClr val="DC2626"/>
                  </a:solidFill>
                  <a:latin typeface="Inter"/>
                  <a:ea typeface="Inter"/>
                  <a:cs typeface="Inter"/>
                </a:defRPr>
              </a:lvl5pPr>
              <a:lvl6pPr algn="l">
                <a:defRPr sz="980" b="1" i="0" kern="0" spc="-8">
                  <a:solidFill>
                    <a:srgbClr val="DC2626"/>
                  </a:solidFill>
                  <a:latin typeface="Inter"/>
                  <a:ea typeface="Inter"/>
                  <a:cs typeface="Inter"/>
                </a:defRPr>
              </a:lvl6pPr>
              <a:lvl7pPr algn="l">
                <a:defRPr sz="980" b="1" i="0" kern="0" spc="-8">
                  <a:solidFill>
                    <a:srgbClr val="DC2626"/>
                  </a:solidFill>
                  <a:latin typeface="Inter"/>
                  <a:ea typeface="Inter"/>
                  <a:cs typeface="Inter"/>
                </a:defRPr>
              </a:lvl7pPr>
              <a:lvl8pPr algn="l">
                <a:defRPr sz="980" b="1" i="0" kern="0" spc="-8">
                  <a:solidFill>
                    <a:srgbClr val="DC2626"/>
                  </a:solidFill>
                  <a:latin typeface="Inter"/>
                  <a:ea typeface="Inter"/>
                  <a:cs typeface="Inter"/>
                </a:defRPr>
              </a:lvl8pPr>
              <a:lvl9pPr algn="l">
                <a:defRPr sz="980" b="1" i="0" kern="0" spc="-8">
                  <a:solidFill>
                    <a:srgbClr val="DC2626"/>
                  </a:solidFill>
                  <a:latin typeface="Inter"/>
                  <a:ea typeface="Inter"/>
                  <a:cs typeface="Inter"/>
                </a:defRPr>
              </a:lvl9pPr>
            </a:lstStyle>
            <a:p>
              <a:pPr algn="l">
                <a:lnSpc>
                  <a:spcPct val="100000"/>
                </a:lnSpc>
                <a:buNone/>
                <a:defRPr sz="980" b="1" i="0" kern="0" spc="-8">
                  <a:solidFill>
                    <a:srgbClr val="DC2626"/>
                  </a:solidFill>
                  <a:latin typeface="Inter"/>
                  <a:ea typeface="Inter"/>
                  <a:cs typeface="Inter"/>
                </a:defRPr>
              </a:pPr>
              <a:r>
                <a:rPr sz="980" b="1" i="0" kern="0" spc="-8">
                  <a:solidFill>
                    <a:srgbClr val="DC2626"/>
                  </a:solidFill>
                  <a:latin typeface="Inter"/>
                  <a:ea typeface="Inter"/>
                  <a:cs typeface="Inter"/>
                </a:rPr>
                <a:t>so it implies imports there too</a:t>
              </a:r>
            </a:p>
          </p:txBody>
        </p:sp>
        <p:sp>
          <p:nvSpPr>
            <p:cNvPr id="103" name="s10 text 45">
              <a:extLst>
                <a:ext uri="{FF2B5EF4-FFF2-40B4-BE49-F238E27FC236}">
                  <a16:creationId xmlns:a16="http://schemas.microsoft.com/office/drawing/2014/main" id="{AF6B9598-1705-4BF8-AD4F-BEFA43A073CE}"/>
                </a:ext>
              </a:extLst>
            </p:cNvPr>
            <p:cNvSpPr>
              <a:spLocks noGrp="1"/>
            </p:cNvSpPr>
            <p:nvPr/>
          </p:nvSpPr>
          <p:spPr>
            <a:xfrm>
              <a:off x="5081465" y="5342893"/>
              <a:ext cx="128387" cy="173258"/>
            </a:xfrm>
            <a:prstGeom prst="rect">
              <a:avLst/>
            </a:prstGeom>
            <a:noFill/>
            <a:ln w="0">
              <a:noFill/>
              <a:prstDash val="solid"/>
            </a:ln>
          </p:spPr>
          <p:txBody>
            <a:bodyPr wrap="none" lIns="0" tIns="0" rIns="0" bIns="0" anchor="t">
              <a:noAutofit/>
            </a:bodyPr>
            <a:lstStyle>
              <a:defPPr algn="l">
                <a:defRPr sz="980" b="0" i="0" kern="0" spc="0">
                  <a:solidFill>
                    <a:srgbClr val="7B8BA0"/>
                  </a:solidFill>
                  <a:latin typeface="Inter"/>
                  <a:ea typeface="Inter"/>
                  <a:cs typeface="Inter"/>
                </a:defRPr>
              </a:defPPr>
              <a:lvl1pPr algn="l">
                <a:defRPr sz="980" b="0" i="0" kern="0" spc="0">
                  <a:solidFill>
                    <a:srgbClr val="7B8BA0"/>
                  </a:solidFill>
                  <a:latin typeface="Inter"/>
                  <a:ea typeface="Inter"/>
                  <a:cs typeface="Inter"/>
                </a:defRPr>
              </a:lvl1pPr>
              <a:lvl2pPr algn="l">
                <a:defRPr sz="980" b="0" i="0" kern="0" spc="0">
                  <a:solidFill>
                    <a:srgbClr val="7B8BA0"/>
                  </a:solidFill>
                  <a:latin typeface="Inter"/>
                  <a:ea typeface="Inter"/>
                  <a:cs typeface="Inter"/>
                </a:defRPr>
              </a:lvl2pPr>
              <a:lvl3pPr algn="l">
                <a:defRPr sz="980" b="0" i="0" kern="0" spc="0">
                  <a:solidFill>
                    <a:srgbClr val="7B8BA0"/>
                  </a:solidFill>
                  <a:latin typeface="Inter"/>
                  <a:ea typeface="Inter"/>
                  <a:cs typeface="Inter"/>
                </a:defRPr>
              </a:lvl3pPr>
              <a:lvl4pPr algn="l">
                <a:defRPr sz="980" b="0" i="0" kern="0" spc="0">
                  <a:solidFill>
                    <a:srgbClr val="7B8BA0"/>
                  </a:solidFill>
                  <a:latin typeface="Inter"/>
                  <a:ea typeface="Inter"/>
                  <a:cs typeface="Inter"/>
                </a:defRPr>
              </a:lvl4pPr>
              <a:lvl5pPr algn="l">
                <a:defRPr sz="980" b="0" i="0" kern="0" spc="0">
                  <a:solidFill>
                    <a:srgbClr val="7B8BA0"/>
                  </a:solidFill>
                  <a:latin typeface="Inter"/>
                  <a:ea typeface="Inter"/>
                  <a:cs typeface="Inter"/>
                </a:defRPr>
              </a:lvl5pPr>
              <a:lvl6pPr algn="l">
                <a:defRPr sz="980" b="0" i="0" kern="0" spc="0">
                  <a:solidFill>
                    <a:srgbClr val="7B8BA0"/>
                  </a:solidFill>
                  <a:latin typeface="Inter"/>
                  <a:ea typeface="Inter"/>
                  <a:cs typeface="Inter"/>
                </a:defRPr>
              </a:lvl6pPr>
              <a:lvl7pPr algn="l">
                <a:defRPr sz="980" b="0" i="0" kern="0" spc="0">
                  <a:solidFill>
                    <a:srgbClr val="7B8BA0"/>
                  </a:solidFill>
                  <a:latin typeface="Inter"/>
                  <a:ea typeface="Inter"/>
                  <a:cs typeface="Inter"/>
                </a:defRPr>
              </a:lvl7pPr>
              <a:lvl8pPr algn="l">
                <a:defRPr sz="980" b="0" i="0" kern="0" spc="0">
                  <a:solidFill>
                    <a:srgbClr val="7B8BA0"/>
                  </a:solidFill>
                  <a:latin typeface="Inter"/>
                  <a:ea typeface="Inter"/>
                  <a:cs typeface="Inter"/>
                </a:defRPr>
              </a:lvl8pPr>
              <a:lvl9pPr algn="l">
                <a:defRPr sz="980" b="0" i="0" kern="0" spc="0">
                  <a:solidFill>
                    <a:srgbClr val="7B8BA0"/>
                  </a:solidFill>
                  <a:latin typeface="Inter"/>
                  <a:ea typeface="Inter"/>
                  <a:cs typeface="Inter"/>
                </a:defRPr>
              </a:lvl9pPr>
            </a:lstStyle>
            <a:p>
              <a:pPr algn="l">
                <a:lnSpc>
                  <a:spcPct val="100000"/>
                </a:lnSpc>
                <a:buNone/>
                <a:defRPr sz="980" b="0" i="0" kern="0" spc="0">
                  <a:solidFill>
                    <a:srgbClr val="7B8BA0"/>
                  </a:solidFill>
                  <a:latin typeface="Inter"/>
                  <a:ea typeface="Inter"/>
                  <a:cs typeface="Inter"/>
                </a:defRPr>
              </a:pPr>
              <a:r>
                <a:rPr sz="980" b="0" i="0" kern="0" spc="0">
                  <a:solidFill>
                    <a:srgbClr val="7B8BA0"/>
                  </a:solidFill>
                  <a:latin typeface="Inter"/>
                  <a:ea typeface="Inter"/>
                  <a:cs typeface="Inter"/>
                </a:rPr>
                <a:t>0</a:t>
              </a:r>
            </a:p>
          </p:txBody>
        </p:sp>
        <p:sp>
          <p:nvSpPr>
            <p:cNvPr id="104" name="s10 text 46">
              <a:extLst>
                <a:ext uri="{FF2B5EF4-FFF2-40B4-BE49-F238E27FC236}">
                  <a16:creationId xmlns:a16="http://schemas.microsoft.com/office/drawing/2014/main" id="{0F91126D-1348-4EF9-94C8-438A1E40FAC2}"/>
                </a:ext>
              </a:extLst>
            </p:cNvPr>
            <p:cNvSpPr>
              <a:spLocks noGrp="1"/>
            </p:cNvSpPr>
            <p:nvPr/>
          </p:nvSpPr>
          <p:spPr>
            <a:xfrm>
              <a:off x="5787803" y="5342893"/>
              <a:ext cx="208778" cy="173258"/>
            </a:xfrm>
            <a:prstGeom prst="rect">
              <a:avLst/>
            </a:prstGeom>
            <a:noFill/>
            <a:ln w="0">
              <a:noFill/>
              <a:prstDash val="solid"/>
            </a:ln>
          </p:spPr>
          <p:txBody>
            <a:bodyPr wrap="none" lIns="0" tIns="0" rIns="0" bIns="0" anchor="t">
              <a:noAutofit/>
            </a:bodyPr>
            <a:lstStyle>
              <a:defPPr algn="l">
                <a:defRPr sz="980" b="0" i="0" kern="0" spc="-8">
                  <a:solidFill>
                    <a:srgbClr val="7B8BA0"/>
                  </a:solidFill>
                  <a:latin typeface="Inter"/>
                  <a:ea typeface="Inter"/>
                  <a:cs typeface="Inter"/>
                </a:defRPr>
              </a:defPPr>
              <a:lvl1pPr algn="l">
                <a:defRPr sz="980" b="0" i="0" kern="0" spc="-8">
                  <a:solidFill>
                    <a:srgbClr val="7B8BA0"/>
                  </a:solidFill>
                  <a:latin typeface="Inter"/>
                  <a:ea typeface="Inter"/>
                  <a:cs typeface="Inter"/>
                </a:defRPr>
              </a:lvl1pPr>
              <a:lvl2pPr algn="l">
                <a:defRPr sz="980" b="0" i="0" kern="0" spc="-8">
                  <a:solidFill>
                    <a:srgbClr val="7B8BA0"/>
                  </a:solidFill>
                  <a:latin typeface="Inter"/>
                  <a:ea typeface="Inter"/>
                  <a:cs typeface="Inter"/>
                </a:defRPr>
              </a:lvl2pPr>
              <a:lvl3pPr algn="l">
                <a:defRPr sz="980" b="0" i="0" kern="0" spc="-8">
                  <a:solidFill>
                    <a:srgbClr val="7B8BA0"/>
                  </a:solidFill>
                  <a:latin typeface="Inter"/>
                  <a:ea typeface="Inter"/>
                  <a:cs typeface="Inter"/>
                </a:defRPr>
              </a:lvl3pPr>
              <a:lvl4pPr algn="l">
                <a:defRPr sz="980" b="0" i="0" kern="0" spc="-8">
                  <a:solidFill>
                    <a:srgbClr val="7B8BA0"/>
                  </a:solidFill>
                  <a:latin typeface="Inter"/>
                  <a:ea typeface="Inter"/>
                  <a:cs typeface="Inter"/>
                </a:defRPr>
              </a:lvl4pPr>
              <a:lvl5pPr algn="l">
                <a:defRPr sz="980" b="0" i="0" kern="0" spc="-8">
                  <a:solidFill>
                    <a:srgbClr val="7B8BA0"/>
                  </a:solidFill>
                  <a:latin typeface="Inter"/>
                  <a:ea typeface="Inter"/>
                  <a:cs typeface="Inter"/>
                </a:defRPr>
              </a:lvl5pPr>
              <a:lvl6pPr algn="l">
                <a:defRPr sz="980" b="0" i="0" kern="0" spc="-8">
                  <a:solidFill>
                    <a:srgbClr val="7B8BA0"/>
                  </a:solidFill>
                  <a:latin typeface="Inter"/>
                  <a:ea typeface="Inter"/>
                  <a:cs typeface="Inter"/>
                </a:defRPr>
              </a:lvl6pPr>
              <a:lvl7pPr algn="l">
                <a:defRPr sz="980" b="0" i="0" kern="0" spc="-8">
                  <a:solidFill>
                    <a:srgbClr val="7B8BA0"/>
                  </a:solidFill>
                  <a:latin typeface="Inter"/>
                  <a:ea typeface="Inter"/>
                  <a:cs typeface="Inter"/>
                </a:defRPr>
              </a:lvl7pPr>
              <a:lvl8pPr algn="l">
                <a:defRPr sz="980" b="0" i="0" kern="0" spc="-8">
                  <a:solidFill>
                    <a:srgbClr val="7B8BA0"/>
                  </a:solidFill>
                  <a:latin typeface="Inter"/>
                  <a:ea typeface="Inter"/>
                  <a:cs typeface="Inter"/>
                </a:defRPr>
              </a:lvl8pPr>
              <a:lvl9pPr algn="l">
                <a:defRPr sz="980" b="0" i="0" kern="0" spc="-8">
                  <a:solidFill>
                    <a:srgbClr val="7B8BA0"/>
                  </a:solidFill>
                  <a:latin typeface="Inter"/>
                  <a:ea typeface="Inter"/>
                  <a:cs typeface="Inter"/>
                </a:defRPr>
              </a:lvl9pPr>
            </a:lstStyle>
            <a:p>
              <a:pPr algn="l">
                <a:lnSpc>
                  <a:spcPct val="100000"/>
                </a:lnSpc>
                <a:buNone/>
                <a:defRPr sz="980" b="0" i="0" kern="0" spc="-8">
                  <a:solidFill>
                    <a:srgbClr val="7B8BA0"/>
                  </a:solidFill>
                  <a:latin typeface="Inter"/>
                  <a:ea typeface="Inter"/>
                  <a:cs typeface="Inter"/>
                </a:defRPr>
              </a:pPr>
              <a:r>
                <a:rPr sz="980" b="0" i="0" kern="0" spc="-8">
                  <a:solidFill>
                    <a:srgbClr val="7B8BA0"/>
                  </a:solidFill>
                  <a:latin typeface="Inter"/>
                  <a:ea typeface="Inter"/>
                  <a:cs typeface="Inter"/>
                </a:rPr>
                <a:t>40</a:t>
              </a:r>
            </a:p>
          </p:txBody>
        </p:sp>
        <p:sp>
          <p:nvSpPr>
            <p:cNvPr id="105" name="s10 text 47">
              <a:extLst>
                <a:ext uri="{FF2B5EF4-FFF2-40B4-BE49-F238E27FC236}">
                  <a16:creationId xmlns:a16="http://schemas.microsoft.com/office/drawing/2014/main" id="{9B2ADA2A-720C-4A6A-BD3F-6F640C63641E}"/>
                </a:ext>
              </a:extLst>
            </p:cNvPr>
            <p:cNvSpPr>
              <a:spLocks noGrp="1"/>
            </p:cNvSpPr>
            <p:nvPr/>
          </p:nvSpPr>
          <p:spPr>
            <a:xfrm>
              <a:off x="6535664" y="5342893"/>
              <a:ext cx="205349" cy="173258"/>
            </a:xfrm>
            <a:prstGeom prst="rect">
              <a:avLst/>
            </a:prstGeom>
            <a:noFill/>
            <a:ln w="0">
              <a:noFill/>
              <a:prstDash val="solid"/>
            </a:ln>
          </p:spPr>
          <p:txBody>
            <a:bodyPr wrap="none" lIns="0" tIns="0" rIns="0" bIns="0" anchor="t">
              <a:noAutofit/>
            </a:bodyPr>
            <a:lstStyle>
              <a:defPPr algn="l">
                <a:defRPr sz="980" b="0" i="0" kern="0" spc="-8">
                  <a:solidFill>
                    <a:srgbClr val="7B8BA0"/>
                  </a:solidFill>
                  <a:latin typeface="Inter"/>
                  <a:ea typeface="Inter"/>
                  <a:cs typeface="Inter"/>
                </a:defRPr>
              </a:defPPr>
              <a:lvl1pPr algn="l">
                <a:defRPr sz="980" b="0" i="0" kern="0" spc="-8">
                  <a:solidFill>
                    <a:srgbClr val="7B8BA0"/>
                  </a:solidFill>
                  <a:latin typeface="Inter"/>
                  <a:ea typeface="Inter"/>
                  <a:cs typeface="Inter"/>
                </a:defRPr>
              </a:lvl1pPr>
              <a:lvl2pPr algn="l">
                <a:defRPr sz="980" b="0" i="0" kern="0" spc="-8">
                  <a:solidFill>
                    <a:srgbClr val="7B8BA0"/>
                  </a:solidFill>
                  <a:latin typeface="Inter"/>
                  <a:ea typeface="Inter"/>
                  <a:cs typeface="Inter"/>
                </a:defRPr>
              </a:lvl2pPr>
              <a:lvl3pPr algn="l">
                <a:defRPr sz="980" b="0" i="0" kern="0" spc="-8">
                  <a:solidFill>
                    <a:srgbClr val="7B8BA0"/>
                  </a:solidFill>
                  <a:latin typeface="Inter"/>
                  <a:ea typeface="Inter"/>
                  <a:cs typeface="Inter"/>
                </a:defRPr>
              </a:lvl3pPr>
              <a:lvl4pPr algn="l">
                <a:defRPr sz="980" b="0" i="0" kern="0" spc="-8">
                  <a:solidFill>
                    <a:srgbClr val="7B8BA0"/>
                  </a:solidFill>
                  <a:latin typeface="Inter"/>
                  <a:ea typeface="Inter"/>
                  <a:cs typeface="Inter"/>
                </a:defRPr>
              </a:lvl4pPr>
              <a:lvl5pPr algn="l">
                <a:defRPr sz="980" b="0" i="0" kern="0" spc="-8">
                  <a:solidFill>
                    <a:srgbClr val="7B8BA0"/>
                  </a:solidFill>
                  <a:latin typeface="Inter"/>
                  <a:ea typeface="Inter"/>
                  <a:cs typeface="Inter"/>
                </a:defRPr>
              </a:lvl5pPr>
              <a:lvl6pPr algn="l">
                <a:defRPr sz="980" b="0" i="0" kern="0" spc="-8">
                  <a:solidFill>
                    <a:srgbClr val="7B8BA0"/>
                  </a:solidFill>
                  <a:latin typeface="Inter"/>
                  <a:ea typeface="Inter"/>
                  <a:cs typeface="Inter"/>
                </a:defRPr>
              </a:lvl6pPr>
              <a:lvl7pPr algn="l">
                <a:defRPr sz="980" b="0" i="0" kern="0" spc="-8">
                  <a:solidFill>
                    <a:srgbClr val="7B8BA0"/>
                  </a:solidFill>
                  <a:latin typeface="Inter"/>
                  <a:ea typeface="Inter"/>
                  <a:cs typeface="Inter"/>
                </a:defRPr>
              </a:lvl7pPr>
              <a:lvl8pPr algn="l">
                <a:defRPr sz="980" b="0" i="0" kern="0" spc="-8">
                  <a:solidFill>
                    <a:srgbClr val="7B8BA0"/>
                  </a:solidFill>
                  <a:latin typeface="Inter"/>
                  <a:ea typeface="Inter"/>
                  <a:cs typeface="Inter"/>
                </a:defRPr>
              </a:lvl8pPr>
              <a:lvl9pPr algn="l">
                <a:defRPr sz="980" b="0" i="0" kern="0" spc="-8">
                  <a:solidFill>
                    <a:srgbClr val="7B8BA0"/>
                  </a:solidFill>
                  <a:latin typeface="Inter"/>
                  <a:ea typeface="Inter"/>
                  <a:cs typeface="Inter"/>
                </a:defRPr>
              </a:lvl9pPr>
            </a:lstStyle>
            <a:p>
              <a:pPr algn="l">
                <a:lnSpc>
                  <a:spcPct val="100000"/>
                </a:lnSpc>
                <a:buNone/>
                <a:defRPr sz="980" b="0" i="0" kern="0" spc="-8">
                  <a:solidFill>
                    <a:srgbClr val="7B8BA0"/>
                  </a:solidFill>
                  <a:latin typeface="Inter"/>
                  <a:ea typeface="Inter"/>
                  <a:cs typeface="Inter"/>
                </a:defRPr>
              </a:pPr>
              <a:r>
                <a:rPr sz="980" b="0" i="0" kern="0" spc="-8">
                  <a:solidFill>
                    <a:srgbClr val="7B8BA0"/>
                  </a:solidFill>
                  <a:latin typeface="Inter"/>
                  <a:ea typeface="Inter"/>
                  <a:cs typeface="Inter"/>
                </a:rPr>
                <a:t>80</a:t>
              </a:r>
            </a:p>
          </p:txBody>
        </p:sp>
        <p:sp>
          <p:nvSpPr>
            <p:cNvPr id="106" name="s10 text 48">
              <a:extLst>
                <a:ext uri="{FF2B5EF4-FFF2-40B4-BE49-F238E27FC236}">
                  <a16:creationId xmlns:a16="http://schemas.microsoft.com/office/drawing/2014/main" id="{D2999DD4-9157-4C5E-9D75-6DDB0547E7BF}"/>
                </a:ext>
              </a:extLst>
            </p:cNvPr>
            <p:cNvSpPr>
              <a:spLocks noGrp="1"/>
            </p:cNvSpPr>
            <p:nvPr/>
          </p:nvSpPr>
          <p:spPr>
            <a:xfrm>
              <a:off x="7257518" y="5342893"/>
              <a:ext cx="254975" cy="173258"/>
            </a:xfrm>
            <a:prstGeom prst="rect">
              <a:avLst/>
            </a:prstGeom>
            <a:noFill/>
            <a:ln w="0">
              <a:noFill/>
              <a:prstDash val="solid"/>
            </a:ln>
          </p:spPr>
          <p:txBody>
            <a:bodyPr wrap="none" lIns="0" tIns="0" rIns="0" bIns="0" anchor="t">
              <a:noAutofit/>
            </a:bodyPr>
            <a:lstStyle>
              <a:defPPr algn="l">
                <a:defRPr sz="980" b="0" i="0" kern="0" spc="-8">
                  <a:solidFill>
                    <a:srgbClr val="7B8BA0"/>
                  </a:solidFill>
                  <a:latin typeface="Inter"/>
                  <a:ea typeface="Inter"/>
                  <a:cs typeface="Inter"/>
                </a:defRPr>
              </a:defPPr>
              <a:lvl1pPr algn="l">
                <a:defRPr sz="980" b="0" i="0" kern="0" spc="-8">
                  <a:solidFill>
                    <a:srgbClr val="7B8BA0"/>
                  </a:solidFill>
                  <a:latin typeface="Inter"/>
                  <a:ea typeface="Inter"/>
                  <a:cs typeface="Inter"/>
                </a:defRPr>
              </a:lvl1pPr>
              <a:lvl2pPr algn="l">
                <a:defRPr sz="980" b="0" i="0" kern="0" spc="-8">
                  <a:solidFill>
                    <a:srgbClr val="7B8BA0"/>
                  </a:solidFill>
                  <a:latin typeface="Inter"/>
                  <a:ea typeface="Inter"/>
                  <a:cs typeface="Inter"/>
                </a:defRPr>
              </a:lvl2pPr>
              <a:lvl3pPr algn="l">
                <a:defRPr sz="980" b="0" i="0" kern="0" spc="-8">
                  <a:solidFill>
                    <a:srgbClr val="7B8BA0"/>
                  </a:solidFill>
                  <a:latin typeface="Inter"/>
                  <a:ea typeface="Inter"/>
                  <a:cs typeface="Inter"/>
                </a:defRPr>
              </a:lvl3pPr>
              <a:lvl4pPr algn="l">
                <a:defRPr sz="980" b="0" i="0" kern="0" spc="-8">
                  <a:solidFill>
                    <a:srgbClr val="7B8BA0"/>
                  </a:solidFill>
                  <a:latin typeface="Inter"/>
                  <a:ea typeface="Inter"/>
                  <a:cs typeface="Inter"/>
                </a:defRPr>
              </a:lvl4pPr>
              <a:lvl5pPr algn="l">
                <a:defRPr sz="980" b="0" i="0" kern="0" spc="-8">
                  <a:solidFill>
                    <a:srgbClr val="7B8BA0"/>
                  </a:solidFill>
                  <a:latin typeface="Inter"/>
                  <a:ea typeface="Inter"/>
                  <a:cs typeface="Inter"/>
                </a:defRPr>
              </a:lvl5pPr>
              <a:lvl6pPr algn="l">
                <a:defRPr sz="980" b="0" i="0" kern="0" spc="-8">
                  <a:solidFill>
                    <a:srgbClr val="7B8BA0"/>
                  </a:solidFill>
                  <a:latin typeface="Inter"/>
                  <a:ea typeface="Inter"/>
                  <a:cs typeface="Inter"/>
                </a:defRPr>
              </a:lvl6pPr>
              <a:lvl7pPr algn="l">
                <a:defRPr sz="980" b="0" i="0" kern="0" spc="-8">
                  <a:solidFill>
                    <a:srgbClr val="7B8BA0"/>
                  </a:solidFill>
                  <a:latin typeface="Inter"/>
                  <a:ea typeface="Inter"/>
                  <a:cs typeface="Inter"/>
                </a:defRPr>
              </a:lvl7pPr>
              <a:lvl8pPr algn="l">
                <a:defRPr sz="980" b="0" i="0" kern="0" spc="-8">
                  <a:solidFill>
                    <a:srgbClr val="7B8BA0"/>
                  </a:solidFill>
                  <a:latin typeface="Inter"/>
                  <a:ea typeface="Inter"/>
                  <a:cs typeface="Inter"/>
                </a:defRPr>
              </a:lvl8pPr>
              <a:lvl9pPr algn="l">
                <a:defRPr sz="980" b="0" i="0" kern="0" spc="-8">
                  <a:solidFill>
                    <a:srgbClr val="7B8BA0"/>
                  </a:solidFill>
                  <a:latin typeface="Inter"/>
                  <a:ea typeface="Inter"/>
                  <a:cs typeface="Inter"/>
                </a:defRPr>
              </a:lvl9pPr>
            </a:lstStyle>
            <a:p>
              <a:pPr algn="l">
                <a:lnSpc>
                  <a:spcPct val="100000"/>
                </a:lnSpc>
                <a:buNone/>
                <a:defRPr sz="980" b="0" i="0" kern="0" spc="-8">
                  <a:solidFill>
                    <a:srgbClr val="7B8BA0"/>
                  </a:solidFill>
                  <a:latin typeface="Inter"/>
                  <a:ea typeface="Inter"/>
                  <a:cs typeface="Inter"/>
                </a:defRPr>
              </a:pPr>
              <a:r>
                <a:rPr sz="980" b="0" i="0" kern="0" spc="-8">
                  <a:solidFill>
                    <a:srgbClr val="7B8BA0"/>
                  </a:solidFill>
                  <a:latin typeface="Inter"/>
                  <a:ea typeface="Inter"/>
                  <a:cs typeface="Inter"/>
                </a:rPr>
                <a:t>120</a:t>
              </a:r>
            </a:p>
          </p:txBody>
        </p:sp>
        <p:sp>
          <p:nvSpPr>
            <p:cNvPr id="107" name="s10 text 49">
              <a:extLst>
                <a:ext uri="{FF2B5EF4-FFF2-40B4-BE49-F238E27FC236}">
                  <a16:creationId xmlns:a16="http://schemas.microsoft.com/office/drawing/2014/main" id="{40E82FE9-5F63-4F1C-B506-64A6ED4949C1}"/>
                </a:ext>
              </a:extLst>
            </p:cNvPr>
            <p:cNvSpPr>
              <a:spLocks noGrp="1"/>
            </p:cNvSpPr>
            <p:nvPr/>
          </p:nvSpPr>
          <p:spPr>
            <a:xfrm>
              <a:off x="4864027" y="4858458"/>
              <a:ext cx="199634" cy="173258"/>
            </a:xfrm>
            <a:prstGeom prst="rect">
              <a:avLst/>
            </a:prstGeom>
            <a:noFill/>
            <a:ln w="0">
              <a:noFill/>
              <a:prstDash val="solid"/>
            </a:ln>
          </p:spPr>
          <p:txBody>
            <a:bodyPr wrap="none" lIns="0" tIns="0" rIns="0" bIns="0" anchor="t">
              <a:noAutofit/>
            </a:bodyPr>
            <a:lstStyle>
              <a:defPPr algn="l">
                <a:defRPr sz="980" b="0" i="0" kern="0" spc="-8">
                  <a:solidFill>
                    <a:srgbClr val="7B8BA0"/>
                  </a:solidFill>
                  <a:latin typeface="Inter"/>
                  <a:ea typeface="Inter"/>
                  <a:cs typeface="Inter"/>
                </a:defRPr>
              </a:defPPr>
              <a:lvl1pPr algn="l">
                <a:defRPr sz="980" b="0" i="0" kern="0" spc="-8">
                  <a:solidFill>
                    <a:srgbClr val="7B8BA0"/>
                  </a:solidFill>
                  <a:latin typeface="Inter"/>
                  <a:ea typeface="Inter"/>
                  <a:cs typeface="Inter"/>
                </a:defRPr>
              </a:lvl1pPr>
              <a:lvl2pPr algn="l">
                <a:defRPr sz="980" b="0" i="0" kern="0" spc="-8">
                  <a:solidFill>
                    <a:srgbClr val="7B8BA0"/>
                  </a:solidFill>
                  <a:latin typeface="Inter"/>
                  <a:ea typeface="Inter"/>
                  <a:cs typeface="Inter"/>
                </a:defRPr>
              </a:lvl2pPr>
              <a:lvl3pPr algn="l">
                <a:defRPr sz="980" b="0" i="0" kern="0" spc="-8">
                  <a:solidFill>
                    <a:srgbClr val="7B8BA0"/>
                  </a:solidFill>
                  <a:latin typeface="Inter"/>
                  <a:ea typeface="Inter"/>
                  <a:cs typeface="Inter"/>
                </a:defRPr>
              </a:lvl3pPr>
              <a:lvl4pPr algn="l">
                <a:defRPr sz="980" b="0" i="0" kern="0" spc="-8">
                  <a:solidFill>
                    <a:srgbClr val="7B8BA0"/>
                  </a:solidFill>
                  <a:latin typeface="Inter"/>
                  <a:ea typeface="Inter"/>
                  <a:cs typeface="Inter"/>
                </a:defRPr>
              </a:lvl4pPr>
              <a:lvl5pPr algn="l">
                <a:defRPr sz="980" b="0" i="0" kern="0" spc="-8">
                  <a:solidFill>
                    <a:srgbClr val="7B8BA0"/>
                  </a:solidFill>
                  <a:latin typeface="Inter"/>
                  <a:ea typeface="Inter"/>
                  <a:cs typeface="Inter"/>
                </a:defRPr>
              </a:lvl5pPr>
              <a:lvl6pPr algn="l">
                <a:defRPr sz="980" b="0" i="0" kern="0" spc="-8">
                  <a:solidFill>
                    <a:srgbClr val="7B8BA0"/>
                  </a:solidFill>
                  <a:latin typeface="Inter"/>
                  <a:ea typeface="Inter"/>
                  <a:cs typeface="Inter"/>
                </a:defRPr>
              </a:lvl6pPr>
              <a:lvl7pPr algn="l">
                <a:defRPr sz="980" b="0" i="0" kern="0" spc="-8">
                  <a:solidFill>
                    <a:srgbClr val="7B8BA0"/>
                  </a:solidFill>
                  <a:latin typeface="Inter"/>
                  <a:ea typeface="Inter"/>
                  <a:cs typeface="Inter"/>
                </a:defRPr>
              </a:lvl7pPr>
              <a:lvl8pPr algn="l">
                <a:defRPr sz="980" b="0" i="0" kern="0" spc="-8">
                  <a:solidFill>
                    <a:srgbClr val="7B8BA0"/>
                  </a:solidFill>
                  <a:latin typeface="Inter"/>
                  <a:ea typeface="Inter"/>
                  <a:cs typeface="Inter"/>
                </a:defRPr>
              </a:lvl8pPr>
              <a:lvl9pPr algn="l">
                <a:defRPr sz="980" b="0" i="0" kern="0" spc="-8">
                  <a:solidFill>
                    <a:srgbClr val="7B8BA0"/>
                  </a:solidFill>
                  <a:latin typeface="Inter"/>
                  <a:ea typeface="Inter"/>
                  <a:cs typeface="Inter"/>
                </a:defRPr>
              </a:lvl9pPr>
            </a:lstStyle>
            <a:p>
              <a:pPr algn="l">
                <a:lnSpc>
                  <a:spcPct val="100000"/>
                </a:lnSpc>
                <a:buNone/>
                <a:defRPr sz="980" b="0" i="0" kern="0" spc="-8">
                  <a:solidFill>
                    <a:srgbClr val="7B8BA0"/>
                  </a:solidFill>
                  <a:latin typeface="Inter"/>
                  <a:ea typeface="Inter"/>
                  <a:cs typeface="Inter"/>
                </a:defRPr>
              </a:pPr>
              <a:r>
                <a:rPr sz="980" b="0" i="0" kern="0" spc="-8">
                  <a:solidFill>
                    <a:srgbClr val="7B8BA0"/>
                  </a:solidFill>
                  <a:latin typeface="Inter"/>
                  <a:ea typeface="Inter"/>
                  <a:cs typeface="Inter"/>
                </a:rPr>
                <a:t>25</a:t>
              </a:r>
            </a:p>
          </p:txBody>
        </p:sp>
        <p:sp>
          <p:nvSpPr>
            <p:cNvPr id="108" name="s10 text 50">
              <a:extLst>
                <a:ext uri="{FF2B5EF4-FFF2-40B4-BE49-F238E27FC236}">
                  <a16:creationId xmlns:a16="http://schemas.microsoft.com/office/drawing/2014/main" id="{819EA32E-236D-41D9-B639-41B92F418A10}"/>
                </a:ext>
              </a:extLst>
            </p:cNvPr>
            <p:cNvSpPr>
              <a:spLocks noGrp="1"/>
            </p:cNvSpPr>
            <p:nvPr/>
          </p:nvSpPr>
          <p:spPr>
            <a:xfrm>
              <a:off x="4870724" y="4226682"/>
              <a:ext cx="192967" cy="173258"/>
            </a:xfrm>
            <a:prstGeom prst="rect">
              <a:avLst/>
            </a:prstGeom>
            <a:noFill/>
            <a:ln w="0">
              <a:noFill/>
              <a:prstDash val="solid"/>
            </a:ln>
          </p:spPr>
          <p:txBody>
            <a:bodyPr wrap="none" lIns="0" tIns="0" rIns="0" bIns="0" anchor="t">
              <a:noAutofit/>
            </a:bodyPr>
            <a:lstStyle>
              <a:defPPr algn="l">
                <a:defRPr sz="980" b="0" i="0" kern="0" spc="-8">
                  <a:solidFill>
                    <a:srgbClr val="7B8BA0"/>
                  </a:solidFill>
                  <a:latin typeface="Inter"/>
                  <a:ea typeface="Inter"/>
                  <a:cs typeface="Inter"/>
                </a:defRPr>
              </a:defPPr>
              <a:lvl1pPr algn="l">
                <a:defRPr sz="980" b="0" i="0" kern="0" spc="-8">
                  <a:solidFill>
                    <a:srgbClr val="7B8BA0"/>
                  </a:solidFill>
                  <a:latin typeface="Inter"/>
                  <a:ea typeface="Inter"/>
                  <a:cs typeface="Inter"/>
                </a:defRPr>
              </a:lvl1pPr>
              <a:lvl2pPr algn="l">
                <a:defRPr sz="980" b="0" i="0" kern="0" spc="-8">
                  <a:solidFill>
                    <a:srgbClr val="7B8BA0"/>
                  </a:solidFill>
                  <a:latin typeface="Inter"/>
                  <a:ea typeface="Inter"/>
                  <a:cs typeface="Inter"/>
                </a:defRPr>
              </a:lvl2pPr>
              <a:lvl3pPr algn="l">
                <a:defRPr sz="980" b="0" i="0" kern="0" spc="-8">
                  <a:solidFill>
                    <a:srgbClr val="7B8BA0"/>
                  </a:solidFill>
                  <a:latin typeface="Inter"/>
                  <a:ea typeface="Inter"/>
                  <a:cs typeface="Inter"/>
                </a:defRPr>
              </a:lvl3pPr>
              <a:lvl4pPr algn="l">
                <a:defRPr sz="980" b="0" i="0" kern="0" spc="-8">
                  <a:solidFill>
                    <a:srgbClr val="7B8BA0"/>
                  </a:solidFill>
                  <a:latin typeface="Inter"/>
                  <a:ea typeface="Inter"/>
                  <a:cs typeface="Inter"/>
                </a:defRPr>
              </a:lvl4pPr>
              <a:lvl5pPr algn="l">
                <a:defRPr sz="980" b="0" i="0" kern="0" spc="-8">
                  <a:solidFill>
                    <a:srgbClr val="7B8BA0"/>
                  </a:solidFill>
                  <a:latin typeface="Inter"/>
                  <a:ea typeface="Inter"/>
                  <a:cs typeface="Inter"/>
                </a:defRPr>
              </a:lvl5pPr>
              <a:lvl6pPr algn="l">
                <a:defRPr sz="980" b="0" i="0" kern="0" spc="-8">
                  <a:solidFill>
                    <a:srgbClr val="7B8BA0"/>
                  </a:solidFill>
                  <a:latin typeface="Inter"/>
                  <a:ea typeface="Inter"/>
                  <a:cs typeface="Inter"/>
                </a:defRPr>
              </a:lvl6pPr>
              <a:lvl7pPr algn="l">
                <a:defRPr sz="980" b="0" i="0" kern="0" spc="-8">
                  <a:solidFill>
                    <a:srgbClr val="7B8BA0"/>
                  </a:solidFill>
                  <a:latin typeface="Inter"/>
                  <a:ea typeface="Inter"/>
                  <a:cs typeface="Inter"/>
                </a:defRPr>
              </a:lvl7pPr>
              <a:lvl8pPr algn="l">
                <a:defRPr sz="980" b="0" i="0" kern="0" spc="-8">
                  <a:solidFill>
                    <a:srgbClr val="7B8BA0"/>
                  </a:solidFill>
                  <a:latin typeface="Inter"/>
                  <a:ea typeface="Inter"/>
                  <a:cs typeface="Inter"/>
                </a:defRPr>
              </a:lvl8pPr>
              <a:lvl9pPr algn="l">
                <a:defRPr sz="980" b="0" i="0" kern="0" spc="-8">
                  <a:solidFill>
                    <a:srgbClr val="7B8BA0"/>
                  </a:solidFill>
                  <a:latin typeface="Inter"/>
                  <a:ea typeface="Inter"/>
                  <a:cs typeface="Inter"/>
                </a:defRPr>
              </a:lvl9pPr>
            </a:lstStyle>
            <a:p>
              <a:pPr algn="l">
                <a:lnSpc>
                  <a:spcPct val="100000"/>
                </a:lnSpc>
                <a:buNone/>
                <a:defRPr sz="980" b="0" i="0" kern="0" spc="-8">
                  <a:solidFill>
                    <a:srgbClr val="7B8BA0"/>
                  </a:solidFill>
                  <a:latin typeface="Inter"/>
                  <a:ea typeface="Inter"/>
                  <a:cs typeface="Inter"/>
                </a:defRPr>
              </a:pPr>
              <a:r>
                <a:rPr sz="980" b="0" i="0" kern="0" spc="-8">
                  <a:solidFill>
                    <a:srgbClr val="7B8BA0"/>
                  </a:solidFill>
                  <a:latin typeface="Inter"/>
                  <a:ea typeface="Inter"/>
                  <a:cs typeface="Inter"/>
                </a:rPr>
                <a:t>75</a:t>
              </a:r>
            </a:p>
          </p:txBody>
        </p:sp>
        <p:sp>
          <p:nvSpPr>
            <p:cNvPr id="109" name="s10 text 51">
              <a:extLst>
                <a:ext uri="{FF2B5EF4-FFF2-40B4-BE49-F238E27FC236}">
                  <a16:creationId xmlns:a16="http://schemas.microsoft.com/office/drawing/2014/main" id="{C9F02077-9D16-4F37-B4E4-BD532A4283BC}"/>
                </a:ext>
              </a:extLst>
            </p:cNvPr>
            <p:cNvSpPr>
              <a:spLocks noGrp="1"/>
            </p:cNvSpPr>
            <p:nvPr/>
          </p:nvSpPr>
          <p:spPr>
            <a:xfrm>
              <a:off x="4814356" y="3594795"/>
              <a:ext cx="250212" cy="173258"/>
            </a:xfrm>
            <a:prstGeom prst="rect">
              <a:avLst/>
            </a:prstGeom>
            <a:noFill/>
            <a:ln w="0">
              <a:noFill/>
              <a:prstDash val="solid"/>
            </a:ln>
          </p:spPr>
          <p:txBody>
            <a:bodyPr wrap="none" lIns="0" tIns="0" rIns="0" bIns="0" anchor="t">
              <a:noAutofit/>
            </a:bodyPr>
            <a:lstStyle>
              <a:defPPr algn="l">
                <a:defRPr sz="980" b="0" i="0" kern="0" spc="-8">
                  <a:solidFill>
                    <a:srgbClr val="7B8BA0"/>
                  </a:solidFill>
                  <a:latin typeface="Inter"/>
                  <a:ea typeface="Inter"/>
                  <a:cs typeface="Inter"/>
                </a:defRPr>
              </a:defPPr>
              <a:lvl1pPr algn="l">
                <a:defRPr sz="980" b="0" i="0" kern="0" spc="-8">
                  <a:solidFill>
                    <a:srgbClr val="7B8BA0"/>
                  </a:solidFill>
                  <a:latin typeface="Inter"/>
                  <a:ea typeface="Inter"/>
                  <a:cs typeface="Inter"/>
                </a:defRPr>
              </a:lvl1pPr>
              <a:lvl2pPr algn="l">
                <a:defRPr sz="980" b="0" i="0" kern="0" spc="-8">
                  <a:solidFill>
                    <a:srgbClr val="7B8BA0"/>
                  </a:solidFill>
                  <a:latin typeface="Inter"/>
                  <a:ea typeface="Inter"/>
                  <a:cs typeface="Inter"/>
                </a:defRPr>
              </a:lvl2pPr>
              <a:lvl3pPr algn="l">
                <a:defRPr sz="980" b="0" i="0" kern="0" spc="-8">
                  <a:solidFill>
                    <a:srgbClr val="7B8BA0"/>
                  </a:solidFill>
                  <a:latin typeface="Inter"/>
                  <a:ea typeface="Inter"/>
                  <a:cs typeface="Inter"/>
                </a:defRPr>
              </a:lvl3pPr>
              <a:lvl4pPr algn="l">
                <a:defRPr sz="980" b="0" i="0" kern="0" spc="-8">
                  <a:solidFill>
                    <a:srgbClr val="7B8BA0"/>
                  </a:solidFill>
                  <a:latin typeface="Inter"/>
                  <a:ea typeface="Inter"/>
                  <a:cs typeface="Inter"/>
                </a:defRPr>
              </a:lvl4pPr>
              <a:lvl5pPr algn="l">
                <a:defRPr sz="980" b="0" i="0" kern="0" spc="-8">
                  <a:solidFill>
                    <a:srgbClr val="7B8BA0"/>
                  </a:solidFill>
                  <a:latin typeface="Inter"/>
                  <a:ea typeface="Inter"/>
                  <a:cs typeface="Inter"/>
                </a:defRPr>
              </a:lvl5pPr>
              <a:lvl6pPr algn="l">
                <a:defRPr sz="980" b="0" i="0" kern="0" spc="-8">
                  <a:solidFill>
                    <a:srgbClr val="7B8BA0"/>
                  </a:solidFill>
                  <a:latin typeface="Inter"/>
                  <a:ea typeface="Inter"/>
                  <a:cs typeface="Inter"/>
                </a:defRPr>
              </a:lvl6pPr>
              <a:lvl7pPr algn="l">
                <a:defRPr sz="980" b="0" i="0" kern="0" spc="-8">
                  <a:solidFill>
                    <a:srgbClr val="7B8BA0"/>
                  </a:solidFill>
                  <a:latin typeface="Inter"/>
                  <a:ea typeface="Inter"/>
                  <a:cs typeface="Inter"/>
                </a:defRPr>
              </a:lvl7pPr>
              <a:lvl8pPr algn="l">
                <a:defRPr sz="980" b="0" i="0" kern="0" spc="-8">
                  <a:solidFill>
                    <a:srgbClr val="7B8BA0"/>
                  </a:solidFill>
                  <a:latin typeface="Inter"/>
                  <a:ea typeface="Inter"/>
                  <a:cs typeface="Inter"/>
                </a:defRPr>
              </a:lvl8pPr>
              <a:lvl9pPr algn="l">
                <a:defRPr sz="980" b="0" i="0" kern="0" spc="-8">
                  <a:solidFill>
                    <a:srgbClr val="7B8BA0"/>
                  </a:solidFill>
                  <a:latin typeface="Inter"/>
                  <a:ea typeface="Inter"/>
                  <a:cs typeface="Inter"/>
                </a:defRPr>
              </a:lvl9pPr>
            </a:lstStyle>
            <a:p>
              <a:pPr algn="l">
                <a:lnSpc>
                  <a:spcPct val="100000"/>
                </a:lnSpc>
                <a:buNone/>
                <a:defRPr sz="980" b="0" i="0" kern="0" spc="-8">
                  <a:solidFill>
                    <a:srgbClr val="7B8BA0"/>
                  </a:solidFill>
                  <a:latin typeface="Inter"/>
                  <a:ea typeface="Inter"/>
                  <a:cs typeface="Inter"/>
                </a:defRPr>
              </a:pPr>
              <a:r>
                <a:rPr sz="980" b="0" i="0" kern="0" spc="-8">
                  <a:solidFill>
                    <a:srgbClr val="7B8BA0"/>
                  </a:solidFill>
                  <a:latin typeface="Inter"/>
                  <a:ea typeface="Inter"/>
                  <a:cs typeface="Inter"/>
                </a:rPr>
                <a:t>125</a:t>
              </a:r>
            </a:p>
          </p:txBody>
        </p:sp>
        <p:sp>
          <p:nvSpPr>
            <p:cNvPr id="110" name="s10 text 52">
              <a:extLst>
                <a:ext uri="{FF2B5EF4-FFF2-40B4-BE49-F238E27FC236}">
                  <a16:creationId xmlns:a16="http://schemas.microsoft.com/office/drawing/2014/main" id="{5587A68C-0D89-4138-8B26-FE8C18051A52}"/>
                </a:ext>
              </a:extLst>
            </p:cNvPr>
            <p:cNvSpPr>
              <a:spLocks noGrp="1"/>
            </p:cNvSpPr>
            <p:nvPr/>
          </p:nvSpPr>
          <p:spPr>
            <a:xfrm>
              <a:off x="4821053" y="2963020"/>
              <a:ext cx="243545" cy="173258"/>
            </a:xfrm>
            <a:prstGeom prst="rect">
              <a:avLst/>
            </a:prstGeom>
            <a:noFill/>
            <a:ln w="0">
              <a:noFill/>
              <a:prstDash val="solid"/>
            </a:ln>
          </p:spPr>
          <p:txBody>
            <a:bodyPr wrap="none" lIns="0" tIns="0" rIns="0" bIns="0" anchor="t">
              <a:noAutofit/>
            </a:bodyPr>
            <a:lstStyle>
              <a:defPPr algn="l">
                <a:defRPr sz="980" b="0" i="0" kern="0" spc="-8">
                  <a:solidFill>
                    <a:srgbClr val="7B8BA0"/>
                  </a:solidFill>
                  <a:latin typeface="Inter"/>
                  <a:ea typeface="Inter"/>
                  <a:cs typeface="Inter"/>
                </a:defRPr>
              </a:defPPr>
              <a:lvl1pPr algn="l">
                <a:defRPr sz="980" b="0" i="0" kern="0" spc="-8">
                  <a:solidFill>
                    <a:srgbClr val="7B8BA0"/>
                  </a:solidFill>
                  <a:latin typeface="Inter"/>
                  <a:ea typeface="Inter"/>
                  <a:cs typeface="Inter"/>
                </a:defRPr>
              </a:lvl1pPr>
              <a:lvl2pPr algn="l">
                <a:defRPr sz="980" b="0" i="0" kern="0" spc="-8">
                  <a:solidFill>
                    <a:srgbClr val="7B8BA0"/>
                  </a:solidFill>
                  <a:latin typeface="Inter"/>
                  <a:ea typeface="Inter"/>
                  <a:cs typeface="Inter"/>
                </a:defRPr>
              </a:lvl2pPr>
              <a:lvl3pPr algn="l">
                <a:defRPr sz="980" b="0" i="0" kern="0" spc="-8">
                  <a:solidFill>
                    <a:srgbClr val="7B8BA0"/>
                  </a:solidFill>
                  <a:latin typeface="Inter"/>
                  <a:ea typeface="Inter"/>
                  <a:cs typeface="Inter"/>
                </a:defRPr>
              </a:lvl3pPr>
              <a:lvl4pPr algn="l">
                <a:defRPr sz="980" b="0" i="0" kern="0" spc="-8">
                  <a:solidFill>
                    <a:srgbClr val="7B8BA0"/>
                  </a:solidFill>
                  <a:latin typeface="Inter"/>
                  <a:ea typeface="Inter"/>
                  <a:cs typeface="Inter"/>
                </a:defRPr>
              </a:lvl4pPr>
              <a:lvl5pPr algn="l">
                <a:defRPr sz="980" b="0" i="0" kern="0" spc="-8">
                  <a:solidFill>
                    <a:srgbClr val="7B8BA0"/>
                  </a:solidFill>
                  <a:latin typeface="Inter"/>
                  <a:ea typeface="Inter"/>
                  <a:cs typeface="Inter"/>
                </a:defRPr>
              </a:lvl5pPr>
              <a:lvl6pPr algn="l">
                <a:defRPr sz="980" b="0" i="0" kern="0" spc="-8">
                  <a:solidFill>
                    <a:srgbClr val="7B8BA0"/>
                  </a:solidFill>
                  <a:latin typeface="Inter"/>
                  <a:ea typeface="Inter"/>
                  <a:cs typeface="Inter"/>
                </a:defRPr>
              </a:lvl6pPr>
              <a:lvl7pPr algn="l">
                <a:defRPr sz="980" b="0" i="0" kern="0" spc="-8">
                  <a:solidFill>
                    <a:srgbClr val="7B8BA0"/>
                  </a:solidFill>
                  <a:latin typeface="Inter"/>
                  <a:ea typeface="Inter"/>
                  <a:cs typeface="Inter"/>
                </a:defRPr>
              </a:lvl7pPr>
              <a:lvl8pPr algn="l">
                <a:defRPr sz="980" b="0" i="0" kern="0" spc="-8">
                  <a:solidFill>
                    <a:srgbClr val="7B8BA0"/>
                  </a:solidFill>
                  <a:latin typeface="Inter"/>
                  <a:ea typeface="Inter"/>
                  <a:cs typeface="Inter"/>
                </a:defRPr>
              </a:lvl8pPr>
              <a:lvl9pPr algn="l">
                <a:defRPr sz="980" b="0" i="0" kern="0" spc="-8">
                  <a:solidFill>
                    <a:srgbClr val="7B8BA0"/>
                  </a:solidFill>
                  <a:latin typeface="Inter"/>
                  <a:ea typeface="Inter"/>
                  <a:cs typeface="Inter"/>
                </a:defRPr>
              </a:lvl9pPr>
            </a:lstStyle>
            <a:p>
              <a:pPr algn="l">
                <a:lnSpc>
                  <a:spcPct val="100000"/>
                </a:lnSpc>
                <a:buNone/>
                <a:defRPr sz="980" b="0" i="0" kern="0" spc="-8">
                  <a:solidFill>
                    <a:srgbClr val="7B8BA0"/>
                  </a:solidFill>
                  <a:latin typeface="Inter"/>
                  <a:ea typeface="Inter"/>
                  <a:cs typeface="Inter"/>
                </a:defRPr>
              </a:pPr>
              <a:r>
                <a:rPr sz="980" b="0" i="0" kern="0" spc="-8">
                  <a:solidFill>
                    <a:srgbClr val="7B8BA0"/>
                  </a:solidFill>
                  <a:latin typeface="Inter"/>
                  <a:ea typeface="Inter"/>
                  <a:cs typeface="Inter"/>
                </a:rPr>
                <a:t>175</a:t>
              </a:r>
            </a:p>
          </p:txBody>
        </p:sp>
        <p:sp>
          <p:nvSpPr>
            <p:cNvPr id="111" name="s10 text 53 halo">
              <a:extLst>
                <a:ext uri="{FF2B5EF4-FFF2-40B4-BE49-F238E27FC236}">
                  <a16:creationId xmlns:a16="http://schemas.microsoft.com/office/drawing/2014/main" id="{5B888280-76C1-4C75-9968-84D44191486D}"/>
                </a:ext>
              </a:extLst>
            </p:cNvPr>
            <p:cNvSpPr>
              <a:spLocks noGrp="1"/>
            </p:cNvSpPr>
            <p:nvPr/>
          </p:nvSpPr>
          <p:spPr>
            <a:xfrm>
              <a:off x="5456847" y="5563423"/>
              <a:ext cx="2214124" cy="219480"/>
            </a:xfrm>
            <a:prstGeom prst="rect">
              <a:avLst/>
            </a:prstGeom>
            <a:noFill/>
            <a:ln w="0">
              <a:noFill/>
              <a:prstDash val="solid"/>
            </a:ln>
          </p:spPr>
          <p:txBody>
            <a:bodyPr wrap="none" lIns="0" tIns="0" rIns="0" bIns="0" anchor="t">
              <a:noAutofit/>
            </a:bodyPr>
            <a:lstStyle>
              <a:defPPr algn="l">
                <a:defRPr sz="1242" b="0" i="0" kern="0" spc="-8">
                  <a:ln w="36104">
                    <a:solidFill>
                      <a:srgbClr val="FFFFFF"/>
                    </a:solidFill>
                    <a:prstDash val="solid"/>
                  </a:ln>
                  <a:solidFill>
                    <a:srgbClr val="FFFFFF"/>
                  </a:solidFill>
                  <a:latin typeface="Inter SemiBold"/>
                  <a:ea typeface="Inter SemiBold"/>
                  <a:cs typeface="Inter SemiBold"/>
                </a:defRPr>
              </a:defPPr>
              <a:lvl1pPr algn="l">
                <a:defRPr sz="1242" b="0" i="0" kern="0" spc="-8">
                  <a:ln w="36104">
                    <a:solidFill>
                      <a:srgbClr val="FFFFFF"/>
                    </a:solidFill>
                    <a:prstDash val="solid"/>
                  </a:ln>
                  <a:solidFill>
                    <a:srgbClr val="FFFFFF"/>
                  </a:solidFill>
                  <a:latin typeface="Inter SemiBold"/>
                  <a:ea typeface="Inter SemiBold"/>
                  <a:cs typeface="Inter SemiBold"/>
                </a:defRPr>
              </a:lvl1pPr>
              <a:lvl2pPr algn="l">
                <a:defRPr sz="1242" b="0" i="0" kern="0" spc="-8">
                  <a:ln w="36104">
                    <a:solidFill>
                      <a:srgbClr val="FFFFFF"/>
                    </a:solidFill>
                    <a:prstDash val="solid"/>
                  </a:ln>
                  <a:solidFill>
                    <a:srgbClr val="FFFFFF"/>
                  </a:solidFill>
                  <a:latin typeface="Inter SemiBold"/>
                  <a:ea typeface="Inter SemiBold"/>
                  <a:cs typeface="Inter SemiBold"/>
                </a:defRPr>
              </a:lvl2pPr>
              <a:lvl3pPr algn="l">
                <a:defRPr sz="1242" b="0" i="0" kern="0" spc="-8">
                  <a:ln w="36104">
                    <a:solidFill>
                      <a:srgbClr val="FFFFFF"/>
                    </a:solidFill>
                    <a:prstDash val="solid"/>
                  </a:ln>
                  <a:solidFill>
                    <a:srgbClr val="FFFFFF"/>
                  </a:solidFill>
                  <a:latin typeface="Inter SemiBold"/>
                  <a:ea typeface="Inter SemiBold"/>
                  <a:cs typeface="Inter SemiBold"/>
                </a:defRPr>
              </a:lvl3pPr>
              <a:lvl4pPr algn="l">
                <a:defRPr sz="1242" b="0" i="0" kern="0" spc="-8">
                  <a:ln w="36104">
                    <a:solidFill>
                      <a:srgbClr val="FFFFFF"/>
                    </a:solidFill>
                    <a:prstDash val="solid"/>
                  </a:ln>
                  <a:solidFill>
                    <a:srgbClr val="FFFFFF"/>
                  </a:solidFill>
                  <a:latin typeface="Inter SemiBold"/>
                  <a:ea typeface="Inter SemiBold"/>
                  <a:cs typeface="Inter SemiBold"/>
                </a:defRPr>
              </a:lvl4pPr>
              <a:lvl5pPr algn="l">
                <a:defRPr sz="1242" b="0" i="0" kern="0" spc="-8">
                  <a:ln w="36104">
                    <a:solidFill>
                      <a:srgbClr val="FFFFFF"/>
                    </a:solidFill>
                    <a:prstDash val="solid"/>
                  </a:ln>
                  <a:solidFill>
                    <a:srgbClr val="FFFFFF"/>
                  </a:solidFill>
                  <a:latin typeface="Inter SemiBold"/>
                  <a:ea typeface="Inter SemiBold"/>
                  <a:cs typeface="Inter SemiBold"/>
                </a:defRPr>
              </a:lvl5pPr>
              <a:lvl6pPr algn="l">
                <a:defRPr sz="1242" b="0" i="0" kern="0" spc="-8">
                  <a:ln w="36104">
                    <a:solidFill>
                      <a:srgbClr val="FFFFFF"/>
                    </a:solidFill>
                    <a:prstDash val="solid"/>
                  </a:ln>
                  <a:solidFill>
                    <a:srgbClr val="FFFFFF"/>
                  </a:solidFill>
                  <a:latin typeface="Inter SemiBold"/>
                  <a:ea typeface="Inter SemiBold"/>
                  <a:cs typeface="Inter SemiBold"/>
                </a:defRPr>
              </a:lvl6pPr>
              <a:lvl7pPr algn="l">
                <a:defRPr sz="1242" b="0" i="0" kern="0" spc="-8">
                  <a:ln w="36104">
                    <a:solidFill>
                      <a:srgbClr val="FFFFFF"/>
                    </a:solidFill>
                    <a:prstDash val="solid"/>
                  </a:ln>
                  <a:solidFill>
                    <a:srgbClr val="FFFFFF"/>
                  </a:solidFill>
                  <a:latin typeface="Inter SemiBold"/>
                  <a:ea typeface="Inter SemiBold"/>
                  <a:cs typeface="Inter SemiBold"/>
                </a:defRPr>
              </a:lvl7pPr>
              <a:lvl8pPr algn="l">
                <a:defRPr sz="1242" b="0" i="0" kern="0" spc="-8">
                  <a:ln w="36104">
                    <a:solidFill>
                      <a:srgbClr val="FFFFFF"/>
                    </a:solidFill>
                    <a:prstDash val="solid"/>
                  </a:ln>
                  <a:solidFill>
                    <a:srgbClr val="FFFFFF"/>
                  </a:solidFill>
                  <a:latin typeface="Inter SemiBold"/>
                  <a:ea typeface="Inter SemiBold"/>
                  <a:cs typeface="Inter SemiBold"/>
                </a:defRPr>
              </a:lvl8pPr>
              <a:lvl9pPr algn="l">
                <a:defRPr sz="1242" b="0" i="0" kern="0" spc="-8">
                  <a:ln w="36104">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242" b="0" i="0" kern="0" spc="-8">
                  <a:solidFill>
                    <a:srgbClr val="FFFFFF"/>
                  </a:solidFill>
                  <a:latin typeface="Inter SemiBold"/>
                  <a:ea typeface="Inter SemiBold"/>
                  <a:cs typeface="Inter SemiBold"/>
                </a:defRPr>
              </a:pPr>
              <a:r>
                <a:rPr sz="1242" b="0" i="0" kern="0" spc="-8">
                  <a:ln w="36104">
                    <a:solidFill>
                      <a:srgbClr val="FFFFFF"/>
                    </a:solidFill>
                    <a:prstDash val="solid"/>
                  </a:ln>
                  <a:solidFill>
                    <a:srgbClr val="FFFFFF"/>
                  </a:solidFill>
                  <a:latin typeface="Inter SemiBold"/>
                  <a:ea typeface="Inter SemiBold"/>
                  <a:cs typeface="Inter SemiBold"/>
                </a:rPr>
                <a:t>Quantity of TVs (thousands)</a:t>
              </a:r>
            </a:p>
          </p:txBody>
        </p:sp>
        <p:sp>
          <p:nvSpPr>
            <p:cNvPr id="112" name="s10 text 53">
              <a:extLst>
                <a:ext uri="{FF2B5EF4-FFF2-40B4-BE49-F238E27FC236}">
                  <a16:creationId xmlns:a16="http://schemas.microsoft.com/office/drawing/2014/main" id="{43AC518E-9428-4CDC-A73F-1252C2EF5B58}"/>
                </a:ext>
              </a:extLst>
            </p:cNvPr>
            <p:cNvSpPr>
              <a:spLocks noGrp="1"/>
            </p:cNvSpPr>
            <p:nvPr/>
          </p:nvSpPr>
          <p:spPr>
            <a:xfrm>
              <a:off x="5456847" y="5563423"/>
              <a:ext cx="2214124" cy="219480"/>
            </a:xfrm>
            <a:prstGeom prst="rect">
              <a:avLst/>
            </a:prstGeom>
            <a:noFill/>
            <a:ln w="0">
              <a:noFill/>
              <a:prstDash val="solid"/>
            </a:ln>
          </p:spPr>
          <p:txBody>
            <a:bodyPr wrap="none" lIns="0" tIns="0" rIns="0" bIns="0" anchor="t">
              <a:noAutofit/>
            </a:bodyPr>
            <a:lstStyle>
              <a:defPPr algn="l">
                <a:defRPr sz="1242" b="0" i="0" kern="0" spc="-8">
                  <a:solidFill>
                    <a:srgbClr val="0A2540"/>
                  </a:solidFill>
                  <a:latin typeface="Inter SemiBold"/>
                  <a:ea typeface="Inter SemiBold"/>
                  <a:cs typeface="Inter SemiBold"/>
                </a:defRPr>
              </a:defPPr>
              <a:lvl1pPr algn="l">
                <a:defRPr sz="1242" b="0" i="0" kern="0" spc="-8">
                  <a:solidFill>
                    <a:srgbClr val="0A2540"/>
                  </a:solidFill>
                  <a:latin typeface="Inter SemiBold"/>
                  <a:ea typeface="Inter SemiBold"/>
                  <a:cs typeface="Inter SemiBold"/>
                </a:defRPr>
              </a:lvl1pPr>
              <a:lvl2pPr algn="l">
                <a:defRPr sz="1242" b="0" i="0" kern="0" spc="-8">
                  <a:solidFill>
                    <a:srgbClr val="0A2540"/>
                  </a:solidFill>
                  <a:latin typeface="Inter SemiBold"/>
                  <a:ea typeface="Inter SemiBold"/>
                  <a:cs typeface="Inter SemiBold"/>
                </a:defRPr>
              </a:lvl2pPr>
              <a:lvl3pPr algn="l">
                <a:defRPr sz="1242" b="0" i="0" kern="0" spc="-8">
                  <a:solidFill>
                    <a:srgbClr val="0A2540"/>
                  </a:solidFill>
                  <a:latin typeface="Inter SemiBold"/>
                  <a:ea typeface="Inter SemiBold"/>
                  <a:cs typeface="Inter SemiBold"/>
                </a:defRPr>
              </a:lvl3pPr>
              <a:lvl4pPr algn="l">
                <a:defRPr sz="1242" b="0" i="0" kern="0" spc="-8">
                  <a:solidFill>
                    <a:srgbClr val="0A2540"/>
                  </a:solidFill>
                  <a:latin typeface="Inter SemiBold"/>
                  <a:ea typeface="Inter SemiBold"/>
                  <a:cs typeface="Inter SemiBold"/>
                </a:defRPr>
              </a:lvl4pPr>
              <a:lvl5pPr algn="l">
                <a:defRPr sz="1242" b="0" i="0" kern="0" spc="-8">
                  <a:solidFill>
                    <a:srgbClr val="0A2540"/>
                  </a:solidFill>
                  <a:latin typeface="Inter SemiBold"/>
                  <a:ea typeface="Inter SemiBold"/>
                  <a:cs typeface="Inter SemiBold"/>
                </a:defRPr>
              </a:lvl5pPr>
              <a:lvl6pPr algn="l">
                <a:defRPr sz="1242" b="0" i="0" kern="0" spc="-8">
                  <a:solidFill>
                    <a:srgbClr val="0A2540"/>
                  </a:solidFill>
                  <a:latin typeface="Inter SemiBold"/>
                  <a:ea typeface="Inter SemiBold"/>
                  <a:cs typeface="Inter SemiBold"/>
                </a:defRPr>
              </a:lvl6pPr>
              <a:lvl7pPr algn="l">
                <a:defRPr sz="1242" b="0" i="0" kern="0" spc="-8">
                  <a:solidFill>
                    <a:srgbClr val="0A2540"/>
                  </a:solidFill>
                  <a:latin typeface="Inter SemiBold"/>
                  <a:ea typeface="Inter SemiBold"/>
                  <a:cs typeface="Inter SemiBold"/>
                </a:defRPr>
              </a:lvl7pPr>
              <a:lvl8pPr algn="l">
                <a:defRPr sz="1242" b="0" i="0" kern="0" spc="-8">
                  <a:solidFill>
                    <a:srgbClr val="0A2540"/>
                  </a:solidFill>
                  <a:latin typeface="Inter SemiBold"/>
                  <a:ea typeface="Inter SemiBold"/>
                  <a:cs typeface="Inter SemiBold"/>
                </a:defRPr>
              </a:lvl8pPr>
              <a:lvl9pPr algn="l">
                <a:defRPr sz="1242" b="0" i="0" kern="0" spc="-8">
                  <a:solidFill>
                    <a:srgbClr val="0A2540"/>
                  </a:solidFill>
                  <a:latin typeface="Inter SemiBold"/>
                  <a:ea typeface="Inter SemiBold"/>
                  <a:cs typeface="Inter SemiBold"/>
                </a:defRPr>
              </a:lvl9pPr>
            </a:lstStyle>
            <a:p>
              <a:pPr algn="l">
                <a:lnSpc>
                  <a:spcPct val="100000"/>
                </a:lnSpc>
                <a:buNone/>
                <a:defRPr sz="1242" b="0" i="0" kern="0" spc="-8">
                  <a:solidFill>
                    <a:srgbClr val="0A2540"/>
                  </a:solidFill>
                  <a:latin typeface="Inter SemiBold"/>
                  <a:ea typeface="Inter SemiBold"/>
                  <a:cs typeface="Inter SemiBold"/>
                </a:defRPr>
              </a:pPr>
              <a:r>
                <a:rPr sz="1242" b="0" i="0" kern="0" spc="-8">
                  <a:solidFill>
                    <a:srgbClr val="0A2540"/>
                  </a:solidFill>
                  <a:latin typeface="Inter SemiBold"/>
                  <a:ea typeface="Inter SemiBold"/>
                  <a:cs typeface="Inter SemiBold"/>
                </a:rPr>
                <a:t>Quantity of TVs (thousands)</a:t>
              </a:r>
            </a:p>
          </p:txBody>
        </p:sp>
        <p:sp>
          <p:nvSpPr>
            <p:cNvPr id="113" name="s10 text 54 halo">
              <a:extLst>
                <a:ext uri="{FF2B5EF4-FFF2-40B4-BE49-F238E27FC236}">
                  <a16:creationId xmlns:a16="http://schemas.microsoft.com/office/drawing/2014/main" id="{80274AE1-2E1A-4C35-A8E3-A624FD4B95D9}"/>
                </a:ext>
              </a:extLst>
            </p:cNvPr>
            <p:cNvSpPr>
              <a:spLocks noGrp="1"/>
            </p:cNvSpPr>
            <p:nvPr/>
          </p:nvSpPr>
          <p:spPr>
            <a:xfrm>
              <a:off x="6910935" y="4727046"/>
              <a:ext cx="177013" cy="219480"/>
            </a:xfrm>
            <a:prstGeom prst="rect">
              <a:avLst/>
            </a:prstGeom>
            <a:noFill/>
            <a:ln w="0">
              <a:noFill/>
              <a:prstDash val="solid"/>
            </a:ln>
          </p:spPr>
          <p:txBody>
            <a:bodyPr wrap="none" lIns="0" tIns="0" rIns="0" bIns="0" anchor="t">
              <a:noAutofit/>
            </a:bodyPr>
            <a:lstStyle>
              <a:defPPr algn="l">
                <a:defRPr sz="1242" b="1" i="0" kern="0" spc="0">
                  <a:ln w="36104">
                    <a:solidFill>
                      <a:srgbClr val="FFFFFF"/>
                    </a:solidFill>
                    <a:prstDash val="solid"/>
                  </a:ln>
                  <a:solidFill>
                    <a:srgbClr val="FFFFFF"/>
                  </a:solidFill>
                  <a:latin typeface="Inter"/>
                  <a:ea typeface="Inter"/>
                  <a:cs typeface="Inter"/>
                </a:defRPr>
              </a:defPPr>
              <a:lvl1pPr algn="l">
                <a:defRPr sz="1242" b="1" i="0" kern="0" spc="0">
                  <a:ln w="36104">
                    <a:solidFill>
                      <a:srgbClr val="FFFFFF"/>
                    </a:solidFill>
                    <a:prstDash val="solid"/>
                  </a:ln>
                  <a:solidFill>
                    <a:srgbClr val="FFFFFF"/>
                  </a:solidFill>
                  <a:latin typeface="Inter"/>
                  <a:ea typeface="Inter"/>
                  <a:cs typeface="Inter"/>
                </a:defRPr>
              </a:lvl1pPr>
              <a:lvl2pPr algn="l">
                <a:defRPr sz="1242" b="1" i="0" kern="0" spc="0">
                  <a:ln w="36104">
                    <a:solidFill>
                      <a:srgbClr val="FFFFFF"/>
                    </a:solidFill>
                    <a:prstDash val="solid"/>
                  </a:ln>
                  <a:solidFill>
                    <a:srgbClr val="FFFFFF"/>
                  </a:solidFill>
                  <a:latin typeface="Inter"/>
                  <a:ea typeface="Inter"/>
                  <a:cs typeface="Inter"/>
                </a:defRPr>
              </a:lvl2pPr>
              <a:lvl3pPr algn="l">
                <a:defRPr sz="1242" b="1" i="0" kern="0" spc="0">
                  <a:ln w="36104">
                    <a:solidFill>
                      <a:srgbClr val="FFFFFF"/>
                    </a:solidFill>
                    <a:prstDash val="solid"/>
                  </a:ln>
                  <a:solidFill>
                    <a:srgbClr val="FFFFFF"/>
                  </a:solidFill>
                  <a:latin typeface="Inter"/>
                  <a:ea typeface="Inter"/>
                  <a:cs typeface="Inter"/>
                </a:defRPr>
              </a:lvl3pPr>
              <a:lvl4pPr algn="l">
                <a:defRPr sz="1242" b="1" i="0" kern="0" spc="0">
                  <a:ln w="36104">
                    <a:solidFill>
                      <a:srgbClr val="FFFFFF"/>
                    </a:solidFill>
                    <a:prstDash val="solid"/>
                  </a:ln>
                  <a:solidFill>
                    <a:srgbClr val="FFFFFF"/>
                  </a:solidFill>
                  <a:latin typeface="Inter"/>
                  <a:ea typeface="Inter"/>
                  <a:cs typeface="Inter"/>
                </a:defRPr>
              </a:lvl4pPr>
              <a:lvl5pPr algn="l">
                <a:defRPr sz="1242" b="1" i="0" kern="0" spc="0">
                  <a:ln w="36104">
                    <a:solidFill>
                      <a:srgbClr val="FFFFFF"/>
                    </a:solidFill>
                    <a:prstDash val="solid"/>
                  </a:ln>
                  <a:solidFill>
                    <a:srgbClr val="FFFFFF"/>
                  </a:solidFill>
                  <a:latin typeface="Inter"/>
                  <a:ea typeface="Inter"/>
                  <a:cs typeface="Inter"/>
                </a:defRPr>
              </a:lvl5pPr>
              <a:lvl6pPr algn="l">
                <a:defRPr sz="1242" b="1" i="0" kern="0" spc="0">
                  <a:ln w="36104">
                    <a:solidFill>
                      <a:srgbClr val="FFFFFF"/>
                    </a:solidFill>
                    <a:prstDash val="solid"/>
                  </a:ln>
                  <a:solidFill>
                    <a:srgbClr val="FFFFFF"/>
                  </a:solidFill>
                  <a:latin typeface="Inter"/>
                  <a:ea typeface="Inter"/>
                  <a:cs typeface="Inter"/>
                </a:defRPr>
              </a:lvl6pPr>
              <a:lvl7pPr algn="l">
                <a:defRPr sz="1242" b="1" i="0" kern="0" spc="0">
                  <a:ln w="36104">
                    <a:solidFill>
                      <a:srgbClr val="FFFFFF"/>
                    </a:solidFill>
                    <a:prstDash val="solid"/>
                  </a:ln>
                  <a:solidFill>
                    <a:srgbClr val="FFFFFF"/>
                  </a:solidFill>
                  <a:latin typeface="Inter"/>
                  <a:ea typeface="Inter"/>
                  <a:cs typeface="Inter"/>
                </a:defRPr>
              </a:lvl7pPr>
              <a:lvl8pPr algn="l">
                <a:defRPr sz="1242" b="1" i="0" kern="0" spc="0">
                  <a:ln w="36104">
                    <a:solidFill>
                      <a:srgbClr val="FFFFFF"/>
                    </a:solidFill>
                    <a:prstDash val="solid"/>
                  </a:ln>
                  <a:solidFill>
                    <a:srgbClr val="FFFFFF"/>
                  </a:solidFill>
                  <a:latin typeface="Inter"/>
                  <a:ea typeface="Inter"/>
                  <a:cs typeface="Inter"/>
                </a:defRPr>
              </a:lvl8pPr>
              <a:lvl9pPr algn="l">
                <a:defRPr sz="1242" b="1" i="0" kern="0" spc="0">
                  <a:ln w="36104">
                    <a:solidFill>
                      <a:srgbClr val="FFFFFF"/>
                    </a:solidFill>
                    <a:prstDash val="solid"/>
                  </a:ln>
                  <a:solidFill>
                    <a:srgbClr val="FFFFFF"/>
                  </a:solidFill>
                  <a:latin typeface="Inter"/>
                  <a:ea typeface="Inter"/>
                  <a:cs typeface="Inter"/>
                </a:defRPr>
              </a:lvl9pPr>
            </a:lstStyle>
            <a:p>
              <a:pPr algn="l">
                <a:lnSpc>
                  <a:spcPct val="100000"/>
                </a:lnSpc>
                <a:buNone/>
                <a:defRPr sz="1242" b="1" i="0" kern="0" spc="0">
                  <a:solidFill>
                    <a:srgbClr val="FFFFFF"/>
                  </a:solidFill>
                  <a:latin typeface="Inter"/>
                  <a:ea typeface="Inter"/>
                  <a:cs typeface="Inter"/>
                </a:defRPr>
              </a:pPr>
              <a:r>
                <a:rPr sz="1242" b="1" i="0" kern="0" spc="0">
                  <a:ln w="36104">
                    <a:solidFill>
                      <a:srgbClr val="FFFFFF"/>
                    </a:solidFill>
                    <a:prstDash val="solid"/>
                  </a:ln>
                  <a:solidFill>
                    <a:srgbClr val="FFFFFF"/>
                  </a:solidFill>
                  <a:latin typeface="Inter"/>
                  <a:ea typeface="Inter"/>
                  <a:cs typeface="Inter"/>
                </a:rPr>
                <a:t>D</a:t>
              </a:r>
            </a:p>
          </p:txBody>
        </p:sp>
        <p:sp>
          <p:nvSpPr>
            <p:cNvPr id="114" name="s10 text 54">
              <a:extLst>
                <a:ext uri="{FF2B5EF4-FFF2-40B4-BE49-F238E27FC236}">
                  <a16:creationId xmlns:a16="http://schemas.microsoft.com/office/drawing/2014/main" id="{1215702C-7695-4C9E-AE5F-511B7A94783D}"/>
                </a:ext>
              </a:extLst>
            </p:cNvPr>
            <p:cNvSpPr>
              <a:spLocks noGrp="1"/>
            </p:cNvSpPr>
            <p:nvPr/>
          </p:nvSpPr>
          <p:spPr>
            <a:xfrm>
              <a:off x="6910935" y="4727046"/>
              <a:ext cx="177013" cy="219480"/>
            </a:xfrm>
            <a:prstGeom prst="rect">
              <a:avLst/>
            </a:prstGeom>
            <a:noFill/>
            <a:ln w="0">
              <a:noFill/>
              <a:prstDash val="solid"/>
            </a:ln>
          </p:spPr>
          <p:txBody>
            <a:bodyPr wrap="none" lIns="0" tIns="0" rIns="0" bIns="0" anchor="t">
              <a:noAutofit/>
            </a:bodyPr>
            <a:lstStyle>
              <a:defPPr algn="l">
                <a:defRPr sz="1242" b="1" i="0" kern="0" spc="0">
                  <a:solidFill>
                    <a:srgbClr val="0A2540"/>
                  </a:solidFill>
                  <a:latin typeface="Inter"/>
                  <a:ea typeface="Inter"/>
                  <a:cs typeface="Inter"/>
                </a:defRPr>
              </a:defPPr>
              <a:lvl1pPr algn="l">
                <a:defRPr sz="1242" b="1" i="0" kern="0" spc="0">
                  <a:solidFill>
                    <a:srgbClr val="0A2540"/>
                  </a:solidFill>
                  <a:latin typeface="Inter"/>
                  <a:ea typeface="Inter"/>
                  <a:cs typeface="Inter"/>
                </a:defRPr>
              </a:lvl1pPr>
              <a:lvl2pPr algn="l">
                <a:defRPr sz="1242" b="1" i="0" kern="0" spc="0">
                  <a:solidFill>
                    <a:srgbClr val="0A2540"/>
                  </a:solidFill>
                  <a:latin typeface="Inter"/>
                  <a:ea typeface="Inter"/>
                  <a:cs typeface="Inter"/>
                </a:defRPr>
              </a:lvl2pPr>
              <a:lvl3pPr algn="l">
                <a:defRPr sz="1242" b="1" i="0" kern="0" spc="0">
                  <a:solidFill>
                    <a:srgbClr val="0A2540"/>
                  </a:solidFill>
                  <a:latin typeface="Inter"/>
                  <a:ea typeface="Inter"/>
                  <a:cs typeface="Inter"/>
                </a:defRPr>
              </a:lvl3pPr>
              <a:lvl4pPr algn="l">
                <a:defRPr sz="1242" b="1" i="0" kern="0" spc="0">
                  <a:solidFill>
                    <a:srgbClr val="0A2540"/>
                  </a:solidFill>
                  <a:latin typeface="Inter"/>
                  <a:ea typeface="Inter"/>
                  <a:cs typeface="Inter"/>
                </a:defRPr>
              </a:lvl4pPr>
              <a:lvl5pPr algn="l">
                <a:defRPr sz="1242" b="1" i="0" kern="0" spc="0">
                  <a:solidFill>
                    <a:srgbClr val="0A2540"/>
                  </a:solidFill>
                  <a:latin typeface="Inter"/>
                  <a:ea typeface="Inter"/>
                  <a:cs typeface="Inter"/>
                </a:defRPr>
              </a:lvl5pPr>
              <a:lvl6pPr algn="l">
                <a:defRPr sz="1242" b="1" i="0" kern="0" spc="0">
                  <a:solidFill>
                    <a:srgbClr val="0A2540"/>
                  </a:solidFill>
                  <a:latin typeface="Inter"/>
                  <a:ea typeface="Inter"/>
                  <a:cs typeface="Inter"/>
                </a:defRPr>
              </a:lvl6pPr>
              <a:lvl7pPr algn="l">
                <a:defRPr sz="1242" b="1" i="0" kern="0" spc="0">
                  <a:solidFill>
                    <a:srgbClr val="0A2540"/>
                  </a:solidFill>
                  <a:latin typeface="Inter"/>
                  <a:ea typeface="Inter"/>
                  <a:cs typeface="Inter"/>
                </a:defRPr>
              </a:lvl7pPr>
              <a:lvl8pPr algn="l">
                <a:defRPr sz="1242" b="1" i="0" kern="0" spc="0">
                  <a:solidFill>
                    <a:srgbClr val="0A2540"/>
                  </a:solidFill>
                  <a:latin typeface="Inter"/>
                  <a:ea typeface="Inter"/>
                  <a:cs typeface="Inter"/>
                </a:defRPr>
              </a:lvl8pPr>
              <a:lvl9pPr algn="l">
                <a:defRPr sz="1242" b="1" i="0" kern="0" spc="0">
                  <a:solidFill>
                    <a:srgbClr val="0A2540"/>
                  </a:solidFill>
                  <a:latin typeface="Inter"/>
                  <a:ea typeface="Inter"/>
                  <a:cs typeface="Inter"/>
                </a:defRPr>
              </a:lvl9pPr>
            </a:lstStyle>
            <a:p>
              <a:pPr algn="l">
                <a:lnSpc>
                  <a:spcPct val="100000"/>
                </a:lnSpc>
                <a:buNone/>
                <a:defRPr sz="1242" b="1" i="0" kern="0" spc="0">
                  <a:solidFill>
                    <a:srgbClr val="0A2540"/>
                  </a:solidFill>
                  <a:latin typeface="Inter"/>
                  <a:ea typeface="Inter"/>
                  <a:cs typeface="Inter"/>
                </a:defRPr>
              </a:pPr>
              <a:r>
                <a:rPr sz="1242" b="1" i="0" kern="0" spc="0">
                  <a:solidFill>
                    <a:srgbClr val="0A2540"/>
                  </a:solidFill>
                  <a:latin typeface="Inter"/>
                  <a:ea typeface="Inter"/>
                  <a:cs typeface="Inter"/>
                </a:rPr>
                <a:t>D</a:t>
              </a:r>
            </a:p>
          </p:txBody>
        </p:sp>
        <p:sp>
          <p:nvSpPr>
            <p:cNvPr id="115" name="s10 text 55 halo">
              <a:extLst>
                <a:ext uri="{FF2B5EF4-FFF2-40B4-BE49-F238E27FC236}">
                  <a16:creationId xmlns:a16="http://schemas.microsoft.com/office/drawing/2014/main" id="{099A76CD-72D9-43CC-82DD-106E0D92294B}"/>
                </a:ext>
              </a:extLst>
            </p:cNvPr>
            <p:cNvSpPr>
              <a:spLocks noGrp="1"/>
            </p:cNvSpPr>
            <p:nvPr/>
          </p:nvSpPr>
          <p:spPr>
            <a:xfrm>
              <a:off x="6799090" y="2932625"/>
              <a:ext cx="166375" cy="219480"/>
            </a:xfrm>
            <a:prstGeom prst="rect">
              <a:avLst/>
            </a:prstGeom>
            <a:noFill/>
            <a:ln w="0">
              <a:noFill/>
              <a:prstDash val="solid"/>
            </a:ln>
          </p:spPr>
          <p:txBody>
            <a:bodyPr wrap="none" lIns="0" tIns="0" rIns="0" bIns="0" anchor="t">
              <a:noAutofit/>
            </a:bodyPr>
            <a:lstStyle>
              <a:defPPr algn="l">
                <a:defRPr sz="1242" b="1" i="0" kern="0" spc="0">
                  <a:ln w="36104">
                    <a:solidFill>
                      <a:srgbClr val="FFFFFF"/>
                    </a:solidFill>
                    <a:prstDash val="solid"/>
                  </a:ln>
                  <a:solidFill>
                    <a:srgbClr val="FFFFFF"/>
                  </a:solidFill>
                  <a:latin typeface="Inter"/>
                  <a:ea typeface="Inter"/>
                  <a:cs typeface="Inter"/>
                </a:defRPr>
              </a:defPPr>
              <a:lvl1pPr algn="l">
                <a:defRPr sz="1242" b="1" i="0" kern="0" spc="0">
                  <a:ln w="36104">
                    <a:solidFill>
                      <a:srgbClr val="FFFFFF"/>
                    </a:solidFill>
                    <a:prstDash val="solid"/>
                  </a:ln>
                  <a:solidFill>
                    <a:srgbClr val="FFFFFF"/>
                  </a:solidFill>
                  <a:latin typeface="Inter"/>
                  <a:ea typeface="Inter"/>
                  <a:cs typeface="Inter"/>
                </a:defRPr>
              </a:lvl1pPr>
              <a:lvl2pPr algn="l">
                <a:defRPr sz="1242" b="1" i="0" kern="0" spc="0">
                  <a:ln w="36104">
                    <a:solidFill>
                      <a:srgbClr val="FFFFFF"/>
                    </a:solidFill>
                    <a:prstDash val="solid"/>
                  </a:ln>
                  <a:solidFill>
                    <a:srgbClr val="FFFFFF"/>
                  </a:solidFill>
                  <a:latin typeface="Inter"/>
                  <a:ea typeface="Inter"/>
                  <a:cs typeface="Inter"/>
                </a:defRPr>
              </a:lvl2pPr>
              <a:lvl3pPr algn="l">
                <a:defRPr sz="1242" b="1" i="0" kern="0" spc="0">
                  <a:ln w="36104">
                    <a:solidFill>
                      <a:srgbClr val="FFFFFF"/>
                    </a:solidFill>
                    <a:prstDash val="solid"/>
                  </a:ln>
                  <a:solidFill>
                    <a:srgbClr val="FFFFFF"/>
                  </a:solidFill>
                  <a:latin typeface="Inter"/>
                  <a:ea typeface="Inter"/>
                  <a:cs typeface="Inter"/>
                </a:defRPr>
              </a:lvl3pPr>
              <a:lvl4pPr algn="l">
                <a:defRPr sz="1242" b="1" i="0" kern="0" spc="0">
                  <a:ln w="36104">
                    <a:solidFill>
                      <a:srgbClr val="FFFFFF"/>
                    </a:solidFill>
                    <a:prstDash val="solid"/>
                  </a:ln>
                  <a:solidFill>
                    <a:srgbClr val="FFFFFF"/>
                  </a:solidFill>
                  <a:latin typeface="Inter"/>
                  <a:ea typeface="Inter"/>
                  <a:cs typeface="Inter"/>
                </a:defRPr>
              </a:lvl4pPr>
              <a:lvl5pPr algn="l">
                <a:defRPr sz="1242" b="1" i="0" kern="0" spc="0">
                  <a:ln w="36104">
                    <a:solidFill>
                      <a:srgbClr val="FFFFFF"/>
                    </a:solidFill>
                    <a:prstDash val="solid"/>
                  </a:ln>
                  <a:solidFill>
                    <a:srgbClr val="FFFFFF"/>
                  </a:solidFill>
                  <a:latin typeface="Inter"/>
                  <a:ea typeface="Inter"/>
                  <a:cs typeface="Inter"/>
                </a:defRPr>
              </a:lvl5pPr>
              <a:lvl6pPr algn="l">
                <a:defRPr sz="1242" b="1" i="0" kern="0" spc="0">
                  <a:ln w="36104">
                    <a:solidFill>
                      <a:srgbClr val="FFFFFF"/>
                    </a:solidFill>
                    <a:prstDash val="solid"/>
                  </a:ln>
                  <a:solidFill>
                    <a:srgbClr val="FFFFFF"/>
                  </a:solidFill>
                  <a:latin typeface="Inter"/>
                  <a:ea typeface="Inter"/>
                  <a:cs typeface="Inter"/>
                </a:defRPr>
              </a:lvl6pPr>
              <a:lvl7pPr algn="l">
                <a:defRPr sz="1242" b="1" i="0" kern="0" spc="0">
                  <a:ln w="36104">
                    <a:solidFill>
                      <a:srgbClr val="FFFFFF"/>
                    </a:solidFill>
                    <a:prstDash val="solid"/>
                  </a:ln>
                  <a:solidFill>
                    <a:srgbClr val="FFFFFF"/>
                  </a:solidFill>
                  <a:latin typeface="Inter"/>
                  <a:ea typeface="Inter"/>
                  <a:cs typeface="Inter"/>
                </a:defRPr>
              </a:lvl7pPr>
              <a:lvl8pPr algn="l">
                <a:defRPr sz="1242" b="1" i="0" kern="0" spc="0">
                  <a:ln w="36104">
                    <a:solidFill>
                      <a:srgbClr val="FFFFFF"/>
                    </a:solidFill>
                    <a:prstDash val="solid"/>
                  </a:ln>
                  <a:solidFill>
                    <a:srgbClr val="FFFFFF"/>
                  </a:solidFill>
                  <a:latin typeface="Inter"/>
                  <a:ea typeface="Inter"/>
                  <a:cs typeface="Inter"/>
                </a:defRPr>
              </a:lvl8pPr>
              <a:lvl9pPr algn="l">
                <a:defRPr sz="1242" b="1" i="0" kern="0" spc="0">
                  <a:ln w="36104">
                    <a:solidFill>
                      <a:srgbClr val="FFFFFF"/>
                    </a:solidFill>
                    <a:prstDash val="solid"/>
                  </a:ln>
                  <a:solidFill>
                    <a:srgbClr val="FFFFFF"/>
                  </a:solidFill>
                  <a:latin typeface="Inter"/>
                  <a:ea typeface="Inter"/>
                  <a:cs typeface="Inter"/>
                </a:defRPr>
              </a:lvl9pPr>
            </a:lstStyle>
            <a:p>
              <a:pPr algn="l">
                <a:lnSpc>
                  <a:spcPct val="100000"/>
                </a:lnSpc>
                <a:buNone/>
                <a:defRPr sz="1242" b="1" i="0" kern="0" spc="0">
                  <a:solidFill>
                    <a:srgbClr val="FFFFFF"/>
                  </a:solidFill>
                  <a:latin typeface="Inter"/>
                  <a:ea typeface="Inter"/>
                  <a:cs typeface="Inter"/>
                </a:defRPr>
              </a:pPr>
              <a:r>
                <a:rPr sz="1242" b="1" i="0" kern="0" spc="0">
                  <a:ln w="36104">
                    <a:solidFill>
                      <a:srgbClr val="FFFFFF"/>
                    </a:solidFill>
                    <a:prstDash val="solid"/>
                  </a:ln>
                  <a:solidFill>
                    <a:srgbClr val="FFFFFF"/>
                  </a:solidFill>
                  <a:latin typeface="Inter"/>
                  <a:ea typeface="Inter"/>
                  <a:cs typeface="Inter"/>
                </a:rPr>
                <a:t>S</a:t>
              </a:r>
            </a:p>
          </p:txBody>
        </p:sp>
        <p:sp>
          <p:nvSpPr>
            <p:cNvPr id="116" name="s10 text 55">
              <a:extLst>
                <a:ext uri="{FF2B5EF4-FFF2-40B4-BE49-F238E27FC236}">
                  <a16:creationId xmlns:a16="http://schemas.microsoft.com/office/drawing/2014/main" id="{96C60529-00CD-4158-8D88-E40C3FC07189}"/>
                </a:ext>
              </a:extLst>
            </p:cNvPr>
            <p:cNvSpPr>
              <a:spLocks noGrp="1"/>
            </p:cNvSpPr>
            <p:nvPr/>
          </p:nvSpPr>
          <p:spPr>
            <a:xfrm>
              <a:off x="6799090" y="2932625"/>
              <a:ext cx="166375" cy="219480"/>
            </a:xfrm>
            <a:prstGeom prst="rect">
              <a:avLst/>
            </a:prstGeom>
            <a:noFill/>
            <a:ln w="0">
              <a:noFill/>
              <a:prstDash val="solid"/>
            </a:ln>
          </p:spPr>
          <p:txBody>
            <a:bodyPr wrap="none" lIns="0" tIns="0" rIns="0" bIns="0" anchor="t">
              <a:noAutofit/>
            </a:bodyPr>
            <a:lstStyle>
              <a:defPPr algn="l">
                <a:defRPr sz="1242" b="1" i="0" kern="0" spc="0">
                  <a:solidFill>
                    <a:srgbClr val="0A2540"/>
                  </a:solidFill>
                  <a:latin typeface="Inter"/>
                  <a:ea typeface="Inter"/>
                  <a:cs typeface="Inter"/>
                </a:defRPr>
              </a:defPPr>
              <a:lvl1pPr algn="l">
                <a:defRPr sz="1242" b="1" i="0" kern="0" spc="0">
                  <a:solidFill>
                    <a:srgbClr val="0A2540"/>
                  </a:solidFill>
                  <a:latin typeface="Inter"/>
                  <a:ea typeface="Inter"/>
                  <a:cs typeface="Inter"/>
                </a:defRPr>
              </a:lvl1pPr>
              <a:lvl2pPr algn="l">
                <a:defRPr sz="1242" b="1" i="0" kern="0" spc="0">
                  <a:solidFill>
                    <a:srgbClr val="0A2540"/>
                  </a:solidFill>
                  <a:latin typeface="Inter"/>
                  <a:ea typeface="Inter"/>
                  <a:cs typeface="Inter"/>
                </a:defRPr>
              </a:lvl2pPr>
              <a:lvl3pPr algn="l">
                <a:defRPr sz="1242" b="1" i="0" kern="0" spc="0">
                  <a:solidFill>
                    <a:srgbClr val="0A2540"/>
                  </a:solidFill>
                  <a:latin typeface="Inter"/>
                  <a:ea typeface="Inter"/>
                  <a:cs typeface="Inter"/>
                </a:defRPr>
              </a:lvl3pPr>
              <a:lvl4pPr algn="l">
                <a:defRPr sz="1242" b="1" i="0" kern="0" spc="0">
                  <a:solidFill>
                    <a:srgbClr val="0A2540"/>
                  </a:solidFill>
                  <a:latin typeface="Inter"/>
                  <a:ea typeface="Inter"/>
                  <a:cs typeface="Inter"/>
                </a:defRPr>
              </a:lvl4pPr>
              <a:lvl5pPr algn="l">
                <a:defRPr sz="1242" b="1" i="0" kern="0" spc="0">
                  <a:solidFill>
                    <a:srgbClr val="0A2540"/>
                  </a:solidFill>
                  <a:latin typeface="Inter"/>
                  <a:ea typeface="Inter"/>
                  <a:cs typeface="Inter"/>
                </a:defRPr>
              </a:lvl5pPr>
              <a:lvl6pPr algn="l">
                <a:defRPr sz="1242" b="1" i="0" kern="0" spc="0">
                  <a:solidFill>
                    <a:srgbClr val="0A2540"/>
                  </a:solidFill>
                  <a:latin typeface="Inter"/>
                  <a:ea typeface="Inter"/>
                  <a:cs typeface="Inter"/>
                </a:defRPr>
              </a:lvl6pPr>
              <a:lvl7pPr algn="l">
                <a:defRPr sz="1242" b="1" i="0" kern="0" spc="0">
                  <a:solidFill>
                    <a:srgbClr val="0A2540"/>
                  </a:solidFill>
                  <a:latin typeface="Inter"/>
                  <a:ea typeface="Inter"/>
                  <a:cs typeface="Inter"/>
                </a:defRPr>
              </a:lvl7pPr>
              <a:lvl8pPr algn="l">
                <a:defRPr sz="1242" b="1" i="0" kern="0" spc="0">
                  <a:solidFill>
                    <a:srgbClr val="0A2540"/>
                  </a:solidFill>
                  <a:latin typeface="Inter"/>
                  <a:ea typeface="Inter"/>
                  <a:cs typeface="Inter"/>
                </a:defRPr>
              </a:lvl8pPr>
              <a:lvl9pPr algn="l">
                <a:defRPr sz="1242" b="1" i="0" kern="0" spc="0">
                  <a:solidFill>
                    <a:srgbClr val="0A2540"/>
                  </a:solidFill>
                  <a:latin typeface="Inter"/>
                  <a:ea typeface="Inter"/>
                  <a:cs typeface="Inter"/>
                </a:defRPr>
              </a:lvl9pPr>
            </a:lstStyle>
            <a:p>
              <a:pPr algn="l">
                <a:lnSpc>
                  <a:spcPct val="100000"/>
                </a:lnSpc>
                <a:buNone/>
                <a:defRPr sz="1242" b="1" i="0" kern="0" spc="0">
                  <a:solidFill>
                    <a:srgbClr val="0A2540"/>
                  </a:solidFill>
                  <a:latin typeface="Inter"/>
                  <a:ea typeface="Inter"/>
                  <a:cs typeface="Inter"/>
                </a:defRPr>
              </a:pPr>
              <a:r>
                <a:rPr sz="1242" b="1" i="0" kern="0" spc="0">
                  <a:solidFill>
                    <a:srgbClr val="0A2540"/>
                  </a:solidFill>
                  <a:latin typeface="Inter"/>
                  <a:ea typeface="Inter"/>
                  <a:cs typeface="Inter"/>
                </a:rPr>
                <a:t>S</a:t>
              </a:r>
            </a:p>
          </p:txBody>
        </p:sp>
        <p:sp>
          <p:nvSpPr>
            <p:cNvPr id="117" name="s10 text 56 halo">
              <a:extLst>
                <a:ext uri="{FF2B5EF4-FFF2-40B4-BE49-F238E27FC236}">
                  <a16:creationId xmlns:a16="http://schemas.microsoft.com/office/drawing/2014/main" id="{BEDE91D2-B699-474C-8C67-C1201E39D6BC}"/>
                </a:ext>
              </a:extLst>
            </p:cNvPr>
            <p:cNvSpPr>
              <a:spLocks noGrp="1"/>
            </p:cNvSpPr>
            <p:nvPr/>
          </p:nvSpPr>
          <p:spPr>
            <a:xfrm>
              <a:off x="6910935" y="3345056"/>
              <a:ext cx="751008" cy="207949"/>
            </a:xfrm>
            <a:prstGeom prst="rect">
              <a:avLst/>
            </a:prstGeom>
            <a:noFill/>
            <a:ln w="0">
              <a:noFill/>
              <a:prstDash val="solid"/>
            </a:ln>
          </p:spPr>
          <p:txBody>
            <a:bodyPr wrap="none" lIns="0" tIns="0" rIns="0" bIns="0" anchor="t">
              <a:noAutofit/>
            </a:bodyPr>
            <a:lstStyle>
              <a:defPPr algn="l">
                <a:defRPr sz="1177" b="1" i="0" kern="0" spc="-8">
                  <a:ln w="36104">
                    <a:solidFill>
                      <a:srgbClr val="FFFFFF"/>
                    </a:solidFill>
                    <a:prstDash val="solid"/>
                  </a:ln>
                  <a:solidFill>
                    <a:srgbClr val="FFFFFF"/>
                  </a:solidFill>
                  <a:latin typeface="Inter"/>
                  <a:ea typeface="Inter"/>
                  <a:cs typeface="Inter"/>
                </a:defRPr>
              </a:defPPr>
              <a:lvl1pPr algn="l">
                <a:defRPr sz="1177" b="1" i="0" kern="0" spc="-8">
                  <a:ln w="36104">
                    <a:solidFill>
                      <a:srgbClr val="FFFFFF"/>
                    </a:solidFill>
                    <a:prstDash val="solid"/>
                  </a:ln>
                  <a:solidFill>
                    <a:srgbClr val="FFFFFF"/>
                  </a:solidFill>
                  <a:latin typeface="Inter"/>
                  <a:ea typeface="Inter"/>
                  <a:cs typeface="Inter"/>
                </a:defRPr>
              </a:lvl1pPr>
              <a:lvl2pPr algn="l">
                <a:defRPr sz="1177" b="1" i="0" kern="0" spc="-8">
                  <a:ln w="36104">
                    <a:solidFill>
                      <a:srgbClr val="FFFFFF"/>
                    </a:solidFill>
                    <a:prstDash val="solid"/>
                  </a:ln>
                  <a:solidFill>
                    <a:srgbClr val="FFFFFF"/>
                  </a:solidFill>
                  <a:latin typeface="Inter"/>
                  <a:ea typeface="Inter"/>
                  <a:cs typeface="Inter"/>
                </a:defRPr>
              </a:lvl2pPr>
              <a:lvl3pPr algn="l">
                <a:defRPr sz="1177" b="1" i="0" kern="0" spc="-8">
                  <a:ln w="36104">
                    <a:solidFill>
                      <a:srgbClr val="FFFFFF"/>
                    </a:solidFill>
                    <a:prstDash val="solid"/>
                  </a:ln>
                  <a:solidFill>
                    <a:srgbClr val="FFFFFF"/>
                  </a:solidFill>
                  <a:latin typeface="Inter"/>
                  <a:ea typeface="Inter"/>
                  <a:cs typeface="Inter"/>
                </a:defRPr>
              </a:lvl3pPr>
              <a:lvl4pPr algn="l">
                <a:defRPr sz="1177" b="1" i="0" kern="0" spc="-8">
                  <a:ln w="36104">
                    <a:solidFill>
                      <a:srgbClr val="FFFFFF"/>
                    </a:solidFill>
                    <a:prstDash val="solid"/>
                  </a:ln>
                  <a:solidFill>
                    <a:srgbClr val="FFFFFF"/>
                  </a:solidFill>
                  <a:latin typeface="Inter"/>
                  <a:ea typeface="Inter"/>
                  <a:cs typeface="Inter"/>
                </a:defRPr>
              </a:lvl4pPr>
              <a:lvl5pPr algn="l">
                <a:defRPr sz="1177" b="1" i="0" kern="0" spc="-8">
                  <a:ln w="36104">
                    <a:solidFill>
                      <a:srgbClr val="FFFFFF"/>
                    </a:solidFill>
                    <a:prstDash val="solid"/>
                  </a:ln>
                  <a:solidFill>
                    <a:srgbClr val="FFFFFF"/>
                  </a:solidFill>
                  <a:latin typeface="Inter"/>
                  <a:ea typeface="Inter"/>
                  <a:cs typeface="Inter"/>
                </a:defRPr>
              </a:lvl5pPr>
              <a:lvl6pPr algn="l">
                <a:defRPr sz="1177" b="1" i="0" kern="0" spc="-8">
                  <a:ln w="36104">
                    <a:solidFill>
                      <a:srgbClr val="FFFFFF"/>
                    </a:solidFill>
                    <a:prstDash val="solid"/>
                  </a:ln>
                  <a:solidFill>
                    <a:srgbClr val="FFFFFF"/>
                  </a:solidFill>
                  <a:latin typeface="Inter"/>
                  <a:ea typeface="Inter"/>
                  <a:cs typeface="Inter"/>
                </a:defRPr>
              </a:lvl6pPr>
              <a:lvl7pPr algn="l">
                <a:defRPr sz="1177" b="1" i="0" kern="0" spc="-8">
                  <a:ln w="36104">
                    <a:solidFill>
                      <a:srgbClr val="FFFFFF"/>
                    </a:solidFill>
                    <a:prstDash val="solid"/>
                  </a:ln>
                  <a:solidFill>
                    <a:srgbClr val="FFFFFF"/>
                  </a:solidFill>
                  <a:latin typeface="Inter"/>
                  <a:ea typeface="Inter"/>
                  <a:cs typeface="Inter"/>
                </a:defRPr>
              </a:lvl7pPr>
              <a:lvl8pPr algn="l">
                <a:defRPr sz="1177" b="1" i="0" kern="0" spc="-8">
                  <a:ln w="36104">
                    <a:solidFill>
                      <a:srgbClr val="FFFFFF"/>
                    </a:solidFill>
                    <a:prstDash val="solid"/>
                  </a:ln>
                  <a:solidFill>
                    <a:srgbClr val="FFFFFF"/>
                  </a:solidFill>
                  <a:latin typeface="Inter"/>
                  <a:ea typeface="Inter"/>
                  <a:cs typeface="Inter"/>
                </a:defRPr>
              </a:lvl8pPr>
              <a:lvl9pPr algn="l">
                <a:defRPr sz="1177" b="1" i="0" kern="0" spc="-8">
                  <a:ln w="36104">
                    <a:solidFill>
                      <a:srgbClr val="FFFFFF"/>
                    </a:solidFill>
                    <a:prstDash val="solid"/>
                  </a:ln>
                  <a:solidFill>
                    <a:srgbClr val="FFFFFF"/>
                  </a:solidFill>
                  <a:latin typeface="Inter"/>
                  <a:ea typeface="Inter"/>
                  <a:cs typeface="Inter"/>
                </a:defRPr>
              </a:lvl9pPr>
            </a:lstStyle>
            <a:p>
              <a:pPr algn="l">
                <a:lnSpc>
                  <a:spcPct val="100000"/>
                </a:lnSpc>
                <a:buNone/>
                <a:defRPr sz="1177" b="1" i="0" kern="0" spc="-8">
                  <a:solidFill>
                    <a:srgbClr val="FFFFFF"/>
                  </a:solidFill>
                  <a:latin typeface="Inter"/>
                  <a:ea typeface="Inter"/>
                  <a:cs typeface="Inter"/>
                </a:defRPr>
              </a:pPr>
              <a:r>
                <a:rPr sz="1177" b="1" i="0" kern="0" spc="-8">
                  <a:ln w="36104">
                    <a:solidFill>
                      <a:srgbClr val="FFFFFF"/>
                    </a:solidFill>
                    <a:prstDash val="solid"/>
                  </a:ln>
                  <a:solidFill>
                    <a:srgbClr val="FFFFFF"/>
                  </a:solidFill>
                  <a:latin typeface="Inter"/>
                  <a:ea typeface="Inter"/>
                  <a:cs typeface="Inter"/>
                </a:rPr>
                <a:t>S + quota</a:t>
              </a:r>
            </a:p>
          </p:txBody>
        </p:sp>
        <p:sp>
          <p:nvSpPr>
            <p:cNvPr id="118" name="s10 text 56">
              <a:extLst>
                <a:ext uri="{FF2B5EF4-FFF2-40B4-BE49-F238E27FC236}">
                  <a16:creationId xmlns:a16="http://schemas.microsoft.com/office/drawing/2014/main" id="{DDE952E1-6EFA-4FFC-84FA-B17519B6FFCB}"/>
                </a:ext>
              </a:extLst>
            </p:cNvPr>
            <p:cNvSpPr>
              <a:spLocks noGrp="1"/>
            </p:cNvSpPr>
            <p:nvPr/>
          </p:nvSpPr>
          <p:spPr>
            <a:xfrm>
              <a:off x="6910935" y="3345056"/>
              <a:ext cx="751008" cy="207949"/>
            </a:xfrm>
            <a:prstGeom prst="rect">
              <a:avLst/>
            </a:prstGeom>
            <a:noFill/>
            <a:ln w="0">
              <a:noFill/>
              <a:prstDash val="solid"/>
            </a:ln>
          </p:spPr>
          <p:txBody>
            <a:bodyPr wrap="none" lIns="0" tIns="0" rIns="0" bIns="0" anchor="t">
              <a:noAutofit/>
            </a:bodyPr>
            <a:lstStyle>
              <a:defPPr algn="l">
                <a:defRPr sz="1177" b="1" i="0" kern="0" spc="-8">
                  <a:solidFill>
                    <a:srgbClr val="D97706"/>
                  </a:solidFill>
                  <a:latin typeface="Inter"/>
                  <a:ea typeface="Inter"/>
                  <a:cs typeface="Inter"/>
                </a:defRPr>
              </a:defPPr>
              <a:lvl1pPr algn="l">
                <a:defRPr sz="1177" b="1" i="0" kern="0" spc="-8">
                  <a:solidFill>
                    <a:srgbClr val="D97706"/>
                  </a:solidFill>
                  <a:latin typeface="Inter"/>
                  <a:ea typeface="Inter"/>
                  <a:cs typeface="Inter"/>
                </a:defRPr>
              </a:lvl1pPr>
              <a:lvl2pPr algn="l">
                <a:defRPr sz="1177" b="1" i="0" kern="0" spc="-8">
                  <a:solidFill>
                    <a:srgbClr val="D97706"/>
                  </a:solidFill>
                  <a:latin typeface="Inter"/>
                  <a:ea typeface="Inter"/>
                  <a:cs typeface="Inter"/>
                </a:defRPr>
              </a:lvl2pPr>
              <a:lvl3pPr algn="l">
                <a:defRPr sz="1177" b="1" i="0" kern="0" spc="-8">
                  <a:solidFill>
                    <a:srgbClr val="D97706"/>
                  </a:solidFill>
                  <a:latin typeface="Inter"/>
                  <a:ea typeface="Inter"/>
                  <a:cs typeface="Inter"/>
                </a:defRPr>
              </a:lvl3pPr>
              <a:lvl4pPr algn="l">
                <a:defRPr sz="1177" b="1" i="0" kern="0" spc="-8">
                  <a:solidFill>
                    <a:srgbClr val="D97706"/>
                  </a:solidFill>
                  <a:latin typeface="Inter"/>
                  <a:ea typeface="Inter"/>
                  <a:cs typeface="Inter"/>
                </a:defRPr>
              </a:lvl4pPr>
              <a:lvl5pPr algn="l">
                <a:defRPr sz="1177" b="1" i="0" kern="0" spc="-8">
                  <a:solidFill>
                    <a:srgbClr val="D97706"/>
                  </a:solidFill>
                  <a:latin typeface="Inter"/>
                  <a:ea typeface="Inter"/>
                  <a:cs typeface="Inter"/>
                </a:defRPr>
              </a:lvl5pPr>
              <a:lvl6pPr algn="l">
                <a:defRPr sz="1177" b="1" i="0" kern="0" spc="-8">
                  <a:solidFill>
                    <a:srgbClr val="D97706"/>
                  </a:solidFill>
                  <a:latin typeface="Inter"/>
                  <a:ea typeface="Inter"/>
                  <a:cs typeface="Inter"/>
                </a:defRPr>
              </a:lvl6pPr>
              <a:lvl7pPr algn="l">
                <a:defRPr sz="1177" b="1" i="0" kern="0" spc="-8">
                  <a:solidFill>
                    <a:srgbClr val="D97706"/>
                  </a:solidFill>
                  <a:latin typeface="Inter"/>
                  <a:ea typeface="Inter"/>
                  <a:cs typeface="Inter"/>
                </a:defRPr>
              </a:lvl7pPr>
              <a:lvl8pPr algn="l">
                <a:defRPr sz="1177" b="1" i="0" kern="0" spc="-8">
                  <a:solidFill>
                    <a:srgbClr val="D97706"/>
                  </a:solidFill>
                  <a:latin typeface="Inter"/>
                  <a:ea typeface="Inter"/>
                  <a:cs typeface="Inter"/>
                </a:defRPr>
              </a:lvl8pPr>
              <a:lvl9pPr algn="l">
                <a:defRPr sz="1177" b="1" i="0" kern="0" spc="-8">
                  <a:solidFill>
                    <a:srgbClr val="D97706"/>
                  </a:solidFill>
                  <a:latin typeface="Inter"/>
                  <a:ea typeface="Inter"/>
                  <a:cs typeface="Inter"/>
                </a:defRPr>
              </a:lvl9pPr>
            </a:lstStyle>
            <a:p>
              <a:pPr algn="l">
                <a:lnSpc>
                  <a:spcPct val="100000"/>
                </a:lnSpc>
                <a:buNone/>
                <a:defRPr sz="1177" b="1" i="0" kern="0" spc="-8">
                  <a:solidFill>
                    <a:srgbClr val="D97706"/>
                  </a:solidFill>
                  <a:latin typeface="Inter"/>
                  <a:ea typeface="Inter"/>
                  <a:cs typeface="Inter"/>
                </a:defRPr>
              </a:pPr>
              <a:r>
                <a:rPr sz="1177" b="1" i="0" kern="0" spc="-8">
                  <a:solidFill>
                    <a:srgbClr val="D97706"/>
                  </a:solidFill>
                  <a:latin typeface="Inter"/>
                  <a:ea typeface="Inter"/>
                  <a:cs typeface="Inter"/>
                </a:rPr>
                <a:t>S + quota</a:t>
              </a:r>
            </a:p>
          </p:txBody>
        </p:sp>
        <p:sp>
          <p:nvSpPr>
            <p:cNvPr id="119" name="s10 text 57 halo">
              <a:extLst>
                <a:ext uri="{FF2B5EF4-FFF2-40B4-BE49-F238E27FC236}">
                  <a16:creationId xmlns:a16="http://schemas.microsoft.com/office/drawing/2014/main" id="{9EAAE245-7375-4EA8-9B13-3DBFEFCC0E54}"/>
                </a:ext>
              </a:extLst>
            </p:cNvPr>
            <p:cNvSpPr>
              <a:spLocks noGrp="1"/>
            </p:cNvSpPr>
            <p:nvPr/>
          </p:nvSpPr>
          <p:spPr>
            <a:xfrm>
              <a:off x="5567910" y="4304259"/>
              <a:ext cx="992686" cy="173258"/>
            </a:xfrm>
            <a:prstGeom prst="rect">
              <a:avLst/>
            </a:prstGeom>
            <a:noFill/>
            <a:ln w="0">
              <a:noFill/>
              <a:prstDash val="solid"/>
            </a:ln>
          </p:spPr>
          <p:txBody>
            <a:bodyPr wrap="none" lIns="0" tIns="0" rIns="0" bIns="0" anchor="t">
              <a:noAutofit/>
            </a:bodyPr>
            <a:lstStyle>
              <a:defPPr algn="l">
                <a:defRPr sz="980" b="1" i="0" kern="0" spc="-8">
                  <a:ln w="36104">
                    <a:solidFill>
                      <a:srgbClr val="FFFFFF"/>
                    </a:solidFill>
                    <a:prstDash val="solid"/>
                  </a:ln>
                  <a:solidFill>
                    <a:srgbClr val="FFFFFF"/>
                  </a:solidFill>
                  <a:latin typeface="Inter"/>
                  <a:ea typeface="Inter"/>
                  <a:cs typeface="Inter"/>
                </a:defRPr>
              </a:defPPr>
              <a:lvl1pPr algn="l">
                <a:defRPr sz="980" b="1" i="0" kern="0" spc="-8">
                  <a:ln w="36104">
                    <a:solidFill>
                      <a:srgbClr val="FFFFFF"/>
                    </a:solidFill>
                    <a:prstDash val="solid"/>
                  </a:ln>
                  <a:solidFill>
                    <a:srgbClr val="FFFFFF"/>
                  </a:solidFill>
                  <a:latin typeface="Inter"/>
                  <a:ea typeface="Inter"/>
                  <a:cs typeface="Inter"/>
                </a:defRPr>
              </a:lvl1pPr>
              <a:lvl2pPr algn="l">
                <a:defRPr sz="980" b="1" i="0" kern="0" spc="-8">
                  <a:ln w="36104">
                    <a:solidFill>
                      <a:srgbClr val="FFFFFF"/>
                    </a:solidFill>
                    <a:prstDash val="solid"/>
                  </a:ln>
                  <a:solidFill>
                    <a:srgbClr val="FFFFFF"/>
                  </a:solidFill>
                  <a:latin typeface="Inter"/>
                  <a:ea typeface="Inter"/>
                  <a:cs typeface="Inter"/>
                </a:defRPr>
              </a:lvl2pPr>
              <a:lvl3pPr algn="l">
                <a:defRPr sz="980" b="1" i="0" kern="0" spc="-8">
                  <a:ln w="36104">
                    <a:solidFill>
                      <a:srgbClr val="FFFFFF"/>
                    </a:solidFill>
                    <a:prstDash val="solid"/>
                  </a:ln>
                  <a:solidFill>
                    <a:srgbClr val="FFFFFF"/>
                  </a:solidFill>
                  <a:latin typeface="Inter"/>
                  <a:ea typeface="Inter"/>
                  <a:cs typeface="Inter"/>
                </a:defRPr>
              </a:lvl3pPr>
              <a:lvl4pPr algn="l">
                <a:defRPr sz="980" b="1" i="0" kern="0" spc="-8">
                  <a:ln w="36104">
                    <a:solidFill>
                      <a:srgbClr val="FFFFFF"/>
                    </a:solidFill>
                    <a:prstDash val="solid"/>
                  </a:ln>
                  <a:solidFill>
                    <a:srgbClr val="FFFFFF"/>
                  </a:solidFill>
                  <a:latin typeface="Inter"/>
                  <a:ea typeface="Inter"/>
                  <a:cs typeface="Inter"/>
                </a:defRPr>
              </a:lvl4pPr>
              <a:lvl5pPr algn="l">
                <a:defRPr sz="980" b="1" i="0" kern="0" spc="-8">
                  <a:ln w="36104">
                    <a:solidFill>
                      <a:srgbClr val="FFFFFF"/>
                    </a:solidFill>
                    <a:prstDash val="solid"/>
                  </a:ln>
                  <a:solidFill>
                    <a:srgbClr val="FFFFFF"/>
                  </a:solidFill>
                  <a:latin typeface="Inter"/>
                  <a:ea typeface="Inter"/>
                  <a:cs typeface="Inter"/>
                </a:defRPr>
              </a:lvl5pPr>
              <a:lvl6pPr algn="l">
                <a:defRPr sz="980" b="1" i="0" kern="0" spc="-8">
                  <a:ln w="36104">
                    <a:solidFill>
                      <a:srgbClr val="FFFFFF"/>
                    </a:solidFill>
                    <a:prstDash val="solid"/>
                  </a:ln>
                  <a:solidFill>
                    <a:srgbClr val="FFFFFF"/>
                  </a:solidFill>
                  <a:latin typeface="Inter"/>
                  <a:ea typeface="Inter"/>
                  <a:cs typeface="Inter"/>
                </a:defRPr>
              </a:lvl6pPr>
              <a:lvl7pPr algn="l">
                <a:defRPr sz="980" b="1" i="0" kern="0" spc="-8">
                  <a:ln w="36104">
                    <a:solidFill>
                      <a:srgbClr val="FFFFFF"/>
                    </a:solidFill>
                    <a:prstDash val="solid"/>
                  </a:ln>
                  <a:solidFill>
                    <a:srgbClr val="FFFFFF"/>
                  </a:solidFill>
                  <a:latin typeface="Inter"/>
                  <a:ea typeface="Inter"/>
                  <a:cs typeface="Inter"/>
                </a:defRPr>
              </a:lvl7pPr>
              <a:lvl8pPr algn="l">
                <a:defRPr sz="980" b="1" i="0" kern="0" spc="-8">
                  <a:ln w="36104">
                    <a:solidFill>
                      <a:srgbClr val="FFFFFF"/>
                    </a:solidFill>
                    <a:prstDash val="solid"/>
                  </a:ln>
                  <a:solidFill>
                    <a:srgbClr val="FFFFFF"/>
                  </a:solidFill>
                  <a:latin typeface="Inter"/>
                  <a:ea typeface="Inter"/>
                  <a:cs typeface="Inter"/>
                </a:defRPr>
              </a:lvl8pPr>
              <a:lvl9pPr algn="l">
                <a:defRPr sz="980" b="1" i="0" kern="0" spc="-8">
                  <a:ln w="36104">
                    <a:solidFill>
                      <a:srgbClr val="FFFFFF"/>
                    </a:solidFill>
                    <a:prstDash val="solid"/>
                  </a:ln>
                  <a:solidFill>
                    <a:srgbClr val="FFFFFF"/>
                  </a:solidFill>
                  <a:latin typeface="Inter"/>
                  <a:ea typeface="Inter"/>
                  <a:cs typeface="Inter"/>
                </a:defRPr>
              </a:lvl9pPr>
            </a:lstStyle>
            <a:p>
              <a:pPr algn="l">
                <a:lnSpc>
                  <a:spcPct val="100000"/>
                </a:lnSpc>
                <a:buNone/>
                <a:defRPr sz="980" b="1" i="0" kern="0" spc="-8">
                  <a:solidFill>
                    <a:srgbClr val="FFFFFF"/>
                  </a:solidFill>
                  <a:latin typeface="Inter"/>
                  <a:ea typeface="Inter"/>
                  <a:cs typeface="Inter"/>
                </a:defRPr>
              </a:pPr>
              <a:r>
                <a:rPr sz="980" b="1" i="0" kern="0" spc="-8">
                  <a:ln w="36104">
                    <a:solidFill>
                      <a:srgbClr val="FFFFFF"/>
                    </a:solidFill>
                    <a:prstDash val="solid"/>
                  </a:ln>
                  <a:solidFill>
                    <a:srgbClr val="FFFFFF"/>
                  </a:solidFill>
                  <a:latin typeface="Inter"/>
                  <a:ea typeface="Inter"/>
                  <a:cs typeface="Inter"/>
                </a:rPr>
                <a:t>= quota 20,000</a:t>
              </a:r>
            </a:p>
          </p:txBody>
        </p:sp>
        <p:sp>
          <p:nvSpPr>
            <p:cNvPr id="120" name="s10 text 57">
              <a:extLst>
                <a:ext uri="{FF2B5EF4-FFF2-40B4-BE49-F238E27FC236}">
                  <a16:creationId xmlns:a16="http://schemas.microsoft.com/office/drawing/2014/main" id="{B062F6CD-E8F7-476D-8C3C-15CBE5937B53}"/>
                </a:ext>
              </a:extLst>
            </p:cNvPr>
            <p:cNvSpPr>
              <a:spLocks noGrp="1"/>
            </p:cNvSpPr>
            <p:nvPr/>
          </p:nvSpPr>
          <p:spPr>
            <a:xfrm>
              <a:off x="5567910" y="4304259"/>
              <a:ext cx="992686" cy="173258"/>
            </a:xfrm>
            <a:prstGeom prst="rect">
              <a:avLst/>
            </a:prstGeom>
            <a:noFill/>
            <a:ln w="0">
              <a:noFill/>
              <a:prstDash val="solid"/>
            </a:ln>
          </p:spPr>
          <p:txBody>
            <a:bodyPr wrap="none" lIns="0" tIns="0" rIns="0" bIns="0" anchor="t">
              <a:noAutofit/>
            </a:bodyPr>
            <a:lstStyle>
              <a:defPPr algn="l">
                <a:defRPr sz="980" b="1" i="0" kern="0" spc="-8">
                  <a:solidFill>
                    <a:srgbClr val="D97706"/>
                  </a:solidFill>
                  <a:latin typeface="Inter"/>
                  <a:ea typeface="Inter"/>
                  <a:cs typeface="Inter"/>
                </a:defRPr>
              </a:defPPr>
              <a:lvl1pPr algn="l">
                <a:defRPr sz="980" b="1" i="0" kern="0" spc="-8">
                  <a:solidFill>
                    <a:srgbClr val="D97706"/>
                  </a:solidFill>
                  <a:latin typeface="Inter"/>
                  <a:ea typeface="Inter"/>
                  <a:cs typeface="Inter"/>
                </a:defRPr>
              </a:lvl1pPr>
              <a:lvl2pPr algn="l">
                <a:defRPr sz="980" b="1" i="0" kern="0" spc="-8">
                  <a:solidFill>
                    <a:srgbClr val="D97706"/>
                  </a:solidFill>
                  <a:latin typeface="Inter"/>
                  <a:ea typeface="Inter"/>
                  <a:cs typeface="Inter"/>
                </a:defRPr>
              </a:lvl2pPr>
              <a:lvl3pPr algn="l">
                <a:defRPr sz="980" b="1" i="0" kern="0" spc="-8">
                  <a:solidFill>
                    <a:srgbClr val="D97706"/>
                  </a:solidFill>
                  <a:latin typeface="Inter"/>
                  <a:ea typeface="Inter"/>
                  <a:cs typeface="Inter"/>
                </a:defRPr>
              </a:lvl3pPr>
              <a:lvl4pPr algn="l">
                <a:defRPr sz="980" b="1" i="0" kern="0" spc="-8">
                  <a:solidFill>
                    <a:srgbClr val="D97706"/>
                  </a:solidFill>
                  <a:latin typeface="Inter"/>
                  <a:ea typeface="Inter"/>
                  <a:cs typeface="Inter"/>
                </a:defRPr>
              </a:lvl4pPr>
              <a:lvl5pPr algn="l">
                <a:defRPr sz="980" b="1" i="0" kern="0" spc="-8">
                  <a:solidFill>
                    <a:srgbClr val="D97706"/>
                  </a:solidFill>
                  <a:latin typeface="Inter"/>
                  <a:ea typeface="Inter"/>
                  <a:cs typeface="Inter"/>
                </a:defRPr>
              </a:lvl5pPr>
              <a:lvl6pPr algn="l">
                <a:defRPr sz="980" b="1" i="0" kern="0" spc="-8">
                  <a:solidFill>
                    <a:srgbClr val="D97706"/>
                  </a:solidFill>
                  <a:latin typeface="Inter"/>
                  <a:ea typeface="Inter"/>
                  <a:cs typeface="Inter"/>
                </a:defRPr>
              </a:lvl6pPr>
              <a:lvl7pPr algn="l">
                <a:defRPr sz="980" b="1" i="0" kern="0" spc="-8">
                  <a:solidFill>
                    <a:srgbClr val="D97706"/>
                  </a:solidFill>
                  <a:latin typeface="Inter"/>
                  <a:ea typeface="Inter"/>
                  <a:cs typeface="Inter"/>
                </a:defRPr>
              </a:lvl7pPr>
              <a:lvl8pPr algn="l">
                <a:defRPr sz="980" b="1" i="0" kern="0" spc="-8">
                  <a:solidFill>
                    <a:srgbClr val="D97706"/>
                  </a:solidFill>
                  <a:latin typeface="Inter"/>
                  <a:ea typeface="Inter"/>
                  <a:cs typeface="Inter"/>
                </a:defRPr>
              </a:lvl8pPr>
              <a:lvl9pPr algn="l">
                <a:defRPr sz="980" b="1" i="0" kern="0" spc="-8">
                  <a:solidFill>
                    <a:srgbClr val="D97706"/>
                  </a:solidFill>
                  <a:latin typeface="Inter"/>
                  <a:ea typeface="Inter"/>
                  <a:cs typeface="Inter"/>
                </a:defRPr>
              </a:lvl9pPr>
            </a:lstStyle>
            <a:p>
              <a:pPr algn="l">
                <a:lnSpc>
                  <a:spcPct val="100000"/>
                </a:lnSpc>
                <a:buNone/>
                <a:defRPr sz="980" b="1" i="0" kern="0" spc="-8">
                  <a:solidFill>
                    <a:srgbClr val="D97706"/>
                  </a:solidFill>
                  <a:latin typeface="Inter"/>
                  <a:ea typeface="Inter"/>
                  <a:cs typeface="Inter"/>
                </a:defRPr>
              </a:pPr>
              <a:r>
                <a:rPr sz="980" b="1" i="0" kern="0" spc="-8">
                  <a:solidFill>
                    <a:srgbClr val="D97706"/>
                  </a:solidFill>
                  <a:latin typeface="Inter"/>
                  <a:ea typeface="Inter"/>
                  <a:cs typeface="Inter"/>
                </a:rPr>
                <a:t>= quota 20,000</a:t>
              </a:r>
            </a:p>
          </p:txBody>
        </p:sp>
        <p:sp>
          <p:nvSpPr>
            <p:cNvPr id="121" name="s10 text 58 halo">
              <a:extLst>
                <a:ext uri="{FF2B5EF4-FFF2-40B4-BE49-F238E27FC236}">
                  <a16:creationId xmlns:a16="http://schemas.microsoft.com/office/drawing/2014/main" id="{442B6958-669C-4082-A9DD-DF0D53B7D606}"/>
                </a:ext>
              </a:extLst>
            </p:cNvPr>
            <p:cNvSpPr>
              <a:spLocks noGrp="1"/>
            </p:cNvSpPr>
            <p:nvPr/>
          </p:nvSpPr>
          <p:spPr>
            <a:xfrm>
              <a:off x="5232153" y="4481178"/>
              <a:ext cx="1982143" cy="173258"/>
            </a:xfrm>
            <a:prstGeom prst="rect">
              <a:avLst/>
            </a:prstGeom>
            <a:noFill/>
            <a:ln w="0">
              <a:noFill/>
              <a:prstDash val="solid"/>
            </a:ln>
          </p:spPr>
          <p:txBody>
            <a:bodyPr wrap="none" lIns="0" tIns="0" rIns="0" bIns="0" anchor="t">
              <a:noAutofit/>
            </a:bodyPr>
            <a:lstStyle>
              <a:defPPr algn="l">
                <a:defRPr sz="980" b="1" i="0" kern="0" spc="-8">
                  <a:ln w="36104">
                    <a:solidFill>
                      <a:srgbClr val="FFFFFF"/>
                    </a:solidFill>
                    <a:prstDash val="solid"/>
                  </a:ln>
                  <a:solidFill>
                    <a:srgbClr val="FFFFFF"/>
                  </a:solidFill>
                  <a:latin typeface="Inter"/>
                  <a:ea typeface="Inter"/>
                  <a:cs typeface="Inter"/>
                </a:defRPr>
              </a:defPPr>
              <a:lvl1pPr algn="l">
                <a:defRPr sz="980" b="1" i="0" kern="0" spc="-8">
                  <a:ln w="36104">
                    <a:solidFill>
                      <a:srgbClr val="FFFFFF"/>
                    </a:solidFill>
                    <a:prstDash val="solid"/>
                  </a:ln>
                  <a:solidFill>
                    <a:srgbClr val="FFFFFF"/>
                  </a:solidFill>
                  <a:latin typeface="Inter"/>
                  <a:ea typeface="Inter"/>
                  <a:cs typeface="Inter"/>
                </a:defRPr>
              </a:lvl1pPr>
              <a:lvl2pPr algn="l">
                <a:defRPr sz="980" b="1" i="0" kern="0" spc="-8">
                  <a:ln w="36104">
                    <a:solidFill>
                      <a:srgbClr val="FFFFFF"/>
                    </a:solidFill>
                    <a:prstDash val="solid"/>
                  </a:ln>
                  <a:solidFill>
                    <a:srgbClr val="FFFFFF"/>
                  </a:solidFill>
                  <a:latin typeface="Inter"/>
                  <a:ea typeface="Inter"/>
                  <a:cs typeface="Inter"/>
                </a:defRPr>
              </a:lvl2pPr>
              <a:lvl3pPr algn="l">
                <a:defRPr sz="980" b="1" i="0" kern="0" spc="-8">
                  <a:ln w="36104">
                    <a:solidFill>
                      <a:srgbClr val="FFFFFF"/>
                    </a:solidFill>
                    <a:prstDash val="solid"/>
                  </a:ln>
                  <a:solidFill>
                    <a:srgbClr val="FFFFFF"/>
                  </a:solidFill>
                  <a:latin typeface="Inter"/>
                  <a:ea typeface="Inter"/>
                  <a:cs typeface="Inter"/>
                </a:defRPr>
              </a:lvl3pPr>
              <a:lvl4pPr algn="l">
                <a:defRPr sz="980" b="1" i="0" kern="0" spc="-8">
                  <a:ln w="36104">
                    <a:solidFill>
                      <a:srgbClr val="FFFFFF"/>
                    </a:solidFill>
                    <a:prstDash val="solid"/>
                  </a:ln>
                  <a:solidFill>
                    <a:srgbClr val="FFFFFF"/>
                  </a:solidFill>
                  <a:latin typeface="Inter"/>
                  <a:ea typeface="Inter"/>
                  <a:cs typeface="Inter"/>
                </a:defRPr>
              </a:lvl4pPr>
              <a:lvl5pPr algn="l">
                <a:defRPr sz="980" b="1" i="0" kern="0" spc="-8">
                  <a:ln w="36104">
                    <a:solidFill>
                      <a:srgbClr val="FFFFFF"/>
                    </a:solidFill>
                    <a:prstDash val="solid"/>
                  </a:ln>
                  <a:solidFill>
                    <a:srgbClr val="FFFFFF"/>
                  </a:solidFill>
                  <a:latin typeface="Inter"/>
                  <a:ea typeface="Inter"/>
                  <a:cs typeface="Inter"/>
                </a:defRPr>
              </a:lvl5pPr>
              <a:lvl6pPr algn="l">
                <a:defRPr sz="980" b="1" i="0" kern="0" spc="-8">
                  <a:ln w="36104">
                    <a:solidFill>
                      <a:srgbClr val="FFFFFF"/>
                    </a:solidFill>
                    <a:prstDash val="solid"/>
                  </a:ln>
                  <a:solidFill>
                    <a:srgbClr val="FFFFFF"/>
                  </a:solidFill>
                  <a:latin typeface="Inter"/>
                  <a:ea typeface="Inter"/>
                  <a:cs typeface="Inter"/>
                </a:defRPr>
              </a:lvl6pPr>
              <a:lvl7pPr algn="l">
                <a:defRPr sz="980" b="1" i="0" kern="0" spc="-8">
                  <a:ln w="36104">
                    <a:solidFill>
                      <a:srgbClr val="FFFFFF"/>
                    </a:solidFill>
                    <a:prstDash val="solid"/>
                  </a:ln>
                  <a:solidFill>
                    <a:srgbClr val="FFFFFF"/>
                  </a:solidFill>
                  <a:latin typeface="Inter"/>
                  <a:ea typeface="Inter"/>
                  <a:cs typeface="Inter"/>
                </a:defRPr>
              </a:lvl7pPr>
              <a:lvl8pPr algn="l">
                <a:defRPr sz="980" b="1" i="0" kern="0" spc="-8">
                  <a:ln w="36104">
                    <a:solidFill>
                      <a:srgbClr val="FFFFFF"/>
                    </a:solidFill>
                    <a:prstDash val="solid"/>
                  </a:ln>
                  <a:solidFill>
                    <a:srgbClr val="FFFFFF"/>
                  </a:solidFill>
                  <a:latin typeface="Inter"/>
                  <a:ea typeface="Inter"/>
                  <a:cs typeface="Inter"/>
                </a:defRPr>
              </a:lvl8pPr>
              <a:lvl9pPr algn="l">
                <a:defRPr sz="980" b="1" i="0" kern="0" spc="-8">
                  <a:ln w="36104">
                    <a:solidFill>
                      <a:srgbClr val="FFFFFF"/>
                    </a:solidFill>
                    <a:prstDash val="solid"/>
                  </a:ln>
                  <a:solidFill>
                    <a:srgbClr val="FFFFFF"/>
                  </a:solidFill>
                  <a:latin typeface="Inter"/>
                  <a:ea typeface="Inter"/>
                  <a:cs typeface="Inter"/>
                </a:defRPr>
              </a:lvl9pPr>
            </a:lstStyle>
            <a:p>
              <a:pPr algn="l">
                <a:lnSpc>
                  <a:spcPct val="100000"/>
                </a:lnSpc>
                <a:buNone/>
                <a:defRPr sz="980" b="1" i="0" kern="0" spc="-8">
                  <a:solidFill>
                    <a:srgbClr val="FFFFFF"/>
                  </a:solidFill>
                  <a:latin typeface="Inter"/>
                  <a:ea typeface="Inter"/>
                  <a:cs typeface="Inter"/>
                </a:defRPr>
              </a:pPr>
              <a:r>
                <a:rPr sz="980" b="1" i="0" kern="0" spc="-8">
                  <a:ln w="36104">
                    <a:solidFill>
                      <a:srgbClr val="FFFFFF"/>
                    </a:solidFill>
                    <a:prstDash val="solid"/>
                  </a:ln>
                  <a:solidFill>
                    <a:srgbClr val="FFFFFF"/>
                  </a:solidFill>
                  <a:latin typeface="Inter"/>
                  <a:ea typeface="Inter"/>
                  <a:cs typeface="Inter"/>
                </a:rPr>
                <a:t>follows S below the world price,</a:t>
              </a:r>
            </a:p>
          </p:txBody>
        </p:sp>
        <p:sp>
          <p:nvSpPr>
            <p:cNvPr id="122" name="s10 text 58">
              <a:extLst>
                <a:ext uri="{FF2B5EF4-FFF2-40B4-BE49-F238E27FC236}">
                  <a16:creationId xmlns:a16="http://schemas.microsoft.com/office/drawing/2014/main" id="{241093F5-7E25-415C-B3CD-141D46AE574B}"/>
                </a:ext>
              </a:extLst>
            </p:cNvPr>
            <p:cNvSpPr>
              <a:spLocks noGrp="1"/>
            </p:cNvSpPr>
            <p:nvPr/>
          </p:nvSpPr>
          <p:spPr>
            <a:xfrm>
              <a:off x="5232153" y="4481178"/>
              <a:ext cx="1982143" cy="173258"/>
            </a:xfrm>
            <a:prstGeom prst="rect">
              <a:avLst/>
            </a:prstGeom>
            <a:noFill/>
            <a:ln w="0">
              <a:noFill/>
              <a:prstDash val="solid"/>
            </a:ln>
          </p:spPr>
          <p:txBody>
            <a:bodyPr wrap="none" lIns="0" tIns="0" rIns="0" bIns="0" anchor="t">
              <a:noAutofit/>
            </a:bodyPr>
            <a:lstStyle>
              <a:defPPr algn="l">
                <a:defRPr sz="980" b="1" i="0" kern="0" spc="-8">
                  <a:solidFill>
                    <a:srgbClr val="D97706"/>
                  </a:solidFill>
                  <a:latin typeface="Inter"/>
                  <a:ea typeface="Inter"/>
                  <a:cs typeface="Inter"/>
                </a:defRPr>
              </a:defPPr>
              <a:lvl1pPr algn="l">
                <a:defRPr sz="980" b="1" i="0" kern="0" spc="-8">
                  <a:solidFill>
                    <a:srgbClr val="D97706"/>
                  </a:solidFill>
                  <a:latin typeface="Inter"/>
                  <a:ea typeface="Inter"/>
                  <a:cs typeface="Inter"/>
                </a:defRPr>
              </a:lvl1pPr>
              <a:lvl2pPr algn="l">
                <a:defRPr sz="980" b="1" i="0" kern="0" spc="-8">
                  <a:solidFill>
                    <a:srgbClr val="D97706"/>
                  </a:solidFill>
                  <a:latin typeface="Inter"/>
                  <a:ea typeface="Inter"/>
                  <a:cs typeface="Inter"/>
                </a:defRPr>
              </a:lvl2pPr>
              <a:lvl3pPr algn="l">
                <a:defRPr sz="980" b="1" i="0" kern="0" spc="-8">
                  <a:solidFill>
                    <a:srgbClr val="D97706"/>
                  </a:solidFill>
                  <a:latin typeface="Inter"/>
                  <a:ea typeface="Inter"/>
                  <a:cs typeface="Inter"/>
                </a:defRPr>
              </a:lvl3pPr>
              <a:lvl4pPr algn="l">
                <a:defRPr sz="980" b="1" i="0" kern="0" spc="-8">
                  <a:solidFill>
                    <a:srgbClr val="D97706"/>
                  </a:solidFill>
                  <a:latin typeface="Inter"/>
                  <a:ea typeface="Inter"/>
                  <a:cs typeface="Inter"/>
                </a:defRPr>
              </a:lvl4pPr>
              <a:lvl5pPr algn="l">
                <a:defRPr sz="980" b="1" i="0" kern="0" spc="-8">
                  <a:solidFill>
                    <a:srgbClr val="D97706"/>
                  </a:solidFill>
                  <a:latin typeface="Inter"/>
                  <a:ea typeface="Inter"/>
                  <a:cs typeface="Inter"/>
                </a:defRPr>
              </a:lvl5pPr>
              <a:lvl6pPr algn="l">
                <a:defRPr sz="980" b="1" i="0" kern="0" spc="-8">
                  <a:solidFill>
                    <a:srgbClr val="D97706"/>
                  </a:solidFill>
                  <a:latin typeface="Inter"/>
                  <a:ea typeface="Inter"/>
                  <a:cs typeface="Inter"/>
                </a:defRPr>
              </a:lvl6pPr>
              <a:lvl7pPr algn="l">
                <a:defRPr sz="980" b="1" i="0" kern="0" spc="-8">
                  <a:solidFill>
                    <a:srgbClr val="D97706"/>
                  </a:solidFill>
                  <a:latin typeface="Inter"/>
                  <a:ea typeface="Inter"/>
                  <a:cs typeface="Inter"/>
                </a:defRPr>
              </a:lvl7pPr>
              <a:lvl8pPr algn="l">
                <a:defRPr sz="980" b="1" i="0" kern="0" spc="-8">
                  <a:solidFill>
                    <a:srgbClr val="D97706"/>
                  </a:solidFill>
                  <a:latin typeface="Inter"/>
                  <a:ea typeface="Inter"/>
                  <a:cs typeface="Inter"/>
                </a:defRPr>
              </a:lvl8pPr>
              <a:lvl9pPr algn="l">
                <a:defRPr sz="980" b="1" i="0" kern="0" spc="-8">
                  <a:solidFill>
                    <a:srgbClr val="D97706"/>
                  </a:solidFill>
                  <a:latin typeface="Inter"/>
                  <a:ea typeface="Inter"/>
                  <a:cs typeface="Inter"/>
                </a:defRPr>
              </a:lvl9pPr>
            </a:lstStyle>
            <a:p>
              <a:pPr algn="l">
                <a:lnSpc>
                  <a:spcPct val="100000"/>
                </a:lnSpc>
                <a:buNone/>
                <a:defRPr sz="980" b="1" i="0" kern="0" spc="-8">
                  <a:solidFill>
                    <a:srgbClr val="D97706"/>
                  </a:solidFill>
                  <a:latin typeface="Inter"/>
                  <a:ea typeface="Inter"/>
                  <a:cs typeface="Inter"/>
                </a:defRPr>
              </a:pPr>
              <a:r>
                <a:rPr sz="980" b="1" i="0" kern="0" spc="-8">
                  <a:solidFill>
                    <a:srgbClr val="D97706"/>
                  </a:solidFill>
                  <a:latin typeface="Inter"/>
                  <a:ea typeface="Inter"/>
                  <a:cs typeface="Inter"/>
                </a:rPr>
                <a:t>follows S below the world price,</a:t>
              </a:r>
            </a:p>
          </p:txBody>
        </p:sp>
        <p:sp>
          <p:nvSpPr>
            <p:cNvPr id="123" name="s10 text 59 halo">
              <a:extLst>
                <a:ext uri="{FF2B5EF4-FFF2-40B4-BE49-F238E27FC236}">
                  <a16:creationId xmlns:a16="http://schemas.microsoft.com/office/drawing/2014/main" id="{5EF6FB61-5B30-4621-ACD6-D630E96308C1}"/>
                </a:ext>
              </a:extLst>
            </p:cNvPr>
            <p:cNvSpPr>
              <a:spLocks noGrp="1"/>
            </p:cNvSpPr>
            <p:nvPr/>
          </p:nvSpPr>
          <p:spPr>
            <a:xfrm>
              <a:off x="5232153" y="4658098"/>
              <a:ext cx="1798882" cy="173258"/>
            </a:xfrm>
            <a:prstGeom prst="rect">
              <a:avLst/>
            </a:prstGeom>
            <a:noFill/>
            <a:ln w="0">
              <a:noFill/>
              <a:prstDash val="solid"/>
            </a:ln>
          </p:spPr>
          <p:txBody>
            <a:bodyPr wrap="none" lIns="0" tIns="0" rIns="0" bIns="0" anchor="t">
              <a:noAutofit/>
            </a:bodyPr>
            <a:lstStyle>
              <a:defPPr algn="l">
                <a:defRPr sz="980" b="1" i="0" kern="0" spc="-8">
                  <a:ln w="36104">
                    <a:solidFill>
                      <a:srgbClr val="FFFFFF"/>
                    </a:solidFill>
                    <a:prstDash val="solid"/>
                  </a:ln>
                  <a:solidFill>
                    <a:srgbClr val="FFFFFF"/>
                  </a:solidFill>
                  <a:latin typeface="Inter"/>
                  <a:ea typeface="Inter"/>
                  <a:cs typeface="Inter"/>
                </a:defRPr>
              </a:defPPr>
              <a:lvl1pPr algn="l">
                <a:defRPr sz="980" b="1" i="0" kern="0" spc="-8">
                  <a:ln w="36104">
                    <a:solidFill>
                      <a:srgbClr val="FFFFFF"/>
                    </a:solidFill>
                    <a:prstDash val="solid"/>
                  </a:ln>
                  <a:solidFill>
                    <a:srgbClr val="FFFFFF"/>
                  </a:solidFill>
                  <a:latin typeface="Inter"/>
                  <a:ea typeface="Inter"/>
                  <a:cs typeface="Inter"/>
                </a:defRPr>
              </a:lvl1pPr>
              <a:lvl2pPr algn="l">
                <a:defRPr sz="980" b="1" i="0" kern="0" spc="-8">
                  <a:ln w="36104">
                    <a:solidFill>
                      <a:srgbClr val="FFFFFF"/>
                    </a:solidFill>
                    <a:prstDash val="solid"/>
                  </a:ln>
                  <a:solidFill>
                    <a:srgbClr val="FFFFFF"/>
                  </a:solidFill>
                  <a:latin typeface="Inter"/>
                  <a:ea typeface="Inter"/>
                  <a:cs typeface="Inter"/>
                </a:defRPr>
              </a:lvl2pPr>
              <a:lvl3pPr algn="l">
                <a:defRPr sz="980" b="1" i="0" kern="0" spc="-8">
                  <a:ln w="36104">
                    <a:solidFill>
                      <a:srgbClr val="FFFFFF"/>
                    </a:solidFill>
                    <a:prstDash val="solid"/>
                  </a:ln>
                  <a:solidFill>
                    <a:srgbClr val="FFFFFF"/>
                  </a:solidFill>
                  <a:latin typeface="Inter"/>
                  <a:ea typeface="Inter"/>
                  <a:cs typeface="Inter"/>
                </a:defRPr>
              </a:lvl3pPr>
              <a:lvl4pPr algn="l">
                <a:defRPr sz="980" b="1" i="0" kern="0" spc="-8">
                  <a:ln w="36104">
                    <a:solidFill>
                      <a:srgbClr val="FFFFFF"/>
                    </a:solidFill>
                    <a:prstDash val="solid"/>
                  </a:ln>
                  <a:solidFill>
                    <a:srgbClr val="FFFFFF"/>
                  </a:solidFill>
                  <a:latin typeface="Inter"/>
                  <a:ea typeface="Inter"/>
                  <a:cs typeface="Inter"/>
                </a:defRPr>
              </a:lvl4pPr>
              <a:lvl5pPr algn="l">
                <a:defRPr sz="980" b="1" i="0" kern="0" spc="-8">
                  <a:ln w="36104">
                    <a:solidFill>
                      <a:srgbClr val="FFFFFF"/>
                    </a:solidFill>
                    <a:prstDash val="solid"/>
                  </a:ln>
                  <a:solidFill>
                    <a:srgbClr val="FFFFFF"/>
                  </a:solidFill>
                  <a:latin typeface="Inter"/>
                  <a:ea typeface="Inter"/>
                  <a:cs typeface="Inter"/>
                </a:defRPr>
              </a:lvl5pPr>
              <a:lvl6pPr algn="l">
                <a:defRPr sz="980" b="1" i="0" kern="0" spc="-8">
                  <a:ln w="36104">
                    <a:solidFill>
                      <a:srgbClr val="FFFFFF"/>
                    </a:solidFill>
                    <a:prstDash val="solid"/>
                  </a:ln>
                  <a:solidFill>
                    <a:srgbClr val="FFFFFF"/>
                  </a:solidFill>
                  <a:latin typeface="Inter"/>
                  <a:ea typeface="Inter"/>
                  <a:cs typeface="Inter"/>
                </a:defRPr>
              </a:lvl6pPr>
              <a:lvl7pPr algn="l">
                <a:defRPr sz="980" b="1" i="0" kern="0" spc="-8">
                  <a:ln w="36104">
                    <a:solidFill>
                      <a:srgbClr val="FFFFFF"/>
                    </a:solidFill>
                    <a:prstDash val="solid"/>
                  </a:ln>
                  <a:solidFill>
                    <a:srgbClr val="FFFFFF"/>
                  </a:solidFill>
                  <a:latin typeface="Inter"/>
                  <a:ea typeface="Inter"/>
                  <a:cs typeface="Inter"/>
                </a:defRPr>
              </a:lvl7pPr>
              <a:lvl8pPr algn="l">
                <a:defRPr sz="980" b="1" i="0" kern="0" spc="-8">
                  <a:ln w="36104">
                    <a:solidFill>
                      <a:srgbClr val="FFFFFF"/>
                    </a:solidFill>
                    <a:prstDash val="solid"/>
                  </a:ln>
                  <a:solidFill>
                    <a:srgbClr val="FFFFFF"/>
                  </a:solidFill>
                  <a:latin typeface="Inter"/>
                  <a:ea typeface="Inter"/>
                  <a:cs typeface="Inter"/>
                </a:defRPr>
              </a:lvl8pPr>
              <a:lvl9pPr algn="l">
                <a:defRPr sz="980" b="1" i="0" kern="0" spc="-8">
                  <a:ln w="36104">
                    <a:solidFill>
                      <a:srgbClr val="FFFFFF"/>
                    </a:solidFill>
                    <a:prstDash val="solid"/>
                  </a:ln>
                  <a:solidFill>
                    <a:srgbClr val="FFFFFF"/>
                  </a:solidFill>
                  <a:latin typeface="Inter"/>
                  <a:ea typeface="Inter"/>
                  <a:cs typeface="Inter"/>
                </a:defRPr>
              </a:lvl9pPr>
            </a:lstStyle>
            <a:p>
              <a:pPr algn="l">
                <a:lnSpc>
                  <a:spcPct val="100000"/>
                </a:lnSpc>
                <a:buNone/>
                <a:defRPr sz="980" b="1" i="0" kern="0" spc="-8">
                  <a:solidFill>
                    <a:srgbClr val="FFFFFF"/>
                  </a:solidFill>
                  <a:latin typeface="Inter"/>
                  <a:ea typeface="Inter"/>
                  <a:cs typeface="Inter"/>
                </a:defRPr>
              </a:pPr>
              <a:r>
                <a:rPr sz="980" b="1" i="0" kern="0" spc="-8">
                  <a:ln w="36104">
                    <a:solidFill>
                      <a:srgbClr val="FFFFFF"/>
                    </a:solidFill>
                    <a:prstDash val="solid"/>
                  </a:ln>
                  <a:solidFill>
                    <a:srgbClr val="FFFFFF"/>
                  </a:solidFill>
                  <a:latin typeface="Inter"/>
                  <a:ea typeface="Inter"/>
                  <a:cs typeface="Inter"/>
                </a:rPr>
                <a:t>then shifts right by the quota</a:t>
              </a:r>
            </a:p>
          </p:txBody>
        </p:sp>
        <p:sp>
          <p:nvSpPr>
            <p:cNvPr id="124" name="s10 text 59">
              <a:extLst>
                <a:ext uri="{FF2B5EF4-FFF2-40B4-BE49-F238E27FC236}">
                  <a16:creationId xmlns:a16="http://schemas.microsoft.com/office/drawing/2014/main" id="{A3561F34-1211-4D18-A2DB-26FB4729C822}"/>
                </a:ext>
              </a:extLst>
            </p:cNvPr>
            <p:cNvSpPr>
              <a:spLocks noGrp="1"/>
            </p:cNvSpPr>
            <p:nvPr/>
          </p:nvSpPr>
          <p:spPr>
            <a:xfrm>
              <a:off x="5232153" y="4658098"/>
              <a:ext cx="1798882" cy="173258"/>
            </a:xfrm>
            <a:prstGeom prst="rect">
              <a:avLst/>
            </a:prstGeom>
            <a:noFill/>
            <a:ln w="0">
              <a:noFill/>
              <a:prstDash val="solid"/>
            </a:ln>
          </p:spPr>
          <p:txBody>
            <a:bodyPr wrap="none" lIns="0" tIns="0" rIns="0" bIns="0" anchor="t">
              <a:noAutofit/>
            </a:bodyPr>
            <a:lstStyle>
              <a:defPPr algn="l">
                <a:defRPr sz="980" b="1" i="0" kern="0" spc="-8">
                  <a:solidFill>
                    <a:srgbClr val="D97706"/>
                  </a:solidFill>
                  <a:latin typeface="Inter"/>
                  <a:ea typeface="Inter"/>
                  <a:cs typeface="Inter"/>
                </a:defRPr>
              </a:defPPr>
              <a:lvl1pPr algn="l">
                <a:defRPr sz="980" b="1" i="0" kern="0" spc="-8">
                  <a:solidFill>
                    <a:srgbClr val="D97706"/>
                  </a:solidFill>
                  <a:latin typeface="Inter"/>
                  <a:ea typeface="Inter"/>
                  <a:cs typeface="Inter"/>
                </a:defRPr>
              </a:lvl1pPr>
              <a:lvl2pPr algn="l">
                <a:defRPr sz="980" b="1" i="0" kern="0" spc="-8">
                  <a:solidFill>
                    <a:srgbClr val="D97706"/>
                  </a:solidFill>
                  <a:latin typeface="Inter"/>
                  <a:ea typeface="Inter"/>
                  <a:cs typeface="Inter"/>
                </a:defRPr>
              </a:lvl2pPr>
              <a:lvl3pPr algn="l">
                <a:defRPr sz="980" b="1" i="0" kern="0" spc="-8">
                  <a:solidFill>
                    <a:srgbClr val="D97706"/>
                  </a:solidFill>
                  <a:latin typeface="Inter"/>
                  <a:ea typeface="Inter"/>
                  <a:cs typeface="Inter"/>
                </a:defRPr>
              </a:lvl3pPr>
              <a:lvl4pPr algn="l">
                <a:defRPr sz="980" b="1" i="0" kern="0" spc="-8">
                  <a:solidFill>
                    <a:srgbClr val="D97706"/>
                  </a:solidFill>
                  <a:latin typeface="Inter"/>
                  <a:ea typeface="Inter"/>
                  <a:cs typeface="Inter"/>
                </a:defRPr>
              </a:lvl4pPr>
              <a:lvl5pPr algn="l">
                <a:defRPr sz="980" b="1" i="0" kern="0" spc="-8">
                  <a:solidFill>
                    <a:srgbClr val="D97706"/>
                  </a:solidFill>
                  <a:latin typeface="Inter"/>
                  <a:ea typeface="Inter"/>
                  <a:cs typeface="Inter"/>
                </a:defRPr>
              </a:lvl5pPr>
              <a:lvl6pPr algn="l">
                <a:defRPr sz="980" b="1" i="0" kern="0" spc="-8">
                  <a:solidFill>
                    <a:srgbClr val="D97706"/>
                  </a:solidFill>
                  <a:latin typeface="Inter"/>
                  <a:ea typeface="Inter"/>
                  <a:cs typeface="Inter"/>
                </a:defRPr>
              </a:lvl6pPr>
              <a:lvl7pPr algn="l">
                <a:defRPr sz="980" b="1" i="0" kern="0" spc="-8">
                  <a:solidFill>
                    <a:srgbClr val="D97706"/>
                  </a:solidFill>
                  <a:latin typeface="Inter"/>
                  <a:ea typeface="Inter"/>
                  <a:cs typeface="Inter"/>
                </a:defRPr>
              </a:lvl7pPr>
              <a:lvl8pPr algn="l">
                <a:defRPr sz="980" b="1" i="0" kern="0" spc="-8">
                  <a:solidFill>
                    <a:srgbClr val="D97706"/>
                  </a:solidFill>
                  <a:latin typeface="Inter"/>
                  <a:ea typeface="Inter"/>
                  <a:cs typeface="Inter"/>
                </a:defRPr>
              </a:lvl8pPr>
              <a:lvl9pPr algn="l">
                <a:defRPr sz="980" b="1" i="0" kern="0" spc="-8">
                  <a:solidFill>
                    <a:srgbClr val="D97706"/>
                  </a:solidFill>
                  <a:latin typeface="Inter"/>
                  <a:ea typeface="Inter"/>
                  <a:cs typeface="Inter"/>
                </a:defRPr>
              </a:lvl9pPr>
            </a:lstStyle>
            <a:p>
              <a:pPr algn="l">
                <a:lnSpc>
                  <a:spcPct val="100000"/>
                </a:lnSpc>
                <a:buNone/>
                <a:defRPr sz="980" b="1" i="0" kern="0" spc="-8">
                  <a:solidFill>
                    <a:srgbClr val="D97706"/>
                  </a:solidFill>
                  <a:latin typeface="Inter"/>
                  <a:ea typeface="Inter"/>
                  <a:cs typeface="Inter"/>
                </a:defRPr>
              </a:pPr>
              <a:r>
                <a:rPr sz="980" b="1" i="0" kern="0" spc="-8">
                  <a:solidFill>
                    <a:srgbClr val="D97706"/>
                  </a:solidFill>
                  <a:latin typeface="Inter"/>
                  <a:ea typeface="Inter"/>
                  <a:cs typeface="Inter"/>
                </a:rPr>
                <a:t>then shifts right by the quota</a:t>
              </a:r>
            </a:p>
          </p:txBody>
        </p:sp>
      </p:grpSp>
      <p:sp>
        <p:nvSpPr>
          <p:cNvPr id="53" name="s10 text 1">
            <a:extLst>
              <a:ext uri="{FF2B5EF4-FFF2-40B4-BE49-F238E27FC236}">
                <a16:creationId xmlns:a16="http://schemas.microsoft.com/office/drawing/2014/main" id="{A5DE9F79-B7B3-4493-B051-4B06244F40A3}"/>
              </a:ext>
            </a:extLst>
          </p:cNvPr>
          <p:cNvSpPr>
            <a:spLocks noGrp="1"/>
          </p:cNvSpPr>
          <p:nvPr/>
        </p:nvSpPr>
        <p:spPr>
          <a:xfrm>
            <a:off x="678656" y="1147858"/>
            <a:ext cx="5966468" cy="173507"/>
          </a:xfrm>
          <a:prstGeom prst="rect">
            <a:avLst/>
          </a:prstGeom>
          <a:noFill/>
          <a:ln w="0">
            <a:noFill/>
            <a:prstDash val="solid"/>
          </a:ln>
        </p:spPr>
        <p:txBody>
          <a:bodyPr wrap="none" lIns="0" tIns="0" rIns="0" bIns="0" anchor="t">
            <a:noAutofit/>
          </a:bodyPr>
          <a:lstStyle>
            <a:defPPr algn="l">
              <a:defRPr sz="900" b="0" i="0" kern="0" spc="180">
                <a:solidFill>
                  <a:srgbClr val="1D4ED8"/>
                </a:solidFill>
                <a:latin typeface="JetBrains Mono"/>
                <a:ea typeface="JetBrains Mono"/>
                <a:cs typeface="JetBrains Mono"/>
              </a:defRPr>
            </a:defPPr>
            <a:lvl1pPr algn="l">
              <a:defRPr sz="900" b="0" i="0" kern="0" spc="180">
                <a:solidFill>
                  <a:srgbClr val="1D4ED8"/>
                </a:solidFill>
                <a:latin typeface="JetBrains Mono"/>
                <a:ea typeface="JetBrains Mono"/>
                <a:cs typeface="JetBrains Mono"/>
              </a:defRPr>
            </a:lvl1pPr>
            <a:lvl2pPr algn="l">
              <a:defRPr sz="900" b="0" i="0" kern="0" spc="180">
                <a:solidFill>
                  <a:srgbClr val="1D4ED8"/>
                </a:solidFill>
                <a:latin typeface="JetBrains Mono"/>
                <a:ea typeface="JetBrains Mono"/>
                <a:cs typeface="JetBrains Mono"/>
              </a:defRPr>
            </a:lvl2pPr>
            <a:lvl3pPr algn="l">
              <a:defRPr sz="900" b="0" i="0" kern="0" spc="180">
                <a:solidFill>
                  <a:srgbClr val="1D4ED8"/>
                </a:solidFill>
                <a:latin typeface="JetBrains Mono"/>
                <a:ea typeface="JetBrains Mono"/>
                <a:cs typeface="JetBrains Mono"/>
              </a:defRPr>
            </a:lvl3pPr>
            <a:lvl4pPr algn="l">
              <a:defRPr sz="900" b="0" i="0" kern="0" spc="180">
                <a:solidFill>
                  <a:srgbClr val="1D4ED8"/>
                </a:solidFill>
                <a:latin typeface="JetBrains Mono"/>
                <a:ea typeface="JetBrains Mono"/>
                <a:cs typeface="JetBrains Mono"/>
              </a:defRPr>
            </a:lvl4pPr>
            <a:lvl5pPr algn="l">
              <a:defRPr sz="900" b="0" i="0" kern="0" spc="180">
                <a:solidFill>
                  <a:srgbClr val="1D4ED8"/>
                </a:solidFill>
                <a:latin typeface="JetBrains Mono"/>
                <a:ea typeface="JetBrains Mono"/>
                <a:cs typeface="JetBrains Mono"/>
              </a:defRPr>
            </a:lvl5pPr>
            <a:lvl6pPr algn="l">
              <a:defRPr sz="900" b="0" i="0" kern="0" spc="180">
                <a:solidFill>
                  <a:srgbClr val="1D4ED8"/>
                </a:solidFill>
                <a:latin typeface="JetBrains Mono"/>
                <a:ea typeface="JetBrains Mono"/>
                <a:cs typeface="JetBrains Mono"/>
              </a:defRPr>
            </a:lvl6pPr>
            <a:lvl7pPr algn="l">
              <a:defRPr sz="900" b="0" i="0" kern="0" spc="180">
                <a:solidFill>
                  <a:srgbClr val="1D4ED8"/>
                </a:solidFill>
                <a:latin typeface="JetBrains Mono"/>
                <a:ea typeface="JetBrains Mono"/>
                <a:cs typeface="JetBrains Mono"/>
              </a:defRPr>
            </a:lvl7pPr>
            <a:lvl8pPr algn="l">
              <a:defRPr sz="900" b="0" i="0" kern="0" spc="180">
                <a:solidFill>
                  <a:srgbClr val="1D4ED8"/>
                </a:solidFill>
                <a:latin typeface="JetBrains Mono"/>
                <a:ea typeface="JetBrains Mono"/>
                <a:cs typeface="JetBrains Mono"/>
              </a:defRPr>
            </a:lvl8pPr>
            <a:lvl9pPr algn="l">
              <a:defRPr sz="900" b="0" i="0" kern="0" spc="180">
                <a:solidFill>
                  <a:srgbClr val="1D4ED8"/>
                </a:solidFill>
                <a:latin typeface="JetBrains Mono"/>
                <a:ea typeface="JetBrains Mono"/>
                <a:cs typeface="JetBrains Mono"/>
              </a:defRPr>
            </a:lvl9pPr>
          </a:lstStyle>
          <a:p>
            <a:pPr algn="l">
              <a:lnSpc>
                <a:spcPct val="100000"/>
              </a:lnSpc>
              <a:buNone/>
              <a:defRPr sz="900" b="0" i="0" kern="0" spc="180">
                <a:solidFill>
                  <a:srgbClr val="1D4ED8"/>
                </a:solidFill>
                <a:latin typeface="JetBrains Mono"/>
                <a:ea typeface="JetBrains Mono"/>
                <a:cs typeface="JetBrains Mono"/>
              </a:defRPr>
            </a:pPr>
            <a:r>
              <a:rPr sz="900" b="0" i="0" kern="0" spc="180">
                <a:solidFill>
                  <a:srgbClr val="1D4ED8"/>
                </a:solidFill>
                <a:latin typeface="JetBrains Mono"/>
                <a:ea typeface="JetBrains Mono"/>
                <a:cs typeface="JetBrains Mono"/>
              </a:rPr>
              <a:t>QUESTION 5.1 (V) · THE PART OF THE QUESTION MOST GROUPS GET WRONG</a:t>
            </a:r>
          </a:p>
        </p:txBody>
      </p:sp>
      <p:sp>
        <p:nvSpPr>
          <p:cNvPr id="54" name="s10 text 2">
            <a:extLst>
              <a:ext uri="{FF2B5EF4-FFF2-40B4-BE49-F238E27FC236}">
                <a16:creationId xmlns:a16="http://schemas.microsoft.com/office/drawing/2014/main" id="{58F8DBD8-9722-41EF-907F-4F616BD4F41A}"/>
              </a:ext>
            </a:extLst>
          </p:cNvPr>
          <p:cNvSpPr>
            <a:spLocks noGrp="1"/>
          </p:cNvSpPr>
          <p:nvPr/>
        </p:nvSpPr>
        <p:spPr>
          <a:xfrm>
            <a:off x="514350" y="1348829"/>
            <a:ext cx="6213919" cy="576532"/>
          </a:xfrm>
          <a:prstGeom prst="rect">
            <a:avLst/>
          </a:prstGeom>
          <a:noFill/>
          <a:ln w="0">
            <a:noFill/>
            <a:prstDash val="solid"/>
          </a:ln>
        </p:spPr>
        <p:txBody>
          <a:bodyPr wrap="none" lIns="0" tIns="0" rIns="0" bIns="0" anchor="t">
            <a:noAutofit/>
          </a:bodyPr>
          <a:lstStyle>
            <a:defPPr algn="l">
              <a:defRPr sz="3262" b="0" i="0" kern="0" spc="-104">
                <a:solidFill>
                  <a:srgbClr val="0A2540"/>
                </a:solidFill>
                <a:latin typeface="Inter ExtraBold"/>
                <a:ea typeface="Inter ExtraBold"/>
                <a:cs typeface="Inter ExtraBold"/>
              </a:defRPr>
            </a:defPPr>
            <a:lvl1pPr algn="l">
              <a:defRPr sz="3262" b="0" i="0" kern="0" spc="-104">
                <a:solidFill>
                  <a:srgbClr val="0A2540"/>
                </a:solidFill>
                <a:latin typeface="Inter ExtraBold"/>
                <a:ea typeface="Inter ExtraBold"/>
                <a:cs typeface="Inter ExtraBold"/>
              </a:defRPr>
            </a:lvl1pPr>
            <a:lvl2pPr algn="l">
              <a:defRPr sz="3262" b="0" i="0" kern="0" spc="-104">
                <a:solidFill>
                  <a:srgbClr val="0A2540"/>
                </a:solidFill>
                <a:latin typeface="Inter ExtraBold"/>
                <a:ea typeface="Inter ExtraBold"/>
                <a:cs typeface="Inter ExtraBold"/>
              </a:defRPr>
            </a:lvl2pPr>
            <a:lvl3pPr algn="l">
              <a:defRPr sz="3262" b="0" i="0" kern="0" spc="-104">
                <a:solidFill>
                  <a:srgbClr val="0A2540"/>
                </a:solidFill>
                <a:latin typeface="Inter ExtraBold"/>
                <a:ea typeface="Inter ExtraBold"/>
                <a:cs typeface="Inter ExtraBold"/>
              </a:defRPr>
            </a:lvl3pPr>
            <a:lvl4pPr algn="l">
              <a:defRPr sz="3262" b="0" i="0" kern="0" spc="-104">
                <a:solidFill>
                  <a:srgbClr val="0A2540"/>
                </a:solidFill>
                <a:latin typeface="Inter ExtraBold"/>
                <a:ea typeface="Inter ExtraBold"/>
                <a:cs typeface="Inter ExtraBold"/>
              </a:defRPr>
            </a:lvl4pPr>
            <a:lvl5pPr algn="l">
              <a:defRPr sz="3262" b="0" i="0" kern="0" spc="-104">
                <a:solidFill>
                  <a:srgbClr val="0A2540"/>
                </a:solidFill>
                <a:latin typeface="Inter ExtraBold"/>
                <a:ea typeface="Inter ExtraBold"/>
                <a:cs typeface="Inter ExtraBold"/>
              </a:defRPr>
            </a:lvl5pPr>
            <a:lvl6pPr algn="l">
              <a:defRPr sz="3262" b="0" i="0" kern="0" spc="-104">
                <a:solidFill>
                  <a:srgbClr val="0A2540"/>
                </a:solidFill>
                <a:latin typeface="Inter ExtraBold"/>
                <a:ea typeface="Inter ExtraBold"/>
                <a:cs typeface="Inter ExtraBold"/>
              </a:defRPr>
            </a:lvl6pPr>
            <a:lvl7pPr algn="l">
              <a:defRPr sz="3262" b="0" i="0" kern="0" spc="-104">
                <a:solidFill>
                  <a:srgbClr val="0A2540"/>
                </a:solidFill>
                <a:latin typeface="Inter ExtraBold"/>
                <a:ea typeface="Inter ExtraBold"/>
                <a:cs typeface="Inter ExtraBold"/>
              </a:defRPr>
            </a:lvl7pPr>
            <a:lvl8pPr algn="l">
              <a:defRPr sz="3262" b="0" i="0" kern="0" spc="-104">
                <a:solidFill>
                  <a:srgbClr val="0A2540"/>
                </a:solidFill>
                <a:latin typeface="Inter ExtraBold"/>
                <a:ea typeface="Inter ExtraBold"/>
                <a:cs typeface="Inter ExtraBold"/>
              </a:defRPr>
            </a:lvl8pPr>
            <a:lvl9pPr algn="l">
              <a:defRPr sz="3262" b="0" i="0" kern="0" spc="-104">
                <a:solidFill>
                  <a:srgbClr val="0A2540"/>
                </a:solidFill>
                <a:latin typeface="Inter ExtraBold"/>
                <a:ea typeface="Inter ExtraBold"/>
                <a:cs typeface="Inter ExtraBold"/>
              </a:defRPr>
            </a:lvl9pPr>
          </a:lstStyle>
          <a:p>
            <a:pPr algn="l">
              <a:lnSpc>
                <a:spcPct val="100000"/>
              </a:lnSpc>
              <a:buNone/>
              <a:defRPr sz="3262" b="0" i="0" kern="0" spc="-104">
                <a:solidFill>
                  <a:srgbClr val="0A2540"/>
                </a:solidFill>
                <a:latin typeface="Inter ExtraBold"/>
                <a:ea typeface="Inter ExtraBold"/>
                <a:cs typeface="Inter ExtraBold"/>
              </a:defRPr>
            </a:pPr>
            <a:r>
              <a:rPr sz="3262" b="0" i="0" kern="0" spc="-104">
                <a:solidFill>
                  <a:srgbClr val="0A2540"/>
                </a:solidFill>
                <a:latin typeface="Inter ExtraBold"/>
                <a:ea typeface="Inter ExtraBold"/>
                <a:cs typeface="Inter ExtraBold"/>
              </a:rPr>
              <a:t>Plotting “S + quota” correctly</a:t>
            </a:r>
          </a:p>
        </p:txBody>
      </p:sp>
      <p:sp>
        <p:nvSpPr>
          <p:cNvPr id="55" name="s10 text 3">
            <a:extLst>
              <a:ext uri="{FF2B5EF4-FFF2-40B4-BE49-F238E27FC236}">
                <a16:creationId xmlns:a16="http://schemas.microsoft.com/office/drawing/2014/main" id="{2C3FE194-8CC3-41B9-A23F-70C5CF0DB505}"/>
              </a:ext>
            </a:extLst>
          </p:cNvPr>
          <p:cNvSpPr>
            <a:spLocks noGrp="1"/>
          </p:cNvSpPr>
          <p:nvPr/>
        </p:nvSpPr>
        <p:spPr>
          <a:xfrm>
            <a:off x="8263867" y="2126828"/>
            <a:ext cx="1777365"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The rule from Topic 5:</a:t>
            </a:r>
          </a:p>
        </p:txBody>
      </p:sp>
      <p:sp>
        <p:nvSpPr>
          <p:cNvPr id="56" name="s10 text 4">
            <a:extLst>
              <a:ext uri="{FF2B5EF4-FFF2-40B4-BE49-F238E27FC236}">
                <a16:creationId xmlns:a16="http://schemas.microsoft.com/office/drawing/2014/main" id="{9F249291-303E-4C9F-9047-CA7B16353FAE}"/>
              </a:ext>
            </a:extLst>
          </p:cNvPr>
          <p:cNvSpPr>
            <a:spLocks noGrp="1"/>
          </p:cNvSpPr>
          <p:nvPr/>
        </p:nvSpPr>
        <p:spPr>
          <a:xfrm>
            <a:off x="8263867" y="2547863"/>
            <a:ext cx="2058543" cy="208744"/>
          </a:xfrm>
          <a:prstGeom prst="rect">
            <a:avLst/>
          </a:prstGeom>
          <a:noFill/>
          <a:ln w="0">
            <a:noFill/>
            <a:prstDash val="solid"/>
          </a:ln>
        </p:spPr>
        <p:txBody>
          <a:bodyPr wrap="none" lIns="0" tIns="0" rIns="0" bIns="0" anchor="t">
            <a:noAutofit/>
          </a:bodyPr>
          <a:lstStyle>
            <a:defPPr algn="l">
              <a:defRPr sz="1181" b="0" i="0" kern="0" spc="-9">
                <a:solidFill>
                  <a:srgbClr val="0A2540"/>
                </a:solidFill>
                <a:latin typeface="Inter"/>
                <a:ea typeface="Inter"/>
                <a:cs typeface="Inter"/>
              </a:defRPr>
            </a:defPPr>
            <a:lvl1pPr algn="l">
              <a:defRPr sz="1181" b="0" i="0" kern="0" spc="-9">
                <a:solidFill>
                  <a:srgbClr val="0A2540"/>
                </a:solidFill>
                <a:latin typeface="Inter"/>
                <a:ea typeface="Inter"/>
                <a:cs typeface="Inter"/>
              </a:defRPr>
            </a:lvl1pPr>
            <a:lvl2pPr algn="l">
              <a:defRPr sz="1181" b="0" i="0" kern="0" spc="-9">
                <a:solidFill>
                  <a:srgbClr val="0A2540"/>
                </a:solidFill>
                <a:latin typeface="Inter"/>
                <a:ea typeface="Inter"/>
                <a:cs typeface="Inter"/>
              </a:defRPr>
            </a:lvl2pPr>
            <a:lvl3pPr algn="l">
              <a:defRPr sz="1181" b="0" i="0" kern="0" spc="-9">
                <a:solidFill>
                  <a:srgbClr val="0A2540"/>
                </a:solidFill>
                <a:latin typeface="Inter"/>
                <a:ea typeface="Inter"/>
                <a:cs typeface="Inter"/>
              </a:defRPr>
            </a:lvl3pPr>
            <a:lvl4pPr algn="l">
              <a:defRPr sz="1181" b="0" i="0" kern="0" spc="-9">
                <a:solidFill>
                  <a:srgbClr val="0A2540"/>
                </a:solidFill>
                <a:latin typeface="Inter"/>
                <a:ea typeface="Inter"/>
                <a:cs typeface="Inter"/>
              </a:defRPr>
            </a:lvl4pPr>
            <a:lvl5pPr algn="l">
              <a:defRPr sz="1181" b="0" i="0" kern="0" spc="-9">
                <a:solidFill>
                  <a:srgbClr val="0A2540"/>
                </a:solidFill>
                <a:latin typeface="Inter"/>
                <a:ea typeface="Inter"/>
                <a:cs typeface="Inter"/>
              </a:defRPr>
            </a:lvl5pPr>
            <a:lvl6pPr algn="l">
              <a:defRPr sz="1181" b="0" i="0" kern="0" spc="-9">
                <a:solidFill>
                  <a:srgbClr val="0A2540"/>
                </a:solidFill>
                <a:latin typeface="Inter"/>
                <a:ea typeface="Inter"/>
                <a:cs typeface="Inter"/>
              </a:defRPr>
            </a:lvl6pPr>
            <a:lvl7pPr algn="l">
              <a:defRPr sz="1181" b="0" i="0" kern="0" spc="-9">
                <a:solidFill>
                  <a:srgbClr val="0A2540"/>
                </a:solidFill>
                <a:latin typeface="Inter"/>
                <a:ea typeface="Inter"/>
                <a:cs typeface="Inter"/>
              </a:defRPr>
            </a:lvl7pPr>
            <a:lvl8pPr algn="l">
              <a:defRPr sz="1181" b="0" i="0" kern="0" spc="-9">
                <a:solidFill>
                  <a:srgbClr val="0A2540"/>
                </a:solidFill>
                <a:latin typeface="Inter"/>
                <a:ea typeface="Inter"/>
                <a:cs typeface="Inter"/>
              </a:defRPr>
            </a:lvl8pPr>
            <a:lvl9pPr algn="l">
              <a:defRPr sz="1181" b="0" i="0" kern="0" spc="-9">
                <a:solidFill>
                  <a:srgbClr val="0A2540"/>
                </a:solidFill>
                <a:latin typeface="Inter"/>
                <a:ea typeface="Inter"/>
                <a:cs typeface="Inter"/>
              </a:defRPr>
            </a:lvl9pPr>
          </a:lstStyle>
          <a:p>
            <a:pPr algn="l">
              <a:lnSpc>
                <a:spcPct val="100000"/>
              </a:lnSpc>
              <a:buNone/>
              <a:defRPr sz="1181" b="0" i="0" kern="0" spc="-9">
                <a:solidFill>
                  <a:srgbClr val="0A2540"/>
                </a:solidFill>
                <a:latin typeface="Inter"/>
                <a:ea typeface="Inter"/>
                <a:cs typeface="Inter"/>
              </a:defRPr>
            </a:pPr>
            <a:r>
              <a:rPr sz="1181" b="0" i="0" kern="0" spc="-9">
                <a:solidFill>
                  <a:srgbClr val="0A2540"/>
                </a:solidFill>
                <a:latin typeface="Inter"/>
                <a:ea typeface="Inter"/>
                <a:cs typeface="Inter"/>
              </a:rPr>
              <a:t>“When the domestic price is</a:t>
            </a:r>
          </a:p>
        </p:txBody>
      </p:sp>
      <p:sp>
        <p:nvSpPr>
          <p:cNvPr id="57" name="s10 text 5">
            <a:extLst>
              <a:ext uri="{FF2B5EF4-FFF2-40B4-BE49-F238E27FC236}">
                <a16:creationId xmlns:a16="http://schemas.microsoft.com/office/drawing/2014/main" id="{F47347E5-E6B6-4978-BB9A-0AAD6AF0CC9A}"/>
              </a:ext>
            </a:extLst>
          </p:cNvPr>
          <p:cNvSpPr>
            <a:spLocks noGrp="1"/>
          </p:cNvSpPr>
          <p:nvPr/>
        </p:nvSpPr>
        <p:spPr>
          <a:xfrm>
            <a:off x="10272600" y="2547863"/>
            <a:ext cx="873728" cy="208744"/>
          </a:xfrm>
          <a:prstGeom prst="rect">
            <a:avLst/>
          </a:prstGeom>
          <a:noFill/>
          <a:ln w="0">
            <a:noFill/>
            <a:prstDash val="solid"/>
          </a:ln>
        </p:spPr>
        <p:txBody>
          <a:bodyPr wrap="none" lIns="0" tIns="0" rIns="0" bIns="0" anchor="t">
            <a:noAutofit/>
          </a:bodyPr>
          <a:lstStyle>
            <a:defPPr algn="l">
              <a:defRPr sz="1181" b="1" i="0" kern="0" spc="-9">
                <a:solidFill>
                  <a:srgbClr val="0A2540"/>
                </a:solidFill>
                <a:latin typeface="Inter"/>
                <a:ea typeface="Inter"/>
                <a:cs typeface="Inter"/>
              </a:defRPr>
            </a:defPPr>
            <a:lvl1pPr algn="l">
              <a:defRPr sz="1181" b="1" i="0" kern="0" spc="-9">
                <a:solidFill>
                  <a:srgbClr val="0A2540"/>
                </a:solidFill>
                <a:latin typeface="Inter"/>
                <a:ea typeface="Inter"/>
                <a:cs typeface="Inter"/>
              </a:defRPr>
            </a:lvl1pPr>
            <a:lvl2pPr algn="l">
              <a:defRPr sz="1181" b="1" i="0" kern="0" spc="-9">
                <a:solidFill>
                  <a:srgbClr val="0A2540"/>
                </a:solidFill>
                <a:latin typeface="Inter"/>
                <a:ea typeface="Inter"/>
                <a:cs typeface="Inter"/>
              </a:defRPr>
            </a:lvl2pPr>
            <a:lvl3pPr algn="l">
              <a:defRPr sz="1181" b="1" i="0" kern="0" spc="-9">
                <a:solidFill>
                  <a:srgbClr val="0A2540"/>
                </a:solidFill>
                <a:latin typeface="Inter"/>
                <a:ea typeface="Inter"/>
                <a:cs typeface="Inter"/>
              </a:defRPr>
            </a:lvl3pPr>
            <a:lvl4pPr algn="l">
              <a:defRPr sz="1181" b="1" i="0" kern="0" spc="-9">
                <a:solidFill>
                  <a:srgbClr val="0A2540"/>
                </a:solidFill>
                <a:latin typeface="Inter"/>
                <a:ea typeface="Inter"/>
                <a:cs typeface="Inter"/>
              </a:defRPr>
            </a:lvl4pPr>
            <a:lvl5pPr algn="l">
              <a:defRPr sz="1181" b="1" i="0" kern="0" spc="-9">
                <a:solidFill>
                  <a:srgbClr val="0A2540"/>
                </a:solidFill>
                <a:latin typeface="Inter"/>
                <a:ea typeface="Inter"/>
                <a:cs typeface="Inter"/>
              </a:defRPr>
            </a:lvl5pPr>
            <a:lvl6pPr algn="l">
              <a:defRPr sz="1181" b="1" i="0" kern="0" spc="-9">
                <a:solidFill>
                  <a:srgbClr val="0A2540"/>
                </a:solidFill>
                <a:latin typeface="Inter"/>
                <a:ea typeface="Inter"/>
                <a:cs typeface="Inter"/>
              </a:defRPr>
            </a:lvl6pPr>
            <a:lvl7pPr algn="l">
              <a:defRPr sz="1181" b="1" i="0" kern="0" spc="-9">
                <a:solidFill>
                  <a:srgbClr val="0A2540"/>
                </a:solidFill>
                <a:latin typeface="Inter"/>
                <a:ea typeface="Inter"/>
                <a:cs typeface="Inter"/>
              </a:defRPr>
            </a:lvl7pPr>
            <a:lvl8pPr algn="l">
              <a:defRPr sz="1181" b="1" i="0" kern="0" spc="-9">
                <a:solidFill>
                  <a:srgbClr val="0A2540"/>
                </a:solidFill>
                <a:latin typeface="Inter"/>
                <a:ea typeface="Inter"/>
                <a:cs typeface="Inter"/>
              </a:defRPr>
            </a:lvl8pPr>
            <a:lvl9pPr algn="l">
              <a:defRPr sz="1181" b="1" i="0" kern="0" spc="-9">
                <a:solidFill>
                  <a:srgbClr val="0A2540"/>
                </a:solidFill>
                <a:latin typeface="Inter"/>
                <a:ea typeface="Inter"/>
                <a:cs typeface="Inter"/>
              </a:defRPr>
            </a:lvl9pPr>
          </a:lstStyle>
          <a:p>
            <a:pPr algn="l">
              <a:lnSpc>
                <a:spcPct val="100000"/>
              </a:lnSpc>
              <a:buNone/>
              <a:defRPr sz="1181" b="1" i="0" kern="0" spc="-9">
                <a:solidFill>
                  <a:srgbClr val="0A2540"/>
                </a:solidFill>
                <a:latin typeface="Inter"/>
                <a:ea typeface="Inter"/>
                <a:cs typeface="Inter"/>
              </a:defRPr>
            </a:pPr>
            <a:r>
              <a:rPr sz="1181" b="1" i="0" kern="0" spc="-9">
                <a:solidFill>
                  <a:srgbClr val="0A2540"/>
                </a:solidFill>
                <a:latin typeface="Inter"/>
                <a:ea typeface="Inter"/>
                <a:cs typeface="Inter"/>
              </a:rPr>
              <a:t>at or above</a:t>
            </a:r>
          </a:p>
        </p:txBody>
      </p:sp>
      <p:sp>
        <p:nvSpPr>
          <p:cNvPr id="58" name="s10 text 6">
            <a:extLst>
              <a:ext uri="{FF2B5EF4-FFF2-40B4-BE49-F238E27FC236}">
                <a16:creationId xmlns:a16="http://schemas.microsoft.com/office/drawing/2014/main" id="{530B901D-E4A3-48A5-850A-1895C6F224B1}"/>
              </a:ext>
            </a:extLst>
          </p:cNvPr>
          <p:cNvSpPr>
            <a:spLocks noGrp="1"/>
          </p:cNvSpPr>
          <p:nvPr/>
        </p:nvSpPr>
        <p:spPr>
          <a:xfrm>
            <a:off x="11114867" y="2547863"/>
            <a:ext cx="1684401" cy="208744"/>
          </a:xfrm>
          <a:prstGeom prst="rect">
            <a:avLst/>
          </a:prstGeom>
          <a:noFill/>
          <a:ln w="0">
            <a:noFill/>
            <a:prstDash val="solid"/>
          </a:ln>
        </p:spPr>
        <p:txBody>
          <a:bodyPr wrap="none" lIns="0" tIns="0" rIns="0" bIns="0" anchor="t">
            <a:noAutofit/>
          </a:bodyPr>
          <a:lstStyle>
            <a:defPPr algn="l">
              <a:defRPr sz="1181" b="0" i="0" kern="0" spc="-9">
                <a:solidFill>
                  <a:srgbClr val="0A2540"/>
                </a:solidFill>
                <a:latin typeface="Inter"/>
                <a:ea typeface="Inter"/>
                <a:cs typeface="Inter"/>
              </a:defRPr>
            </a:defPPr>
            <a:lvl1pPr algn="l">
              <a:defRPr sz="1181" b="0" i="0" kern="0" spc="-9">
                <a:solidFill>
                  <a:srgbClr val="0A2540"/>
                </a:solidFill>
                <a:latin typeface="Inter"/>
                <a:ea typeface="Inter"/>
                <a:cs typeface="Inter"/>
              </a:defRPr>
            </a:lvl1pPr>
            <a:lvl2pPr algn="l">
              <a:defRPr sz="1181" b="0" i="0" kern="0" spc="-9">
                <a:solidFill>
                  <a:srgbClr val="0A2540"/>
                </a:solidFill>
                <a:latin typeface="Inter"/>
                <a:ea typeface="Inter"/>
                <a:cs typeface="Inter"/>
              </a:defRPr>
            </a:lvl2pPr>
            <a:lvl3pPr algn="l">
              <a:defRPr sz="1181" b="0" i="0" kern="0" spc="-9">
                <a:solidFill>
                  <a:srgbClr val="0A2540"/>
                </a:solidFill>
                <a:latin typeface="Inter"/>
                <a:ea typeface="Inter"/>
                <a:cs typeface="Inter"/>
              </a:defRPr>
            </a:lvl3pPr>
            <a:lvl4pPr algn="l">
              <a:defRPr sz="1181" b="0" i="0" kern="0" spc="-9">
                <a:solidFill>
                  <a:srgbClr val="0A2540"/>
                </a:solidFill>
                <a:latin typeface="Inter"/>
                <a:ea typeface="Inter"/>
                <a:cs typeface="Inter"/>
              </a:defRPr>
            </a:lvl4pPr>
            <a:lvl5pPr algn="l">
              <a:defRPr sz="1181" b="0" i="0" kern="0" spc="-9">
                <a:solidFill>
                  <a:srgbClr val="0A2540"/>
                </a:solidFill>
                <a:latin typeface="Inter"/>
                <a:ea typeface="Inter"/>
                <a:cs typeface="Inter"/>
              </a:defRPr>
            </a:lvl5pPr>
            <a:lvl6pPr algn="l">
              <a:defRPr sz="1181" b="0" i="0" kern="0" spc="-9">
                <a:solidFill>
                  <a:srgbClr val="0A2540"/>
                </a:solidFill>
                <a:latin typeface="Inter"/>
                <a:ea typeface="Inter"/>
                <a:cs typeface="Inter"/>
              </a:defRPr>
            </a:lvl6pPr>
            <a:lvl7pPr algn="l">
              <a:defRPr sz="1181" b="0" i="0" kern="0" spc="-9">
                <a:solidFill>
                  <a:srgbClr val="0A2540"/>
                </a:solidFill>
                <a:latin typeface="Inter"/>
                <a:ea typeface="Inter"/>
                <a:cs typeface="Inter"/>
              </a:defRPr>
            </a:lvl7pPr>
            <a:lvl8pPr algn="l">
              <a:defRPr sz="1181" b="0" i="0" kern="0" spc="-9">
                <a:solidFill>
                  <a:srgbClr val="0A2540"/>
                </a:solidFill>
                <a:latin typeface="Inter"/>
                <a:ea typeface="Inter"/>
                <a:cs typeface="Inter"/>
              </a:defRPr>
            </a:lvl8pPr>
            <a:lvl9pPr algn="l">
              <a:defRPr sz="1181" b="0" i="0" kern="0" spc="-9">
                <a:solidFill>
                  <a:srgbClr val="0A2540"/>
                </a:solidFill>
                <a:latin typeface="Inter"/>
                <a:ea typeface="Inter"/>
                <a:cs typeface="Inter"/>
              </a:defRPr>
            </a:lvl9pPr>
          </a:lstStyle>
          <a:p>
            <a:pPr algn="l">
              <a:lnSpc>
                <a:spcPct val="100000"/>
              </a:lnSpc>
              <a:buNone/>
              <a:defRPr sz="1181" b="0" i="0" kern="0" spc="-9">
                <a:solidFill>
                  <a:srgbClr val="0A2540"/>
                </a:solidFill>
                <a:latin typeface="Inter"/>
                <a:ea typeface="Inter"/>
                <a:cs typeface="Inter"/>
              </a:defRPr>
            </a:pPr>
            <a:r>
              <a:rPr sz="1181" b="0" i="0" kern="0" spc="-9">
                <a:solidFill>
                  <a:srgbClr val="0A2540"/>
                </a:solidFill>
                <a:latin typeface="Inter"/>
                <a:ea typeface="Inter"/>
                <a:cs typeface="Inter"/>
              </a:rPr>
              <a:t>the world price, supply</a:t>
            </a:r>
          </a:p>
        </p:txBody>
      </p:sp>
      <p:sp>
        <p:nvSpPr>
          <p:cNvPr id="59" name="s10 text 7">
            <a:extLst>
              <a:ext uri="{FF2B5EF4-FFF2-40B4-BE49-F238E27FC236}">
                <a16:creationId xmlns:a16="http://schemas.microsoft.com/office/drawing/2014/main" id="{974D0567-8ABF-4B20-9B21-9482C9EB463A}"/>
              </a:ext>
            </a:extLst>
          </p:cNvPr>
          <p:cNvSpPr>
            <a:spLocks noGrp="1"/>
          </p:cNvSpPr>
          <p:nvPr/>
        </p:nvSpPr>
        <p:spPr>
          <a:xfrm>
            <a:off x="8263867" y="2790750"/>
            <a:ext cx="713041" cy="208744"/>
          </a:xfrm>
          <a:prstGeom prst="rect">
            <a:avLst/>
          </a:prstGeom>
          <a:noFill/>
          <a:ln w="0">
            <a:noFill/>
            <a:prstDash val="solid"/>
          </a:ln>
        </p:spPr>
        <p:txBody>
          <a:bodyPr wrap="none" lIns="0" tIns="0" rIns="0" bIns="0" anchor="t">
            <a:noAutofit/>
          </a:bodyPr>
          <a:lstStyle>
            <a:defPPr algn="l">
              <a:defRPr sz="1181" b="0" i="0" kern="0" spc="-10">
                <a:solidFill>
                  <a:srgbClr val="0A2540"/>
                </a:solidFill>
                <a:latin typeface="Inter"/>
                <a:ea typeface="Inter"/>
                <a:cs typeface="Inter"/>
              </a:defRPr>
            </a:defPPr>
            <a:lvl1pPr algn="l">
              <a:defRPr sz="1181" b="0" i="0" kern="0" spc="-10">
                <a:solidFill>
                  <a:srgbClr val="0A2540"/>
                </a:solidFill>
                <a:latin typeface="Inter"/>
                <a:ea typeface="Inter"/>
                <a:cs typeface="Inter"/>
              </a:defRPr>
            </a:lvl1pPr>
            <a:lvl2pPr algn="l">
              <a:defRPr sz="1181" b="0" i="0" kern="0" spc="-10">
                <a:solidFill>
                  <a:srgbClr val="0A2540"/>
                </a:solidFill>
                <a:latin typeface="Inter"/>
                <a:ea typeface="Inter"/>
                <a:cs typeface="Inter"/>
              </a:defRPr>
            </a:lvl2pPr>
            <a:lvl3pPr algn="l">
              <a:defRPr sz="1181" b="0" i="0" kern="0" spc="-10">
                <a:solidFill>
                  <a:srgbClr val="0A2540"/>
                </a:solidFill>
                <a:latin typeface="Inter"/>
                <a:ea typeface="Inter"/>
                <a:cs typeface="Inter"/>
              </a:defRPr>
            </a:lvl3pPr>
            <a:lvl4pPr algn="l">
              <a:defRPr sz="1181" b="0" i="0" kern="0" spc="-10">
                <a:solidFill>
                  <a:srgbClr val="0A2540"/>
                </a:solidFill>
                <a:latin typeface="Inter"/>
                <a:ea typeface="Inter"/>
                <a:cs typeface="Inter"/>
              </a:defRPr>
            </a:lvl4pPr>
            <a:lvl5pPr algn="l">
              <a:defRPr sz="1181" b="0" i="0" kern="0" spc="-10">
                <a:solidFill>
                  <a:srgbClr val="0A2540"/>
                </a:solidFill>
                <a:latin typeface="Inter"/>
                <a:ea typeface="Inter"/>
                <a:cs typeface="Inter"/>
              </a:defRPr>
            </a:lvl5pPr>
            <a:lvl6pPr algn="l">
              <a:defRPr sz="1181" b="0" i="0" kern="0" spc="-10">
                <a:solidFill>
                  <a:srgbClr val="0A2540"/>
                </a:solidFill>
                <a:latin typeface="Inter"/>
                <a:ea typeface="Inter"/>
                <a:cs typeface="Inter"/>
              </a:defRPr>
            </a:lvl6pPr>
            <a:lvl7pPr algn="l">
              <a:defRPr sz="1181" b="0" i="0" kern="0" spc="-10">
                <a:solidFill>
                  <a:srgbClr val="0A2540"/>
                </a:solidFill>
                <a:latin typeface="Inter"/>
                <a:ea typeface="Inter"/>
                <a:cs typeface="Inter"/>
              </a:defRPr>
            </a:lvl7pPr>
            <a:lvl8pPr algn="l">
              <a:defRPr sz="1181" b="0" i="0" kern="0" spc="-10">
                <a:solidFill>
                  <a:srgbClr val="0A2540"/>
                </a:solidFill>
                <a:latin typeface="Inter"/>
                <a:ea typeface="Inter"/>
                <a:cs typeface="Inter"/>
              </a:defRPr>
            </a:lvl8pPr>
            <a:lvl9pPr algn="l">
              <a:defRPr sz="1181" b="0" i="0" kern="0" spc="-10">
                <a:solidFill>
                  <a:srgbClr val="0A2540"/>
                </a:solidFill>
                <a:latin typeface="Inter"/>
                <a:ea typeface="Inter"/>
                <a:cs typeface="Inter"/>
              </a:defRPr>
            </a:lvl9pPr>
          </a:lstStyle>
          <a:p>
            <a:pPr algn="l">
              <a:lnSpc>
                <a:spcPct val="100000"/>
              </a:lnSpc>
              <a:buNone/>
              <a:defRPr sz="1181" b="0" i="0" kern="0" spc="-10">
                <a:solidFill>
                  <a:srgbClr val="0A2540"/>
                </a:solidFill>
                <a:latin typeface="Inter"/>
                <a:ea typeface="Inter"/>
                <a:cs typeface="Inter"/>
              </a:defRPr>
            </a:pPr>
            <a:r>
              <a:rPr sz="1181" b="0" i="0" kern="0" spc="-10">
                <a:solidFill>
                  <a:srgbClr val="0A2540"/>
                </a:solidFill>
                <a:latin typeface="Inter"/>
                <a:ea typeface="Inter"/>
                <a:cs typeface="Inter"/>
              </a:rPr>
              <a:t>becomes</a:t>
            </a:r>
          </a:p>
        </p:txBody>
      </p:sp>
      <p:sp>
        <p:nvSpPr>
          <p:cNvPr id="60" name="s10 text 8">
            <a:extLst>
              <a:ext uri="{FF2B5EF4-FFF2-40B4-BE49-F238E27FC236}">
                <a16:creationId xmlns:a16="http://schemas.microsoft.com/office/drawing/2014/main" id="{D388D201-B62F-4D76-98E6-A40954F00242}"/>
              </a:ext>
            </a:extLst>
          </p:cNvPr>
          <p:cNvSpPr>
            <a:spLocks noGrp="1"/>
          </p:cNvSpPr>
          <p:nvPr/>
        </p:nvSpPr>
        <p:spPr>
          <a:xfrm>
            <a:off x="8950002" y="2790750"/>
            <a:ext cx="753808" cy="208744"/>
          </a:xfrm>
          <a:prstGeom prst="rect">
            <a:avLst/>
          </a:prstGeom>
          <a:noFill/>
          <a:ln w="0">
            <a:noFill/>
            <a:prstDash val="solid"/>
          </a:ln>
        </p:spPr>
        <p:txBody>
          <a:bodyPr wrap="none" lIns="0" tIns="0" rIns="0" bIns="0" anchor="t">
            <a:noAutofit/>
          </a:bodyPr>
          <a:lstStyle>
            <a:defPPr algn="l">
              <a:defRPr sz="1181" b="1" i="0" kern="0" spc="-9">
                <a:solidFill>
                  <a:srgbClr val="0A2540"/>
                </a:solidFill>
                <a:latin typeface="Inter"/>
                <a:ea typeface="Inter"/>
                <a:cs typeface="Inter"/>
              </a:defRPr>
            </a:defPPr>
            <a:lvl1pPr algn="l">
              <a:defRPr sz="1181" b="1" i="0" kern="0" spc="-9">
                <a:solidFill>
                  <a:srgbClr val="0A2540"/>
                </a:solidFill>
                <a:latin typeface="Inter"/>
                <a:ea typeface="Inter"/>
                <a:cs typeface="Inter"/>
              </a:defRPr>
            </a:lvl1pPr>
            <a:lvl2pPr algn="l">
              <a:defRPr sz="1181" b="1" i="0" kern="0" spc="-9">
                <a:solidFill>
                  <a:srgbClr val="0A2540"/>
                </a:solidFill>
                <a:latin typeface="Inter"/>
                <a:ea typeface="Inter"/>
                <a:cs typeface="Inter"/>
              </a:defRPr>
            </a:lvl2pPr>
            <a:lvl3pPr algn="l">
              <a:defRPr sz="1181" b="1" i="0" kern="0" spc="-9">
                <a:solidFill>
                  <a:srgbClr val="0A2540"/>
                </a:solidFill>
                <a:latin typeface="Inter"/>
                <a:ea typeface="Inter"/>
                <a:cs typeface="Inter"/>
              </a:defRPr>
            </a:lvl3pPr>
            <a:lvl4pPr algn="l">
              <a:defRPr sz="1181" b="1" i="0" kern="0" spc="-9">
                <a:solidFill>
                  <a:srgbClr val="0A2540"/>
                </a:solidFill>
                <a:latin typeface="Inter"/>
                <a:ea typeface="Inter"/>
                <a:cs typeface="Inter"/>
              </a:defRPr>
            </a:lvl4pPr>
            <a:lvl5pPr algn="l">
              <a:defRPr sz="1181" b="1" i="0" kern="0" spc="-9">
                <a:solidFill>
                  <a:srgbClr val="0A2540"/>
                </a:solidFill>
                <a:latin typeface="Inter"/>
                <a:ea typeface="Inter"/>
                <a:cs typeface="Inter"/>
              </a:defRPr>
            </a:lvl5pPr>
            <a:lvl6pPr algn="l">
              <a:defRPr sz="1181" b="1" i="0" kern="0" spc="-9">
                <a:solidFill>
                  <a:srgbClr val="0A2540"/>
                </a:solidFill>
                <a:latin typeface="Inter"/>
                <a:ea typeface="Inter"/>
                <a:cs typeface="Inter"/>
              </a:defRPr>
            </a:lvl6pPr>
            <a:lvl7pPr algn="l">
              <a:defRPr sz="1181" b="1" i="0" kern="0" spc="-9">
                <a:solidFill>
                  <a:srgbClr val="0A2540"/>
                </a:solidFill>
                <a:latin typeface="Inter"/>
                <a:ea typeface="Inter"/>
                <a:cs typeface="Inter"/>
              </a:defRPr>
            </a:lvl7pPr>
            <a:lvl8pPr algn="l">
              <a:defRPr sz="1181" b="1" i="0" kern="0" spc="-9">
                <a:solidFill>
                  <a:srgbClr val="0A2540"/>
                </a:solidFill>
                <a:latin typeface="Inter"/>
                <a:ea typeface="Inter"/>
                <a:cs typeface="Inter"/>
              </a:defRPr>
            </a:lvl8pPr>
            <a:lvl9pPr algn="l">
              <a:defRPr sz="1181" b="1" i="0" kern="0" spc="-9">
                <a:solidFill>
                  <a:srgbClr val="0A2540"/>
                </a:solidFill>
                <a:latin typeface="Inter"/>
                <a:ea typeface="Inter"/>
                <a:cs typeface="Inter"/>
              </a:defRPr>
            </a:lvl9pPr>
          </a:lstStyle>
          <a:p>
            <a:pPr algn="l">
              <a:lnSpc>
                <a:spcPct val="100000"/>
              </a:lnSpc>
              <a:buNone/>
              <a:defRPr sz="1181" b="1" i="0" kern="0" spc="-9">
                <a:solidFill>
                  <a:srgbClr val="0A2540"/>
                </a:solidFill>
                <a:latin typeface="Inter"/>
                <a:ea typeface="Inter"/>
                <a:cs typeface="Inter"/>
              </a:defRPr>
            </a:pPr>
            <a:r>
              <a:rPr sz="1181" b="1" i="0" kern="0" spc="-9">
                <a:solidFill>
                  <a:srgbClr val="0A2540"/>
                </a:solidFill>
                <a:latin typeface="Inter"/>
                <a:ea typeface="Inter"/>
                <a:cs typeface="Inter"/>
              </a:rPr>
              <a:t>S + quota</a:t>
            </a:r>
          </a:p>
        </p:txBody>
      </p:sp>
      <p:sp>
        <p:nvSpPr>
          <p:cNvPr id="61" name="s10 text 9">
            <a:extLst>
              <a:ext uri="{FF2B5EF4-FFF2-40B4-BE49-F238E27FC236}">
                <a16:creationId xmlns:a16="http://schemas.microsoft.com/office/drawing/2014/main" id="{42956D80-51F5-4470-B09E-A1C3E1BBA328}"/>
              </a:ext>
            </a:extLst>
          </p:cNvPr>
          <p:cNvSpPr>
            <a:spLocks noGrp="1"/>
          </p:cNvSpPr>
          <p:nvPr/>
        </p:nvSpPr>
        <p:spPr>
          <a:xfrm>
            <a:off x="9633570" y="2790750"/>
            <a:ext cx="160782" cy="208744"/>
          </a:xfrm>
          <a:prstGeom prst="rect">
            <a:avLst/>
          </a:prstGeom>
          <a:noFill/>
          <a:ln w="0">
            <a:noFill/>
            <a:prstDash val="solid"/>
          </a:ln>
        </p:spPr>
        <p:txBody>
          <a:bodyPr wrap="none" lIns="0" tIns="0" rIns="0" bIns="0" anchor="t">
            <a:noAutofit/>
          </a:bodyPr>
          <a:lstStyle>
            <a:defPPr algn="l">
              <a:defRPr sz="1181" b="0" i="0" kern="0" spc="-9">
                <a:solidFill>
                  <a:srgbClr val="0A2540"/>
                </a:solidFill>
                <a:latin typeface="Inter"/>
                <a:ea typeface="Inter"/>
                <a:cs typeface="Inter"/>
              </a:defRPr>
            </a:defPPr>
            <a:lvl1pPr algn="l">
              <a:defRPr sz="1181" b="0" i="0" kern="0" spc="-9">
                <a:solidFill>
                  <a:srgbClr val="0A2540"/>
                </a:solidFill>
                <a:latin typeface="Inter"/>
                <a:ea typeface="Inter"/>
                <a:cs typeface="Inter"/>
              </a:defRPr>
            </a:lvl1pPr>
            <a:lvl2pPr algn="l">
              <a:defRPr sz="1181" b="0" i="0" kern="0" spc="-9">
                <a:solidFill>
                  <a:srgbClr val="0A2540"/>
                </a:solidFill>
                <a:latin typeface="Inter"/>
                <a:ea typeface="Inter"/>
                <a:cs typeface="Inter"/>
              </a:defRPr>
            </a:lvl2pPr>
            <a:lvl3pPr algn="l">
              <a:defRPr sz="1181" b="0" i="0" kern="0" spc="-9">
                <a:solidFill>
                  <a:srgbClr val="0A2540"/>
                </a:solidFill>
                <a:latin typeface="Inter"/>
                <a:ea typeface="Inter"/>
                <a:cs typeface="Inter"/>
              </a:defRPr>
            </a:lvl3pPr>
            <a:lvl4pPr algn="l">
              <a:defRPr sz="1181" b="0" i="0" kern="0" spc="-9">
                <a:solidFill>
                  <a:srgbClr val="0A2540"/>
                </a:solidFill>
                <a:latin typeface="Inter"/>
                <a:ea typeface="Inter"/>
                <a:cs typeface="Inter"/>
              </a:defRPr>
            </a:lvl4pPr>
            <a:lvl5pPr algn="l">
              <a:defRPr sz="1181" b="0" i="0" kern="0" spc="-9">
                <a:solidFill>
                  <a:srgbClr val="0A2540"/>
                </a:solidFill>
                <a:latin typeface="Inter"/>
                <a:ea typeface="Inter"/>
                <a:cs typeface="Inter"/>
              </a:defRPr>
            </a:lvl5pPr>
            <a:lvl6pPr algn="l">
              <a:defRPr sz="1181" b="0" i="0" kern="0" spc="-9">
                <a:solidFill>
                  <a:srgbClr val="0A2540"/>
                </a:solidFill>
                <a:latin typeface="Inter"/>
                <a:ea typeface="Inter"/>
                <a:cs typeface="Inter"/>
              </a:defRPr>
            </a:lvl6pPr>
            <a:lvl7pPr algn="l">
              <a:defRPr sz="1181" b="0" i="0" kern="0" spc="-9">
                <a:solidFill>
                  <a:srgbClr val="0A2540"/>
                </a:solidFill>
                <a:latin typeface="Inter"/>
                <a:ea typeface="Inter"/>
                <a:cs typeface="Inter"/>
              </a:defRPr>
            </a:lvl7pPr>
            <a:lvl8pPr algn="l">
              <a:defRPr sz="1181" b="0" i="0" kern="0" spc="-9">
                <a:solidFill>
                  <a:srgbClr val="0A2540"/>
                </a:solidFill>
                <a:latin typeface="Inter"/>
                <a:ea typeface="Inter"/>
                <a:cs typeface="Inter"/>
              </a:defRPr>
            </a:lvl8pPr>
            <a:lvl9pPr algn="l">
              <a:defRPr sz="1181" b="0" i="0" kern="0" spc="-9">
                <a:solidFill>
                  <a:srgbClr val="0A2540"/>
                </a:solidFill>
                <a:latin typeface="Inter"/>
                <a:ea typeface="Inter"/>
                <a:cs typeface="Inter"/>
              </a:defRPr>
            </a:lvl9pPr>
          </a:lstStyle>
          <a:p>
            <a:pPr algn="l">
              <a:lnSpc>
                <a:spcPct val="100000"/>
              </a:lnSpc>
              <a:buNone/>
              <a:defRPr sz="1181" b="0" i="0" kern="0" spc="-9">
                <a:solidFill>
                  <a:srgbClr val="0A2540"/>
                </a:solidFill>
                <a:latin typeface="Inter"/>
                <a:ea typeface="Inter"/>
                <a:cs typeface="Inter"/>
              </a:defRPr>
            </a:pPr>
            <a:r>
              <a:rPr sz="1181" b="0" i="0" kern="0" spc="-9">
                <a:solidFill>
                  <a:srgbClr val="0A2540"/>
                </a:solidFill>
                <a:latin typeface="Inter"/>
                <a:ea typeface="Inter"/>
                <a:cs typeface="Inter"/>
              </a:rPr>
              <a:t>.”</a:t>
            </a:r>
          </a:p>
        </p:txBody>
      </p:sp>
      <p:sp>
        <p:nvSpPr>
          <p:cNvPr id="62" name="s10 text 10">
            <a:extLst>
              <a:ext uri="{FF2B5EF4-FFF2-40B4-BE49-F238E27FC236}">
                <a16:creationId xmlns:a16="http://schemas.microsoft.com/office/drawing/2014/main" id="{670FD7D6-3402-4AE3-80C0-49B6973D119A}"/>
              </a:ext>
            </a:extLst>
          </p:cNvPr>
          <p:cNvSpPr>
            <a:spLocks noGrp="1"/>
          </p:cNvSpPr>
          <p:nvPr/>
        </p:nvSpPr>
        <p:spPr>
          <a:xfrm>
            <a:off x="8263867" y="3184103"/>
            <a:ext cx="1965960"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So the correct curve is a</a:t>
            </a:r>
          </a:p>
        </p:txBody>
      </p:sp>
      <p:sp>
        <p:nvSpPr>
          <p:cNvPr id="63" name="s10 text 11">
            <a:extLst>
              <a:ext uri="{FF2B5EF4-FFF2-40B4-BE49-F238E27FC236}">
                <a16:creationId xmlns:a16="http://schemas.microsoft.com/office/drawing/2014/main" id="{11A138BD-A503-43EA-9979-21BFA33B41E3}"/>
              </a:ext>
            </a:extLst>
          </p:cNvPr>
          <p:cNvSpPr>
            <a:spLocks noGrp="1"/>
          </p:cNvSpPr>
          <p:nvPr/>
        </p:nvSpPr>
        <p:spPr>
          <a:xfrm>
            <a:off x="10180625" y="3184103"/>
            <a:ext cx="600932" cy="228625"/>
          </a:xfrm>
          <a:prstGeom prst="rect">
            <a:avLst/>
          </a:prstGeom>
          <a:noFill/>
          <a:ln w="0">
            <a:noFill/>
            <a:prstDash val="solid"/>
          </a:ln>
        </p:spPr>
        <p:txBody>
          <a:bodyPr wrap="none" lIns="0" tIns="0" rIns="0" bIns="0" anchor="t">
            <a:noAutofit/>
          </a:bodyPr>
          <a:lstStyle>
            <a:defPPr algn="l">
              <a:defRPr sz="1294" b="1" i="0" kern="0" spc="-9">
                <a:solidFill>
                  <a:srgbClr val="3D4D68"/>
                </a:solidFill>
                <a:latin typeface="Inter"/>
                <a:ea typeface="Inter"/>
                <a:cs typeface="Inter"/>
              </a:defRPr>
            </a:defPPr>
            <a:lvl1pPr algn="l">
              <a:defRPr sz="1294" b="1" i="0" kern="0" spc="-9">
                <a:solidFill>
                  <a:srgbClr val="3D4D68"/>
                </a:solidFill>
                <a:latin typeface="Inter"/>
                <a:ea typeface="Inter"/>
                <a:cs typeface="Inter"/>
              </a:defRPr>
            </a:lvl1pPr>
            <a:lvl2pPr algn="l">
              <a:defRPr sz="1294" b="1" i="0" kern="0" spc="-9">
                <a:solidFill>
                  <a:srgbClr val="3D4D68"/>
                </a:solidFill>
                <a:latin typeface="Inter"/>
                <a:ea typeface="Inter"/>
                <a:cs typeface="Inter"/>
              </a:defRPr>
            </a:lvl2pPr>
            <a:lvl3pPr algn="l">
              <a:defRPr sz="1294" b="1" i="0" kern="0" spc="-9">
                <a:solidFill>
                  <a:srgbClr val="3D4D68"/>
                </a:solidFill>
                <a:latin typeface="Inter"/>
                <a:ea typeface="Inter"/>
                <a:cs typeface="Inter"/>
              </a:defRPr>
            </a:lvl3pPr>
            <a:lvl4pPr algn="l">
              <a:defRPr sz="1294" b="1" i="0" kern="0" spc="-9">
                <a:solidFill>
                  <a:srgbClr val="3D4D68"/>
                </a:solidFill>
                <a:latin typeface="Inter"/>
                <a:ea typeface="Inter"/>
                <a:cs typeface="Inter"/>
              </a:defRPr>
            </a:lvl4pPr>
            <a:lvl5pPr algn="l">
              <a:defRPr sz="1294" b="1" i="0" kern="0" spc="-9">
                <a:solidFill>
                  <a:srgbClr val="3D4D68"/>
                </a:solidFill>
                <a:latin typeface="Inter"/>
                <a:ea typeface="Inter"/>
                <a:cs typeface="Inter"/>
              </a:defRPr>
            </a:lvl5pPr>
            <a:lvl6pPr algn="l">
              <a:defRPr sz="1294" b="1" i="0" kern="0" spc="-9">
                <a:solidFill>
                  <a:srgbClr val="3D4D68"/>
                </a:solidFill>
                <a:latin typeface="Inter"/>
                <a:ea typeface="Inter"/>
                <a:cs typeface="Inter"/>
              </a:defRPr>
            </a:lvl6pPr>
            <a:lvl7pPr algn="l">
              <a:defRPr sz="1294" b="1" i="0" kern="0" spc="-9">
                <a:solidFill>
                  <a:srgbClr val="3D4D68"/>
                </a:solidFill>
                <a:latin typeface="Inter"/>
                <a:ea typeface="Inter"/>
                <a:cs typeface="Inter"/>
              </a:defRPr>
            </a:lvl7pPr>
            <a:lvl8pPr algn="l">
              <a:defRPr sz="1294" b="1" i="0" kern="0" spc="-9">
                <a:solidFill>
                  <a:srgbClr val="3D4D68"/>
                </a:solidFill>
                <a:latin typeface="Inter"/>
                <a:ea typeface="Inter"/>
                <a:cs typeface="Inter"/>
              </a:defRPr>
            </a:lvl8pPr>
            <a:lvl9pPr algn="l">
              <a:defRPr sz="1294" b="1" i="0" kern="0" spc="-9">
                <a:solidFill>
                  <a:srgbClr val="3D4D68"/>
                </a:solidFill>
                <a:latin typeface="Inter"/>
                <a:ea typeface="Inter"/>
                <a:cs typeface="Inter"/>
              </a:defRPr>
            </a:lvl9pPr>
          </a:lstStyle>
          <a:p>
            <a:pPr algn="l">
              <a:lnSpc>
                <a:spcPct val="100000"/>
              </a:lnSpc>
              <a:buNone/>
              <a:defRPr sz="1294" b="1" i="0" kern="0" spc="-9">
                <a:solidFill>
                  <a:srgbClr val="3D4D68"/>
                </a:solidFill>
                <a:latin typeface="Inter"/>
                <a:ea typeface="Inter"/>
                <a:cs typeface="Inter"/>
              </a:defRPr>
            </a:pPr>
            <a:r>
              <a:rPr sz="1294" b="1" i="0" kern="0" spc="-9">
                <a:solidFill>
                  <a:srgbClr val="3D4D68"/>
                </a:solidFill>
                <a:latin typeface="Inter"/>
                <a:ea typeface="Inter"/>
                <a:cs typeface="Inter"/>
              </a:rPr>
              <a:t>kinked</a:t>
            </a:r>
          </a:p>
        </p:txBody>
      </p:sp>
      <p:sp>
        <p:nvSpPr>
          <p:cNvPr id="64" name="s10 text 12">
            <a:extLst>
              <a:ext uri="{FF2B5EF4-FFF2-40B4-BE49-F238E27FC236}">
                <a16:creationId xmlns:a16="http://schemas.microsoft.com/office/drawing/2014/main" id="{17342B7F-7813-4EB6-AD59-CB79DCAE9D28}"/>
              </a:ext>
            </a:extLst>
          </p:cNvPr>
          <p:cNvSpPr>
            <a:spLocks noGrp="1"/>
          </p:cNvSpPr>
          <p:nvPr/>
        </p:nvSpPr>
        <p:spPr>
          <a:xfrm>
            <a:off x="10754107" y="3184103"/>
            <a:ext cx="553403"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curve:</a:t>
            </a:r>
          </a:p>
        </p:txBody>
      </p:sp>
      <p:sp>
        <p:nvSpPr>
          <p:cNvPr id="65" name="s10 text 13">
            <a:extLst>
              <a:ext uri="{FF2B5EF4-FFF2-40B4-BE49-F238E27FC236}">
                <a16:creationId xmlns:a16="http://schemas.microsoft.com/office/drawing/2014/main" id="{61754E5D-9D55-4E24-B5DA-E40B08707683}"/>
              </a:ext>
            </a:extLst>
          </p:cNvPr>
          <p:cNvSpPr>
            <a:spLocks noGrp="1"/>
          </p:cNvSpPr>
          <p:nvPr/>
        </p:nvSpPr>
        <p:spPr>
          <a:xfrm>
            <a:off x="8406742" y="3593083"/>
            <a:ext cx="748093" cy="308146"/>
          </a:xfrm>
          <a:prstGeom prst="rect">
            <a:avLst/>
          </a:prstGeom>
          <a:noFill/>
          <a:ln w="0">
            <a:noFill/>
            <a:prstDash val="solid"/>
          </a:ln>
        </p:spPr>
        <p:txBody>
          <a:bodyPr wrap="none" lIns="0" tIns="0" rIns="0" bIns="0" anchor="t">
            <a:noAutofit/>
          </a:bodyPr>
          <a:lstStyle>
            <a:defPPr algn="l">
              <a:defRPr sz="1744" b="1" i="0" kern="0" spc="-9">
                <a:solidFill>
                  <a:srgbClr val="0A2540"/>
                </a:solidFill>
                <a:latin typeface="Inter"/>
                <a:ea typeface="Inter"/>
                <a:cs typeface="Inter"/>
              </a:defRPr>
            </a:defPPr>
            <a:lvl1pPr algn="l">
              <a:defRPr sz="1744" b="1" i="0" kern="0" spc="-9">
                <a:solidFill>
                  <a:srgbClr val="0A2540"/>
                </a:solidFill>
                <a:latin typeface="Inter"/>
                <a:ea typeface="Inter"/>
                <a:cs typeface="Inter"/>
              </a:defRPr>
            </a:lvl1pPr>
            <a:lvl2pPr algn="l">
              <a:defRPr sz="1744" b="1" i="0" kern="0" spc="-9">
                <a:solidFill>
                  <a:srgbClr val="0A2540"/>
                </a:solidFill>
                <a:latin typeface="Inter"/>
                <a:ea typeface="Inter"/>
                <a:cs typeface="Inter"/>
              </a:defRPr>
            </a:lvl2pPr>
            <a:lvl3pPr algn="l">
              <a:defRPr sz="1744" b="1" i="0" kern="0" spc="-9">
                <a:solidFill>
                  <a:srgbClr val="0A2540"/>
                </a:solidFill>
                <a:latin typeface="Inter"/>
                <a:ea typeface="Inter"/>
                <a:cs typeface="Inter"/>
              </a:defRPr>
            </a:lvl3pPr>
            <a:lvl4pPr algn="l">
              <a:defRPr sz="1744" b="1" i="0" kern="0" spc="-9">
                <a:solidFill>
                  <a:srgbClr val="0A2540"/>
                </a:solidFill>
                <a:latin typeface="Inter"/>
                <a:ea typeface="Inter"/>
                <a:cs typeface="Inter"/>
              </a:defRPr>
            </a:lvl4pPr>
            <a:lvl5pPr algn="l">
              <a:defRPr sz="1744" b="1" i="0" kern="0" spc="-9">
                <a:solidFill>
                  <a:srgbClr val="0A2540"/>
                </a:solidFill>
                <a:latin typeface="Inter"/>
                <a:ea typeface="Inter"/>
                <a:cs typeface="Inter"/>
              </a:defRPr>
            </a:lvl5pPr>
            <a:lvl6pPr algn="l">
              <a:defRPr sz="1744" b="1" i="0" kern="0" spc="-9">
                <a:solidFill>
                  <a:srgbClr val="0A2540"/>
                </a:solidFill>
                <a:latin typeface="Inter"/>
                <a:ea typeface="Inter"/>
                <a:cs typeface="Inter"/>
              </a:defRPr>
            </a:lvl6pPr>
            <a:lvl7pPr algn="l">
              <a:defRPr sz="1744" b="1" i="0" kern="0" spc="-9">
                <a:solidFill>
                  <a:srgbClr val="0A2540"/>
                </a:solidFill>
                <a:latin typeface="Inter"/>
                <a:ea typeface="Inter"/>
                <a:cs typeface="Inter"/>
              </a:defRPr>
            </a:lvl7pPr>
            <a:lvl8pPr algn="l">
              <a:defRPr sz="1744" b="1" i="0" kern="0" spc="-9">
                <a:solidFill>
                  <a:srgbClr val="0A2540"/>
                </a:solidFill>
                <a:latin typeface="Inter"/>
                <a:ea typeface="Inter"/>
                <a:cs typeface="Inter"/>
              </a:defRPr>
            </a:lvl8pPr>
            <a:lvl9pPr algn="l">
              <a:defRPr sz="1744" b="1" i="0" kern="0" spc="-9">
                <a:solidFill>
                  <a:srgbClr val="0A2540"/>
                </a:solidFill>
                <a:latin typeface="Inter"/>
                <a:ea typeface="Inter"/>
                <a:cs typeface="Inter"/>
              </a:defRPr>
            </a:lvl9pPr>
          </a:lstStyle>
          <a:p>
            <a:pPr algn="l">
              <a:lnSpc>
                <a:spcPct val="100000"/>
              </a:lnSpc>
              <a:buNone/>
              <a:defRPr sz="1744" b="1" i="0" kern="0" spc="-9">
                <a:solidFill>
                  <a:srgbClr val="0A2540"/>
                </a:solidFill>
                <a:latin typeface="Inter"/>
                <a:ea typeface="Inter"/>
                <a:cs typeface="Inter"/>
              </a:defRPr>
            </a:pPr>
            <a:r>
              <a:rPr sz="1744" b="1" i="0" kern="0" spc="-9">
                <a:solidFill>
                  <a:srgbClr val="0A2540"/>
                </a:solidFill>
                <a:latin typeface="Inter"/>
                <a:ea typeface="Inter"/>
                <a:cs typeface="Inter"/>
              </a:rPr>
              <a:t>Below</a:t>
            </a:r>
          </a:p>
        </p:txBody>
      </p:sp>
      <p:sp>
        <p:nvSpPr>
          <p:cNvPr id="66" name="s10 text 14">
            <a:extLst>
              <a:ext uri="{FF2B5EF4-FFF2-40B4-BE49-F238E27FC236}">
                <a16:creationId xmlns:a16="http://schemas.microsoft.com/office/drawing/2014/main" id="{06FCA8B6-5EE1-4A8B-9832-46A6B6771502}"/>
              </a:ext>
            </a:extLst>
          </p:cNvPr>
          <p:cNvSpPr>
            <a:spLocks noGrp="1"/>
          </p:cNvSpPr>
          <p:nvPr/>
        </p:nvSpPr>
        <p:spPr>
          <a:xfrm>
            <a:off x="9121760" y="3593083"/>
            <a:ext cx="673608" cy="308146"/>
          </a:xfrm>
          <a:prstGeom prst="rect">
            <a:avLst/>
          </a:prstGeom>
          <a:noFill/>
          <a:ln w="0">
            <a:noFill/>
            <a:prstDash val="solid"/>
          </a:ln>
        </p:spPr>
        <p:txBody>
          <a:bodyPr wrap="none" lIns="0" tIns="0" rIns="0" bIns="0" anchor="t">
            <a:noAutofit/>
          </a:bodyPr>
          <a:lstStyle>
            <a:defPPr algn="l">
              <a:defRPr sz="1744" b="0" i="0" kern="0" spc="-11">
                <a:solidFill>
                  <a:srgbClr val="0A2540"/>
                </a:solidFill>
                <a:latin typeface="Inter"/>
                <a:ea typeface="Inter"/>
                <a:cs typeface="Inter"/>
              </a:defRPr>
            </a:defPPr>
            <a:lvl1pPr algn="l">
              <a:defRPr sz="1744" b="0" i="0" kern="0" spc="-11">
                <a:solidFill>
                  <a:srgbClr val="0A2540"/>
                </a:solidFill>
                <a:latin typeface="Inter"/>
                <a:ea typeface="Inter"/>
                <a:cs typeface="Inter"/>
              </a:defRPr>
            </a:lvl1pPr>
            <a:lvl2pPr algn="l">
              <a:defRPr sz="1744" b="0" i="0" kern="0" spc="-11">
                <a:solidFill>
                  <a:srgbClr val="0A2540"/>
                </a:solidFill>
                <a:latin typeface="Inter"/>
                <a:ea typeface="Inter"/>
                <a:cs typeface="Inter"/>
              </a:defRPr>
            </a:lvl2pPr>
            <a:lvl3pPr algn="l">
              <a:defRPr sz="1744" b="0" i="0" kern="0" spc="-11">
                <a:solidFill>
                  <a:srgbClr val="0A2540"/>
                </a:solidFill>
                <a:latin typeface="Inter"/>
                <a:ea typeface="Inter"/>
                <a:cs typeface="Inter"/>
              </a:defRPr>
            </a:lvl3pPr>
            <a:lvl4pPr algn="l">
              <a:defRPr sz="1744" b="0" i="0" kern="0" spc="-11">
                <a:solidFill>
                  <a:srgbClr val="0A2540"/>
                </a:solidFill>
                <a:latin typeface="Inter"/>
                <a:ea typeface="Inter"/>
                <a:cs typeface="Inter"/>
              </a:defRPr>
            </a:lvl4pPr>
            <a:lvl5pPr algn="l">
              <a:defRPr sz="1744" b="0" i="0" kern="0" spc="-11">
                <a:solidFill>
                  <a:srgbClr val="0A2540"/>
                </a:solidFill>
                <a:latin typeface="Inter"/>
                <a:ea typeface="Inter"/>
                <a:cs typeface="Inter"/>
              </a:defRPr>
            </a:lvl5pPr>
            <a:lvl6pPr algn="l">
              <a:defRPr sz="1744" b="0" i="0" kern="0" spc="-11">
                <a:solidFill>
                  <a:srgbClr val="0A2540"/>
                </a:solidFill>
                <a:latin typeface="Inter"/>
                <a:ea typeface="Inter"/>
                <a:cs typeface="Inter"/>
              </a:defRPr>
            </a:lvl6pPr>
            <a:lvl7pPr algn="l">
              <a:defRPr sz="1744" b="0" i="0" kern="0" spc="-11">
                <a:solidFill>
                  <a:srgbClr val="0A2540"/>
                </a:solidFill>
                <a:latin typeface="Inter"/>
                <a:ea typeface="Inter"/>
                <a:cs typeface="Inter"/>
              </a:defRPr>
            </a:lvl7pPr>
            <a:lvl8pPr algn="l">
              <a:defRPr sz="1744" b="0" i="0" kern="0" spc="-11">
                <a:solidFill>
                  <a:srgbClr val="0A2540"/>
                </a:solidFill>
                <a:latin typeface="Inter"/>
                <a:ea typeface="Inter"/>
                <a:cs typeface="Inter"/>
              </a:defRPr>
            </a:lvl8pPr>
            <a:lvl9pPr algn="l">
              <a:defRPr sz="1744" b="0" i="0" kern="0" spc="-11">
                <a:solidFill>
                  <a:srgbClr val="0A2540"/>
                </a:solidFill>
                <a:latin typeface="Inter"/>
                <a:ea typeface="Inter"/>
                <a:cs typeface="Inter"/>
              </a:defRPr>
            </a:lvl9pPr>
          </a:lstStyle>
          <a:p>
            <a:pPr algn="l">
              <a:lnSpc>
                <a:spcPct val="100000"/>
              </a:lnSpc>
              <a:buNone/>
              <a:defRPr sz="1744" b="0" i="0" kern="0" spc="-11">
                <a:solidFill>
                  <a:srgbClr val="0A2540"/>
                </a:solidFill>
                <a:latin typeface="Inter"/>
                <a:ea typeface="Inter"/>
                <a:cs typeface="Inter"/>
              </a:defRPr>
            </a:pPr>
            <a:r>
              <a:rPr sz="1744" b="0" i="0" kern="0" spc="-11">
                <a:solidFill>
                  <a:srgbClr val="0A2540"/>
                </a:solidFill>
                <a:latin typeface="Inter"/>
                <a:ea typeface="Inter"/>
                <a:cs typeface="Inter"/>
              </a:rPr>
              <a:t>$75 it</a:t>
            </a:r>
          </a:p>
        </p:txBody>
      </p:sp>
      <p:sp>
        <p:nvSpPr>
          <p:cNvPr id="67" name="s10 text 15">
            <a:extLst>
              <a:ext uri="{FF2B5EF4-FFF2-40B4-BE49-F238E27FC236}">
                <a16:creationId xmlns:a16="http://schemas.microsoft.com/office/drawing/2014/main" id="{80CFA51A-CF00-4866-A4B8-00CBAE15D232}"/>
              </a:ext>
            </a:extLst>
          </p:cNvPr>
          <p:cNvSpPr>
            <a:spLocks noGrp="1"/>
          </p:cNvSpPr>
          <p:nvPr/>
        </p:nvSpPr>
        <p:spPr>
          <a:xfrm>
            <a:off x="9761153" y="3593083"/>
            <a:ext cx="2913412" cy="308146"/>
          </a:xfrm>
          <a:prstGeom prst="rect">
            <a:avLst/>
          </a:prstGeom>
          <a:noFill/>
          <a:ln w="0">
            <a:noFill/>
            <a:prstDash val="solid"/>
          </a:ln>
        </p:spPr>
        <p:txBody>
          <a:bodyPr wrap="none" lIns="0" tIns="0" rIns="0" bIns="0" anchor="t">
            <a:noAutofit/>
          </a:bodyPr>
          <a:lstStyle>
            <a:defPPr algn="l">
              <a:defRPr sz="1744" b="1" i="0" kern="0" spc="-9">
                <a:solidFill>
                  <a:srgbClr val="0A2540"/>
                </a:solidFill>
                <a:latin typeface="Inter"/>
                <a:ea typeface="Inter"/>
                <a:cs typeface="Inter"/>
              </a:defRPr>
            </a:defPPr>
            <a:lvl1pPr algn="l">
              <a:defRPr sz="1744" b="1" i="0" kern="0" spc="-9">
                <a:solidFill>
                  <a:srgbClr val="0A2540"/>
                </a:solidFill>
                <a:latin typeface="Inter"/>
                <a:ea typeface="Inter"/>
                <a:cs typeface="Inter"/>
              </a:defRPr>
            </a:lvl1pPr>
            <a:lvl2pPr algn="l">
              <a:defRPr sz="1744" b="1" i="0" kern="0" spc="-9">
                <a:solidFill>
                  <a:srgbClr val="0A2540"/>
                </a:solidFill>
                <a:latin typeface="Inter"/>
                <a:ea typeface="Inter"/>
                <a:cs typeface="Inter"/>
              </a:defRPr>
            </a:lvl2pPr>
            <a:lvl3pPr algn="l">
              <a:defRPr sz="1744" b="1" i="0" kern="0" spc="-9">
                <a:solidFill>
                  <a:srgbClr val="0A2540"/>
                </a:solidFill>
                <a:latin typeface="Inter"/>
                <a:ea typeface="Inter"/>
                <a:cs typeface="Inter"/>
              </a:defRPr>
            </a:lvl3pPr>
            <a:lvl4pPr algn="l">
              <a:defRPr sz="1744" b="1" i="0" kern="0" spc="-9">
                <a:solidFill>
                  <a:srgbClr val="0A2540"/>
                </a:solidFill>
                <a:latin typeface="Inter"/>
                <a:ea typeface="Inter"/>
                <a:cs typeface="Inter"/>
              </a:defRPr>
            </a:lvl4pPr>
            <a:lvl5pPr algn="l">
              <a:defRPr sz="1744" b="1" i="0" kern="0" spc="-9">
                <a:solidFill>
                  <a:srgbClr val="0A2540"/>
                </a:solidFill>
                <a:latin typeface="Inter"/>
                <a:ea typeface="Inter"/>
                <a:cs typeface="Inter"/>
              </a:defRPr>
            </a:lvl5pPr>
            <a:lvl6pPr algn="l">
              <a:defRPr sz="1744" b="1" i="0" kern="0" spc="-9">
                <a:solidFill>
                  <a:srgbClr val="0A2540"/>
                </a:solidFill>
                <a:latin typeface="Inter"/>
                <a:ea typeface="Inter"/>
                <a:cs typeface="Inter"/>
              </a:defRPr>
            </a:lvl6pPr>
            <a:lvl7pPr algn="l">
              <a:defRPr sz="1744" b="1" i="0" kern="0" spc="-9">
                <a:solidFill>
                  <a:srgbClr val="0A2540"/>
                </a:solidFill>
                <a:latin typeface="Inter"/>
                <a:ea typeface="Inter"/>
                <a:cs typeface="Inter"/>
              </a:defRPr>
            </a:lvl7pPr>
            <a:lvl8pPr algn="l">
              <a:defRPr sz="1744" b="1" i="0" kern="0" spc="-9">
                <a:solidFill>
                  <a:srgbClr val="0A2540"/>
                </a:solidFill>
                <a:latin typeface="Inter"/>
                <a:ea typeface="Inter"/>
                <a:cs typeface="Inter"/>
              </a:defRPr>
            </a:lvl8pPr>
            <a:lvl9pPr algn="l">
              <a:defRPr sz="1744" b="1" i="0" kern="0" spc="-9">
                <a:solidFill>
                  <a:srgbClr val="0A2540"/>
                </a:solidFill>
                <a:latin typeface="Inter"/>
                <a:ea typeface="Inter"/>
                <a:cs typeface="Inter"/>
              </a:defRPr>
            </a:lvl9pPr>
          </a:lstStyle>
          <a:p>
            <a:pPr algn="l">
              <a:lnSpc>
                <a:spcPct val="100000"/>
              </a:lnSpc>
              <a:buNone/>
              <a:defRPr sz="1744" b="1" i="0" kern="0" spc="-9">
                <a:solidFill>
                  <a:srgbClr val="0A2540"/>
                </a:solidFill>
                <a:latin typeface="Inter"/>
                <a:ea typeface="Inter"/>
                <a:cs typeface="Inter"/>
              </a:defRPr>
            </a:pPr>
            <a:r>
              <a:rPr sz="1744" b="1" i="0" kern="0" spc="-9">
                <a:solidFill>
                  <a:srgbClr val="0A2540"/>
                </a:solidFill>
                <a:latin typeface="Inter"/>
                <a:ea typeface="Inter"/>
                <a:cs typeface="Inter"/>
              </a:rPr>
              <a:t>coincides with domestic S</a:t>
            </a:r>
          </a:p>
        </p:txBody>
      </p:sp>
      <p:sp>
        <p:nvSpPr>
          <p:cNvPr id="68" name="s10 text 16">
            <a:extLst>
              <a:ext uri="{FF2B5EF4-FFF2-40B4-BE49-F238E27FC236}">
                <a16:creationId xmlns:a16="http://schemas.microsoft.com/office/drawing/2014/main" id="{B6E70313-25E0-4962-AE1F-20AE90A03B73}"/>
              </a:ext>
            </a:extLst>
          </p:cNvPr>
          <p:cNvSpPr>
            <a:spLocks noGrp="1"/>
          </p:cNvSpPr>
          <p:nvPr/>
        </p:nvSpPr>
        <p:spPr>
          <a:xfrm>
            <a:off x="12618738" y="3593083"/>
            <a:ext cx="498443"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 it</a:t>
            </a:r>
          </a:p>
        </p:txBody>
      </p:sp>
      <p:sp>
        <p:nvSpPr>
          <p:cNvPr id="69" name="s10 text 17">
            <a:extLst>
              <a:ext uri="{FF2B5EF4-FFF2-40B4-BE49-F238E27FC236}">
                <a16:creationId xmlns:a16="http://schemas.microsoft.com/office/drawing/2014/main" id="{FB1E055B-5900-4BC4-B6D5-9660FFD5452F}"/>
              </a:ext>
            </a:extLst>
          </p:cNvPr>
          <p:cNvSpPr>
            <a:spLocks noGrp="1"/>
          </p:cNvSpPr>
          <p:nvPr/>
        </p:nvSpPr>
        <p:spPr>
          <a:xfrm>
            <a:off x="8406742" y="3900264"/>
            <a:ext cx="3842194"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does not run down to the price axis.</a:t>
            </a:r>
          </a:p>
        </p:txBody>
      </p:sp>
      <p:sp>
        <p:nvSpPr>
          <p:cNvPr id="70" name="s10 text 18">
            <a:extLst>
              <a:ext uri="{FF2B5EF4-FFF2-40B4-BE49-F238E27FC236}">
                <a16:creationId xmlns:a16="http://schemas.microsoft.com/office/drawing/2014/main" id="{B4C33F10-4AC8-4093-A09C-2211571509CE}"/>
              </a:ext>
            </a:extLst>
          </p:cNvPr>
          <p:cNvSpPr>
            <a:spLocks noGrp="1"/>
          </p:cNvSpPr>
          <p:nvPr/>
        </p:nvSpPr>
        <p:spPr>
          <a:xfrm>
            <a:off x="8406742" y="4257452"/>
            <a:ext cx="328993" cy="308146"/>
          </a:xfrm>
          <a:prstGeom prst="rect">
            <a:avLst/>
          </a:prstGeom>
          <a:noFill/>
          <a:ln w="0">
            <a:noFill/>
            <a:prstDash val="solid"/>
          </a:ln>
        </p:spPr>
        <p:txBody>
          <a:bodyPr wrap="none" lIns="0" tIns="0" rIns="0" bIns="0" anchor="t">
            <a:noAutofit/>
          </a:bodyPr>
          <a:lstStyle>
            <a:defPPr algn="l">
              <a:defRPr sz="1744" b="1" i="0" kern="0" spc="-9">
                <a:solidFill>
                  <a:srgbClr val="0A2540"/>
                </a:solidFill>
                <a:latin typeface="Inter"/>
                <a:ea typeface="Inter"/>
                <a:cs typeface="Inter"/>
              </a:defRPr>
            </a:defPPr>
            <a:lvl1pPr algn="l">
              <a:defRPr sz="1744" b="1" i="0" kern="0" spc="-9">
                <a:solidFill>
                  <a:srgbClr val="0A2540"/>
                </a:solidFill>
                <a:latin typeface="Inter"/>
                <a:ea typeface="Inter"/>
                <a:cs typeface="Inter"/>
              </a:defRPr>
            </a:lvl1pPr>
            <a:lvl2pPr algn="l">
              <a:defRPr sz="1744" b="1" i="0" kern="0" spc="-9">
                <a:solidFill>
                  <a:srgbClr val="0A2540"/>
                </a:solidFill>
                <a:latin typeface="Inter"/>
                <a:ea typeface="Inter"/>
                <a:cs typeface="Inter"/>
              </a:defRPr>
            </a:lvl2pPr>
            <a:lvl3pPr algn="l">
              <a:defRPr sz="1744" b="1" i="0" kern="0" spc="-9">
                <a:solidFill>
                  <a:srgbClr val="0A2540"/>
                </a:solidFill>
                <a:latin typeface="Inter"/>
                <a:ea typeface="Inter"/>
                <a:cs typeface="Inter"/>
              </a:defRPr>
            </a:lvl3pPr>
            <a:lvl4pPr algn="l">
              <a:defRPr sz="1744" b="1" i="0" kern="0" spc="-9">
                <a:solidFill>
                  <a:srgbClr val="0A2540"/>
                </a:solidFill>
                <a:latin typeface="Inter"/>
                <a:ea typeface="Inter"/>
                <a:cs typeface="Inter"/>
              </a:defRPr>
            </a:lvl4pPr>
            <a:lvl5pPr algn="l">
              <a:defRPr sz="1744" b="1" i="0" kern="0" spc="-9">
                <a:solidFill>
                  <a:srgbClr val="0A2540"/>
                </a:solidFill>
                <a:latin typeface="Inter"/>
                <a:ea typeface="Inter"/>
                <a:cs typeface="Inter"/>
              </a:defRPr>
            </a:lvl5pPr>
            <a:lvl6pPr algn="l">
              <a:defRPr sz="1744" b="1" i="0" kern="0" spc="-9">
                <a:solidFill>
                  <a:srgbClr val="0A2540"/>
                </a:solidFill>
                <a:latin typeface="Inter"/>
                <a:ea typeface="Inter"/>
                <a:cs typeface="Inter"/>
              </a:defRPr>
            </a:lvl6pPr>
            <a:lvl7pPr algn="l">
              <a:defRPr sz="1744" b="1" i="0" kern="0" spc="-9">
                <a:solidFill>
                  <a:srgbClr val="0A2540"/>
                </a:solidFill>
                <a:latin typeface="Inter"/>
                <a:ea typeface="Inter"/>
                <a:cs typeface="Inter"/>
              </a:defRPr>
            </a:lvl7pPr>
            <a:lvl8pPr algn="l">
              <a:defRPr sz="1744" b="1" i="0" kern="0" spc="-9">
                <a:solidFill>
                  <a:srgbClr val="0A2540"/>
                </a:solidFill>
                <a:latin typeface="Inter"/>
                <a:ea typeface="Inter"/>
                <a:cs typeface="Inter"/>
              </a:defRPr>
            </a:lvl8pPr>
            <a:lvl9pPr algn="l">
              <a:defRPr sz="1744" b="1" i="0" kern="0" spc="-9">
                <a:solidFill>
                  <a:srgbClr val="0A2540"/>
                </a:solidFill>
                <a:latin typeface="Inter"/>
                <a:ea typeface="Inter"/>
                <a:cs typeface="Inter"/>
              </a:defRPr>
            </a:lvl9pPr>
          </a:lstStyle>
          <a:p>
            <a:pPr algn="l">
              <a:lnSpc>
                <a:spcPct val="100000"/>
              </a:lnSpc>
              <a:buNone/>
              <a:defRPr sz="1744" b="1" i="0" kern="0" spc="-9">
                <a:solidFill>
                  <a:srgbClr val="0A2540"/>
                </a:solidFill>
                <a:latin typeface="Inter"/>
                <a:ea typeface="Inter"/>
                <a:cs typeface="Inter"/>
              </a:defRPr>
            </a:pPr>
            <a:r>
              <a:rPr sz="1744" b="1" i="0" kern="0" spc="-9">
                <a:solidFill>
                  <a:srgbClr val="0A2540"/>
                </a:solidFill>
                <a:latin typeface="Inter"/>
                <a:ea typeface="Inter"/>
                <a:cs typeface="Inter"/>
              </a:rPr>
              <a:t>At</a:t>
            </a:r>
          </a:p>
        </p:txBody>
      </p:sp>
      <p:sp>
        <p:nvSpPr>
          <p:cNvPr id="71" name="s10 text 19">
            <a:extLst>
              <a:ext uri="{FF2B5EF4-FFF2-40B4-BE49-F238E27FC236}">
                <a16:creationId xmlns:a16="http://schemas.microsoft.com/office/drawing/2014/main" id="{2E402CAC-9FE7-4142-8C90-DE038896508A}"/>
              </a:ext>
            </a:extLst>
          </p:cNvPr>
          <p:cNvSpPr>
            <a:spLocks noGrp="1"/>
          </p:cNvSpPr>
          <p:nvPr/>
        </p:nvSpPr>
        <p:spPr>
          <a:xfrm>
            <a:off x="8706083" y="4257452"/>
            <a:ext cx="673608" cy="308146"/>
          </a:xfrm>
          <a:prstGeom prst="rect">
            <a:avLst/>
          </a:prstGeom>
          <a:noFill/>
          <a:ln w="0">
            <a:noFill/>
            <a:prstDash val="solid"/>
          </a:ln>
        </p:spPr>
        <p:txBody>
          <a:bodyPr wrap="none" lIns="0" tIns="0" rIns="0" bIns="0" anchor="t">
            <a:noAutofit/>
          </a:bodyPr>
          <a:lstStyle>
            <a:defPPr algn="l">
              <a:defRPr sz="1744" b="0" i="0" kern="0" spc="-11">
                <a:solidFill>
                  <a:srgbClr val="0A2540"/>
                </a:solidFill>
                <a:latin typeface="Inter"/>
                <a:ea typeface="Inter"/>
                <a:cs typeface="Inter"/>
              </a:defRPr>
            </a:defPPr>
            <a:lvl1pPr algn="l">
              <a:defRPr sz="1744" b="0" i="0" kern="0" spc="-11">
                <a:solidFill>
                  <a:srgbClr val="0A2540"/>
                </a:solidFill>
                <a:latin typeface="Inter"/>
                <a:ea typeface="Inter"/>
                <a:cs typeface="Inter"/>
              </a:defRPr>
            </a:lvl1pPr>
            <a:lvl2pPr algn="l">
              <a:defRPr sz="1744" b="0" i="0" kern="0" spc="-11">
                <a:solidFill>
                  <a:srgbClr val="0A2540"/>
                </a:solidFill>
                <a:latin typeface="Inter"/>
                <a:ea typeface="Inter"/>
                <a:cs typeface="Inter"/>
              </a:defRPr>
            </a:lvl2pPr>
            <a:lvl3pPr algn="l">
              <a:defRPr sz="1744" b="0" i="0" kern="0" spc="-11">
                <a:solidFill>
                  <a:srgbClr val="0A2540"/>
                </a:solidFill>
                <a:latin typeface="Inter"/>
                <a:ea typeface="Inter"/>
                <a:cs typeface="Inter"/>
              </a:defRPr>
            </a:lvl3pPr>
            <a:lvl4pPr algn="l">
              <a:defRPr sz="1744" b="0" i="0" kern="0" spc="-11">
                <a:solidFill>
                  <a:srgbClr val="0A2540"/>
                </a:solidFill>
                <a:latin typeface="Inter"/>
                <a:ea typeface="Inter"/>
                <a:cs typeface="Inter"/>
              </a:defRPr>
            </a:lvl4pPr>
            <a:lvl5pPr algn="l">
              <a:defRPr sz="1744" b="0" i="0" kern="0" spc="-11">
                <a:solidFill>
                  <a:srgbClr val="0A2540"/>
                </a:solidFill>
                <a:latin typeface="Inter"/>
                <a:ea typeface="Inter"/>
                <a:cs typeface="Inter"/>
              </a:defRPr>
            </a:lvl5pPr>
            <a:lvl6pPr algn="l">
              <a:defRPr sz="1744" b="0" i="0" kern="0" spc="-11">
                <a:solidFill>
                  <a:srgbClr val="0A2540"/>
                </a:solidFill>
                <a:latin typeface="Inter"/>
                <a:ea typeface="Inter"/>
                <a:cs typeface="Inter"/>
              </a:defRPr>
            </a:lvl6pPr>
            <a:lvl7pPr algn="l">
              <a:defRPr sz="1744" b="0" i="0" kern="0" spc="-11">
                <a:solidFill>
                  <a:srgbClr val="0A2540"/>
                </a:solidFill>
                <a:latin typeface="Inter"/>
                <a:ea typeface="Inter"/>
                <a:cs typeface="Inter"/>
              </a:defRPr>
            </a:lvl7pPr>
            <a:lvl8pPr algn="l">
              <a:defRPr sz="1744" b="0" i="0" kern="0" spc="-11">
                <a:solidFill>
                  <a:srgbClr val="0A2540"/>
                </a:solidFill>
                <a:latin typeface="Inter"/>
                <a:ea typeface="Inter"/>
                <a:cs typeface="Inter"/>
              </a:defRPr>
            </a:lvl8pPr>
            <a:lvl9pPr algn="l">
              <a:defRPr sz="1744" b="0" i="0" kern="0" spc="-11">
                <a:solidFill>
                  <a:srgbClr val="0A2540"/>
                </a:solidFill>
                <a:latin typeface="Inter"/>
                <a:ea typeface="Inter"/>
                <a:cs typeface="Inter"/>
              </a:defRPr>
            </a:lvl9pPr>
          </a:lstStyle>
          <a:p>
            <a:pPr algn="l">
              <a:lnSpc>
                <a:spcPct val="100000"/>
              </a:lnSpc>
              <a:buNone/>
              <a:defRPr sz="1744" b="0" i="0" kern="0" spc="-11">
                <a:solidFill>
                  <a:srgbClr val="0A2540"/>
                </a:solidFill>
                <a:latin typeface="Inter"/>
                <a:ea typeface="Inter"/>
                <a:cs typeface="Inter"/>
              </a:defRPr>
            </a:pPr>
            <a:r>
              <a:rPr sz="1744" b="0" i="0" kern="0" spc="-11">
                <a:solidFill>
                  <a:srgbClr val="0A2540"/>
                </a:solidFill>
                <a:latin typeface="Inter"/>
                <a:ea typeface="Inter"/>
                <a:cs typeface="Inter"/>
              </a:rPr>
              <a:t>$75 it</a:t>
            </a:r>
          </a:p>
        </p:txBody>
      </p:sp>
      <p:sp>
        <p:nvSpPr>
          <p:cNvPr id="72" name="s10 text 20">
            <a:extLst>
              <a:ext uri="{FF2B5EF4-FFF2-40B4-BE49-F238E27FC236}">
                <a16:creationId xmlns:a16="http://schemas.microsoft.com/office/drawing/2014/main" id="{F3B0AA60-3EB1-4208-BAB5-52607959D7AA}"/>
              </a:ext>
            </a:extLst>
          </p:cNvPr>
          <p:cNvSpPr>
            <a:spLocks noGrp="1"/>
          </p:cNvSpPr>
          <p:nvPr/>
        </p:nvSpPr>
        <p:spPr>
          <a:xfrm>
            <a:off x="9345476" y="4257452"/>
            <a:ext cx="1314736" cy="308146"/>
          </a:xfrm>
          <a:prstGeom prst="rect">
            <a:avLst/>
          </a:prstGeom>
          <a:noFill/>
          <a:ln w="0">
            <a:noFill/>
            <a:prstDash val="solid"/>
          </a:ln>
        </p:spPr>
        <p:txBody>
          <a:bodyPr wrap="none" lIns="0" tIns="0" rIns="0" bIns="0" anchor="t">
            <a:noAutofit/>
          </a:bodyPr>
          <a:lstStyle>
            <a:defPPr algn="l">
              <a:defRPr sz="1744" b="1" i="0" kern="0" spc="-9">
                <a:solidFill>
                  <a:srgbClr val="0A2540"/>
                </a:solidFill>
                <a:latin typeface="Inter"/>
                <a:ea typeface="Inter"/>
                <a:cs typeface="Inter"/>
              </a:defRPr>
            </a:defPPr>
            <a:lvl1pPr algn="l">
              <a:defRPr sz="1744" b="1" i="0" kern="0" spc="-9">
                <a:solidFill>
                  <a:srgbClr val="0A2540"/>
                </a:solidFill>
                <a:latin typeface="Inter"/>
                <a:ea typeface="Inter"/>
                <a:cs typeface="Inter"/>
              </a:defRPr>
            </a:lvl1pPr>
            <a:lvl2pPr algn="l">
              <a:defRPr sz="1744" b="1" i="0" kern="0" spc="-9">
                <a:solidFill>
                  <a:srgbClr val="0A2540"/>
                </a:solidFill>
                <a:latin typeface="Inter"/>
                <a:ea typeface="Inter"/>
                <a:cs typeface="Inter"/>
              </a:defRPr>
            </a:lvl2pPr>
            <a:lvl3pPr algn="l">
              <a:defRPr sz="1744" b="1" i="0" kern="0" spc="-9">
                <a:solidFill>
                  <a:srgbClr val="0A2540"/>
                </a:solidFill>
                <a:latin typeface="Inter"/>
                <a:ea typeface="Inter"/>
                <a:cs typeface="Inter"/>
              </a:defRPr>
            </a:lvl3pPr>
            <a:lvl4pPr algn="l">
              <a:defRPr sz="1744" b="1" i="0" kern="0" spc="-9">
                <a:solidFill>
                  <a:srgbClr val="0A2540"/>
                </a:solidFill>
                <a:latin typeface="Inter"/>
                <a:ea typeface="Inter"/>
                <a:cs typeface="Inter"/>
              </a:defRPr>
            </a:lvl4pPr>
            <a:lvl5pPr algn="l">
              <a:defRPr sz="1744" b="1" i="0" kern="0" spc="-9">
                <a:solidFill>
                  <a:srgbClr val="0A2540"/>
                </a:solidFill>
                <a:latin typeface="Inter"/>
                <a:ea typeface="Inter"/>
                <a:cs typeface="Inter"/>
              </a:defRPr>
            </a:lvl5pPr>
            <a:lvl6pPr algn="l">
              <a:defRPr sz="1744" b="1" i="0" kern="0" spc="-9">
                <a:solidFill>
                  <a:srgbClr val="0A2540"/>
                </a:solidFill>
                <a:latin typeface="Inter"/>
                <a:ea typeface="Inter"/>
                <a:cs typeface="Inter"/>
              </a:defRPr>
            </a:lvl6pPr>
            <a:lvl7pPr algn="l">
              <a:defRPr sz="1744" b="1" i="0" kern="0" spc="-9">
                <a:solidFill>
                  <a:srgbClr val="0A2540"/>
                </a:solidFill>
                <a:latin typeface="Inter"/>
                <a:ea typeface="Inter"/>
                <a:cs typeface="Inter"/>
              </a:defRPr>
            </a:lvl7pPr>
            <a:lvl8pPr algn="l">
              <a:defRPr sz="1744" b="1" i="0" kern="0" spc="-9">
                <a:solidFill>
                  <a:srgbClr val="0A2540"/>
                </a:solidFill>
                <a:latin typeface="Inter"/>
                <a:ea typeface="Inter"/>
                <a:cs typeface="Inter"/>
              </a:defRPr>
            </a:lvl8pPr>
            <a:lvl9pPr algn="l">
              <a:defRPr sz="1744" b="1" i="0" kern="0" spc="-9">
                <a:solidFill>
                  <a:srgbClr val="0A2540"/>
                </a:solidFill>
                <a:latin typeface="Inter"/>
                <a:ea typeface="Inter"/>
                <a:cs typeface="Inter"/>
              </a:defRPr>
            </a:lvl9pPr>
          </a:lstStyle>
          <a:p>
            <a:pPr algn="l">
              <a:lnSpc>
                <a:spcPct val="100000"/>
              </a:lnSpc>
              <a:buNone/>
              <a:defRPr sz="1744" b="1" i="0" kern="0" spc="-9">
                <a:solidFill>
                  <a:srgbClr val="0A2540"/>
                </a:solidFill>
                <a:latin typeface="Inter"/>
                <a:ea typeface="Inter"/>
                <a:cs typeface="Inter"/>
              </a:defRPr>
            </a:pPr>
            <a:r>
              <a:rPr sz="1744" b="1" i="0" kern="0" spc="-9">
                <a:solidFill>
                  <a:srgbClr val="0A2540"/>
                </a:solidFill>
                <a:latin typeface="Inter"/>
                <a:ea typeface="Inter"/>
                <a:cs typeface="Inter"/>
              </a:rPr>
              <a:t>jumps right</a:t>
            </a:r>
          </a:p>
        </p:txBody>
      </p:sp>
      <p:sp>
        <p:nvSpPr>
          <p:cNvPr id="73" name="s10 text 21">
            <a:extLst>
              <a:ext uri="{FF2B5EF4-FFF2-40B4-BE49-F238E27FC236}">
                <a16:creationId xmlns:a16="http://schemas.microsoft.com/office/drawing/2014/main" id="{6B387373-E996-4449-9550-3557830E7D3B}"/>
              </a:ext>
            </a:extLst>
          </p:cNvPr>
          <p:cNvSpPr>
            <a:spLocks noGrp="1"/>
          </p:cNvSpPr>
          <p:nvPr/>
        </p:nvSpPr>
        <p:spPr>
          <a:xfrm>
            <a:off x="10620273" y="4257452"/>
            <a:ext cx="2271141"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by the quota: 20,000</a:t>
            </a:r>
          </a:p>
        </p:txBody>
      </p:sp>
      <p:sp>
        <p:nvSpPr>
          <p:cNvPr id="74" name="s10 text 22">
            <a:extLst>
              <a:ext uri="{FF2B5EF4-FFF2-40B4-BE49-F238E27FC236}">
                <a16:creationId xmlns:a16="http://schemas.microsoft.com/office/drawing/2014/main" id="{457E967A-2C43-4A9A-9AB3-5AA2F84CF828}"/>
              </a:ext>
            </a:extLst>
          </p:cNvPr>
          <p:cNvSpPr>
            <a:spLocks noGrp="1"/>
          </p:cNvSpPr>
          <p:nvPr/>
        </p:nvSpPr>
        <p:spPr>
          <a:xfrm>
            <a:off x="12841112" y="4267886"/>
            <a:ext cx="310039" cy="292851"/>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Arial"/>
                <a:ea typeface="Arial"/>
                <a:cs typeface="Arial"/>
              </a:defRPr>
            </a:defPPr>
            <a:lvl1pPr algn="l">
              <a:defRPr sz="1744" b="0" i="0" kern="0" spc="0">
                <a:solidFill>
                  <a:srgbClr val="0A2540"/>
                </a:solidFill>
                <a:latin typeface="Arial"/>
                <a:ea typeface="Arial"/>
                <a:cs typeface="Arial"/>
              </a:defRPr>
            </a:lvl1pPr>
            <a:lvl2pPr algn="l">
              <a:defRPr sz="1744" b="0" i="0" kern="0" spc="0">
                <a:solidFill>
                  <a:srgbClr val="0A2540"/>
                </a:solidFill>
                <a:latin typeface="Arial"/>
                <a:ea typeface="Arial"/>
                <a:cs typeface="Arial"/>
              </a:defRPr>
            </a:lvl2pPr>
            <a:lvl3pPr algn="l">
              <a:defRPr sz="1744" b="0" i="0" kern="0" spc="0">
                <a:solidFill>
                  <a:srgbClr val="0A2540"/>
                </a:solidFill>
                <a:latin typeface="Arial"/>
                <a:ea typeface="Arial"/>
                <a:cs typeface="Arial"/>
              </a:defRPr>
            </a:lvl3pPr>
            <a:lvl4pPr algn="l">
              <a:defRPr sz="1744" b="0" i="0" kern="0" spc="0">
                <a:solidFill>
                  <a:srgbClr val="0A2540"/>
                </a:solidFill>
                <a:latin typeface="Arial"/>
                <a:ea typeface="Arial"/>
                <a:cs typeface="Arial"/>
              </a:defRPr>
            </a:lvl4pPr>
            <a:lvl5pPr algn="l">
              <a:defRPr sz="1744" b="0" i="0" kern="0" spc="0">
                <a:solidFill>
                  <a:srgbClr val="0A2540"/>
                </a:solidFill>
                <a:latin typeface="Arial"/>
                <a:ea typeface="Arial"/>
                <a:cs typeface="Arial"/>
              </a:defRPr>
            </a:lvl5pPr>
            <a:lvl6pPr algn="l">
              <a:defRPr sz="1744" b="0" i="0" kern="0" spc="0">
                <a:solidFill>
                  <a:srgbClr val="0A2540"/>
                </a:solidFill>
                <a:latin typeface="Arial"/>
                <a:ea typeface="Arial"/>
                <a:cs typeface="Arial"/>
              </a:defRPr>
            </a:lvl6pPr>
            <a:lvl7pPr algn="l">
              <a:defRPr sz="1744" b="0" i="0" kern="0" spc="0">
                <a:solidFill>
                  <a:srgbClr val="0A2540"/>
                </a:solidFill>
                <a:latin typeface="Arial"/>
                <a:ea typeface="Arial"/>
                <a:cs typeface="Arial"/>
              </a:defRPr>
            </a:lvl7pPr>
            <a:lvl8pPr algn="l">
              <a:defRPr sz="1744" b="0" i="0" kern="0" spc="0">
                <a:solidFill>
                  <a:srgbClr val="0A2540"/>
                </a:solidFill>
                <a:latin typeface="Arial"/>
                <a:ea typeface="Arial"/>
                <a:cs typeface="Arial"/>
              </a:defRPr>
            </a:lvl8pPr>
            <a:lvl9pPr algn="l">
              <a:defRPr sz="1744" b="0" i="0" kern="0" spc="0">
                <a:solidFill>
                  <a:srgbClr val="0A2540"/>
                </a:solidFill>
                <a:latin typeface="Arial"/>
                <a:ea typeface="Arial"/>
                <a:cs typeface="Arial"/>
              </a:defRPr>
            </a:lvl9pPr>
          </a:lstStyle>
          <a:p>
            <a:pPr algn="l">
              <a:lnSpc>
                <a:spcPct val="100000"/>
              </a:lnSpc>
              <a:buNone/>
              <a:defRPr sz="1744" b="0" i="0" kern="0" spc="0">
                <a:solidFill>
                  <a:srgbClr val="0A2540"/>
                </a:solidFill>
                <a:latin typeface="Arial"/>
                <a:ea typeface="Arial"/>
                <a:cs typeface="Arial"/>
              </a:defRPr>
            </a:pPr>
            <a:r>
              <a:rPr sz="1744" b="0" i="0" kern="0" spc="0">
                <a:solidFill>
                  <a:srgbClr val="0A2540"/>
                </a:solidFill>
                <a:latin typeface="Arial"/>
                <a:ea typeface="Arial"/>
                <a:cs typeface="Arial"/>
              </a:rPr>
              <a:t>→</a:t>
            </a:r>
          </a:p>
        </p:txBody>
      </p:sp>
      <p:sp>
        <p:nvSpPr>
          <p:cNvPr id="75" name="s10 text 23">
            <a:extLst>
              <a:ext uri="{FF2B5EF4-FFF2-40B4-BE49-F238E27FC236}">
                <a16:creationId xmlns:a16="http://schemas.microsoft.com/office/drawing/2014/main" id="{70C17BD1-0C6B-415E-BE1D-1FF7B2696CEB}"/>
              </a:ext>
            </a:extLst>
          </p:cNvPr>
          <p:cNvSpPr>
            <a:spLocks noGrp="1"/>
          </p:cNvSpPr>
          <p:nvPr/>
        </p:nvSpPr>
        <p:spPr>
          <a:xfrm>
            <a:off x="8406742" y="4557489"/>
            <a:ext cx="1371695"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40,000 TVs.</a:t>
            </a:r>
          </a:p>
        </p:txBody>
      </p:sp>
      <p:sp>
        <p:nvSpPr>
          <p:cNvPr id="76" name="s10 text 24">
            <a:extLst>
              <a:ext uri="{FF2B5EF4-FFF2-40B4-BE49-F238E27FC236}">
                <a16:creationId xmlns:a16="http://schemas.microsoft.com/office/drawing/2014/main" id="{DC8AFCC6-B6D7-4B79-9469-EB5E6524AE18}"/>
              </a:ext>
            </a:extLst>
          </p:cNvPr>
          <p:cNvSpPr>
            <a:spLocks noGrp="1"/>
          </p:cNvSpPr>
          <p:nvPr/>
        </p:nvSpPr>
        <p:spPr>
          <a:xfrm>
            <a:off x="8406742" y="4914677"/>
            <a:ext cx="786003" cy="308146"/>
          </a:xfrm>
          <a:prstGeom prst="rect">
            <a:avLst/>
          </a:prstGeom>
          <a:noFill/>
          <a:ln w="0">
            <a:noFill/>
            <a:prstDash val="solid"/>
          </a:ln>
        </p:spPr>
        <p:txBody>
          <a:bodyPr wrap="none" lIns="0" tIns="0" rIns="0" bIns="0" anchor="t">
            <a:noAutofit/>
          </a:bodyPr>
          <a:lstStyle>
            <a:defPPr algn="l">
              <a:defRPr sz="1744" b="1" i="0" kern="0" spc="-9">
                <a:solidFill>
                  <a:srgbClr val="0A2540"/>
                </a:solidFill>
                <a:latin typeface="Inter"/>
                <a:ea typeface="Inter"/>
                <a:cs typeface="Inter"/>
              </a:defRPr>
            </a:defPPr>
            <a:lvl1pPr algn="l">
              <a:defRPr sz="1744" b="1" i="0" kern="0" spc="-9">
                <a:solidFill>
                  <a:srgbClr val="0A2540"/>
                </a:solidFill>
                <a:latin typeface="Inter"/>
                <a:ea typeface="Inter"/>
                <a:cs typeface="Inter"/>
              </a:defRPr>
            </a:lvl1pPr>
            <a:lvl2pPr algn="l">
              <a:defRPr sz="1744" b="1" i="0" kern="0" spc="-9">
                <a:solidFill>
                  <a:srgbClr val="0A2540"/>
                </a:solidFill>
                <a:latin typeface="Inter"/>
                <a:ea typeface="Inter"/>
                <a:cs typeface="Inter"/>
              </a:defRPr>
            </a:lvl2pPr>
            <a:lvl3pPr algn="l">
              <a:defRPr sz="1744" b="1" i="0" kern="0" spc="-9">
                <a:solidFill>
                  <a:srgbClr val="0A2540"/>
                </a:solidFill>
                <a:latin typeface="Inter"/>
                <a:ea typeface="Inter"/>
                <a:cs typeface="Inter"/>
              </a:defRPr>
            </a:lvl3pPr>
            <a:lvl4pPr algn="l">
              <a:defRPr sz="1744" b="1" i="0" kern="0" spc="-9">
                <a:solidFill>
                  <a:srgbClr val="0A2540"/>
                </a:solidFill>
                <a:latin typeface="Inter"/>
                <a:ea typeface="Inter"/>
                <a:cs typeface="Inter"/>
              </a:defRPr>
            </a:lvl4pPr>
            <a:lvl5pPr algn="l">
              <a:defRPr sz="1744" b="1" i="0" kern="0" spc="-9">
                <a:solidFill>
                  <a:srgbClr val="0A2540"/>
                </a:solidFill>
                <a:latin typeface="Inter"/>
                <a:ea typeface="Inter"/>
                <a:cs typeface="Inter"/>
              </a:defRPr>
            </a:lvl5pPr>
            <a:lvl6pPr algn="l">
              <a:defRPr sz="1744" b="1" i="0" kern="0" spc="-9">
                <a:solidFill>
                  <a:srgbClr val="0A2540"/>
                </a:solidFill>
                <a:latin typeface="Inter"/>
                <a:ea typeface="Inter"/>
                <a:cs typeface="Inter"/>
              </a:defRPr>
            </a:lvl6pPr>
            <a:lvl7pPr algn="l">
              <a:defRPr sz="1744" b="1" i="0" kern="0" spc="-9">
                <a:solidFill>
                  <a:srgbClr val="0A2540"/>
                </a:solidFill>
                <a:latin typeface="Inter"/>
                <a:ea typeface="Inter"/>
                <a:cs typeface="Inter"/>
              </a:defRPr>
            </a:lvl7pPr>
            <a:lvl8pPr algn="l">
              <a:defRPr sz="1744" b="1" i="0" kern="0" spc="-9">
                <a:solidFill>
                  <a:srgbClr val="0A2540"/>
                </a:solidFill>
                <a:latin typeface="Inter"/>
                <a:ea typeface="Inter"/>
                <a:cs typeface="Inter"/>
              </a:defRPr>
            </a:lvl8pPr>
            <a:lvl9pPr algn="l">
              <a:defRPr sz="1744" b="1" i="0" kern="0" spc="-9">
                <a:solidFill>
                  <a:srgbClr val="0A2540"/>
                </a:solidFill>
                <a:latin typeface="Inter"/>
                <a:ea typeface="Inter"/>
                <a:cs typeface="Inter"/>
              </a:defRPr>
            </a:lvl9pPr>
          </a:lstStyle>
          <a:p>
            <a:pPr algn="l">
              <a:lnSpc>
                <a:spcPct val="100000"/>
              </a:lnSpc>
              <a:buNone/>
              <a:defRPr sz="1744" b="1" i="0" kern="0" spc="-9">
                <a:solidFill>
                  <a:srgbClr val="0A2540"/>
                </a:solidFill>
                <a:latin typeface="Inter"/>
                <a:ea typeface="Inter"/>
                <a:cs typeface="Inter"/>
              </a:defRPr>
            </a:pPr>
            <a:r>
              <a:rPr sz="1744" b="1" i="0" kern="0" spc="-9">
                <a:solidFill>
                  <a:srgbClr val="0A2540"/>
                </a:solidFill>
                <a:latin typeface="Inter"/>
                <a:ea typeface="Inter"/>
                <a:cs typeface="Inter"/>
              </a:rPr>
              <a:t>Above</a:t>
            </a:r>
          </a:p>
        </p:txBody>
      </p:sp>
      <p:sp>
        <p:nvSpPr>
          <p:cNvPr id="77" name="s10 text 25">
            <a:extLst>
              <a:ext uri="{FF2B5EF4-FFF2-40B4-BE49-F238E27FC236}">
                <a16:creationId xmlns:a16="http://schemas.microsoft.com/office/drawing/2014/main" id="{EA07268B-EA01-483A-94CC-7DCF356AD13B}"/>
              </a:ext>
            </a:extLst>
          </p:cNvPr>
          <p:cNvSpPr>
            <a:spLocks noGrp="1"/>
          </p:cNvSpPr>
          <p:nvPr/>
        </p:nvSpPr>
        <p:spPr>
          <a:xfrm>
            <a:off x="9159712" y="4914677"/>
            <a:ext cx="2133981"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$75 it is domestic S</a:t>
            </a:r>
          </a:p>
        </p:txBody>
      </p:sp>
      <p:sp>
        <p:nvSpPr>
          <p:cNvPr id="78" name="s10 text 26">
            <a:extLst>
              <a:ext uri="{FF2B5EF4-FFF2-40B4-BE49-F238E27FC236}">
                <a16:creationId xmlns:a16="http://schemas.microsoft.com/office/drawing/2014/main" id="{F4CEA03D-F699-4D9E-8503-E94B0DF705A3}"/>
              </a:ext>
            </a:extLst>
          </p:cNvPr>
          <p:cNvSpPr>
            <a:spLocks noGrp="1"/>
          </p:cNvSpPr>
          <p:nvPr/>
        </p:nvSpPr>
        <p:spPr>
          <a:xfrm>
            <a:off x="11243481" y="4914677"/>
            <a:ext cx="1724216" cy="308146"/>
          </a:xfrm>
          <a:prstGeom prst="rect">
            <a:avLst/>
          </a:prstGeom>
          <a:noFill/>
          <a:ln w="0">
            <a:noFill/>
            <a:prstDash val="solid"/>
          </a:ln>
        </p:spPr>
        <p:txBody>
          <a:bodyPr wrap="none" lIns="0" tIns="0" rIns="0" bIns="0" anchor="t">
            <a:noAutofit/>
          </a:bodyPr>
          <a:lstStyle>
            <a:defPPr algn="l">
              <a:defRPr sz="1744" b="1" i="0" kern="0" spc="-9">
                <a:solidFill>
                  <a:srgbClr val="0A2540"/>
                </a:solidFill>
                <a:latin typeface="Inter"/>
                <a:ea typeface="Inter"/>
                <a:cs typeface="Inter"/>
              </a:defRPr>
            </a:defPPr>
            <a:lvl1pPr algn="l">
              <a:defRPr sz="1744" b="1" i="0" kern="0" spc="-9">
                <a:solidFill>
                  <a:srgbClr val="0A2540"/>
                </a:solidFill>
                <a:latin typeface="Inter"/>
                <a:ea typeface="Inter"/>
                <a:cs typeface="Inter"/>
              </a:defRPr>
            </a:lvl1pPr>
            <a:lvl2pPr algn="l">
              <a:defRPr sz="1744" b="1" i="0" kern="0" spc="-9">
                <a:solidFill>
                  <a:srgbClr val="0A2540"/>
                </a:solidFill>
                <a:latin typeface="Inter"/>
                <a:ea typeface="Inter"/>
                <a:cs typeface="Inter"/>
              </a:defRPr>
            </a:lvl2pPr>
            <a:lvl3pPr algn="l">
              <a:defRPr sz="1744" b="1" i="0" kern="0" spc="-9">
                <a:solidFill>
                  <a:srgbClr val="0A2540"/>
                </a:solidFill>
                <a:latin typeface="Inter"/>
                <a:ea typeface="Inter"/>
                <a:cs typeface="Inter"/>
              </a:defRPr>
            </a:lvl3pPr>
            <a:lvl4pPr algn="l">
              <a:defRPr sz="1744" b="1" i="0" kern="0" spc="-9">
                <a:solidFill>
                  <a:srgbClr val="0A2540"/>
                </a:solidFill>
                <a:latin typeface="Inter"/>
                <a:ea typeface="Inter"/>
                <a:cs typeface="Inter"/>
              </a:defRPr>
            </a:lvl4pPr>
            <a:lvl5pPr algn="l">
              <a:defRPr sz="1744" b="1" i="0" kern="0" spc="-9">
                <a:solidFill>
                  <a:srgbClr val="0A2540"/>
                </a:solidFill>
                <a:latin typeface="Inter"/>
                <a:ea typeface="Inter"/>
                <a:cs typeface="Inter"/>
              </a:defRPr>
            </a:lvl5pPr>
            <a:lvl6pPr algn="l">
              <a:defRPr sz="1744" b="1" i="0" kern="0" spc="-9">
                <a:solidFill>
                  <a:srgbClr val="0A2540"/>
                </a:solidFill>
                <a:latin typeface="Inter"/>
                <a:ea typeface="Inter"/>
                <a:cs typeface="Inter"/>
              </a:defRPr>
            </a:lvl6pPr>
            <a:lvl7pPr algn="l">
              <a:defRPr sz="1744" b="1" i="0" kern="0" spc="-9">
                <a:solidFill>
                  <a:srgbClr val="0A2540"/>
                </a:solidFill>
                <a:latin typeface="Inter"/>
                <a:ea typeface="Inter"/>
                <a:cs typeface="Inter"/>
              </a:defRPr>
            </a:lvl7pPr>
            <a:lvl8pPr algn="l">
              <a:defRPr sz="1744" b="1" i="0" kern="0" spc="-9">
                <a:solidFill>
                  <a:srgbClr val="0A2540"/>
                </a:solidFill>
                <a:latin typeface="Inter"/>
                <a:ea typeface="Inter"/>
                <a:cs typeface="Inter"/>
              </a:defRPr>
            </a:lvl8pPr>
            <a:lvl9pPr algn="l">
              <a:defRPr sz="1744" b="1" i="0" kern="0" spc="-9">
                <a:solidFill>
                  <a:srgbClr val="0A2540"/>
                </a:solidFill>
                <a:latin typeface="Inter"/>
                <a:ea typeface="Inter"/>
                <a:cs typeface="Inter"/>
              </a:defRPr>
            </a:lvl9pPr>
          </a:lstStyle>
          <a:p>
            <a:pPr algn="l">
              <a:lnSpc>
                <a:spcPct val="100000"/>
              </a:lnSpc>
              <a:buNone/>
              <a:defRPr sz="1744" b="1" i="0" kern="0" spc="-9">
                <a:solidFill>
                  <a:srgbClr val="0A2540"/>
                </a:solidFill>
                <a:latin typeface="Inter"/>
                <a:ea typeface="Inter"/>
                <a:cs typeface="Inter"/>
              </a:defRPr>
            </a:pPr>
            <a:r>
              <a:rPr sz="1744" b="1" i="0" kern="0" spc="-9">
                <a:solidFill>
                  <a:srgbClr val="0A2540"/>
                </a:solidFill>
                <a:latin typeface="Inter"/>
                <a:ea typeface="Inter"/>
                <a:cs typeface="Inter"/>
              </a:rPr>
              <a:t>shifted right by</a:t>
            </a:r>
          </a:p>
        </p:txBody>
      </p:sp>
      <p:sp>
        <p:nvSpPr>
          <p:cNvPr id="79" name="s10 text 27">
            <a:extLst>
              <a:ext uri="{FF2B5EF4-FFF2-40B4-BE49-F238E27FC236}">
                <a16:creationId xmlns:a16="http://schemas.microsoft.com/office/drawing/2014/main" id="{5AA4214D-53C0-48C7-A195-72296393ECCC}"/>
              </a:ext>
            </a:extLst>
          </p:cNvPr>
          <p:cNvSpPr>
            <a:spLocks noGrp="1"/>
          </p:cNvSpPr>
          <p:nvPr/>
        </p:nvSpPr>
        <p:spPr>
          <a:xfrm>
            <a:off x="8406742" y="5214714"/>
            <a:ext cx="886301" cy="308146"/>
          </a:xfrm>
          <a:prstGeom prst="rect">
            <a:avLst/>
          </a:prstGeom>
          <a:noFill/>
          <a:ln w="0">
            <a:noFill/>
            <a:prstDash val="solid"/>
          </a:ln>
        </p:spPr>
        <p:txBody>
          <a:bodyPr wrap="none" lIns="0" tIns="0" rIns="0" bIns="0" anchor="t">
            <a:noAutofit/>
          </a:bodyPr>
          <a:lstStyle>
            <a:defPPr algn="l">
              <a:defRPr sz="1744" b="1" i="0" kern="0" spc="-9">
                <a:solidFill>
                  <a:srgbClr val="0A2540"/>
                </a:solidFill>
                <a:latin typeface="Inter"/>
                <a:ea typeface="Inter"/>
                <a:cs typeface="Inter"/>
              </a:defRPr>
            </a:defPPr>
            <a:lvl1pPr algn="l">
              <a:defRPr sz="1744" b="1" i="0" kern="0" spc="-9">
                <a:solidFill>
                  <a:srgbClr val="0A2540"/>
                </a:solidFill>
                <a:latin typeface="Inter"/>
                <a:ea typeface="Inter"/>
                <a:cs typeface="Inter"/>
              </a:defRPr>
            </a:lvl1pPr>
            <a:lvl2pPr algn="l">
              <a:defRPr sz="1744" b="1" i="0" kern="0" spc="-9">
                <a:solidFill>
                  <a:srgbClr val="0A2540"/>
                </a:solidFill>
                <a:latin typeface="Inter"/>
                <a:ea typeface="Inter"/>
                <a:cs typeface="Inter"/>
              </a:defRPr>
            </a:lvl2pPr>
            <a:lvl3pPr algn="l">
              <a:defRPr sz="1744" b="1" i="0" kern="0" spc="-9">
                <a:solidFill>
                  <a:srgbClr val="0A2540"/>
                </a:solidFill>
                <a:latin typeface="Inter"/>
                <a:ea typeface="Inter"/>
                <a:cs typeface="Inter"/>
              </a:defRPr>
            </a:lvl3pPr>
            <a:lvl4pPr algn="l">
              <a:defRPr sz="1744" b="1" i="0" kern="0" spc="-9">
                <a:solidFill>
                  <a:srgbClr val="0A2540"/>
                </a:solidFill>
                <a:latin typeface="Inter"/>
                <a:ea typeface="Inter"/>
                <a:cs typeface="Inter"/>
              </a:defRPr>
            </a:lvl4pPr>
            <a:lvl5pPr algn="l">
              <a:defRPr sz="1744" b="1" i="0" kern="0" spc="-9">
                <a:solidFill>
                  <a:srgbClr val="0A2540"/>
                </a:solidFill>
                <a:latin typeface="Inter"/>
                <a:ea typeface="Inter"/>
                <a:cs typeface="Inter"/>
              </a:defRPr>
            </a:lvl5pPr>
            <a:lvl6pPr algn="l">
              <a:defRPr sz="1744" b="1" i="0" kern="0" spc="-9">
                <a:solidFill>
                  <a:srgbClr val="0A2540"/>
                </a:solidFill>
                <a:latin typeface="Inter"/>
                <a:ea typeface="Inter"/>
                <a:cs typeface="Inter"/>
              </a:defRPr>
            </a:lvl6pPr>
            <a:lvl7pPr algn="l">
              <a:defRPr sz="1744" b="1" i="0" kern="0" spc="-9">
                <a:solidFill>
                  <a:srgbClr val="0A2540"/>
                </a:solidFill>
                <a:latin typeface="Inter"/>
                <a:ea typeface="Inter"/>
                <a:cs typeface="Inter"/>
              </a:defRPr>
            </a:lvl7pPr>
            <a:lvl8pPr algn="l">
              <a:defRPr sz="1744" b="1" i="0" kern="0" spc="-9">
                <a:solidFill>
                  <a:srgbClr val="0A2540"/>
                </a:solidFill>
                <a:latin typeface="Inter"/>
                <a:ea typeface="Inter"/>
                <a:cs typeface="Inter"/>
              </a:defRPr>
            </a:lvl8pPr>
            <a:lvl9pPr algn="l">
              <a:defRPr sz="1744" b="1" i="0" kern="0" spc="-9">
                <a:solidFill>
                  <a:srgbClr val="0A2540"/>
                </a:solidFill>
                <a:latin typeface="Inter"/>
                <a:ea typeface="Inter"/>
                <a:cs typeface="Inter"/>
              </a:defRPr>
            </a:lvl9pPr>
          </a:lstStyle>
          <a:p>
            <a:pPr algn="l">
              <a:lnSpc>
                <a:spcPct val="100000"/>
              </a:lnSpc>
              <a:buNone/>
              <a:defRPr sz="1744" b="1" i="0" kern="0" spc="-9">
                <a:solidFill>
                  <a:srgbClr val="0A2540"/>
                </a:solidFill>
                <a:latin typeface="Inter"/>
                <a:ea typeface="Inter"/>
                <a:cs typeface="Inter"/>
              </a:defRPr>
            </a:pPr>
            <a:r>
              <a:rPr sz="1744" b="1" i="0" kern="0" spc="-9">
                <a:solidFill>
                  <a:srgbClr val="0A2540"/>
                </a:solidFill>
                <a:latin typeface="Inter"/>
                <a:ea typeface="Inter"/>
                <a:cs typeface="Inter"/>
              </a:rPr>
              <a:t>20,000</a:t>
            </a:r>
          </a:p>
        </p:txBody>
      </p:sp>
      <p:sp>
        <p:nvSpPr>
          <p:cNvPr id="80" name="s10 text 28">
            <a:extLst>
              <a:ext uri="{FF2B5EF4-FFF2-40B4-BE49-F238E27FC236}">
                <a16:creationId xmlns:a16="http://schemas.microsoft.com/office/drawing/2014/main" id="{389EB349-7D47-4D75-86E7-4FC0F7563C10}"/>
              </a:ext>
            </a:extLst>
          </p:cNvPr>
          <p:cNvSpPr>
            <a:spLocks noGrp="1"/>
          </p:cNvSpPr>
          <p:nvPr/>
        </p:nvSpPr>
        <p:spPr>
          <a:xfrm>
            <a:off x="9197801" y="5214714"/>
            <a:ext cx="2355628"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 starting at (40, $75).</a:t>
            </a:r>
          </a:p>
        </p:txBody>
      </p:sp>
      <p:sp>
        <p:nvSpPr>
          <p:cNvPr id="81" name="s10 text 29">
            <a:extLst>
              <a:ext uri="{FF2B5EF4-FFF2-40B4-BE49-F238E27FC236}">
                <a16:creationId xmlns:a16="http://schemas.microsoft.com/office/drawing/2014/main" id="{860D628A-8AEE-438B-B917-95C985D01EEA}"/>
              </a:ext>
            </a:extLst>
          </p:cNvPr>
          <p:cNvSpPr>
            <a:spLocks noGrp="1"/>
          </p:cNvSpPr>
          <p:nvPr/>
        </p:nvSpPr>
        <p:spPr>
          <a:xfrm>
            <a:off x="8263867" y="5655841"/>
            <a:ext cx="5051869"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The printed figure draws one straight line from about $25 on the</a:t>
            </a:r>
          </a:p>
        </p:txBody>
      </p:sp>
      <p:sp>
        <p:nvSpPr>
          <p:cNvPr id="82" name="s10 text 30">
            <a:extLst>
              <a:ext uri="{FF2B5EF4-FFF2-40B4-BE49-F238E27FC236}">
                <a16:creationId xmlns:a16="http://schemas.microsoft.com/office/drawing/2014/main" id="{30DA883B-4D10-4811-9290-836D5BA0AB00}"/>
              </a:ext>
            </a:extLst>
          </p:cNvPr>
          <p:cNvSpPr>
            <a:spLocks noGrp="1"/>
          </p:cNvSpPr>
          <p:nvPr/>
        </p:nvSpPr>
        <p:spPr>
          <a:xfrm>
            <a:off x="8263867" y="5920159"/>
            <a:ext cx="4911185"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price axis — that is the curve the question asks you to correct.</a:t>
            </a:r>
          </a:p>
        </p:txBody>
      </p:sp>
      <p:sp>
        <p:nvSpPr>
          <p:cNvPr id="125" name="s10 text 60">
            <a:extLst>
              <a:ext uri="{FF2B5EF4-FFF2-40B4-BE49-F238E27FC236}">
                <a16:creationId xmlns:a16="http://schemas.microsoft.com/office/drawing/2014/main" id="{99351584-79D5-4BEC-BEC9-3E7D5C35988E}"/>
              </a:ext>
            </a:extLst>
          </p:cNvPr>
          <p:cNvSpPr>
            <a:spLocks noGrp="1"/>
          </p:cNvSpPr>
          <p:nvPr/>
        </p:nvSpPr>
        <p:spPr>
          <a:xfrm>
            <a:off x="621506" y="5776838"/>
            <a:ext cx="7180421" cy="208744"/>
          </a:xfrm>
          <a:prstGeom prst="rect">
            <a:avLst/>
          </a:prstGeom>
          <a:noFill/>
          <a:ln w="0">
            <a:noFill/>
            <a:prstDash val="solid"/>
          </a:ln>
        </p:spPr>
        <p:txBody>
          <a:bodyPr wrap="none" lIns="0" tIns="0" rIns="0" bIns="0" anchor="t">
            <a:noAutofit/>
          </a:bodyPr>
          <a:lstStyle>
            <a:defPPr algn="l">
              <a:defRPr sz="1181" b="0" i="0" kern="0" spc="-9">
                <a:solidFill>
                  <a:srgbClr val="3D4D68"/>
                </a:solidFill>
                <a:latin typeface="Inter"/>
                <a:ea typeface="Inter"/>
                <a:cs typeface="Inter"/>
              </a:defRPr>
            </a:defPPr>
            <a:lvl1pPr algn="l">
              <a:defRPr sz="1181" b="0" i="0" kern="0" spc="-9">
                <a:solidFill>
                  <a:srgbClr val="3D4D68"/>
                </a:solidFill>
                <a:latin typeface="Inter"/>
                <a:ea typeface="Inter"/>
                <a:cs typeface="Inter"/>
              </a:defRPr>
            </a:lvl1pPr>
            <a:lvl2pPr algn="l">
              <a:defRPr sz="1181" b="0" i="0" kern="0" spc="-9">
                <a:solidFill>
                  <a:srgbClr val="3D4D68"/>
                </a:solidFill>
                <a:latin typeface="Inter"/>
                <a:ea typeface="Inter"/>
                <a:cs typeface="Inter"/>
              </a:defRPr>
            </a:lvl2pPr>
            <a:lvl3pPr algn="l">
              <a:defRPr sz="1181" b="0" i="0" kern="0" spc="-9">
                <a:solidFill>
                  <a:srgbClr val="3D4D68"/>
                </a:solidFill>
                <a:latin typeface="Inter"/>
                <a:ea typeface="Inter"/>
                <a:cs typeface="Inter"/>
              </a:defRPr>
            </a:lvl3pPr>
            <a:lvl4pPr algn="l">
              <a:defRPr sz="1181" b="0" i="0" kern="0" spc="-9">
                <a:solidFill>
                  <a:srgbClr val="3D4D68"/>
                </a:solidFill>
                <a:latin typeface="Inter"/>
                <a:ea typeface="Inter"/>
                <a:cs typeface="Inter"/>
              </a:defRPr>
            </a:lvl4pPr>
            <a:lvl5pPr algn="l">
              <a:defRPr sz="1181" b="0" i="0" kern="0" spc="-9">
                <a:solidFill>
                  <a:srgbClr val="3D4D68"/>
                </a:solidFill>
                <a:latin typeface="Inter"/>
                <a:ea typeface="Inter"/>
                <a:cs typeface="Inter"/>
              </a:defRPr>
            </a:lvl5pPr>
            <a:lvl6pPr algn="l">
              <a:defRPr sz="1181" b="0" i="0" kern="0" spc="-9">
                <a:solidFill>
                  <a:srgbClr val="3D4D68"/>
                </a:solidFill>
                <a:latin typeface="Inter"/>
                <a:ea typeface="Inter"/>
                <a:cs typeface="Inter"/>
              </a:defRPr>
            </a:lvl6pPr>
            <a:lvl7pPr algn="l">
              <a:defRPr sz="1181" b="0" i="0" kern="0" spc="-9">
                <a:solidFill>
                  <a:srgbClr val="3D4D68"/>
                </a:solidFill>
                <a:latin typeface="Inter"/>
                <a:ea typeface="Inter"/>
                <a:cs typeface="Inter"/>
              </a:defRPr>
            </a:lvl7pPr>
            <a:lvl8pPr algn="l">
              <a:defRPr sz="1181" b="0" i="0" kern="0" spc="-9">
                <a:solidFill>
                  <a:srgbClr val="3D4D68"/>
                </a:solidFill>
                <a:latin typeface="Inter"/>
                <a:ea typeface="Inter"/>
                <a:cs typeface="Inter"/>
              </a:defRPr>
            </a:lvl8pPr>
            <a:lvl9pPr algn="l">
              <a:defRPr sz="1181" b="0" i="0" kern="0" spc="-9">
                <a:solidFill>
                  <a:srgbClr val="3D4D68"/>
                </a:solidFill>
                <a:latin typeface="Inter"/>
                <a:ea typeface="Inter"/>
                <a:cs typeface="Inter"/>
              </a:defRPr>
            </a:lvl9pPr>
          </a:lstStyle>
          <a:p>
            <a:pPr algn="l">
              <a:lnSpc>
                <a:spcPct val="100000"/>
              </a:lnSpc>
              <a:buNone/>
              <a:defRPr sz="1181" b="0" i="0" kern="0" spc="-9">
                <a:solidFill>
                  <a:srgbClr val="3D4D68"/>
                </a:solidFill>
                <a:latin typeface="Inter"/>
                <a:ea typeface="Inter"/>
                <a:cs typeface="Inter"/>
              </a:defRPr>
            </a:pPr>
            <a:r>
              <a:rPr sz="1181" b="0" i="0" kern="0" spc="-9">
                <a:solidFill>
                  <a:srgbClr val="3D4D68"/>
                </a:solidFill>
                <a:latin typeface="Inter"/>
                <a:ea typeface="Inter"/>
                <a:cs typeface="Inter"/>
              </a:rPr>
              <a:t>Left: the printed curve, one straight line from $25. Right: kinked — domestic S below the world price,</a:t>
            </a:r>
          </a:p>
        </p:txBody>
      </p:sp>
      <p:sp>
        <p:nvSpPr>
          <p:cNvPr id="126" name="s10 text 61">
            <a:extLst>
              <a:ext uri="{FF2B5EF4-FFF2-40B4-BE49-F238E27FC236}">
                <a16:creationId xmlns:a16="http://schemas.microsoft.com/office/drawing/2014/main" id="{9BD553B4-465F-4668-A7FB-D77DA2720903}"/>
              </a:ext>
            </a:extLst>
          </p:cNvPr>
          <p:cNvSpPr>
            <a:spLocks noGrp="1"/>
          </p:cNvSpPr>
          <p:nvPr/>
        </p:nvSpPr>
        <p:spPr>
          <a:xfrm>
            <a:off x="621506" y="5991150"/>
            <a:ext cx="2236756" cy="208744"/>
          </a:xfrm>
          <a:prstGeom prst="rect">
            <a:avLst/>
          </a:prstGeom>
          <a:noFill/>
          <a:ln w="0">
            <a:noFill/>
            <a:prstDash val="solid"/>
          </a:ln>
        </p:spPr>
        <p:txBody>
          <a:bodyPr wrap="none" lIns="0" tIns="0" rIns="0" bIns="0" anchor="t">
            <a:noAutofit/>
          </a:bodyPr>
          <a:lstStyle>
            <a:defPPr algn="l">
              <a:defRPr sz="1181" b="0" i="0" kern="0" spc="-9">
                <a:solidFill>
                  <a:srgbClr val="3D4D68"/>
                </a:solidFill>
                <a:latin typeface="Inter"/>
                <a:ea typeface="Inter"/>
                <a:cs typeface="Inter"/>
              </a:defRPr>
            </a:defPPr>
            <a:lvl1pPr algn="l">
              <a:defRPr sz="1181" b="0" i="0" kern="0" spc="-9">
                <a:solidFill>
                  <a:srgbClr val="3D4D68"/>
                </a:solidFill>
                <a:latin typeface="Inter"/>
                <a:ea typeface="Inter"/>
                <a:cs typeface="Inter"/>
              </a:defRPr>
            </a:lvl1pPr>
            <a:lvl2pPr algn="l">
              <a:defRPr sz="1181" b="0" i="0" kern="0" spc="-9">
                <a:solidFill>
                  <a:srgbClr val="3D4D68"/>
                </a:solidFill>
                <a:latin typeface="Inter"/>
                <a:ea typeface="Inter"/>
                <a:cs typeface="Inter"/>
              </a:defRPr>
            </a:lvl2pPr>
            <a:lvl3pPr algn="l">
              <a:defRPr sz="1181" b="0" i="0" kern="0" spc="-9">
                <a:solidFill>
                  <a:srgbClr val="3D4D68"/>
                </a:solidFill>
                <a:latin typeface="Inter"/>
                <a:ea typeface="Inter"/>
                <a:cs typeface="Inter"/>
              </a:defRPr>
            </a:lvl3pPr>
            <a:lvl4pPr algn="l">
              <a:defRPr sz="1181" b="0" i="0" kern="0" spc="-9">
                <a:solidFill>
                  <a:srgbClr val="3D4D68"/>
                </a:solidFill>
                <a:latin typeface="Inter"/>
                <a:ea typeface="Inter"/>
                <a:cs typeface="Inter"/>
              </a:defRPr>
            </a:lvl4pPr>
            <a:lvl5pPr algn="l">
              <a:defRPr sz="1181" b="0" i="0" kern="0" spc="-9">
                <a:solidFill>
                  <a:srgbClr val="3D4D68"/>
                </a:solidFill>
                <a:latin typeface="Inter"/>
                <a:ea typeface="Inter"/>
                <a:cs typeface="Inter"/>
              </a:defRPr>
            </a:lvl5pPr>
            <a:lvl6pPr algn="l">
              <a:defRPr sz="1181" b="0" i="0" kern="0" spc="-9">
                <a:solidFill>
                  <a:srgbClr val="3D4D68"/>
                </a:solidFill>
                <a:latin typeface="Inter"/>
                <a:ea typeface="Inter"/>
                <a:cs typeface="Inter"/>
              </a:defRPr>
            </a:lvl6pPr>
            <a:lvl7pPr algn="l">
              <a:defRPr sz="1181" b="0" i="0" kern="0" spc="-9">
                <a:solidFill>
                  <a:srgbClr val="3D4D68"/>
                </a:solidFill>
                <a:latin typeface="Inter"/>
                <a:ea typeface="Inter"/>
                <a:cs typeface="Inter"/>
              </a:defRPr>
            </a:lvl7pPr>
            <a:lvl8pPr algn="l">
              <a:defRPr sz="1181" b="0" i="0" kern="0" spc="-9">
                <a:solidFill>
                  <a:srgbClr val="3D4D68"/>
                </a:solidFill>
                <a:latin typeface="Inter"/>
                <a:ea typeface="Inter"/>
                <a:cs typeface="Inter"/>
              </a:defRPr>
            </a:lvl8pPr>
            <a:lvl9pPr algn="l">
              <a:defRPr sz="1181" b="0" i="0" kern="0" spc="-9">
                <a:solidFill>
                  <a:srgbClr val="3D4D68"/>
                </a:solidFill>
                <a:latin typeface="Inter"/>
                <a:ea typeface="Inter"/>
                <a:cs typeface="Inter"/>
              </a:defRPr>
            </a:lvl9pPr>
          </a:lstStyle>
          <a:p>
            <a:pPr algn="l">
              <a:lnSpc>
                <a:spcPct val="100000"/>
              </a:lnSpc>
              <a:buNone/>
              <a:defRPr sz="1181" b="0" i="0" kern="0" spc="-9">
                <a:solidFill>
                  <a:srgbClr val="3D4D68"/>
                </a:solidFill>
                <a:latin typeface="Inter"/>
                <a:ea typeface="Inter"/>
                <a:cs typeface="Inter"/>
              </a:defRPr>
            </a:pPr>
            <a:r>
              <a:rPr sz="1181" b="0" i="0" kern="0" spc="-9">
                <a:solidFill>
                  <a:srgbClr val="3D4D68"/>
                </a:solidFill>
                <a:latin typeface="Inter"/>
                <a:ea typeface="Inter"/>
                <a:cs typeface="Inter"/>
              </a:rPr>
              <a:t>then shifted right by the quota.</a:t>
            </a:r>
          </a:p>
        </p:txBody>
      </p:sp>
      <p:sp>
        <p:nvSpPr>
          <p:cNvPr id="127" name="s10 text 62">
            <a:extLst>
              <a:ext uri="{FF2B5EF4-FFF2-40B4-BE49-F238E27FC236}">
                <a16:creationId xmlns:a16="http://schemas.microsoft.com/office/drawing/2014/main" id="{303F0142-4597-43A3-A7EB-369674247B2E}"/>
              </a:ext>
            </a:extLst>
          </p:cNvPr>
          <p:cNvSpPr>
            <a:spLocks noGrp="1"/>
          </p:cNvSpPr>
          <p:nvPr/>
        </p:nvSpPr>
        <p:spPr>
          <a:xfrm>
            <a:off x="628650" y="2041112"/>
            <a:ext cx="4000483" cy="151819"/>
          </a:xfrm>
          <a:prstGeom prst="rect">
            <a:avLst/>
          </a:prstGeom>
          <a:noFill/>
          <a:ln w="0">
            <a:noFill/>
            <a:prstDash val="solid"/>
          </a:ln>
        </p:spPr>
        <p:txBody>
          <a:bodyPr wrap="none" lIns="0" tIns="0" rIns="0" bIns="0" anchor="t">
            <a:noAutofit/>
          </a:bodyPr>
          <a:lstStyle>
            <a:defPPr algn="l">
              <a:defRPr sz="787" b="0" i="0" kern="0" spc="118">
                <a:solidFill>
                  <a:srgbClr val="FFFFFF"/>
                </a:solidFill>
                <a:latin typeface="JetBrains Mono"/>
                <a:ea typeface="JetBrains Mono"/>
                <a:cs typeface="JetBrains Mono"/>
              </a:defRPr>
            </a:defPPr>
            <a:lvl1pPr algn="l">
              <a:defRPr sz="787" b="0" i="0" kern="0" spc="118">
                <a:solidFill>
                  <a:srgbClr val="FFFFFF"/>
                </a:solidFill>
                <a:latin typeface="JetBrains Mono"/>
                <a:ea typeface="JetBrains Mono"/>
                <a:cs typeface="JetBrains Mono"/>
              </a:defRPr>
            </a:lvl1pPr>
            <a:lvl2pPr algn="l">
              <a:defRPr sz="787" b="0" i="0" kern="0" spc="118">
                <a:solidFill>
                  <a:srgbClr val="FFFFFF"/>
                </a:solidFill>
                <a:latin typeface="JetBrains Mono"/>
                <a:ea typeface="JetBrains Mono"/>
                <a:cs typeface="JetBrains Mono"/>
              </a:defRPr>
            </a:lvl2pPr>
            <a:lvl3pPr algn="l">
              <a:defRPr sz="787" b="0" i="0" kern="0" spc="118">
                <a:solidFill>
                  <a:srgbClr val="FFFFFF"/>
                </a:solidFill>
                <a:latin typeface="JetBrains Mono"/>
                <a:ea typeface="JetBrains Mono"/>
                <a:cs typeface="JetBrains Mono"/>
              </a:defRPr>
            </a:lvl3pPr>
            <a:lvl4pPr algn="l">
              <a:defRPr sz="787" b="0" i="0" kern="0" spc="118">
                <a:solidFill>
                  <a:srgbClr val="FFFFFF"/>
                </a:solidFill>
                <a:latin typeface="JetBrains Mono"/>
                <a:ea typeface="JetBrains Mono"/>
                <a:cs typeface="JetBrains Mono"/>
              </a:defRPr>
            </a:lvl4pPr>
            <a:lvl5pPr algn="l">
              <a:defRPr sz="787" b="0" i="0" kern="0" spc="118">
                <a:solidFill>
                  <a:srgbClr val="FFFFFF"/>
                </a:solidFill>
                <a:latin typeface="JetBrains Mono"/>
                <a:ea typeface="JetBrains Mono"/>
                <a:cs typeface="JetBrains Mono"/>
              </a:defRPr>
            </a:lvl5pPr>
            <a:lvl6pPr algn="l">
              <a:defRPr sz="787" b="0" i="0" kern="0" spc="118">
                <a:solidFill>
                  <a:srgbClr val="FFFFFF"/>
                </a:solidFill>
                <a:latin typeface="JetBrains Mono"/>
                <a:ea typeface="JetBrains Mono"/>
                <a:cs typeface="JetBrains Mono"/>
              </a:defRPr>
            </a:lvl6pPr>
            <a:lvl7pPr algn="l">
              <a:defRPr sz="787" b="0" i="0" kern="0" spc="118">
                <a:solidFill>
                  <a:srgbClr val="FFFFFF"/>
                </a:solidFill>
                <a:latin typeface="JetBrains Mono"/>
                <a:ea typeface="JetBrains Mono"/>
                <a:cs typeface="JetBrains Mono"/>
              </a:defRPr>
            </a:lvl7pPr>
            <a:lvl8pPr algn="l">
              <a:defRPr sz="787" b="0" i="0" kern="0" spc="118">
                <a:solidFill>
                  <a:srgbClr val="FFFFFF"/>
                </a:solidFill>
                <a:latin typeface="JetBrains Mono"/>
                <a:ea typeface="JetBrains Mono"/>
                <a:cs typeface="JetBrains Mono"/>
              </a:defRPr>
            </a:lvl8pPr>
            <a:lvl9pPr algn="l">
              <a:defRPr sz="787" b="0" i="0" kern="0" spc="118">
                <a:solidFill>
                  <a:srgbClr val="FFFFFF"/>
                </a:solidFill>
                <a:latin typeface="JetBrains Mono"/>
                <a:ea typeface="JetBrains Mono"/>
                <a:cs typeface="JetBrains Mono"/>
              </a:defRPr>
            </a:lvl9pPr>
          </a:lstStyle>
          <a:p>
            <a:pPr algn="l">
              <a:lnSpc>
                <a:spcPct val="100000"/>
              </a:lnSpc>
              <a:buNone/>
              <a:defRPr sz="787" b="0" i="0" kern="0" spc="118">
                <a:solidFill>
                  <a:srgbClr val="FFFFFF"/>
                </a:solidFill>
                <a:latin typeface="JetBrains Mono"/>
                <a:ea typeface="JetBrains Mono"/>
                <a:cs typeface="JetBrains Mono"/>
              </a:defRPr>
            </a:pPr>
            <a:r>
              <a:rPr sz="787" b="0" i="0" kern="0" spc="118">
                <a:solidFill>
                  <a:srgbClr val="FFFFFF"/>
                </a:solidFill>
                <a:latin typeface="JetBrains Mono"/>
                <a:ea typeface="JetBrains Mono"/>
                <a:cs typeface="JetBrains Mono"/>
              </a:rPr>
              <a:t>FIG. 7 · AS PRINTED (RED) AND AS IT SHOULD BE (AMBER)</a:t>
            </a:r>
          </a:p>
        </p:txBody>
      </p:sp>
      <p:sp>
        <p:nvSpPr>
          <p:cNvPr id="128" name="s10 text 63">
            <a:extLst>
              <a:ext uri="{FF2B5EF4-FFF2-40B4-BE49-F238E27FC236}">
                <a16:creationId xmlns:a16="http://schemas.microsoft.com/office/drawing/2014/main" id="{C5C5671A-283D-4A75-81DE-8653ADE6D40A}"/>
              </a:ext>
            </a:extLst>
          </p:cNvPr>
          <p:cNvSpPr>
            <a:spLocks noGrp="1"/>
          </p:cNvSpPr>
          <p:nvPr/>
        </p:nvSpPr>
        <p:spPr>
          <a:xfrm>
            <a:off x="514350" y="7370207"/>
            <a:ext cx="1906319"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QUESTION 5.1 · COUNTRY Z</a:t>
            </a:r>
          </a:p>
        </p:txBody>
      </p:sp>
      <p:sp>
        <p:nvSpPr>
          <p:cNvPr id="129" name="s10 text 64">
            <a:extLst>
              <a:ext uri="{FF2B5EF4-FFF2-40B4-BE49-F238E27FC236}">
                <a16:creationId xmlns:a16="http://schemas.microsoft.com/office/drawing/2014/main" id="{4C3E6120-76FB-409D-8CB5-888BFF01FD32}"/>
              </a:ext>
            </a:extLst>
          </p:cNvPr>
          <p:cNvSpPr>
            <a:spLocks noGrp="1"/>
          </p:cNvSpPr>
          <p:nvPr/>
        </p:nvSpPr>
        <p:spPr>
          <a:xfrm>
            <a:off x="12654037" y="7370207"/>
            <a:ext cx="576503"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10 / 26</a:t>
            </a:r>
          </a:p>
        </p:txBody>
      </p:sp>
    </p:spTree>
    <p:extLst>
      <p:ext uri="{BB962C8B-B14F-4D97-AF65-F5344CB8AC3E}">
        <p14:creationId xmlns:p14="http://schemas.microsoft.com/office/powerpoint/2010/main" val="306614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 name="Blueprint grid">
            <a:extLst>
              <a:ext uri="{FF2B5EF4-FFF2-40B4-BE49-F238E27FC236}">
                <a16:creationId xmlns:a16="http://schemas.microsoft.com/office/drawing/2014/main" id="{92475122-DC18-47F3-9A80-36DDB52B2BEF}"/>
              </a:ext>
            </a:extLst>
          </p:cNvPr>
          <p:cNvSpPr>
            <a:spLocks noGrp="1"/>
          </p:cNvSpPr>
          <p:nvPr/>
        </p:nvSpPr>
        <p:spPr>
          <a:xfrm>
            <a:off x="7144" y="0"/>
            <a:ext cx="7144" cy="7715250"/>
          </a:xfrm>
          <a:prstGeom prst="rect">
            <a:avLst/>
          </a:prstGeom>
          <a:solidFill>
            <a:srgbClr val="0A2540">
              <a:alpha val="5000"/>
            </a:srgbClr>
          </a:solidFill>
          <a:ln w="0">
            <a:noFill/>
            <a:prstDash val="solid"/>
          </a:ln>
        </p:spPr>
      </p:sp>
      <p:sp>
        <p:nvSpPr>
          <p:cNvPr id="2" name="Blueprint grid">
            <a:extLst>
              <a:ext uri="{FF2B5EF4-FFF2-40B4-BE49-F238E27FC236}">
                <a16:creationId xmlns:a16="http://schemas.microsoft.com/office/drawing/2014/main" id="{CB905913-4CE1-4271-A630-6F8C2D353026}"/>
              </a:ext>
            </a:extLst>
          </p:cNvPr>
          <p:cNvSpPr>
            <a:spLocks noGrp="1"/>
          </p:cNvSpPr>
          <p:nvPr/>
        </p:nvSpPr>
        <p:spPr>
          <a:xfrm>
            <a:off x="578644" y="0"/>
            <a:ext cx="7144" cy="7715250"/>
          </a:xfrm>
          <a:prstGeom prst="rect">
            <a:avLst/>
          </a:prstGeom>
          <a:solidFill>
            <a:srgbClr val="0A2540">
              <a:alpha val="5000"/>
            </a:srgbClr>
          </a:solidFill>
          <a:ln w="0">
            <a:noFill/>
            <a:prstDash val="solid"/>
          </a:ln>
        </p:spPr>
      </p:sp>
      <p:sp>
        <p:nvSpPr>
          <p:cNvPr id="3" name="Blueprint grid">
            <a:extLst>
              <a:ext uri="{FF2B5EF4-FFF2-40B4-BE49-F238E27FC236}">
                <a16:creationId xmlns:a16="http://schemas.microsoft.com/office/drawing/2014/main" id="{6855620E-909A-49BB-9FC5-D713334D4A61}"/>
              </a:ext>
            </a:extLst>
          </p:cNvPr>
          <p:cNvSpPr>
            <a:spLocks noGrp="1"/>
          </p:cNvSpPr>
          <p:nvPr/>
        </p:nvSpPr>
        <p:spPr>
          <a:xfrm>
            <a:off x="9151144" y="0"/>
            <a:ext cx="7144" cy="7715250"/>
          </a:xfrm>
          <a:prstGeom prst="rect">
            <a:avLst/>
          </a:prstGeom>
          <a:solidFill>
            <a:srgbClr val="0A2540">
              <a:alpha val="5000"/>
            </a:srgbClr>
          </a:solidFill>
          <a:ln w="0">
            <a:noFill/>
            <a:prstDash val="solid"/>
          </a:ln>
        </p:spPr>
      </p:sp>
      <p:sp>
        <p:nvSpPr>
          <p:cNvPr id="4" name="Blueprint grid">
            <a:extLst>
              <a:ext uri="{FF2B5EF4-FFF2-40B4-BE49-F238E27FC236}">
                <a16:creationId xmlns:a16="http://schemas.microsoft.com/office/drawing/2014/main" id="{42790A14-EAB4-414B-9F6B-811A7CFF9CB3}"/>
              </a:ext>
            </a:extLst>
          </p:cNvPr>
          <p:cNvSpPr>
            <a:spLocks noGrp="1"/>
          </p:cNvSpPr>
          <p:nvPr/>
        </p:nvSpPr>
        <p:spPr>
          <a:xfrm>
            <a:off x="9436894" y="0"/>
            <a:ext cx="7144" cy="7715250"/>
          </a:xfrm>
          <a:prstGeom prst="rect">
            <a:avLst/>
          </a:prstGeom>
          <a:solidFill>
            <a:srgbClr val="0A2540">
              <a:alpha val="5000"/>
            </a:srgbClr>
          </a:solidFill>
          <a:ln w="0">
            <a:noFill/>
            <a:prstDash val="solid"/>
          </a:ln>
        </p:spPr>
      </p:sp>
      <p:sp>
        <p:nvSpPr>
          <p:cNvPr id="5" name="Blueprint grid">
            <a:extLst>
              <a:ext uri="{FF2B5EF4-FFF2-40B4-BE49-F238E27FC236}">
                <a16:creationId xmlns:a16="http://schemas.microsoft.com/office/drawing/2014/main" id="{056C5AC6-34B4-465D-8B63-0B259276D8D7}"/>
              </a:ext>
            </a:extLst>
          </p:cNvPr>
          <p:cNvSpPr>
            <a:spLocks noGrp="1"/>
          </p:cNvSpPr>
          <p:nvPr/>
        </p:nvSpPr>
        <p:spPr>
          <a:xfrm>
            <a:off x="9722644" y="0"/>
            <a:ext cx="7144" cy="7715250"/>
          </a:xfrm>
          <a:prstGeom prst="rect">
            <a:avLst/>
          </a:prstGeom>
          <a:solidFill>
            <a:srgbClr val="0A2540">
              <a:alpha val="5000"/>
            </a:srgbClr>
          </a:solidFill>
          <a:ln w="0">
            <a:noFill/>
            <a:prstDash val="solid"/>
          </a:ln>
        </p:spPr>
      </p:sp>
      <p:sp>
        <p:nvSpPr>
          <p:cNvPr id="6" name="Blueprint grid">
            <a:extLst>
              <a:ext uri="{FF2B5EF4-FFF2-40B4-BE49-F238E27FC236}">
                <a16:creationId xmlns:a16="http://schemas.microsoft.com/office/drawing/2014/main" id="{ACA9B5C0-EDE2-4996-A819-93DBFB65C671}"/>
              </a:ext>
            </a:extLst>
          </p:cNvPr>
          <p:cNvSpPr>
            <a:spLocks noGrp="1"/>
          </p:cNvSpPr>
          <p:nvPr/>
        </p:nvSpPr>
        <p:spPr>
          <a:xfrm>
            <a:off x="10008394" y="0"/>
            <a:ext cx="7144" cy="7715250"/>
          </a:xfrm>
          <a:prstGeom prst="rect">
            <a:avLst/>
          </a:prstGeom>
          <a:solidFill>
            <a:srgbClr val="0A2540">
              <a:alpha val="5000"/>
            </a:srgbClr>
          </a:solidFill>
          <a:ln w="0">
            <a:noFill/>
            <a:prstDash val="solid"/>
          </a:ln>
        </p:spPr>
      </p:sp>
      <p:sp>
        <p:nvSpPr>
          <p:cNvPr id="7" name="Blueprint grid">
            <a:extLst>
              <a:ext uri="{FF2B5EF4-FFF2-40B4-BE49-F238E27FC236}">
                <a16:creationId xmlns:a16="http://schemas.microsoft.com/office/drawing/2014/main" id="{50A33986-FC00-40D6-BF79-AFC0F4A4CAF8}"/>
              </a:ext>
            </a:extLst>
          </p:cNvPr>
          <p:cNvSpPr>
            <a:spLocks noGrp="1"/>
          </p:cNvSpPr>
          <p:nvPr/>
        </p:nvSpPr>
        <p:spPr>
          <a:xfrm>
            <a:off x="10294144" y="0"/>
            <a:ext cx="7144" cy="7715250"/>
          </a:xfrm>
          <a:prstGeom prst="rect">
            <a:avLst/>
          </a:prstGeom>
          <a:solidFill>
            <a:srgbClr val="0A2540">
              <a:alpha val="5000"/>
            </a:srgbClr>
          </a:solidFill>
          <a:ln w="0">
            <a:noFill/>
            <a:prstDash val="solid"/>
          </a:ln>
        </p:spPr>
      </p:sp>
      <p:sp>
        <p:nvSpPr>
          <p:cNvPr id="8" name="Blueprint grid">
            <a:extLst>
              <a:ext uri="{FF2B5EF4-FFF2-40B4-BE49-F238E27FC236}">
                <a16:creationId xmlns:a16="http://schemas.microsoft.com/office/drawing/2014/main" id="{E3DA7C66-3B4E-4275-903A-31DFD4C2FD12}"/>
              </a:ext>
            </a:extLst>
          </p:cNvPr>
          <p:cNvSpPr>
            <a:spLocks noGrp="1"/>
          </p:cNvSpPr>
          <p:nvPr/>
        </p:nvSpPr>
        <p:spPr>
          <a:xfrm>
            <a:off x="10579894" y="0"/>
            <a:ext cx="7144" cy="7715250"/>
          </a:xfrm>
          <a:prstGeom prst="rect">
            <a:avLst/>
          </a:prstGeom>
          <a:solidFill>
            <a:srgbClr val="0A2540">
              <a:alpha val="5000"/>
            </a:srgbClr>
          </a:solidFill>
          <a:ln w="0">
            <a:noFill/>
            <a:prstDash val="solid"/>
          </a:ln>
        </p:spPr>
      </p:sp>
      <p:sp>
        <p:nvSpPr>
          <p:cNvPr id="9" name="Blueprint grid">
            <a:extLst>
              <a:ext uri="{FF2B5EF4-FFF2-40B4-BE49-F238E27FC236}">
                <a16:creationId xmlns:a16="http://schemas.microsoft.com/office/drawing/2014/main" id="{C88F8156-EDC0-4061-8FBD-E9D5E05CF773}"/>
              </a:ext>
            </a:extLst>
          </p:cNvPr>
          <p:cNvSpPr>
            <a:spLocks noGrp="1"/>
          </p:cNvSpPr>
          <p:nvPr/>
        </p:nvSpPr>
        <p:spPr>
          <a:xfrm>
            <a:off x="10865644" y="0"/>
            <a:ext cx="7144" cy="7715250"/>
          </a:xfrm>
          <a:prstGeom prst="rect">
            <a:avLst/>
          </a:prstGeom>
          <a:solidFill>
            <a:srgbClr val="0A2540">
              <a:alpha val="5000"/>
            </a:srgbClr>
          </a:solidFill>
          <a:ln w="0">
            <a:noFill/>
            <a:prstDash val="solid"/>
          </a:ln>
        </p:spPr>
      </p:sp>
      <p:sp>
        <p:nvSpPr>
          <p:cNvPr id="10" name="Layout surface">
            <a:extLst>
              <a:ext uri="{FF2B5EF4-FFF2-40B4-BE49-F238E27FC236}">
                <a16:creationId xmlns:a16="http://schemas.microsoft.com/office/drawing/2014/main" id="{749A1400-1F2C-4B26-8AFD-5C1FCD87D37C}"/>
              </a:ext>
            </a:extLst>
          </p:cNvPr>
          <p:cNvSpPr>
            <a:spLocks noGrp="1"/>
          </p:cNvSpPr>
          <p:nvPr/>
        </p:nvSpPr>
        <p:spPr>
          <a:xfrm>
            <a:off x="0" y="0"/>
            <a:ext cx="1428750" cy="35719"/>
          </a:xfrm>
          <a:prstGeom prst="rect">
            <a:avLst/>
          </a:prstGeom>
          <a:solidFill>
            <a:srgbClr val="0A2540"/>
          </a:solidFill>
          <a:ln w="0">
            <a:noFill/>
            <a:prstDash val="solid"/>
          </a:ln>
        </p:spPr>
      </p:sp>
      <p:sp>
        <p:nvSpPr>
          <p:cNvPr id="11" name="Layout surface">
            <a:extLst>
              <a:ext uri="{FF2B5EF4-FFF2-40B4-BE49-F238E27FC236}">
                <a16:creationId xmlns:a16="http://schemas.microsoft.com/office/drawing/2014/main" id="{83CAF727-5EA8-4A46-9EBE-605E47CCE7BB}"/>
              </a:ext>
            </a:extLst>
          </p:cNvPr>
          <p:cNvSpPr>
            <a:spLocks noGrp="1"/>
          </p:cNvSpPr>
          <p:nvPr/>
        </p:nvSpPr>
        <p:spPr>
          <a:xfrm>
            <a:off x="1428750" y="0"/>
            <a:ext cx="1000125" cy="35719"/>
          </a:xfrm>
          <a:prstGeom prst="rect">
            <a:avLst/>
          </a:prstGeom>
          <a:solidFill>
            <a:srgbClr val="1D4ED8"/>
          </a:solidFill>
          <a:ln w="0">
            <a:noFill/>
            <a:prstDash val="solid"/>
          </a:ln>
        </p:spPr>
      </p:sp>
      <p:sp>
        <p:nvSpPr>
          <p:cNvPr id="12" name="Layout surface">
            <a:extLst>
              <a:ext uri="{FF2B5EF4-FFF2-40B4-BE49-F238E27FC236}">
                <a16:creationId xmlns:a16="http://schemas.microsoft.com/office/drawing/2014/main" id="{C6AE49C4-66F9-4F23-A8B3-C8381E03E15C}"/>
              </a:ext>
            </a:extLst>
          </p:cNvPr>
          <p:cNvSpPr>
            <a:spLocks noGrp="1"/>
          </p:cNvSpPr>
          <p:nvPr/>
        </p:nvSpPr>
        <p:spPr>
          <a:xfrm>
            <a:off x="2428875" y="0"/>
            <a:ext cx="11287125" cy="35719"/>
          </a:xfrm>
          <a:prstGeom prst="rect">
            <a:avLst/>
          </a:prstGeom>
          <a:solidFill>
            <a:srgbClr val="0A2540">
              <a:alpha val="16000"/>
            </a:srgbClr>
          </a:solidFill>
          <a:ln w="0">
            <a:noFill/>
            <a:prstDash val="solid"/>
          </a:ln>
        </p:spPr>
      </p:sp>
      <p:sp>
        <p:nvSpPr>
          <p:cNvPr id="13" name="Source layout 5">
            <a:extLst>
              <a:ext uri="{FF2B5EF4-FFF2-40B4-BE49-F238E27FC236}">
                <a16:creationId xmlns:a16="http://schemas.microsoft.com/office/drawing/2014/main" id="{F71FB766-6165-4D24-8D7A-B8A64B22F974}"/>
              </a:ext>
            </a:extLst>
          </p:cNvPr>
          <p:cNvSpPr>
            <a:spLocks noGrp="1"/>
          </p:cNvSpPr>
          <p:nvPr/>
        </p:nvSpPr>
        <p:spPr>
          <a:xfrm>
            <a:off x="514350" y="514350"/>
            <a:ext cx="78581" cy="78581"/>
          </a:xfrm>
          <a:custGeom>
            <a:avLst/>
            <a:gdLst/>
            <a:ahLst/>
            <a:cxnLst/>
            <a:rect l="0" t="0" r="0" b="0"/>
            <a:pathLst>
              <a:path w="78581" h="78581">
                <a:moveTo>
                  <a:pt x="0" y="0"/>
                </a:moveTo>
                <a:lnTo>
                  <a:pt x="78581" y="0"/>
                </a:lnTo>
                <a:lnTo>
                  <a:pt x="78581" y="78581"/>
                </a:lnTo>
                <a:lnTo>
                  <a:pt x="0" y="78581"/>
                </a:lnTo>
                <a:close/>
              </a:path>
            </a:pathLst>
          </a:custGeom>
          <a:solidFill>
            <a:srgbClr val="1D4ED8"/>
          </a:solidFill>
          <a:ln w="7144">
            <a:noFill/>
            <a:prstDash val="solid"/>
          </a:ln>
        </p:spPr>
      </p:sp>
      <p:sp>
        <p:nvSpPr>
          <p:cNvPr id="14" name="Source layout 6">
            <a:extLst>
              <a:ext uri="{FF2B5EF4-FFF2-40B4-BE49-F238E27FC236}">
                <a16:creationId xmlns:a16="http://schemas.microsoft.com/office/drawing/2014/main" id="{B6688C82-F46A-4C7D-BB65-04E7C988EAC3}"/>
              </a:ext>
            </a:extLst>
          </p:cNvPr>
          <p:cNvSpPr>
            <a:spLocks noGrp="1"/>
          </p:cNvSpPr>
          <p:nvPr/>
        </p:nvSpPr>
        <p:spPr>
          <a:xfrm>
            <a:off x="9808368" y="2035969"/>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15" name="Source layout 7">
            <a:extLst>
              <a:ext uri="{FF2B5EF4-FFF2-40B4-BE49-F238E27FC236}">
                <a16:creationId xmlns:a16="http://schemas.microsoft.com/office/drawing/2014/main" id="{89EA52D6-6914-49AC-9A8A-D923369A1ED1}"/>
              </a:ext>
            </a:extLst>
          </p:cNvPr>
          <p:cNvSpPr>
            <a:spLocks noGrp="1"/>
          </p:cNvSpPr>
          <p:nvPr/>
        </p:nvSpPr>
        <p:spPr>
          <a:xfrm>
            <a:off x="9811940" y="2039541"/>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16" name="Source layout 8">
            <a:extLst>
              <a:ext uri="{FF2B5EF4-FFF2-40B4-BE49-F238E27FC236}">
                <a16:creationId xmlns:a16="http://schemas.microsoft.com/office/drawing/2014/main" id="{8D1844E9-8306-4270-98F2-17BBD11BB2F6}"/>
              </a:ext>
            </a:extLst>
          </p:cNvPr>
          <p:cNvSpPr>
            <a:spLocks noGrp="1"/>
          </p:cNvSpPr>
          <p:nvPr/>
        </p:nvSpPr>
        <p:spPr>
          <a:xfrm>
            <a:off x="9808368" y="3064669"/>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17" name="Source layout 9">
            <a:extLst>
              <a:ext uri="{FF2B5EF4-FFF2-40B4-BE49-F238E27FC236}">
                <a16:creationId xmlns:a16="http://schemas.microsoft.com/office/drawing/2014/main" id="{1D6C728C-DE32-44EA-8813-C4F1E6E5BB50}"/>
              </a:ext>
            </a:extLst>
          </p:cNvPr>
          <p:cNvSpPr>
            <a:spLocks noGrp="1"/>
          </p:cNvSpPr>
          <p:nvPr/>
        </p:nvSpPr>
        <p:spPr>
          <a:xfrm>
            <a:off x="9811940" y="3068240"/>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18" name="Source layout 10">
            <a:extLst>
              <a:ext uri="{FF2B5EF4-FFF2-40B4-BE49-F238E27FC236}">
                <a16:creationId xmlns:a16="http://schemas.microsoft.com/office/drawing/2014/main" id="{87910255-7508-4B7C-BF8F-9AB50AA5B32A}"/>
              </a:ext>
            </a:extLst>
          </p:cNvPr>
          <p:cNvSpPr>
            <a:spLocks noGrp="1"/>
          </p:cNvSpPr>
          <p:nvPr/>
        </p:nvSpPr>
        <p:spPr>
          <a:xfrm>
            <a:off x="9808368" y="4400550"/>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19" name="Source layout 11">
            <a:extLst>
              <a:ext uri="{FF2B5EF4-FFF2-40B4-BE49-F238E27FC236}">
                <a16:creationId xmlns:a16="http://schemas.microsoft.com/office/drawing/2014/main" id="{7B097D75-DA8C-4E88-986F-955354C0D002}"/>
              </a:ext>
            </a:extLst>
          </p:cNvPr>
          <p:cNvSpPr>
            <a:spLocks noGrp="1"/>
          </p:cNvSpPr>
          <p:nvPr/>
        </p:nvSpPr>
        <p:spPr>
          <a:xfrm>
            <a:off x="9811940" y="4404122"/>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20" name="Source layout 12">
            <a:extLst>
              <a:ext uri="{FF2B5EF4-FFF2-40B4-BE49-F238E27FC236}">
                <a16:creationId xmlns:a16="http://schemas.microsoft.com/office/drawing/2014/main" id="{7BDE8B43-9789-4B54-9D9F-6742118BEFBB}"/>
              </a:ext>
            </a:extLst>
          </p:cNvPr>
          <p:cNvSpPr>
            <a:spLocks noGrp="1"/>
          </p:cNvSpPr>
          <p:nvPr/>
        </p:nvSpPr>
        <p:spPr>
          <a:xfrm>
            <a:off x="9808368" y="5043487"/>
            <a:ext cx="2621756" cy="442912"/>
          </a:xfrm>
          <a:custGeom>
            <a:avLst/>
            <a:gdLst/>
            <a:ahLst/>
            <a:cxnLst/>
            <a:rect l="0" t="0" r="0" b="0"/>
            <a:pathLst>
              <a:path w="2621756" h="442912">
                <a:moveTo>
                  <a:pt x="0" y="0"/>
                </a:moveTo>
                <a:lnTo>
                  <a:pt x="2621756" y="0"/>
                </a:lnTo>
                <a:lnTo>
                  <a:pt x="2621756" y="442912"/>
                </a:lnTo>
                <a:lnTo>
                  <a:pt x="0" y="442912"/>
                </a:lnTo>
                <a:close/>
              </a:path>
            </a:pathLst>
          </a:custGeom>
          <a:solidFill>
            <a:srgbClr val="F1F5FA"/>
          </a:solidFill>
          <a:ln w="7144">
            <a:noFill/>
            <a:prstDash val="solid"/>
          </a:ln>
        </p:spPr>
      </p:sp>
      <p:sp>
        <p:nvSpPr>
          <p:cNvPr id="21" name="Source layout 13">
            <a:extLst>
              <a:ext uri="{FF2B5EF4-FFF2-40B4-BE49-F238E27FC236}">
                <a16:creationId xmlns:a16="http://schemas.microsoft.com/office/drawing/2014/main" id="{2D87651B-8A36-428B-B020-DCBAECDDA886}"/>
              </a:ext>
            </a:extLst>
          </p:cNvPr>
          <p:cNvSpPr>
            <a:spLocks noGrp="1"/>
          </p:cNvSpPr>
          <p:nvPr/>
        </p:nvSpPr>
        <p:spPr>
          <a:xfrm>
            <a:off x="9808368" y="5043487"/>
            <a:ext cx="28575" cy="442912"/>
          </a:xfrm>
          <a:custGeom>
            <a:avLst/>
            <a:gdLst/>
            <a:ahLst/>
            <a:cxnLst/>
            <a:rect l="0" t="0" r="0" b="0"/>
            <a:pathLst>
              <a:path w="28575" h="442912">
                <a:moveTo>
                  <a:pt x="0" y="0"/>
                </a:moveTo>
                <a:lnTo>
                  <a:pt x="28575" y="0"/>
                </a:lnTo>
                <a:lnTo>
                  <a:pt x="28575" y="442912"/>
                </a:lnTo>
                <a:lnTo>
                  <a:pt x="0" y="442912"/>
                </a:lnTo>
                <a:close/>
              </a:path>
            </a:pathLst>
          </a:custGeom>
          <a:solidFill>
            <a:srgbClr val="1D4ED8"/>
          </a:solidFill>
          <a:ln w="7144">
            <a:noFill/>
            <a:prstDash val="solid"/>
          </a:ln>
        </p:spPr>
      </p:sp>
      <p:sp>
        <p:nvSpPr>
          <p:cNvPr id="22" name="Source layout 14">
            <a:extLst>
              <a:ext uri="{FF2B5EF4-FFF2-40B4-BE49-F238E27FC236}">
                <a16:creationId xmlns:a16="http://schemas.microsoft.com/office/drawing/2014/main" id="{B295301E-E3D5-46FD-814F-C9755696373D}"/>
              </a:ext>
            </a:extLst>
          </p:cNvPr>
          <p:cNvSpPr>
            <a:spLocks noGrp="1"/>
          </p:cNvSpPr>
          <p:nvPr/>
        </p:nvSpPr>
        <p:spPr>
          <a:xfrm>
            <a:off x="514350" y="1271587"/>
            <a:ext cx="8951118" cy="5715000"/>
          </a:xfrm>
          <a:custGeom>
            <a:avLst/>
            <a:gdLst/>
            <a:ahLst/>
            <a:cxnLst/>
            <a:rect l="0" t="0" r="0" b="0"/>
            <a:pathLst>
              <a:path w="8951118" h="5715000">
                <a:moveTo>
                  <a:pt x="0" y="0"/>
                </a:moveTo>
                <a:lnTo>
                  <a:pt x="8951118" y="0"/>
                </a:lnTo>
                <a:lnTo>
                  <a:pt x="8951118" y="5715000"/>
                </a:lnTo>
                <a:lnTo>
                  <a:pt x="0" y="5715000"/>
                </a:lnTo>
                <a:close/>
              </a:path>
            </a:pathLst>
          </a:custGeom>
          <a:solidFill>
            <a:srgbClr val="FFFFFF"/>
          </a:solidFill>
          <a:ln w="7144">
            <a:noFill/>
            <a:prstDash val="solid"/>
          </a:ln>
        </p:spPr>
      </p:sp>
      <p:sp>
        <p:nvSpPr>
          <p:cNvPr id="23" name="Source layout 15">
            <a:extLst>
              <a:ext uri="{FF2B5EF4-FFF2-40B4-BE49-F238E27FC236}">
                <a16:creationId xmlns:a16="http://schemas.microsoft.com/office/drawing/2014/main" id="{909824F4-C59F-49F2-8392-D37E8F610DD1}"/>
              </a:ext>
            </a:extLst>
          </p:cNvPr>
          <p:cNvSpPr>
            <a:spLocks noGrp="1"/>
          </p:cNvSpPr>
          <p:nvPr/>
        </p:nvSpPr>
        <p:spPr>
          <a:xfrm>
            <a:off x="517922" y="1275159"/>
            <a:ext cx="8943975" cy="5707856"/>
          </a:xfrm>
          <a:custGeom>
            <a:avLst/>
            <a:gdLst/>
            <a:ahLst/>
            <a:cxnLst/>
            <a:rect l="0" t="0" r="0" b="0"/>
            <a:pathLst>
              <a:path w="8943975" h="5707856">
                <a:moveTo>
                  <a:pt x="0" y="0"/>
                </a:moveTo>
                <a:lnTo>
                  <a:pt x="8943975" y="0"/>
                </a:lnTo>
                <a:lnTo>
                  <a:pt x="8943975" y="5707856"/>
                </a:lnTo>
                <a:lnTo>
                  <a:pt x="0" y="5707856"/>
                </a:lnTo>
                <a:close/>
              </a:path>
            </a:pathLst>
          </a:custGeom>
          <a:noFill/>
          <a:ln w="7144">
            <a:solidFill>
              <a:srgbClr val="0A2540">
                <a:alpha val="34120"/>
              </a:srgbClr>
            </a:solidFill>
            <a:prstDash val="solid"/>
          </a:ln>
        </p:spPr>
      </p:sp>
      <p:sp>
        <p:nvSpPr>
          <p:cNvPr id="24" name="Source layout 47">
            <a:extLst>
              <a:ext uri="{FF2B5EF4-FFF2-40B4-BE49-F238E27FC236}">
                <a16:creationId xmlns:a16="http://schemas.microsoft.com/office/drawing/2014/main" id="{551894BC-A3F0-4A52-9A16-AD7646A08530}"/>
              </a:ext>
            </a:extLst>
          </p:cNvPr>
          <p:cNvSpPr>
            <a:spLocks noGrp="1"/>
          </p:cNvSpPr>
          <p:nvPr/>
        </p:nvSpPr>
        <p:spPr>
          <a:xfrm>
            <a:off x="521494" y="1278731"/>
            <a:ext cx="2164556" cy="257175"/>
          </a:xfrm>
          <a:custGeom>
            <a:avLst/>
            <a:gdLst/>
            <a:ahLst/>
            <a:cxnLst/>
            <a:rect l="0" t="0" r="0" b="0"/>
            <a:pathLst>
              <a:path w="2164556" h="257175">
                <a:moveTo>
                  <a:pt x="0" y="0"/>
                </a:moveTo>
                <a:lnTo>
                  <a:pt x="2164556" y="0"/>
                </a:lnTo>
                <a:lnTo>
                  <a:pt x="2164556" y="257175"/>
                </a:lnTo>
                <a:lnTo>
                  <a:pt x="0" y="257175"/>
                </a:lnTo>
                <a:close/>
              </a:path>
            </a:pathLst>
          </a:custGeom>
          <a:solidFill>
            <a:srgbClr val="0A2540"/>
          </a:solidFill>
          <a:ln w="7144">
            <a:noFill/>
            <a:prstDash val="solid"/>
          </a:ln>
        </p:spPr>
      </p:sp>
      <p:sp>
        <p:nvSpPr>
          <p:cNvPr id="25" name="Source layout 48">
            <a:extLst>
              <a:ext uri="{FF2B5EF4-FFF2-40B4-BE49-F238E27FC236}">
                <a16:creationId xmlns:a16="http://schemas.microsoft.com/office/drawing/2014/main" id="{35F03A0C-E7A9-41B8-943A-B73AD9CD9F3A}"/>
              </a:ext>
            </a:extLst>
          </p:cNvPr>
          <p:cNvSpPr>
            <a:spLocks noGrp="1"/>
          </p:cNvSpPr>
          <p:nvPr/>
        </p:nvSpPr>
        <p:spPr>
          <a:xfrm>
            <a:off x="514350" y="7250906"/>
            <a:ext cx="12687299" cy="7144"/>
          </a:xfrm>
          <a:custGeom>
            <a:avLst/>
            <a:gdLst/>
            <a:ahLst/>
            <a:cxnLst/>
            <a:rect l="0" t="0" r="0" b="0"/>
            <a:pathLst>
              <a:path w="12687299" h="7144">
                <a:moveTo>
                  <a:pt x="0" y="0"/>
                </a:moveTo>
                <a:lnTo>
                  <a:pt x="12687299" y="0"/>
                </a:lnTo>
                <a:lnTo>
                  <a:pt x="12687299" y="7144"/>
                </a:lnTo>
                <a:lnTo>
                  <a:pt x="0" y="7144"/>
                </a:lnTo>
                <a:close/>
              </a:path>
            </a:pathLst>
          </a:custGeom>
          <a:solidFill>
            <a:srgbClr val="0A2540">
              <a:alpha val="16080"/>
            </a:srgbClr>
          </a:solidFill>
          <a:ln w="7144">
            <a:noFill/>
            <a:prstDash val="solid"/>
          </a:ln>
        </p:spPr>
      </p:sp>
      <p:grpSp>
        <p:nvGrpSpPr>
          <p:cNvPr id="144" name="Editable diagram: f4-q51-quota"/>
          <p:cNvGrpSpPr/>
          <p:nvPr/>
        </p:nvGrpSpPr>
        <p:grpSpPr>
          <a:xfrm>
            <a:off x="1839890" y="2379804"/>
            <a:ext cx="6457429" cy="3953126"/>
            <a:chOff x="1839890" y="2379804"/>
            <a:chExt cx="6457429" cy="3953126"/>
          </a:xfrm>
        </p:grpSpPr>
        <p:sp>
          <p:nvSpPr>
            <p:cNvPr id="26" name="f4-q51-quota · line 1">
              <a:extLst>
                <a:ext uri="{FF2B5EF4-FFF2-40B4-BE49-F238E27FC236}">
                  <a16:creationId xmlns:a16="http://schemas.microsoft.com/office/drawing/2014/main" id="{4DA4377F-F3D1-4BEA-830E-94DBDB97F49E}"/>
                </a:ext>
              </a:extLst>
            </p:cNvPr>
            <p:cNvSpPr>
              <a:spLocks noGrp="1"/>
            </p:cNvSpPr>
            <p:nvPr/>
          </p:nvSpPr>
          <p:spPr>
            <a:xfrm>
              <a:off x="2493672" y="5720807"/>
              <a:ext cx="5398741" cy="95"/>
            </a:xfrm>
            <a:custGeom>
              <a:avLst/>
              <a:gdLst/>
              <a:ahLst/>
              <a:cxnLst/>
              <a:rect l="0" t="0" r="0" b="0"/>
              <a:pathLst>
                <a:path w="5398741" h="95">
                  <a:moveTo>
                    <a:pt x="0" y="0"/>
                  </a:moveTo>
                  <a:lnTo>
                    <a:pt x="5398741" y="0"/>
                  </a:lnTo>
                </a:path>
              </a:pathLst>
            </a:custGeom>
            <a:noFill/>
            <a:ln w="14059">
              <a:solidFill>
                <a:srgbClr val="0A2540"/>
              </a:solidFill>
              <a:prstDash val="solid"/>
            </a:ln>
          </p:spPr>
        </p:sp>
        <p:sp>
          <p:nvSpPr>
            <p:cNvPr id="27" name="f4-q51-quota · line 2">
              <a:extLst>
                <a:ext uri="{FF2B5EF4-FFF2-40B4-BE49-F238E27FC236}">
                  <a16:creationId xmlns:a16="http://schemas.microsoft.com/office/drawing/2014/main" id="{86A3057D-84DC-4C7B-9B43-7A8A0698C7B7}"/>
                </a:ext>
              </a:extLst>
            </p:cNvPr>
            <p:cNvSpPr>
              <a:spLocks noGrp="1"/>
            </p:cNvSpPr>
            <p:nvPr/>
          </p:nvSpPr>
          <p:spPr>
            <a:xfrm>
              <a:off x="2493672" y="2522334"/>
              <a:ext cx="95" cy="3198473"/>
            </a:xfrm>
            <a:custGeom>
              <a:avLst/>
              <a:gdLst/>
              <a:ahLst/>
              <a:cxnLst/>
              <a:rect l="0" t="0" r="0" b="0"/>
              <a:pathLst>
                <a:path w="95" h="3198473">
                  <a:moveTo>
                    <a:pt x="0" y="3198473"/>
                  </a:moveTo>
                  <a:lnTo>
                    <a:pt x="0" y="0"/>
                  </a:lnTo>
                </a:path>
              </a:pathLst>
            </a:custGeom>
            <a:noFill/>
            <a:ln w="14059">
              <a:solidFill>
                <a:srgbClr val="0A2540"/>
              </a:solidFill>
              <a:prstDash val="solid"/>
            </a:ln>
          </p:spPr>
        </p:sp>
        <p:sp>
          <p:nvSpPr>
            <p:cNvPr id="28" name="f4-q51-quota · line 3">
              <a:extLst>
                <a:ext uri="{FF2B5EF4-FFF2-40B4-BE49-F238E27FC236}">
                  <a16:creationId xmlns:a16="http://schemas.microsoft.com/office/drawing/2014/main" id="{FFD62F4E-3B0B-4B13-BFE1-56203BA4A991}"/>
                </a:ext>
              </a:extLst>
            </p:cNvPr>
            <p:cNvSpPr>
              <a:spLocks noGrp="1"/>
            </p:cNvSpPr>
            <p:nvPr/>
          </p:nvSpPr>
          <p:spPr>
            <a:xfrm>
              <a:off x="3168514" y="5720807"/>
              <a:ext cx="95" cy="49207"/>
            </a:xfrm>
            <a:custGeom>
              <a:avLst/>
              <a:gdLst/>
              <a:ahLst/>
              <a:cxnLst/>
              <a:rect l="0" t="0" r="0" b="0"/>
              <a:pathLst>
                <a:path w="95" h="49207">
                  <a:moveTo>
                    <a:pt x="0" y="0"/>
                  </a:moveTo>
                  <a:lnTo>
                    <a:pt x="0" y="49207"/>
                  </a:lnTo>
                </a:path>
              </a:pathLst>
            </a:custGeom>
            <a:noFill/>
            <a:ln w="11247">
              <a:solidFill>
                <a:srgbClr val="0A2540"/>
              </a:solidFill>
              <a:prstDash val="solid"/>
            </a:ln>
          </p:spPr>
        </p:sp>
        <p:sp>
          <p:nvSpPr>
            <p:cNvPr id="29" name="f4-q51-quota · line 4">
              <a:extLst>
                <a:ext uri="{FF2B5EF4-FFF2-40B4-BE49-F238E27FC236}">
                  <a16:creationId xmlns:a16="http://schemas.microsoft.com/office/drawing/2014/main" id="{B8E5EC14-01C6-4E26-B7C7-37ECB1399617}"/>
                </a:ext>
              </a:extLst>
            </p:cNvPr>
            <p:cNvSpPr>
              <a:spLocks noGrp="1"/>
            </p:cNvSpPr>
            <p:nvPr/>
          </p:nvSpPr>
          <p:spPr>
            <a:xfrm>
              <a:off x="3843357" y="5720807"/>
              <a:ext cx="95" cy="49207"/>
            </a:xfrm>
            <a:custGeom>
              <a:avLst/>
              <a:gdLst/>
              <a:ahLst/>
              <a:cxnLst/>
              <a:rect l="0" t="0" r="0" b="0"/>
              <a:pathLst>
                <a:path w="95" h="49207">
                  <a:moveTo>
                    <a:pt x="0" y="0"/>
                  </a:moveTo>
                  <a:lnTo>
                    <a:pt x="0" y="49207"/>
                  </a:lnTo>
                </a:path>
              </a:pathLst>
            </a:custGeom>
            <a:noFill/>
            <a:ln w="11247">
              <a:solidFill>
                <a:srgbClr val="0A2540"/>
              </a:solidFill>
              <a:prstDash val="solid"/>
            </a:ln>
          </p:spPr>
        </p:sp>
        <p:sp>
          <p:nvSpPr>
            <p:cNvPr id="30" name="f4-q51-quota · line 5">
              <a:extLst>
                <a:ext uri="{FF2B5EF4-FFF2-40B4-BE49-F238E27FC236}">
                  <a16:creationId xmlns:a16="http://schemas.microsoft.com/office/drawing/2014/main" id="{AF16A7DC-C9F5-4142-A495-5AA151673CA6}"/>
                </a:ext>
              </a:extLst>
            </p:cNvPr>
            <p:cNvSpPr>
              <a:spLocks noGrp="1"/>
            </p:cNvSpPr>
            <p:nvPr/>
          </p:nvSpPr>
          <p:spPr>
            <a:xfrm>
              <a:off x="4518199" y="5720807"/>
              <a:ext cx="95" cy="49207"/>
            </a:xfrm>
            <a:custGeom>
              <a:avLst/>
              <a:gdLst/>
              <a:ahLst/>
              <a:cxnLst/>
              <a:rect l="0" t="0" r="0" b="0"/>
              <a:pathLst>
                <a:path w="95" h="49207">
                  <a:moveTo>
                    <a:pt x="0" y="0"/>
                  </a:moveTo>
                  <a:lnTo>
                    <a:pt x="0" y="49207"/>
                  </a:lnTo>
                </a:path>
              </a:pathLst>
            </a:custGeom>
            <a:noFill/>
            <a:ln w="11247">
              <a:solidFill>
                <a:srgbClr val="0A2540"/>
              </a:solidFill>
              <a:prstDash val="solid"/>
            </a:ln>
          </p:spPr>
        </p:sp>
        <p:sp>
          <p:nvSpPr>
            <p:cNvPr id="31" name="f4-q51-quota · line 6">
              <a:extLst>
                <a:ext uri="{FF2B5EF4-FFF2-40B4-BE49-F238E27FC236}">
                  <a16:creationId xmlns:a16="http://schemas.microsoft.com/office/drawing/2014/main" id="{3FA111D4-76E9-4353-A813-68B7AC7A195E}"/>
                </a:ext>
              </a:extLst>
            </p:cNvPr>
            <p:cNvSpPr>
              <a:spLocks noGrp="1"/>
            </p:cNvSpPr>
            <p:nvPr/>
          </p:nvSpPr>
          <p:spPr>
            <a:xfrm>
              <a:off x="5193042" y="5720807"/>
              <a:ext cx="95" cy="49207"/>
            </a:xfrm>
            <a:custGeom>
              <a:avLst/>
              <a:gdLst/>
              <a:ahLst/>
              <a:cxnLst/>
              <a:rect l="0" t="0" r="0" b="0"/>
              <a:pathLst>
                <a:path w="95" h="49207">
                  <a:moveTo>
                    <a:pt x="0" y="0"/>
                  </a:moveTo>
                  <a:lnTo>
                    <a:pt x="0" y="49207"/>
                  </a:lnTo>
                </a:path>
              </a:pathLst>
            </a:custGeom>
            <a:noFill/>
            <a:ln w="11247">
              <a:solidFill>
                <a:srgbClr val="0A2540"/>
              </a:solidFill>
              <a:prstDash val="solid"/>
            </a:ln>
          </p:spPr>
        </p:sp>
        <p:sp>
          <p:nvSpPr>
            <p:cNvPr id="32" name="f4-q51-quota · line 7">
              <a:extLst>
                <a:ext uri="{FF2B5EF4-FFF2-40B4-BE49-F238E27FC236}">
                  <a16:creationId xmlns:a16="http://schemas.microsoft.com/office/drawing/2014/main" id="{93756598-0F50-4C26-AEBE-CD042CC59446}"/>
                </a:ext>
              </a:extLst>
            </p:cNvPr>
            <p:cNvSpPr>
              <a:spLocks noGrp="1"/>
            </p:cNvSpPr>
            <p:nvPr/>
          </p:nvSpPr>
          <p:spPr>
            <a:xfrm>
              <a:off x="5867885" y="5720807"/>
              <a:ext cx="95" cy="49207"/>
            </a:xfrm>
            <a:custGeom>
              <a:avLst/>
              <a:gdLst/>
              <a:ahLst/>
              <a:cxnLst/>
              <a:rect l="0" t="0" r="0" b="0"/>
              <a:pathLst>
                <a:path w="95" h="49207">
                  <a:moveTo>
                    <a:pt x="0" y="0"/>
                  </a:moveTo>
                  <a:lnTo>
                    <a:pt x="0" y="49207"/>
                  </a:lnTo>
                </a:path>
              </a:pathLst>
            </a:custGeom>
            <a:noFill/>
            <a:ln w="11247">
              <a:solidFill>
                <a:srgbClr val="0A2540"/>
              </a:solidFill>
              <a:prstDash val="solid"/>
            </a:ln>
          </p:spPr>
        </p:sp>
        <p:sp>
          <p:nvSpPr>
            <p:cNvPr id="33" name="f4-q51-quota · line 8">
              <a:extLst>
                <a:ext uri="{FF2B5EF4-FFF2-40B4-BE49-F238E27FC236}">
                  <a16:creationId xmlns:a16="http://schemas.microsoft.com/office/drawing/2014/main" id="{C84F4E36-D2D5-475E-A3B9-414D2A72481F}"/>
                </a:ext>
              </a:extLst>
            </p:cNvPr>
            <p:cNvSpPr>
              <a:spLocks noGrp="1"/>
            </p:cNvSpPr>
            <p:nvPr/>
          </p:nvSpPr>
          <p:spPr>
            <a:xfrm>
              <a:off x="6542727" y="5720807"/>
              <a:ext cx="95" cy="49207"/>
            </a:xfrm>
            <a:custGeom>
              <a:avLst/>
              <a:gdLst/>
              <a:ahLst/>
              <a:cxnLst/>
              <a:rect l="0" t="0" r="0" b="0"/>
              <a:pathLst>
                <a:path w="95" h="49207">
                  <a:moveTo>
                    <a:pt x="0" y="0"/>
                  </a:moveTo>
                  <a:lnTo>
                    <a:pt x="0" y="49207"/>
                  </a:lnTo>
                </a:path>
              </a:pathLst>
            </a:custGeom>
            <a:noFill/>
            <a:ln w="11247">
              <a:solidFill>
                <a:srgbClr val="0A2540"/>
              </a:solidFill>
              <a:prstDash val="solid"/>
            </a:ln>
          </p:spPr>
        </p:sp>
        <p:sp>
          <p:nvSpPr>
            <p:cNvPr id="34" name="f4-q51-quota · line 9">
              <a:extLst>
                <a:ext uri="{FF2B5EF4-FFF2-40B4-BE49-F238E27FC236}">
                  <a16:creationId xmlns:a16="http://schemas.microsoft.com/office/drawing/2014/main" id="{7FDDD1DC-85F9-4133-B288-939757C2E691}"/>
                </a:ext>
              </a:extLst>
            </p:cNvPr>
            <p:cNvSpPr>
              <a:spLocks noGrp="1"/>
            </p:cNvSpPr>
            <p:nvPr/>
          </p:nvSpPr>
          <p:spPr>
            <a:xfrm>
              <a:off x="7217570" y="5720807"/>
              <a:ext cx="95" cy="49207"/>
            </a:xfrm>
            <a:custGeom>
              <a:avLst/>
              <a:gdLst/>
              <a:ahLst/>
              <a:cxnLst/>
              <a:rect l="0" t="0" r="0" b="0"/>
              <a:pathLst>
                <a:path w="95" h="49207">
                  <a:moveTo>
                    <a:pt x="0" y="0"/>
                  </a:moveTo>
                  <a:lnTo>
                    <a:pt x="0" y="49207"/>
                  </a:lnTo>
                </a:path>
              </a:pathLst>
            </a:custGeom>
            <a:noFill/>
            <a:ln w="11247">
              <a:solidFill>
                <a:srgbClr val="0A2540"/>
              </a:solidFill>
              <a:prstDash val="solid"/>
            </a:ln>
          </p:spPr>
        </p:sp>
        <p:sp>
          <p:nvSpPr>
            <p:cNvPr id="35" name="f4-q51-quota · line 10">
              <a:extLst>
                <a:ext uri="{FF2B5EF4-FFF2-40B4-BE49-F238E27FC236}">
                  <a16:creationId xmlns:a16="http://schemas.microsoft.com/office/drawing/2014/main" id="{F1BEF2F8-C3DF-4A3F-91BD-8AF033E327FA}"/>
                </a:ext>
              </a:extLst>
            </p:cNvPr>
            <p:cNvSpPr>
              <a:spLocks noGrp="1"/>
            </p:cNvSpPr>
            <p:nvPr/>
          </p:nvSpPr>
          <p:spPr>
            <a:xfrm>
              <a:off x="7892413" y="5720807"/>
              <a:ext cx="95" cy="49207"/>
            </a:xfrm>
            <a:custGeom>
              <a:avLst/>
              <a:gdLst/>
              <a:ahLst/>
              <a:cxnLst/>
              <a:rect l="0" t="0" r="0" b="0"/>
              <a:pathLst>
                <a:path w="95" h="49207">
                  <a:moveTo>
                    <a:pt x="0" y="0"/>
                  </a:moveTo>
                  <a:lnTo>
                    <a:pt x="0" y="49207"/>
                  </a:lnTo>
                </a:path>
              </a:pathLst>
            </a:custGeom>
            <a:noFill/>
            <a:ln w="11247">
              <a:solidFill>
                <a:srgbClr val="0A2540"/>
              </a:solidFill>
              <a:prstDash val="solid"/>
            </a:ln>
          </p:spPr>
        </p:sp>
        <p:sp>
          <p:nvSpPr>
            <p:cNvPr id="36" name="f4-q51-quota · line 11">
              <a:extLst>
                <a:ext uri="{FF2B5EF4-FFF2-40B4-BE49-F238E27FC236}">
                  <a16:creationId xmlns:a16="http://schemas.microsoft.com/office/drawing/2014/main" id="{DF10420C-51E2-4100-913B-5352FEE640A7}"/>
                </a:ext>
              </a:extLst>
            </p:cNvPr>
            <p:cNvSpPr>
              <a:spLocks noGrp="1"/>
            </p:cNvSpPr>
            <p:nvPr/>
          </p:nvSpPr>
          <p:spPr>
            <a:xfrm>
              <a:off x="2444464" y="5263883"/>
              <a:ext cx="49207" cy="95"/>
            </a:xfrm>
            <a:custGeom>
              <a:avLst/>
              <a:gdLst/>
              <a:ahLst/>
              <a:cxnLst/>
              <a:rect l="0" t="0" r="0" b="0"/>
              <a:pathLst>
                <a:path w="49207" h="95">
                  <a:moveTo>
                    <a:pt x="49207" y="0"/>
                  </a:moveTo>
                  <a:lnTo>
                    <a:pt x="0" y="0"/>
                  </a:lnTo>
                </a:path>
              </a:pathLst>
            </a:custGeom>
            <a:noFill/>
            <a:ln w="11247">
              <a:solidFill>
                <a:srgbClr val="0A2540"/>
              </a:solidFill>
              <a:prstDash val="solid"/>
            </a:ln>
          </p:spPr>
        </p:sp>
        <p:sp>
          <p:nvSpPr>
            <p:cNvPr id="37" name="f4-q51-quota · line 12">
              <a:extLst>
                <a:ext uri="{FF2B5EF4-FFF2-40B4-BE49-F238E27FC236}">
                  <a16:creationId xmlns:a16="http://schemas.microsoft.com/office/drawing/2014/main" id="{D9D6FE87-7368-4E1B-88B1-FF78A2E4C578}"/>
                </a:ext>
              </a:extLst>
            </p:cNvPr>
            <p:cNvSpPr>
              <a:spLocks noGrp="1"/>
            </p:cNvSpPr>
            <p:nvPr/>
          </p:nvSpPr>
          <p:spPr>
            <a:xfrm>
              <a:off x="2444464" y="4806958"/>
              <a:ext cx="49207" cy="95"/>
            </a:xfrm>
            <a:custGeom>
              <a:avLst/>
              <a:gdLst/>
              <a:ahLst/>
              <a:cxnLst/>
              <a:rect l="0" t="0" r="0" b="0"/>
              <a:pathLst>
                <a:path w="49207" h="95">
                  <a:moveTo>
                    <a:pt x="49207" y="0"/>
                  </a:moveTo>
                  <a:lnTo>
                    <a:pt x="0" y="0"/>
                  </a:lnTo>
                </a:path>
              </a:pathLst>
            </a:custGeom>
            <a:noFill/>
            <a:ln w="11247">
              <a:solidFill>
                <a:srgbClr val="0A2540"/>
              </a:solidFill>
              <a:prstDash val="solid"/>
            </a:ln>
          </p:spPr>
        </p:sp>
        <p:sp>
          <p:nvSpPr>
            <p:cNvPr id="38" name="f4-q51-quota · line 13">
              <a:extLst>
                <a:ext uri="{FF2B5EF4-FFF2-40B4-BE49-F238E27FC236}">
                  <a16:creationId xmlns:a16="http://schemas.microsoft.com/office/drawing/2014/main" id="{8945B149-1790-4276-B368-CA2F396359CB}"/>
                </a:ext>
              </a:extLst>
            </p:cNvPr>
            <p:cNvSpPr>
              <a:spLocks noGrp="1"/>
            </p:cNvSpPr>
            <p:nvPr/>
          </p:nvSpPr>
          <p:spPr>
            <a:xfrm>
              <a:off x="2444464" y="4350033"/>
              <a:ext cx="49207" cy="95"/>
            </a:xfrm>
            <a:custGeom>
              <a:avLst/>
              <a:gdLst/>
              <a:ahLst/>
              <a:cxnLst/>
              <a:rect l="0" t="0" r="0" b="0"/>
              <a:pathLst>
                <a:path w="49207" h="95">
                  <a:moveTo>
                    <a:pt x="49207" y="0"/>
                  </a:moveTo>
                  <a:lnTo>
                    <a:pt x="0" y="0"/>
                  </a:lnTo>
                </a:path>
              </a:pathLst>
            </a:custGeom>
            <a:noFill/>
            <a:ln w="11247">
              <a:solidFill>
                <a:srgbClr val="0A2540"/>
              </a:solidFill>
              <a:prstDash val="solid"/>
            </a:ln>
          </p:spPr>
        </p:sp>
        <p:sp>
          <p:nvSpPr>
            <p:cNvPr id="39" name="f4-q51-quota · line 14">
              <a:extLst>
                <a:ext uri="{FF2B5EF4-FFF2-40B4-BE49-F238E27FC236}">
                  <a16:creationId xmlns:a16="http://schemas.microsoft.com/office/drawing/2014/main" id="{8D4A2D92-137C-4512-8BDC-C7CDC6261861}"/>
                </a:ext>
              </a:extLst>
            </p:cNvPr>
            <p:cNvSpPr>
              <a:spLocks noGrp="1"/>
            </p:cNvSpPr>
            <p:nvPr/>
          </p:nvSpPr>
          <p:spPr>
            <a:xfrm>
              <a:off x="2444464" y="3893109"/>
              <a:ext cx="49207" cy="95"/>
            </a:xfrm>
            <a:custGeom>
              <a:avLst/>
              <a:gdLst/>
              <a:ahLst/>
              <a:cxnLst/>
              <a:rect l="0" t="0" r="0" b="0"/>
              <a:pathLst>
                <a:path w="49207" h="95">
                  <a:moveTo>
                    <a:pt x="49207" y="0"/>
                  </a:moveTo>
                  <a:lnTo>
                    <a:pt x="0" y="0"/>
                  </a:lnTo>
                </a:path>
              </a:pathLst>
            </a:custGeom>
            <a:noFill/>
            <a:ln w="11247">
              <a:solidFill>
                <a:srgbClr val="0A2540"/>
              </a:solidFill>
              <a:prstDash val="solid"/>
            </a:ln>
          </p:spPr>
        </p:sp>
        <p:sp>
          <p:nvSpPr>
            <p:cNvPr id="40" name="f4-q51-quota · line 15">
              <a:extLst>
                <a:ext uri="{FF2B5EF4-FFF2-40B4-BE49-F238E27FC236}">
                  <a16:creationId xmlns:a16="http://schemas.microsoft.com/office/drawing/2014/main" id="{5D3E18D7-0024-44F8-92A1-BF13F06B94A3}"/>
                </a:ext>
              </a:extLst>
            </p:cNvPr>
            <p:cNvSpPr>
              <a:spLocks noGrp="1"/>
            </p:cNvSpPr>
            <p:nvPr/>
          </p:nvSpPr>
          <p:spPr>
            <a:xfrm>
              <a:off x="2444464" y="3436184"/>
              <a:ext cx="49207" cy="95"/>
            </a:xfrm>
            <a:custGeom>
              <a:avLst/>
              <a:gdLst/>
              <a:ahLst/>
              <a:cxnLst/>
              <a:rect l="0" t="0" r="0" b="0"/>
              <a:pathLst>
                <a:path w="49207" h="95">
                  <a:moveTo>
                    <a:pt x="49207" y="0"/>
                  </a:moveTo>
                  <a:lnTo>
                    <a:pt x="0" y="0"/>
                  </a:lnTo>
                </a:path>
              </a:pathLst>
            </a:custGeom>
            <a:noFill/>
            <a:ln w="11247">
              <a:solidFill>
                <a:srgbClr val="0A2540"/>
              </a:solidFill>
              <a:prstDash val="solid"/>
            </a:ln>
          </p:spPr>
        </p:sp>
        <p:sp>
          <p:nvSpPr>
            <p:cNvPr id="41" name="f4-q51-quota · line 16">
              <a:extLst>
                <a:ext uri="{FF2B5EF4-FFF2-40B4-BE49-F238E27FC236}">
                  <a16:creationId xmlns:a16="http://schemas.microsoft.com/office/drawing/2014/main" id="{2935BC25-73D4-4DFD-82D7-560D861E4800}"/>
                </a:ext>
              </a:extLst>
            </p:cNvPr>
            <p:cNvSpPr>
              <a:spLocks noGrp="1"/>
            </p:cNvSpPr>
            <p:nvPr/>
          </p:nvSpPr>
          <p:spPr>
            <a:xfrm>
              <a:off x="2444464" y="2979259"/>
              <a:ext cx="49207" cy="95"/>
            </a:xfrm>
            <a:custGeom>
              <a:avLst/>
              <a:gdLst/>
              <a:ahLst/>
              <a:cxnLst/>
              <a:rect l="0" t="0" r="0" b="0"/>
              <a:pathLst>
                <a:path w="49207" h="95">
                  <a:moveTo>
                    <a:pt x="49207" y="0"/>
                  </a:moveTo>
                  <a:lnTo>
                    <a:pt x="0" y="0"/>
                  </a:lnTo>
                </a:path>
              </a:pathLst>
            </a:custGeom>
            <a:noFill/>
            <a:ln w="11247">
              <a:solidFill>
                <a:srgbClr val="0A2540"/>
              </a:solidFill>
              <a:prstDash val="solid"/>
            </a:ln>
          </p:spPr>
        </p:sp>
        <p:sp>
          <p:nvSpPr>
            <p:cNvPr id="42" name="f4-q51-quota · line 17">
              <a:extLst>
                <a:ext uri="{FF2B5EF4-FFF2-40B4-BE49-F238E27FC236}">
                  <a16:creationId xmlns:a16="http://schemas.microsoft.com/office/drawing/2014/main" id="{0658030C-C087-4D6F-B5A7-E834B5A2F716}"/>
                </a:ext>
              </a:extLst>
            </p:cNvPr>
            <p:cNvSpPr>
              <a:spLocks noGrp="1"/>
            </p:cNvSpPr>
            <p:nvPr/>
          </p:nvSpPr>
          <p:spPr>
            <a:xfrm>
              <a:off x="2444464" y="2522334"/>
              <a:ext cx="49207" cy="95"/>
            </a:xfrm>
            <a:custGeom>
              <a:avLst/>
              <a:gdLst/>
              <a:ahLst/>
              <a:cxnLst/>
              <a:rect l="0" t="0" r="0" b="0"/>
              <a:pathLst>
                <a:path w="49207" h="95">
                  <a:moveTo>
                    <a:pt x="49207" y="0"/>
                  </a:moveTo>
                  <a:lnTo>
                    <a:pt x="0" y="0"/>
                  </a:lnTo>
                </a:path>
              </a:pathLst>
            </a:custGeom>
            <a:noFill/>
            <a:ln w="11247">
              <a:solidFill>
                <a:srgbClr val="0A2540"/>
              </a:solidFill>
              <a:prstDash val="solid"/>
            </a:ln>
          </p:spPr>
        </p:sp>
        <p:sp>
          <p:nvSpPr>
            <p:cNvPr id="43" name="f4-q51-quota · line 18">
              <a:extLst>
                <a:ext uri="{FF2B5EF4-FFF2-40B4-BE49-F238E27FC236}">
                  <a16:creationId xmlns:a16="http://schemas.microsoft.com/office/drawing/2014/main" id="{B6405F4F-297B-41C0-99D4-614454A82AAD}"/>
                </a:ext>
              </a:extLst>
            </p:cNvPr>
            <p:cNvSpPr>
              <a:spLocks noGrp="1"/>
            </p:cNvSpPr>
            <p:nvPr/>
          </p:nvSpPr>
          <p:spPr>
            <a:xfrm>
              <a:off x="3843357" y="2522334"/>
              <a:ext cx="3509182" cy="2376008"/>
            </a:xfrm>
            <a:custGeom>
              <a:avLst/>
              <a:gdLst/>
              <a:ahLst/>
              <a:cxnLst/>
              <a:rect l="0" t="0" r="0" b="0"/>
              <a:pathLst>
                <a:path w="3509182" h="2376008">
                  <a:moveTo>
                    <a:pt x="0" y="0"/>
                  </a:moveTo>
                  <a:lnTo>
                    <a:pt x="3509182" y="2376008"/>
                  </a:lnTo>
                </a:path>
              </a:pathLst>
            </a:custGeom>
            <a:noFill/>
            <a:ln w="23901">
              <a:solidFill>
                <a:srgbClr val="0A2540"/>
              </a:solidFill>
              <a:prstDash val="solid"/>
            </a:ln>
          </p:spPr>
        </p:sp>
        <p:sp>
          <p:nvSpPr>
            <p:cNvPr id="44" name="f4-q51-quota · line 19">
              <a:extLst>
                <a:ext uri="{FF2B5EF4-FFF2-40B4-BE49-F238E27FC236}">
                  <a16:creationId xmlns:a16="http://schemas.microsoft.com/office/drawing/2014/main" id="{86472527-030B-4420-A9A4-47D7F6965D90}"/>
                </a:ext>
              </a:extLst>
            </p:cNvPr>
            <p:cNvSpPr>
              <a:spLocks noGrp="1"/>
            </p:cNvSpPr>
            <p:nvPr/>
          </p:nvSpPr>
          <p:spPr>
            <a:xfrm>
              <a:off x="2493672" y="2522334"/>
              <a:ext cx="3374213" cy="2284623"/>
            </a:xfrm>
            <a:custGeom>
              <a:avLst/>
              <a:gdLst/>
              <a:ahLst/>
              <a:cxnLst/>
              <a:rect l="0" t="0" r="0" b="0"/>
              <a:pathLst>
                <a:path w="3374213" h="2284623">
                  <a:moveTo>
                    <a:pt x="0" y="2284623"/>
                  </a:moveTo>
                  <a:lnTo>
                    <a:pt x="3374213" y="0"/>
                  </a:lnTo>
                </a:path>
              </a:pathLst>
            </a:custGeom>
            <a:noFill/>
            <a:ln w="23901">
              <a:solidFill>
                <a:srgbClr val="0A2540"/>
              </a:solidFill>
              <a:prstDash val="solid"/>
            </a:ln>
          </p:spPr>
        </p:sp>
        <p:sp>
          <p:nvSpPr>
            <p:cNvPr id="45" name="f4-q51-quota · line 20">
              <a:extLst>
                <a:ext uri="{FF2B5EF4-FFF2-40B4-BE49-F238E27FC236}">
                  <a16:creationId xmlns:a16="http://schemas.microsoft.com/office/drawing/2014/main" id="{C2EDBB56-A950-4A6B-BAA4-8C275F04EC89}"/>
                </a:ext>
              </a:extLst>
            </p:cNvPr>
            <p:cNvSpPr>
              <a:spLocks noGrp="1"/>
            </p:cNvSpPr>
            <p:nvPr/>
          </p:nvSpPr>
          <p:spPr>
            <a:xfrm>
              <a:off x="2493672" y="4350033"/>
              <a:ext cx="5803647" cy="95"/>
            </a:xfrm>
            <a:custGeom>
              <a:avLst/>
              <a:gdLst/>
              <a:ahLst/>
              <a:cxnLst/>
              <a:rect l="0" t="0" r="0" b="0"/>
              <a:pathLst>
                <a:path w="5803647" h="95">
                  <a:moveTo>
                    <a:pt x="0" y="0"/>
                  </a:moveTo>
                  <a:lnTo>
                    <a:pt x="5803647" y="0"/>
                  </a:lnTo>
                </a:path>
              </a:pathLst>
            </a:custGeom>
            <a:noFill/>
            <a:ln w="21089">
              <a:solidFill>
                <a:srgbClr val="0A2540"/>
              </a:solidFill>
              <a:prstDash val="solid"/>
            </a:ln>
          </p:spPr>
        </p:sp>
        <p:sp>
          <p:nvSpPr>
            <p:cNvPr id="46" name="f4-q51-quota · path 21">
              <a:extLst>
                <a:ext uri="{FF2B5EF4-FFF2-40B4-BE49-F238E27FC236}">
                  <a16:creationId xmlns:a16="http://schemas.microsoft.com/office/drawing/2014/main" id="{4C05282F-5C12-4D2C-8D55-88C949EE0F36}"/>
                </a:ext>
              </a:extLst>
            </p:cNvPr>
            <p:cNvSpPr>
              <a:spLocks noGrp="1"/>
            </p:cNvSpPr>
            <p:nvPr/>
          </p:nvSpPr>
          <p:spPr>
            <a:xfrm>
              <a:off x="2493672" y="2522334"/>
              <a:ext cx="4049056" cy="2284623"/>
            </a:xfrm>
            <a:custGeom>
              <a:avLst/>
              <a:gdLst/>
              <a:ahLst/>
              <a:cxnLst/>
              <a:rect l="0" t="0" r="0" b="0"/>
              <a:pathLst>
                <a:path w="4049056" h="2284623">
                  <a:moveTo>
                    <a:pt x="0" y="2284623"/>
                  </a:moveTo>
                  <a:lnTo>
                    <a:pt x="674843" y="1827699"/>
                  </a:lnTo>
                  <a:lnTo>
                    <a:pt x="1349685" y="1827699"/>
                  </a:lnTo>
                  <a:lnTo>
                    <a:pt x="4049056" y="0"/>
                  </a:lnTo>
                </a:path>
              </a:pathLst>
            </a:custGeom>
            <a:noFill/>
            <a:ln w="26713">
              <a:solidFill>
                <a:srgbClr val="D97706"/>
              </a:solidFill>
              <a:prstDash val="solid"/>
            </a:ln>
          </p:spPr>
        </p:sp>
        <p:sp>
          <p:nvSpPr>
            <p:cNvPr id="47" name="f4-q51-quota · polygon 22">
              <a:extLst>
                <a:ext uri="{FF2B5EF4-FFF2-40B4-BE49-F238E27FC236}">
                  <a16:creationId xmlns:a16="http://schemas.microsoft.com/office/drawing/2014/main" id="{081F06A9-9B50-45C7-A29B-80F2DFAF88D8}"/>
                </a:ext>
              </a:extLst>
            </p:cNvPr>
            <p:cNvSpPr>
              <a:spLocks noGrp="1"/>
            </p:cNvSpPr>
            <p:nvPr/>
          </p:nvSpPr>
          <p:spPr>
            <a:xfrm>
              <a:off x="4518199" y="3436184"/>
              <a:ext cx="674843" cy="913849"/>
            </a:xfrm>
            <a:custGeom>
              <a:avLst/>
              <a:gdLst/>
              <a:ahLst/>
              <a:cxnLst/>
              <a:rect l="0" t="0" r="0" b="0"/>
              <a:pathLst>
                <a:path w="674843" h="913849">
                  <a:moveTo>
                    <a:pt x="0" y="913849"/>
                  </a:moveTo>
                  <a:lnTo>
                    <a:pt x="674843" y="913849"/>
                  </a:lnTo>
                  <a:lnTo>
                    <a:pt x="674843" y="0"/>
                  </a:lnTo>
                  <a:lnTo>
                    <a:pt x="0" y="0"/>
                  </a:lnTo>
                  <a:close/>
                </a:path>
              </a:pathLst>
            </a:custGeom>
            <a:solidFill>
              <a:srgbClr val="D97706">
                <a:alpha val="30000"/>
              </a:srgbClr>
            </a:solidFill>
            <a:ln w="14059">
              <a:solidFill>
                <a:srgbClr val="D97706"/>
              </a:solidFill>
              <a:prstDash val="solid"/>
            </a:ln>
          </p:spPr>
        </p:sp>
        <p:sp>
          <p:nvSpPr>
            <p:cNvPr id="48" name="f4-q51-quota · line 23">
              <a:extLst>
                <a:ext uri="{FF2B5EF4-FFF2-40B4-BE49-F238E27FC236}">
                  <a16:creationId xmlns:a16="http://schemas.microsoft.com/office/drawing/2014/main" id="{A70C1E83-AF1C-4365-9A9D-300FA7C86C7C}"/>
                </a:ext>
              </a:extLst>
            </p:cNvPr>
            <p:cNvSpPr>
              <a:spLocks noGrp="1"/>
            </p:cNvSpPr>
            <p:nvPr/>
          </p:nvSpPr>
          <p:spPr>
            <a:xfrm>
              <a:off x="2493672" y="3436184"/>
              <a:ext cx="2699370" cy="95"/>
            </a:xfrm>
            <a:custGeom>
              <a:avLst/>
              <a:gdLst/>
              <a:ahLst/>
              <a:cxnLst/>
              <a:rect l="0" t="0" r="0" b="0"/>
              <a:pathLst>
                <a:path w="2699370" h="95">
                  <a:moveTo>
                    <a:pt x="0" y="0"/>
                  </a:moveTo>
                  <a:lnTo>
                    <a:pt x="2699370" y="0"/>
                  </a:lnTo>
                </a:path>
              </a:pathLst>
            </a:custGeom>
            <a:noFill/>
            <a:ln w="12653">
              <a:solidFill>
                <a:srgbClr val="7B8BA0"/>
              </a:solidFill>
              <a:prstDash val="dash"/>
            </a:ln>
          </p:spPr>
        </p:sp>
        <p:sp>
          <p:nvSpPr>
            <p:cNvPr id="49" name="f4-q51-quota · line 24">
              <a:extLst>
                <a:ext uri="{FF2B5EF4-FFF2-40B4-BE49-F238E27FC236}">
                  <a16:creationId xmlns:a16="http://schemas.microsoft.com/office/drawing/2014/main" id="{1A963A0E-CE85-465E-8FE9-3AEA8C2CFDA8}"/>
                </a:ext>
              </a:extLst>
            </p:cNvPr>
            <p:cNvSpPr>
              <a:spLocks noGrp="1"/>
            </p:cNvSpPr>
            <p:nvPr/>
          </p:nvSpPr>
          <p:spPr>
            <a:xfrm>
              <a:off x="5193042" y="3436184"/>
              <a:ext cx="95" cy="2284623"/>
            </a:xfrm>
            <a:custGeom>
              <a:avLst/>
              <a:gdLst/>
              <a:ahLst/>
              <a:cxnLst/>
              <a:rect l="0" t="0" r="0" b="0"/>
              <a:pathLst>
                <a:path w="95" h="2284623">
                  <a:moveTo>
                    <a:pt x="0" y="2284623"/>
                  </a:moveTo>
                  <a:lnTo>
                    <a:pt x="0" y="0"/>
                  </a:lnTo>
                </a:path>
              </a:pathLst>
            </a:custGeom>
            <a:noFill/>
            <a:ln w="12653">
              <a:solidFill>
                <a:srgbClr val="7B8BA0"/>
              </a:solidFill>
              <a:prstDash val="dash"/>
            </a:ln>
          </p:spPr>
        </p:sp>
        <p:sp>
          <p:nvSpPr>
            <p:cNvPr id="50" name="f4-q51-quota · line 25">
              <a:extLst>
                <a:ext uri="{FF2B5EF4-FFF2-40B4-BE49-F238E27FC236}">
                  <a16:creationId xmlns:a16="http://schemas.microsoft.com/office/drawing/2014/main" id="{8207949F-3785-406F-BBA7-56837CC8BCD0}"/>
                </a:ext>
              </a:extLst>
            </p:cNvPr>
            <p:cNvSpPr>
              <a:spLocks noGrp="1"/>
            </p:cNvSpPr>
            <p:nvPr/>
          </p:nvSpPr>
          <p:spPr>
            <a:xfrm>
              <a:off x="4518199" y="4350033"/>
              <a:ext cx="95" cy="1370774"/>
            </a:xfrm>
            <a:custGeom>
              <a:avLst/>
              <a:gdLst/>
              <a:ahLst/>
              <a:cxnLst/>
              <a:rect l="0" t="0" r="0" b="0"/>
              <a:pathLst>
                <a:path w="95" h="1370774">
                  <a:moveTo>
                    <a:pt x="0" y="1370774"/>
                  </a:moveTo>
                  <a:lnTo>
                    <a:pt x="0" y="0"/>
                  </a:lnTo>
                </a:path>
              </a:pathLst>
            </a:custGeom>
            <a:noFill/>
            <a:ln w="12653">
              <a:solidFill>
                <a:srgbClr val="7B8BA0"/>
              </a:solidFill>
              <a:prstDash val="dash"/>
            </a:ln>
          </p:spPr>
        </p:sp>
        <p:sp>
          <p:nvSpPr>
            <p:cNvPr id="51" name="f4-q51-quota · circle 26">
              <a:extLst>
                <a:ext uri="{FF2B5EF4-FFF2-40B4-BE49-F238E27FC236}">
                  <a16:creationId xmlns:a16="http://schemas.microsoft.com/office/drawing/2014/main" id="{5A479FCA-8527-493C-BAAB-3A64EE382C62}"/>
                </a:ext>
              </a:extLst>
            </p:cNvPr>
            <p:cNvSpPr>
              <a:spLocks noGrp="1"/>
            </p:cNvSpPr>
            <p:nvPr/>
          </p:nvSpPr>
          <p:spPr>
            <a:xfrm>
              <a:off x="5147350" y="3390491"/>
              <a:ext cx="91385" cy="91385"/>
            </a:xfrm>
            <a:custGeom>
              <a:avLst/>
              <a:gdLst/>
              <a:ahLst/>
              <a:cxnLst/>
              <a:rect l="0" t="0" r="0" b="0"/>
              <a:pathLst>
                <a:path w="91385" h="91385">
                  <a:moveTo>
                    <a:pt x="91385" y="45692"/>
                  </a:moveTo>
                  <a:cubicBezTo>
                    <a:pt x="91385" y="70928"/>
                    <a:pt x="70928" y="91385"/>
                    <a:pt x="45692" y="91385"/>
                  </a:cubicBezTo>
                  <a:cubicBezTo>
                    <a:pt x="20457" y="91385"/>
                    <a:pt x="0" y="70928"/>
                    <a:pt x="0" y="45692"/>
                  </a:cubicBezTo>
                  <a:cubicBezTo>
                    <a:pt x="0" y="20457"/>
                    <a:pt x="20457" y="0"/>
                    <a:pt x="45692" y="0"/>
                  </a:cubicBezTo>
                  <a:cubicBezTo>
                    <a:pt x="70928" y="0"/>
                    <a:pt x="91385" y="20457"/>
                    <a:pt x="91385" y="45692"/>
                  </a:cubicBezTo>
                  <a:close/>
                </a:path>
              </a:pathLst>
            </a:custGeom>
            <a:solidFill>
              <a:srgbClr val="0A2540"/>
            </a:solidFill>
            <a:ln w="7030">
              <a:noFill/>
              <a:prstDash val="solid"/>
            </a:ln>
          </p:spPr>
        </p:sp>
        <p:sp>
          <p:nvSpPr>
            <p:cNvPr id="52" name="f4-q51-quota · line 27">
              <a:extLst>
                <a:ext uri="{FF2B5EF4-FFF2-40B4-BE49-F238E27FC236}">
                  <a16:creationId xmlns:a16="http://schemas.microsoft.com/office/drawing/2014/main" id="{70075B81-F022-408D-8BDD-26100050DBB2}"/>
                </a:ext>
              </a:extLst>
            </p:cNvPr>
            <p:cNvSpPr>
              <a:spLocks noGrp="1"/>
            </p:cNvSpPr>
            <p:nvPr/>
          </p:nvSpPr>
          <p:spPr>
            <a:xfrm>
              <a:off x="5260526" y="2942705"/>
              <a:ext cx="877295" cy="475202"/>
            </a:xfrm>
            <a:custGeom>
              <a:avLst/>
              <a:gdLst/>
              <a:ahLst/>
              <a:cxnLst/>
              <a:rect l="0" t="0" r="0" b="0"/>
              <a:pathLst>
                <a:path w="877295" h="475202">
                  <a:moveTo>
                    <a:pt x="877295" y="0"/>
                  </a:moveTo>
                  <a:lnTo>
                    <a:pt x="0" y="475202"/>
                  </a:lnTo>
                </a:path>
              </a:pathLst>
            </a:custGeom>
            <a:noFill/>
            <a:ln w="9841">
              <a:solidFill>
                <a:srgbClr val="D97706"/>
              </a:solidFill>
              <a:prstDash val="dash"/>
            </a:ln>
          </p:spPr>
        </p:sp>
        <p:sp>
          <p:nvSpPr>
            <p:cNvPr id="53" name="f4-q51-quota · line 28">
              <a:extLst>
                <a:ext uri="{FF2B5EF4-FFF2-40B4-BE49-F238E27FC236}">
                  <a16:creationId xmlns:a16="http://schemas.microsoft.com/office/drawing/2014/main" id="{117E43CA-411A-4D8A-B9E3-2AD35EEA3D69}"/>
                </a:ext>
              </a:extLst>
            </p:cNvPr>
            <p:cNvSpPr>
              <a:spLocks noGrp="1"/>
            </p:cNvSpPr>
            <p:nvPr/>
          </p:nvSpPr>
          <p:spPr>
            <a:xfrm>
              <a:off x="3168514" y="4514526"/>
              <a:ext cx="674843" cy="95"/>
            </a:xfrm>
            <a:custGeom>
              <a:avLst/>
              <a:gdLst/>
              <a:ahLst/>
              <a:cxnLst/>
              <a:rect l="0" t="0" r="0" b="0"/>
              <a:pathLst>
                <a:path w="674843" h="95">
                  <a:moveTo>
                    <a:pt x="0" y="0"/>
                  </a:moveTo>
                  <a:lnTo>
                    <a:pt x="674843" y="0"/>
                  </a:lnTo>
                </a:path>
              </a:pathLst>
            </a:custGeom>
            <a:noFill/>
            <a:ln w="21089">
              <a:solidFill>
                <a:srgbClr val="D97706"/>
              </a:solidFill>
              <a:prstDash val="solid"/>
            </a:ln>
          </p:spPr>
        </p:sp>
        <p:sp>
          <p:nvSpPr>
            <p:cNvPr id="54" name="f4-q51-quota arrowhead">
              <a:extLst>
                <a:ext uri="{FF2B5EF4-FFF2-40B4-BE49-F238E27FC236}">
                  <a16:creationId xmlns:a16="http://schemas.microsoft.com/office/drawing/2014/main" id="{D327E55C-4EDF-496E-85CF-FC6BD56F02FA}"/>
                </a:ext>
              </a:extLst>
            </p:cNvPr>
            <p:cNvSpPr>
              <a:spLocks noGrp="1"/>
            </p:cNvSpPr>
            <p:nvPr/>
          </p:nvSpPr>
          <p:spPr>
            <a:xfrm>
              <a:off x="3094703" y="4440715"/>
              <a:ext cx="147622" cy="147622"/>
            </a:xfrm>
            <a:custGeom>
              <a:avLst/>
              <a:gdLst/>
              <a:ahLst/>
              <a:cxnLst/>
              <a:rect l="0" t="0" r="0" b="0"/>
              <a:pathLst>
                <a:path w="147622" h="147622">
                  <a:moveTo>
                    <a:pt x="147622" y="0"/>
                  </a:moveTo>
                  <a:lnTo>
                    <a:pt x="0" y="73811"/>
                  </a:lnTo>
                  <a:lnTo>
                    <a:pt x="147622" y="147622"/>
                  </a:lnTo>
                  <a:close/>
                </a:path>
              </a:pathLst>
            </a:custGeom>
            <a:solidFill>
              <a:srgbClr val="D97706"/>
            </a:solidFill>
            <a:ln w="95">
              <a:noFill/>
              <a:prstDash val="solid"/>
            </a:ln>
          </p:spPr>
        </p:sp>
        <p:sp>
          <p:nvSpPr>
            <p:cNvPr id="55" name="f4-q51-quota arrowhead">
              <a:extLst>
                <a:ext uri="{FF2B5EF4-FFF2-40B4-BE49-F238E27FC236}">
                  <a16:creationId xmlns:a16="http://schemas.microsoft.com/office/drawing/2014/main" id="{C65CF211-AD0D-4186-8D0B-F67B6D367C30}"/>
                </a:ext>
              </a:extLst>
            </p:cNvPr>
            <p:cNvSpPr>
              <a:spLocks noGrp="1"/>
            </p:cNvSpPr>
            <p:nvPr/>
          </p:nvSpPr>
          <p:spPr>
            <a:xfrm>
              <a:off x="3710497" y="4440715"/>
              <a:ext cx="147622" cy="147622"/>
            </a:xfrm>
            <a:custGeom>
              <a:avLst/>
              <a:gdLst/>
              <a:ahLst/>
              <a:cxnLst/>
              <a:rect l="0" t="0" r="0" b="0"/>
              <a:pathLst>
                <a:path w="147622" h="147622">
                  <a:moveTo>
                    <a:pt x="0" y="0"/>
                  </a:moveTo>
                  <a:lnTo>
                    <a:pt x="147622" y="73811"/>
                  </a:lnTo>
                  <a:lnTo>
                    <a:pt x="0" y="147622"/>
                  </a:lnTo>
                  <a:close/>
                </a:path>
              </a:pathLst>
            </a:custGeom>
            <a:solidFill>
              <a:srgbClr val="D97706"/>
            </a:solidFill>
            <a:ln w="95">
              <a:noFill/>
              <a:prstDash val="solid"/>
            </a:ln>
          </p:spPr>
        </p:sp>
        <p:sp>
          <p:nvSpPr>
            <p:cNvPr id="84" name="s11 text 29">
              <a:extLst>
                <a:ext uri="{FF2B5EF4-FFF2-40B4-BE49-F238E27FC236}">
                  <a16:creationId xmlns:a16="http://schemas.microsoft.com/office/drawing/2014/main" id="{5AEA685C-A914-459D-AD36-66FC04C83561}"/>
                </a:ext>
              </a:extLst>
            </p:cNvPr>
            <p:cNvSpPr>
              <a:spLocks noGrp="1"/>
            </p:cNvSpPr>
            <p:nvPr/>
          </p:nvSpPr>
          <p:spPr>
            <a:xfrm>
              <a:off x="2448285" y="5818883"/>
              <a:ext cx="149935" cy="202383"/>
            </a:xfrm>
            <a:prstGeom prst="rect">
              <a:avLst/>
            </a:prstGeom>
            <a:noFill/>
            <a:ln w="0">
              <a:noFill/>
              <a:prstDash val="solid"/>
            </a:ln>
          </p:spPr>
          <p:txBody>
            <a:bodyPr wrap="none" lIns="0" tIns="0" rIns="0" bIns="0" anchor="t">
              <a:noAutofit/>
            </a:bodyPr>
            <a:lstStyle>
              <a:defPPr algn="l">
                <a:defRPr sz="1145" b="0" i="0" kern="0" spc="0">
                  <a:solidFill>
                    <a:srgbClr val="7B8BA0"/>
                  </a:solidFill>
                  <a:latin typeface="Inter"/>
                  <a:ea typeface="Inter"/>
                  <a:cs typeface="Inter"/>
                </a:defRPr>
              </a:defPPr>
              <a:lvl1pPr algn="l">
                <a:defRPr sz="1145" b="0" i="0" kern="0" spc="0">
                  <a:solidFill>
                    <a:srgbClr val="7B8BA0"/>
                  </a:solidFill>
                  <a:latin typeface="Inter"/>
                  <a:ea typeface="Inter"/>
                  <a:cs typeface="Inter"/>
                </a:defRPr>
              </a:lvl1pPr>
              <a:lvl2pPr algn="l">
                <a:defRPr sz="1145" b="0" i="0" kern="0" spc="0">
                  <a:solidFill>
                    <a:srgbClr val="7B8BA0"/>
                  </a:solidFill>
                  <a:latin typeface="Inter"/>
                  <a:ea typeface="Inter"/>
                  <a:cs typeface="Inter"/>
                </a:defRPr>
              </a:lvl2pPr>
              <a:lvl3pPr algn="l">
                <a:defRPr sz="1145" b="0" i="0" kern="0" spc="0">
                  <a:solidFill>
                    <a:srgbClr val="7B8BA0"/>
                  </a:solidFill>
                  <a:latin typeface="Inter"/>
                  <a:ea typeface="Inter"/>
                  <a:cs typeface="Inter"/>
                </a:defRPr>
              </a:lvl3pPr>
              <a:lvl4pPr algn="l">
                <a:defRPr sz="1145" b="0" i="0" kern="0" spc="0">
                  <a:solidFill>
                    <a:srgbClr val="7B8BA0"/>
                  </a:solidFill>
                  <a:latin typeface="Inter"/>
                  <a:ea typeface="Inter"/>
                  <a:cs typeface="Inter"/>
                </a:defRPr>
              </a:lvl4pPr>
              <a:lvl5pPr algn="l">
                <a:defRPr sz="1145" b="0" i="0" kern="0" spc="0">
                  <a:solidFill>
                    <a:srgbClr val="7B8BA0"/>
                  </a:solidFill>
                  <a:latin typeface="Inter"/>
                  <a:ea typeface="Inter"/>
                  <a:cs typeface="Inter"/>
                </a:defRPr>
              </a:lvl5pPr>
              <a:lvl6pPr algn="l">
                <a:defRPr sz="1145" b="0" i="0" kern="0" spc="0">
                  <a:solidFill>
                    <a:srgbClr val="7B8BA0"/>
                  </a:solidFill>
                  <a:latin typeface="Inter"/>
                  <a:ea typeface="Inter"/>
                  <a:cs typeface="Inter"/>
                </a:defRPr>
              </a:lvl6pPr>
              <a:lvl7pPr algn="l">
                <a:defRPr sz="1145" b="0" i="0" kern="0" spc="0">
                  <a:solidFill>
                    <a:srgbClr val="7B8BA0"/>
                  </a:solidFill>
                  <a:latin typeface="Inter"/>
                  <a:ea typeface="Inter"/>
                  <a:cs typeface="Inter"/>
                </a:defRPr>
              </a:lvl7pPr>
              <a:lvl8pPr algn="l">
                <a:defRPr sz="1145" b="0" i="0" kern="0" spc="0">
                  <a:solidFill>
                    <a:srgbClr val="7B8BA0"/>
                  </a:solidFill>
                  <a:latin typeface="Inter"/>
                  <a:ea typeface="Inter"/>
                  <a:cs typeface="Inter"/>
                </a:defRPr>
              </a:lvl8pPr>
              <a:lvl9pPr algn="l">
                <a:defRPr sz="1145" b="0" i="0" kern="0" spc="0">
                  <a:solidFill>
                    <a:srgbClr val="7B8BA0"/>
                  </a:solidFill>
                  <a:latin typeface="Inter"/>
                  <a:ea typeface="Inter"/>
                  <a:cs typeface="Inter"/>
                </a:defRPr>
              </a:lvl9pPr>
            </a:lstStyle>
            <a:p>
              <a:pPr algn="l">
                <a:lnSpc>
                  <a:spcPct val="100000"/>
                </a:lnSpc>
                <a:buNone/>
                <a:defRPr sz="1145" b="0" i="0" kern="0" spc="0">
                  <a:solidFill>
                    <a:srgbClr val="7B8BA0"/>
                  </a:solidFill>
                  <a:latin typeface="Inter"/>
                  <a:ea typeface="Inter"/>
                  <a:cs typeface="Inter"/>
                </a:defRPr>
              </a:pPr>
              <a:r>
                <a:rPr sz="1145" b="0" i="0" kern="0" spc="0">
                  <a:solidFill>
                    <a:srgbClr val="7B8BA0"/>
                  </a:solidFill>
                  <a:latin typeface="Inter"/>
                  <a:ea typeface="Inter"/>
                  <a:cs typeface="Inter"/>
                </a:rPr>
                <a:t>0</a:t>
              </a:r>
            </a:p>
          </p:txBody>
        </p:sp>
        <p:sp>
          <p:nvSpPr>
            <p:cNvPr id="85" name="s11 text 30">
              <a:extLst>
                <a:ext uri="{FF2B5EF4-FFF2-40B4-BE49-F238E27FC236}">
                  <a16:creationId xmlns:a16="http://schemas.microsoft.com/office/drawing/2014/main" id="{B1F5B263-7A28-491C-850B-5EE797E4CDDB}"/>
                </a:ext>
              </a:extLst>
            </p:cNvPr>
            <p:cNvSpPr>
              <a:spLocks noGrp="1"/>
            </p:cNvSpPr>
            <p:nvPr/>
          </p:nvSpPr>
          <p:spPr>
            <a:xfrm>
              <a:off x="3079279" y="5818883"/>
              <a:ext cx="238677" cy="202383"/>
            </a:xfrm>
            <a:prstGeom prst="rect">
              <a:avLst/>
            </a:prstGeom>
            <a:noFill/>
            <a:ln w="0">
              <a:noFill/>
              <a:prstDash val="solid"/>
            </a:ln>
          </p:spPr>
          <p:txBody>
            <a:bodyPr wrap="none" lIns="0" tIns="0" rIns="0" bIns="0" anchor="t">
              <a:noAutofit/>
            </a:bodyPr>
            <a:lstStyle>
              <a:defPPr algn="l">
                <a:defRPr sz="1145" b="0" i="0" kern="0" spc="-9">
                  <a:solidFill>
                    <a:srgbClr val="7B8BA0"/>
                  </a:solidFill>
                  <a:latin typeface="Inter"/>
                  <a:ea typeface="Inter"/>
                  <a:cs typeface="Inter"/>
                </a:defRPr>
              </a:defPPr>
              <a:lvl1pPr algn="l">
                <a:defRPr sz="1145" b="0" i="0" kern="0" spc="-9">
                  <a:solidFill>
                    <a:srgbClr val="7B8BA0"/>
                  </a:solidFill>
                  <a:latin typeface="Inter"/>
                  <a:ea typeface="Inter"/>
                  <a:cs typeface="Inter"/>
                </a:defRPr>
              </a:lvl1pPr>
              <a:lvl2pPr algn="l">
                <a:defRPr sz="1145" b="0" i="0" kern="0" spc="-9">
                  <a:solidFill>
                    <a:srgbClr val="7B8BA0"/>
                  </a:solidFill>
                  <a:latin typeface="Inter"/>
                  <a:ea typeface="Inter"/>
                  <a:cs typeface="Inter"/>
                </a:defRPr>
              </a:lvl2pPr>
              <a:lvl3pPr algn="l">
                <a:defRPr sz="1145" b="0" i="0" kern="0" spc="-9">
                  <a:solidFill>
                    <a:srgbClr val="7B8BA0"/>
                  </a:solidFill>
                  <a:latin typeface="Inter"/>
                  <a:ea typeface="Inter"/>
                  <a:cs typeface="Inter"/>
                </a:defRPr>
              </a:lvl3pPr>
              <a:lvl4pPr algn="l">
                <a:defRPr sz="1145" b="0" i="0" kern="0" spc="-9">
                  <a:solidFill>
                    <a:srgbClr val="7B8BA0"/>
                  </a:solidFill>
                  <a:latin typeface="Inter"/>
                  <a:ea typeface="Inter"/>
                  <a:cs typeface="Inter"/>
                </a:defRPr>
              </a:lvl4pPr>
              <a:lvl5pPr algn="l">
                <a:defRPr sz="1145" b="0" i="0" kern="0" spc="-9">
                  <a:solidFill>
                    <a:srgbClr val="7B8BA0"/>
                  </a:solidFill>
                  <a:latin typeface="Inter"/>
                  <a:ea typeface="Inter"/>
                  <a:cs typeface="Inter"/>
                </a:defRPr>
              </a:lvl5pPr>
              <a:lvl6pPr algn="l">
                <a:defRPr sz="1145" b="0" i="0" kern="0" spc="-9">
                  <a:solidFill>
                    <a:srgbClr val="7B8BA0"/>
                  </a:solidFill>
                  <a:latin typeface="Inter"/>
                  <a:ea typeface="Inter"/>
                  <a:cs typeface="Inter"/>
                </a:defRPr>
              </a:lvl6pPr>
              <a:lvl7pPr algn="l">
                <a:defRPr sz="1145" b="0" i="0" kern="0" spc="-9">
                  <a:solidFill>
                    <a:srgbClr val="7B8BA0"/>
                  </a:solidFill>
                  <a:latin typeface="Inter"/>
                  <a:ea typeface="Inter"/>
                  <a:cs typeface="Inter"/>
                </a:defRPr>
              </a:lvl7pPr>
              <a:lvl8pPr algn="l">
                <a:defRPr sz="1145" b="0" i="0" kern="0" spc="-9">
                  <a:solidFill>
                    <a:srgbClr val="7B8BA0"/>
                  </a:solidFill>
                  <a:latin typeface="Inter"/>
                  <a:ea typeface="Inter"/>
                  <a:cs typeface="Inter"/>
                </a:defRPr>
              </a:lvl8pPr>
              <a:lvl9pPr algn="l">
                <a:defRPr sz="1145" b="0" i="0" kern="0" spc="-9">
                  <a:solidFill>
                    <a:srgbClr val="7B8BA0"/>
                  </a:solidFill>
                  <a:latin typeface="Inter"/>
                  <a:ea typeface="Inter"/>
                  <a:cs typeface="Inter"/>
                </a:defRPr>
              </a:lvl9pPr>
            </a:lstStyle>
            <a:p>
              <a:pPr algn="l">
                <a:lnSpc>
                  <a:spcPct val="100000"/>
                </a:lnSpc>
                <a:buNone/>
                <a:defRPr sz="1145" b="0" i="0" kern="0" spc="-9">
                  <a:solidFill>
                    <a:srgbClr val="7B8BA0"/>
                  </a:solidFill>
                  <a:latin typeface="Inter"/>
                  <a:ea typeface="Inter"/>
                  <a:cs typeface="Inter"/>
                </a:defRPr>
              </a:pPr>
              <a:r>
                <a:rPr sz="1145" b="0" i="0" kern="0" spc="-9">
                  <a:solidFill>
                    <a:srgbClr val="7B8BA0"/>
                  </a:solidFill>
                  <a:latin typeface="Inter"/>
                  <a:ea typeface="Inter"/>
                  <a:cs typeface="Inter"/>
                </a:rPr>
                <a:t>20</a:t>
              </a:r>
            </a:p>
          </p:txBody>
        </p:sp>
        <p:sp>
          <p:nvSpPr>
            <p:cNvPr id="86" name="s11 text 31">
              <a:extLst>
                <a:ext uri="{FF2B5EF4-FFF2-40B4-BE49-F238E27FC236}">
                  <a16:creationId xmlns:a16="http://schemas.microsoft.com/office/drawing/2014/main" id="{94E797FB-DBCB-4F26-A86C-2A0CFAECE745}"/>
                </a:ext>
              </a:extLst>
            </p:cNvPr>
            <p:cNvSpPr>
              <a:spLocks noGrp="1"/>
            </p:cNvSpPr>
            <p:nvPr/>
          </p:nvSpPr>
          <p:spPr>
            <a:xfrm>
              <a:off x="3751573" y="5818883"/>
              <a:ext cx="243916" cy="202383"/>
            </a:xfrm>
            <a:prstGeom prst="rect">
              <a:avLst/>
            </a:prstGeom>
            <a:noFill/>
            <a:ln w="0">
              <a:noFill/>
              <a:prstDash val="solid"/>
            </a:ln>
          </p:spPr>
          <p:txBody>
            <a:bodyPr wrap="none" lIns="0" tIns="0" rIns="0" bIns="0" anchor="t">
              <a:noAutofit/>
            </a:bodyPr>
            <a:lstStyle>
              <a:defPPr algn="l">
                <a:defRPr sz="1145" b="0" i="0" kern="0" spc="-9">
                  <a:solidFill>
                    <a:srgbClr val="7B8BA0"/>
                  </a:solidFill>
                  <a:latin typeface="Inter"/>
                  <a:ea typeface="Inter"/>
                  <a:cs typeface="Inter"/>
                </a:defRPr>
              </a:defPPr>
              <a:lvl1pPr algn="l">
                <a:defRPr sz="1145" b="0" i="0" kern="0" spc="-9">
                  <a:solidFill>
                    <a:srgbClr val="7B8BA0"/>
                  </a:solidFill>
                  <a:latin typeface="Inter"/>
                  <a:ea typeface="Inter"/>
                  <a:cs typeface="Inter"/>
                </a:defRPr>
              </a:lvl1pPr>
              <a:lvl2pPr algn="l">
                <a:defRPr sz="1145" b="0" i="0" kern="0" spc="-9">
                  <a:solidFill>
                    <a:srgbClr val="7B8BA0"/>
                  </a:solidFill>
                  <a:latin typeface="Inter"/>
                  <a:ea typeface="Inter"/>
                  <a:cs typeface="Inter"/>
                </a:defRPr>
              </a:lvl2pPr>
              <a:lvl3pPr algn="l">
                <a:defRPr sz="1145" b="0" i="0" kern="0" spc="-9">
                  <a:solidFill>
                    <a:srgbClr val="7B8BA0"/>
                  </a:solidFill>
                  <a:latin typeface="Inter"/>
                  <a:ea typeface="Inter"/>
                  <a:cs typeface="Inter"/>
                </a:defRPr>
              </a:lvl3pPr>
              <a:lvl4pPr algn="l">
                <a:defRPr sz="1145" b="0" i="0" kern="0" spc="-9">
                  <a:solidFill>
                    <a:srgbClr val="7B8BA0"/>
                  </a:solidFill>
                  <a:latin typeface="Inter"/>
                  <a:ea typeface="Inter"/>
                  <a:cs typeface="Inter"/>
                </a:defRPr>
              </a:lvl4pPr>
              <a:lvl5pPr algn="l">
                <a:defRPr sz="1145" b="0" i="0" kern="0" spc="-9">
                  <a:solidFill>
                    <a:srgbClr val="7B8BA0"/>
                  </a:solidFill>
                  <a:latin typeface="Inter"/>
                  <a:ea typeface="Inter"/>
                  <a:cs typeface="Inter"/>
                </a:defRPr>
              </a:lvl5pPr>
              <a:lvl6pPr algn="l">
                <a:defRPr sz="1145" b="0" i="0" kern="0" spc="-9">
                  <a:solidFill>
                    <a:srgbClr val="7B8BA0"/>
                  </a:solidFill>
                  <a:latin typeface="Inter"/>
                  <a:ea typeface="Inter"/>
                  <a:cs typeface="Inter"/>
                </a:defRPr>
              </a:lvl6pPr>
              <a:lvl7pPr algn="l">
                <a:defRPr sz="1145" b="0" i="0" kern="0" spc="-9">
                  <a:solidFill>
                    <a:srgbClr val="7B8BA0"/>
                  </a:solidFill>
                  <a:latin typeface="Inter"/>
                  <a:ea typeface="Inter"/>
                  <a:cs typeface="Inter"/>
                </a:defRPr>
              </a:lvl7pPr>
              <a:lvl8pPr algn="l">
                <a:defRPr sz="1145" b="0" i="0" kern="0" spc="-9">
                  <a:solidFill>
                    <a:srgbClr val="7B8BA0"/>
                  </a:solidFill>
                  <a:latin typeface="Inter"/>
                  <a:ea typeface="Inter"/>
                  <a:cs typeface="Inter"/>
                </a:defRPr>
              </a:lvl8pPr>
              <a:lvl9pPr algn="l">
                <a:defRPr sz="1145" b="0" i="0" kern="0" spc="-9">
                  <a:solidFill>
                    <a:srgbClr val="7B8BA0"/>
                  </a:solidFill>
                  <a:latin typeface="Inter"/>
                  <a:ea typeface="Inter"/>
                  <a:cs typeface="Inter"/>
                </a:defRPr>
              </a:lvl9pPr>
            </a:lstStyle>
            <a:p>
              <a:pPr algn="l">
                <a:lnSpc>
                  <a:spcPct val="100000"/>
                </a:lnSpc>
                <a:buNone/>
                <a:defRPr sz="1145" b="0" i="0" kern="0" spc="-9">
                  <a:solidFill>
                    <a:srgbClr val="7B8BA0"/>
                  </a:solidFill>
                  <a:latin typeface="Inter"/>
                  <a:ea typeface="Inter"/>
                  <a:cs typeface="Inter"/>
                </a:defRPr>
              </a:pPr>
              <a:r>
                <a:rPr sz="1145" b="0" i="0" kern="0" spc="-9">
                  <a:solidFill>
                    <a:srgbClr val="7B8BA0"/>
                  </a:solidFill>
                  <a:latin typeface="Inter"/>
                  <a:ea typeface="Inter"/>
                  <a:cs typeface="Inter"/>
                </a:rPr>
                <a:t>40</a:t>
              </a:r>
            </a:p>
          </p:txBody>
        </p:sp>
        <p:sp>
          <p:nvSpPr>
            <p:cNvPr id="87" name="s11 text 32">
              <a:extLst>
                <a:ext uri="{FF2B5EF4-FFF2-40B4-BE49-F238E27FC236}">
                  <a16:creationId xmlns:a16="http://schemas.microsoft.com/office/drawing/2014/main" id="{834229E6-0340-4DB6-990D-B6E3B60243EB}"/>
                </a:ext>
              </a:extLst>
            </p:cNvPr>
            <p:cNvSpPr>
              <a:spLocks noGrp="1"/>
            </p:cNvSpPr>
            <p:nvPr/>
          </p:nvSpPr>
          <p:spPr>
            <a:xfrm>
              <a:off x="4428331" y="5818883"/>
              <a:ext cx="240106" cy="202383"/>
            </a:xfrm>
            <a:prstGeom prst="rect">
              <a:avLst/>
            </a:prstGeom>
            <a:noFill/>
            <a:ln w="0">
              <a:noFill/>
              <a:prstDash val="solid"/>
            </a:ln>
          </p:spPr>
          <p:txBody>
            <a:bodyPr wrap="none" lIns="0" tIns="0" rIns="0" bIns="0" anchor="t">
              <a:noAutofit/>
            </a:bodyPr>
            <a:lstStyle>
              <a:defPPr algn="l">
                <a:defRPr sz="1145" b="0" i="0" kern="0" spc="-9">
                  <a:solidFill>
                    <a:srgbClr val="7B8BA0"/>
                  </a:solidFill>
                  <a:latin typeface="Inter"/>
                  <a:ea typeface="Inter"/>
                  <a:cs typeface="Inter"/>
                </a:defRPr>
              </a:defPPr>
              <a:lvl1pPr algn="l">
                <a:defRPr sz="1145" b="0" i="0" kern="0" spc="-9">
                  <a:solidFill>
                    <a:srgbClr val="7B8BA0"/>
                  </a:solidFill>
                  <a:latin typeface="Inter"/>
                  <a:ea typeface="Inter"/>
                  <a:cs typeface="Inter"/>
                </a:defRPr>
              </a:lvl1pPr>
              <a:lvl2pPr algn="l">
                <a:defRPr sz="1145" b="0" i="0" kern="0" spc="-9">
                  <a:solidFill>
                    <a:srgbClr val="7B8BA0"/>
                  </a:solidFill>
                  <a:latin typeface="Inter"/>
                  <a:ea typeface="Inter"/>
                  <a:cs typeface="Inter"/>
                </a:defRPr>
              </a:lvl2pPr>
              <a:lvl3pPr algn="l">
                <a:defRPr sz="1145" b="0" i="0" kern="0" spc="-9">
                  <a:solidFill>
                    <a:srgbClr val="7B8BA0"/>
                  </a:solidFill>
                  <a:latin typeface="Inter"/>
                  <a:ea typeface="Inter"/>
                  <a:cs typeface="Inter"/>
                </a:defRPr>
              </a:lvl3pPr>
              <a:lvl4pPr algn="l">
                <a:defRPr sz="1145" b="0" i="0" kern="0" spc="-9">
                  <a:solidFill>
                    <a:srgbClr val="7B8BA0"/>
                  </a:solidFill>
                  <a:latin typeface="Inter"/>
                  <a:ea typeface="Inter"/>
                  <a:cs typeface="Inter"/>
                </a:defRPr>
              </a:lvl4pPr>
              <a:lvl5pPr algn="l">
                <a:defRPr sz="1145" b="0" i="0" kern="0" spc="-9">
                  <a:solidFill>
                    <a:srgbClr val="7B8BA0"/>
                  </a:solidFill>
                  <a:latin typeface="Inter"/>
                  <a:ea typeface="Inter"/>
                  <a:cs typeface="Inter"/>
                </a:defRPr>
              </a:lvl5pPr>
              <a:lvl6pPr algn="l">
                <a:defRPr sz="1145" b="0" i="0" kern="0" spc="-9">
                  <a:solidFill>
                    <a:srgbClr val="7B8BA0"/>
                  </a:solidFill>
                  <a:latin typeface="Inter"/>
                  <a:ea typeface="Inter"/>
                  <a:cs typeface="Inter"/>
                </a:defRPr>
              </a:lvl6pPr>
              <a:lvl7pPr algn="l">
                <a:defRPr sz="1145" b="0" i="0" kern="0" spc="-9">
                  <a:solidFill>
                    <a:srgbClr val="7B8BA0"/>
                  </a:solidFill>
                  <a:latin typeface="Inter"/>
                  <a:ea typeface="Inter"/>
                  <a:cs typeface="Inter"/>
                </a:defRPr>
              </a:lvl7pPr>
              <a:lvl8pPr algn="l">
                <a:defRPr sz="1145" b="0" i="0" kern="0" spc="-9">
                  <a:solidFill>
                    <a:srgbClr val="7B8BA0"/>
                  </a:solidFill>
                  <a:latin typeface="Inter"/>
                  <a:ea typeface="Inter"/>
                  <a:cs typeface="Inter"/>
                </a:defRPr>
              </a:lvl8pPr>
              <a:lvl9pPr algn="l">
                <a:defRPr sz="1145" b="0" i="0" kern="0" spc="-9">
                  <a:solidFill>
                    <a:srgbClr val="7B8BA0"/>
                  </a:solidFill>
                  <a:latin typeface="Inter"/>
                  <a:ea typeface="Inter"/>
                  <a:cs typeface="Inter"/>
                </a:defRPr>
              </a:lvl9pPr>
            </a:lstStyle>
            <a:p>
              <a:pPr algn="l">
                <a:lnSpc>
                  <a:spcPct val="100000"/>
                </a:lnSpc>
                <a:buNone/>
                <a:defRPr sz="1145" b="0" i="0" kern="0" spc="-9">
                  <a:solidFill>
                    <a:srgbClr val="7B8BA0"/>
                  </a:solidFill>
                  <a:latin typeface="Inter"/>
                  <a:ea typeface="Inter"/>
                  <a:cs typeface="Inter"/>
                </a:defRPr>
              </a:pPr>
              <a:r>
                <a:rPr sz="1145" b="0" i="0" kern="0" spc="-9">
                  <a:solidFill>
                    <a:srgbClr val="7B8BA0"/>
                  </a:solidFill>
                  <a:latin typeface="Inter"/>
                  <a:ea typeface="Inter"/>
                  <a:cs typeface="Inter"/>
                </a:rPr>
                <a:t>60</a:t>
              </a:r>
            </a:p>
          </p:txBody>
        </p:sp>
        <p:sp>
          <p:nvSpPr>
            <p:cNvPr id="88" name="s11 text 33">
              <a:extLst>
                <a:ext uri="{FF2B5EF4-FFF2-40B4-BE49-F238E27FC236}">
                  <a16:creationId xmlns:a16="http://schemas.microsoft.com/office/drawing/2014/main" id="{881A128C-24BD-4877-B1AE-218EA5799666}"/>
                </a:ext>
              </a:extLst>
            </p:cNvPr>
            <p:cNvSpPr>
              <a:spLocks noGrp="1"/>
            </p:cNvSpPr>
            <p:nvPr/>
          </p:nvSpPr>
          <p:spPr>
            <a:xfrm>
              <a:off x="5103192" y="5818883"/>
              <a:ext cx="239916" cy="202383"/>
            </a:xfrm>
            <a:prstGeom prst="rect">
              <a:avLst/>
            </a:prstGeom>
            <a:noFill/>
            <a:ln w="0">
              <a:noFill/>
              <a:prstDash val="solid"/>
            </a:ln>
          </p:spPr>
          <p:txBody>
            <a:bodyPr wrap="none" lIns="0" tIns="0" rIns="0" bIns="0" anchor="t">
              <a:noAutofit/>
            </a:bodyPr>
            <a:lstStyle>
              <a:defPPr algn="l">
                <a:defRPr sz="1145" b="0" i="0" kern="0" spc="-9">
                  <a:solidFill>
                    <a:srgbClr val="7B8BA0"/>
                  </a:solidFill>
                  <a:latin typeface="Inter"/>
                  <a:ea typeface="Inter"/>
                  <a:cs typeface="Inter"/>
                </a:defRPr>
              </a:defPPr>
              <a:lvl1pPr algn="l">
                <a:defRPr sz="1145" b="0" i="0" kern="0" spc="-9">
                  <a:solidFill>
                    <a:srgbClr val="7B8BA0"/>
                  </a:solidFill>
                  <a:latin typeface="Inter"/>
                  <a:ea typeface="Inter"/>
                  <a:cs typeface="Inter"/>
                </a:defRPr>
              </a:lvl1pPr>
              <a:lvl2pPr algn="l">
                <a:defRPr sz="1145" b="0" i="0" kern="0" spc="-9">
                  <a:solidFill>
                    <a:srgbClr val="7B8BA0"/>
                  </a:solidFill>
                  <a:latin typeface="Inter"/>
                  <a:ea typeface="Inter"/>
                  <a:cs typeface="Inter"/>
                </a:defRPr>
              </a:lvl2pPr>
              <a:lvl3pPr algn="l">
                <a:defRPr sz="1145" b="0" i="0" kern="0" spc="-9">
                  <a:solidFill>
                    <a:srgbClr val="7B8BA0"/>
                  </a:solidFill>
                  <a:latin typeface="Inter"/>
                  <a:ea typeface="Inter"/>
                  <a:cs typeface="Inter"/>
                </a:defRPr>
              </a:lvl3pPr>
              <a:lvl4pPr algn="l">
                <a:defRPr sz="1145" b="0" i="0" kern="0" spc="-9">
                  <a:solidFill>
                    <a:srgbClr val="7B8BA0"/>
                  </a:solidFill>
                  <a:latin typeface="Inter"/>
                  <a:ea typeface="Inter"/>
                  <a:cs typeface="Inter"/>
                </a:defRPr>
              </a:lvl4pPr>
              <a:lvl5pPr algn="l">
                <a:defRPr sz="1145" b="0" i="0" kern="0" spc="-9">
                  <a:solidFill>
                    <a:srgbClr val="7B8BA0"/>
                  </a:solidFill>
                  <a:latin typeface="Inter"/>
                  <a:ea typeface="Inter"/>
                  <a:cs typeface="Inter"/>
                </a:defRPr>
              </a:lvl5pPr>
              <a:lvl6pPr algn="l">
                <a:defRPr sz="1145" b="0" i="0" kern="0" spc="-9">
                  <a:solidFill>
                    <a:srgbClr val="7B8BA0"/>
                  </a:solidFill>
                  <a:latin typeface="Inter"/>
                  <a:ea typeface="Inter"/>
                  <a:cs typeface="Inter"/>
                </a:defRPr>
              </a:lvl6pPr>
              <a:lvl7pPr algn="l">
                <a:defRPr sz="1145" b="0" i="0" kern="0" spc="-9">
                  <a:solidFill>
                    <a:srgbClr val="7B8BA0"/>
                  </a:solidFill>
                  <a:latin typeface="Inter"/>
                  <a:ea typeface="Inter"/>
                  <a:cs typeface="Inter"/>
                </a:defRPr>
              </a:lvl7pPr>
              <a:lvl8pPr algn="l">
                <a:defRPr sz="1145" b="0" i="0" kern="0" spc="-9">
                  <a:solidFill>
                    <a:srgbClr val="7B8BA0"/>
                  </a:solidFill>
                  <a:latin typeface="Inter"/>
                  <a:ea typeface="Inter"/>
                  <a:cs typeface="Inter"/>
                </a:defRPr>
              </a:lvl8pPr>
              <a:lvl9pPr algn="l">
                <a:defRPr sz="1145" b="0" i="0" kern="0" spc="-9">
                  <a:solidFill>
                    <a:srgbClr val="7B8BA0"/>
                  </a:solidFill>
                  <a:latin typeface="Inter"/>
                  <a:ea typeface="Inter"/>
                  <a:cs typeface="Inter"/>
                </a:defRPr>
              </a:lvl9pPr>
            </a:lstStyle>
            <a:p>
              <a:pPr algn="l">
                <a:lnSpc>
                  <a:spcPct val="100000"/>
                </a:lnSpc>
                <a:buNone/>
                <a:defRPr sz="1145" b="0" i="0" kern="0" spc="-9">
                  <a:solidFill>
                    <a:srgbClr val="7B8BA0"/>
                  </a:solidFill>
                  <a:latin typeface="Inter"/>
                  <a:ea typeface="Inter"/>
                  <a:cs typeface="Inter"/>
                </a:defRPr>
              </a:pPr>
              <a:r>
                <a:rPr sz="1145" b="0" i="0" kern="0" spc="-9">
                  <a:solidFill>
                    <a:srgbClr val="7B8BA0"/>
                  </a:solidFill>
                  <a:latin typeface="Inter"/>
                  <a:ea typeface="Inter"/>
                  <a:cs typeface="Inter"/>
                </a:rPr>
                <a:t>80</a:t>
              </a:r>
            </a:p>
          </p:txBody>
        </p:sp>
        <p:sp>
          <p:nvSpPr>
            <p:cNvPr id="89" name="s11 text 34">
              <a:extLst>
                <a:ext uri="{FF2B5EF4-FFF2-40B4-BE49-F238E27FC236}">
                  <a16:creationId xmlns:a16="http://schemas.microsoft.com/office/drawing/2014/main" id="{BDB153D1-4577-4358-A519-4864B0D59B9F}"/>
                </a:ext>
              </a:extLst>
            </p:cNvPr>
            <p:cNvSpPr>
              <a:spLocks noGrp="1"/>
            </p:cNvSpPr>
            <p:nvPr/>
          </p:nvSpPr>
          <p:spPr>
            <a:xfrm>
              <a:off x="5748139" y="5818883"/>
              <a:ext cx="300876" cy="202383"/>
            </a:xfrm>
            <a:prstGeom prst="rect">
              <a:avLst/>
            </a:prstGeom>
            <a:noFill/>
            <a:ln w="0">
              <a:noFill/>
              <a:prstDash val="solid"/>
            </a:ln>
          </p:spPr>
          <p:txBody>
            <a:bodyPr wrap="none" lIns="0" tIns="0" rIns="0" bIns="0" anchor="t">
              <a:noAutofit/>
            </a:bodyPr>
            <a:lstStyle>
              <a:defPPr algn="l">
                <a:defRPr sz="1145" b="0" i="0" kern="0" spc="-9">
                  <a:solidFill>
                    <a:srgbClr val="7B8BA0"/>
                  </a:solidFill>
                  <a:latin typeface="Inter"/>
                  <a:ea typeface="Inter"/>
                  <a:cs typeface="Inter"/>
                </a:defRPr>
              </a:defPPr>
              <a:lvl1pPr algn="l">
                <a:defRPr sz="1145" b="0" i="0" kern="0" spc="-9">
                  <a:solidFill>
                    <a:srgbClr val="7B8BA0"/>
                  </a:solidFill>
                  <a:latin typeface="Inter"/>
                  <a:ea typeface="Inter"/>
                  <a:cs typeface="Inter"/>
                </a:defRPr>
              </a:lvl1pPr>
              <a:lvl2pPr algn="l">
                <a:defRPr sz="1145" b="0" i="0" kern="0" spc="-9">
                  <a:solidFill>
                    <a:srgbClr val="7B8BA0"/>
                  </a:solidFill>
                  <a:latin typeface="Inter"/>
                  <a:ea typeface="Inter"/>
                  <a:cs typeface="Inter"/>
                </a:defRPr>
              </a:lvl2pPr>
              <a:lvl3pPr algn="l">
                <a:defRPr sz="1145" b="0" i="0" kern="0" spc="-9">
                  <a:solidFill>
                    <a:srgbClr val="7B8BA0"/>
                  </a:solidFill>
                  <a:latin typeface="Inter"/>
                  <a:ea typeface="Inter"/>
                  <a:cs typeface="Inter"/>
                </a:defRPr>
              </a:lvl3pPr>
              <a:lvl4pPr algn="l">
                <a:defRPr sz="1145" b="0" i="0" kern="0" spc="-9">
                  <a:solidFill>
                    <a:srgbClr val="7B8BA0"/>
                  </a:solidFill>
                  <a:latin typeface="Inter"/>
                  <a:ea typeface="Inter"/>
                  <a:cs typeface="Inter"/>
                </a:defRPr>
              </a:lvl4pPr>
              <a:lvl5pPr algn="l">
                <a:defRPr sz="1145" b="0" i="0" kern="0" spc="-9">
                  <a:solidFill>
                    <a:srgbClr val="7B8BA0"/>
                  </a:solidFill>
                  <a:latin typeface="Inter"/>
                  <a:ea typeface="Inter"/>
                  <a:cs typeface="Inter"/>
                </a:defRPr>
              </a:lvl5pPr>
              <a:lvl6pPr algn="l">
                <a:defRPr sz="1145" b="0" i="0" kern="0" spc="-9">
                  <a:solidFill>
                    <a:srgbClr val="7B8BA0"/>
                  </a:solidFill>
                  <a:latin typeface="Inter"/>
                  <a:ea typeface="Inter"/>
                  <a:cs typeface="Inter"/>
                </a:defRPr>
              </a:lvl6pPr>
              <a:lvl7pPr algn="l">
                <a:defRPr sz="1145" b="0" i="0" kern="0" spc="-9">
                  <a:solidFill>
                    <a:srgbClr val="7B8BA0"/>
                  </a:solidFill>
                  <a:latin typeface="Inter"/>
                  <a:ea typeface="Inter"/>
                  <a:cs typeface="Inter"/>
                </a:defRPr>
              </a:lvl7pPr>
              <a:lvl8pPr algn="l">
                <a:defRPr sz="1145" b="0" i="0" kern="0" spc="-9">
                  <a:solidFill>
                    <a:srgbClr val="7B8BA0"/>
                  </a:solidFill>
                  <a:latin typeface="Inter"/>
                  <a:ea typeface="Inter"/>
                  <a:cs typeface="Inter"/>
                </a:defRPr>
              </a:lvl8pPr>
              <a:lvl9pPr algn="l">
                <a:defRPr sz="1145" b="0" i="0" kern="0" spc="-9">
                  <a:solidFill>
                    <a:srgbClr val="7B8BA0"/>
                  </a:solidFill>
                  <a:latin typeface="Inter"/>
                  <a:ea typeface="Inter"/>
                  <a:cs typeface="Inter"/>
                </a:defRPr>
              </a:lvl9pPr>
            </a:lstStyle>
            <a:p>
              <a:pPr algn="l">
                <a:lnSpc>
                  <a:spcPct val="100000"/>
                </a:lnSpc>
                <a:buNone/>
                <a:defRPr sz="1145" b="0" i="0" kern="0" spc="-9">
                  <a:solidFill>
                    <a:srgbClr val="7B8BA0"/>
                  </a:solidFill>
                  <a:latin typeface="Inter"/>
                  <a:ea typeface="Inter"/>
                  <a:cs typeface="Inter"/>
                </a:defRPr>
              </a:pPr>
              <a:r>
                <a:rPr sz="1145" b="0" i="0" kern="0" spc="-9">
                  <a:solidFill>
                    <a:srgbClr val="7B8BA0"/>
                  </a:solidFill>
                  <a:latin typeface="Inter"/>
                  <a:ea typeface="Inter"/>
                  <a:cs typeface="Inter"/>
                </a:rPr>
                <a:t>100</a:t>
              </a:r>
            </a:p>
          </p:txBody>
        </p:sp>
        <p:sp>
          <p:nvSpPr>
            <p:cNvPr id="90" name="s11 text 35">
              <a:extLst>
                <a:ext uri="{FF2B5EF4-FFF2-40B4-BE49-F238E27FC236}">
                  <a16:creationId xmlns:a16="http://schemas.microsoft.com/office/drawing/2014/main" id="{4C0D8828-38A4-433C-BFBE-AE6ABCCFBBAB}"/>
                </a:ext>
              </a:extLst>
            </p:cNvPr>
            <p:cNvSpPr>
              <a:spLocks noGrp="1"/>
            </p:cNvSpPr>
            <p:nvPr/>
          </p:nvSpPr>
          <p:spPr>
            <a:xfrm>
              <a:off x="6424563" y="5818883"/>
              <a:ext cx="297828" cy="202383"/>
            </a:xfrm>
            <a:prstGeom prst="rect">
              <a:avLst/>
            </a:prstGeom>
            <a:noFill/>
            <a:ln w="0">
              <a:noFill/>
              <a:prstDash val="solid"/>
            </a:ln>
          </p:spPr>
          <p:txBody>
            <a:bodyPr wrap="none" lIns="0" tIns="0" rIns="0" bIns="0" anchor="t">
              <a:noAutofit/>
            </a:bodyPr>
            <a:lstStyle>
              <a:defPPr algn="l">
                <a:defRPr sz="1145" b="0" i="0" kern="0" spc="-9">
                  <a:solidFill>
                    <a:srgbClr val="7B8BA0"/>
                  </a:solidFill>
                  <a:latin typeface="Inter"/>
                  <a:ea typeface="Inter"/>
                  <a:cs typeface="Inter"/>
                </a:defRPr>
              </a:defPPr>
              <a:lvl1pPr algn="l">
                <a:defRPr sz="1145" b="0" i="0" kern="0" spc="-9">
                  <a:solidFill>
                    <a:srgbClr val="7B8BA0"/>
                  </a:solidFill>
                  <a:latin typeface="Inter"/>
                  <a:ea typeface="Inter"/>
                  <a:cs typeface="Inter"/>
                </a:defRPr>
              </a:lvl1pPr>
              <a:lvl2pPr algn="l">
                <a:defRPr sz="1145" b="0" i="0" kern="0" spc="-9">
                  <a:solidFill>
                    <a:srgbClr val="7B8BA0"/>
                  </a:solidFill>
                  <a:latin typeface="Inter"/>
                  <a:ea typeface="Inter"/>
                  <a:cs typeface="Inter"/>
                </a:defRPr>
              </a:lvl2pPr>
              <a:lvl3pPr algn="l">
                <a:defRPr sz="1145" b="0" i="0" kern="0" spc="-9">
                  <a:solidFill>
                    <a:srgbClr val="7B8BA0"/>
                  </a:solidFill>
                  <a:latin typeface="Inter"/>
                  <a:ea typeface="Inter"/>
                  <a:cs typeface="Inter"/>
                </a:defRPr>
              </a:lvl3pPr>
              <a:lvl4pPr algn="l">
                <a:defRPr sz="1145" b="0" i="0" kern="0" spc="-9">
                  <a:solidFill>
                    <a:srgbClr val="7B8BA0"/>
                  </a:solidFill>
                  <a:latin typeface="Inter"/>
                  <a:ea typeface="Inter"/>
                  <a:cs typeface="Inter"/>
                </a:defRPr>
              </a:lvl4pPr>
              <a:lvl5pPr algn="l">
                <a:defRPr sz="1145" b="0" i="0" kern="0" spc="-9">
                  <a:solidFill>
                    <a:srgbClr val="7B8BA0"/>
                  </a:solidFill>
                  <a:latin typeface="Inter"/>
                  <a:ea typeface="Inter"/>
                  <a:cs typeface="Inter"/>
                </a:defRPr>
              </a:lvl5pPr>
              <a:lvl6pPr algn="l">
                <a:defRPr sz="1145" b="0" i="0" kern="0" spc="-9">
                  <a:solidFill>
                    <a:srgbClr val="7B8BA0"/>
                  </a:solidFill>
                  <a:latin typeface="Inter"/>
                  <a:ea typeface="Inter"/>
                  <a:cs typeface="Inter"/>
                </a:defRPr>
              </a:lvl6pPr>
              <a:lvl7pPr algn="l">
                <a:defRPr sz="1145" b="0" i="0" kern="0" spc="-9">
                  <a:solidFill>
                    <a:srgbClr val="7B8BA0"/>
                  </a:solidFill>
                  <a:latin typeface="Inter"/>
                  <a:ea typeface="Inter"/>
                  <a:cs typeface="Inter"/>
                </a:defRPr>
              </a:lvl7pPr>
              <a:lvl8pPr algn="l">
                <a:defRPr sz="1145" b="0" i="0" kern="0" spc="-9">
                  <a:solidFill>
                    <a:srgbClr val="7B8BA0"/>
                  </a:solidFill>
                  <a:latin typeface="Inter"/>
                  <a:ea typeface="Inter"/>
                  <a:cs typeface="Inter"/>
                </a:defRPr>
              </a:lvl8pPr>
              <a:lvl9pPr algn="l">
                <a:defRPr sz="1145" b="0" i="0" kern="0" spc="-9">
                  <a:solidFill>
                    <a:srgbClr val="7B8BA0"/>
                  </a:solidFill>
                  <a:latin typeface="Inter"/>
                  <a:ea typeface="Inter"/>
                  <a:cs typeface="Inter"/>
                </a:defRPr>
              </a:lvl9pPr>
            </a:lstStyle>
            <a:p>
              <a:pPr algn="l">
                <a:lnSpc>
                  <a:spcPct val="100000"/>
                </a:lnSpc>
                <a:buNone/>
                <a:defRPr sz="1145" b="0" i="0" kern="0" spc="-9">
                  <a:solidFill>
                    <a:srgbClr val="7B8BA0"/>
                  </a:solidFill>
                  <a:latin typeface="Inter"/>
                  <a:ea typeface="Inter"/>
                  <a:cs typeface="Inter"/>
                </a:defRPr>
              </a:pPr>
              <a:r>
                <a:rPr sz="1145" b="0" i="0" kern="0" spc="-9">
                  <a:solidFill>
                    <a:srgbClr val="7B8BA0"/>
                  </a:solidFill>
                  <a:latin typeface="Inter"/>
                  <a:ea typeface="Inter"/>
                  <a:cs typeface="Inter"/>
                </a:rPr>
                <a:t>120</a:t>
              </a:r>
            </a:p>
          </p:txBody>
        </p:sp>
        <p:sp>
          <p:nvSpPr>
            <p:cNvPr id="91" name="s11 text 36">
              <a:extLst>
                <a:ext uri="{FF2B5EF4-FFF2-40B4-BE49-F238E27FC236}">
                  <a16:creationId xmlns:a16="http://schemas.microsoft.com/office/drawing/2014/main" id="{FFA5334A-82FA-4F38-8B07-4602317569AB}"/>
                </a:ext>
              </a:extLst>
            </p:cNvPr>
            <p:cNvSpPr>
              <a:spLocks noGrp="1"/>
            </p:cNvSpPr>
            <p:nvPr/>
          </p:nvSpPr>
          <p:spPr>
            <a:xfrm>
              <a:off x="7096745" y="5818883"/>
              <a:ext cx="303066" cy="202383"/>
            </a:xfrm>
            <a:prstGeom prst="rect">
              <a:avLst/>
            </a:prstGeom>
            <a:noFill/>
            <a:ln w="0">
              <a:noFill/>
              <a:prstDash val="solid"/>
            </a:ln>
          </p:spPr>
          <p:txBody>
            <a:bodyPr wrap="none" lIns="0" tIns="0" rIns="0" bIns="0" anchor="t">
              <a:noAutofit/>
            </a:bodyPr>
            <a:lstStyle>
              <a:defPPr algn="l">
                <a:defRPr sz="1145" b="0" i="0" kern="0" spc="-9">
                  <a:solidFill>
                    <a:srgbClr val="7B8BA0"/>
                  </a:solidFill>
                  <a:latin typeface="Inter"/>
                  <a:ea typeface="Inter"/>
                  <a:cs typeface="Inter"/>
                </a:defRPr>
              </a:defPPr>
              <a:lvl1pPr algn="l">
                <a:defRPr sz="1145" b="0" i="0" kern="0" spc="-9">
                  <a:solidFill>
                    <a:srgbClr val="7B8BA0"/>
                  </a:solidFill>
                  <a:latin typeface="Inter"/>
                  <a:ea typeface="Inter"/>
                  <a:cs typeface="Inter"/>
                </a:defRPr>
              </a:lvl1pPr>
              <a:lvl2pPr algn="l">
                <a:defRPr sz="1145" b="0" i="0" kern="0" spc="-9">
                  <a:solidFill>
                    <a:srgbClr val="7B8BA0"/>
                  </a:solidFill>
                  <a:latin typeface="Inter"/>
                  <a:ea typeface="Inter"/>
                  <a:cs typeface="Inter"/>
                </a:defRPr>
              </a:lvl2pPr>
              <a:lvl3pPr algn="l">
                <a:defRPr sz="1145" b="0" i="0" kern="0" spc="-9">
                  <a:solidFill>
                    <a:srgbClr val="7B8BA0"/>
                  </a:solidFill>
                  <a:latin typeface="Inter"/>
                  <a:ea typeface="Inter"/>
                  <a:cs typeface="Inter"/>
                </a:defRPr>
              </a:lvl3pPr>
              <a:lvl4pPr algn="l">
                <a:defRPr sz="1145" b="0" i="0" kern="0" spc="-9">
                  <a:solidFill>
                    <a:srgbClr val="7B8BA0"/>
                  </a:solidFill>
                  <a:latin typeface="Inter"/>
                  <a:ea typeface="Inter"/>
                  <a:cs typeface="Inter"/>
                </a:defRPr>
              </a:lvl4pPr>
              <a:lvl5pPr algn="l">
                <a:defRPr sz="1145" b="0" i="0" kern="0" spc="-9">
                  <a:solidFill>
                    <a:srgbClr val="7B8BA0"/>
                  </a:solidFill>
                  <a:latin typeface="Inter"/>
                  <a:ea typeface="Inter"/>
                  <a:cs typeface="Inter"/>
                </a:defRPr>
              </a:lvl5pPr>
              <a:lvl6pPr algn="l">
                <a:defRPr sz="1145" b="0" i="0" kern="0" spc="-9">
                  <a:solidFill>
                    <a:srgbClr val="7B8BA0"/>
                  </a:solidFill>
                  <a:latin typeface="Inter"/>
                  <a:ea typeface="Inter"/>
                  <a:cs typeface="Inter"/>
                </a:defRPr>
              </a:lvl6pPr>
              <a:lvl7pPr algn="l">
                <a:defRPr sz="1145" b="0" i="0" kern="0" spc="-9">
                  <a:solidFill>
                    <a:srgbClr val="7B8BA0"/>
                  </a:solidFill>
                  <a:latin typeface="Inter"/>
                  <a:ea typeface="Inter"/>
                  <a:cs typeface="Inter"/>
                </a:defRPr>
              </a:lvl7pPr>
              <a:lvl8pPr algn="l">
                <a:defRPr sz="1145" b="0" i="0" kern="0" spc="-9">
                  <a:solidFill>
                    <a:srgbClr val="7B8BA0"/>
                  </a:solidFill>
                  <a:latin typeface="Inter"/>
                  <a:ea typeface="Inter"/>
                  <a:cs typeface="Inter"/>
                </a:defRPr>
              </a:lvl8pPr>
              <a:lvl9pPr algn="l">
                <a:defRPr sz="1145" b="0" i="0" kern="0" spc="-9">
                  <a:solidFill>
                    <a:srgbClr val="7B8BA0"/>
                  </a:solidFill>
                  <a:latin typeface="Inter"/>
                  <a:ea typeface="Inter"/>
                  <a:cs typeface="Inter"/>
                </a:defRPr>
              </a:lvl9pPr>
            </a:lstStyle>
            <a:p>
              <a:pPr algn="l">
                <a:lnSpc>
                  <a:spcPct val="100000"/>
                </a:lnSpc>
                <a:buNone/>
                <a:defRPr sz="1145" b="0" i="0" kern="0" spc="-9">
                  <a:solidFill>
                    <a:srgbClr val="7B8BA0"/>
                  </a:solidFill>
                  <a:latin typeface="Inter"/>
                  <a:ea typeface="Inter"/>
                  <a:cs typeface="Inter"/>
                </a:defRPr>
              </a:pPr>
              <a:r>
                <a:rPr sz="1145" b="0" i="0" kern="0" spc="-9">
                  <a:solidFill>
                    <a:srgbClr val="7B8BA0"/>
                  </a:solidFill>
                  <a:latin typeface="Inter"/>
                  <a:ea typeface="Inter"/>
                  <a:cs typeface="Inter"/>
                </a:rPr>
                <a:t>140</a:t>
              </a:r>
            </a:p>
          </p:txBody>
        </p:sp>
        <p:sp>
          <p:nvSpPr>
            <p:cNvPr id="92" name="s11 text 37">
              <a:extLst>
                <a:ext uri="{FF2B5EF4-FFF2-40B4-BE49-F238E27FC236}">
                  <a16:creationId xmlns:a16="http://schemas.microsoft.com/office/drawing/2014/main" id="{312F9D2E-CF75-44C1-A544-DF7FC618ECF9}"/>
                </a:ext>
              </a:extLst>
            </p:cNvPr>
            <p:cNvSpPr>
              <a:spLocks noGrp="1"/>
            </p:cNvSpPr>
            <p:nvPr/>
          </p:nvSpPr>
          <p:spPr>
            <a:xfrm>
              <a:off x="7773504" y="5818883"/>
              <a:ext cx="299256" cy="202383"/>
            </a:xfrm>
            <a:prstGeom prst="rect">
              <a:avLst/>
            </a:prstGeom>
            <a:noFill/>
            <a:ln w="0">
              <a:noFill/>
              <a:prstDash val="solid"/>
            </a:ln>
          </p:spPr>
          <p:txBody>
            <a:bodyPr wrap="none" lIns="0" tIns="0" rIns="0" bIns="0" anchor="t">
              <a:noAutofit/>
            </a:bodyPr>
            <a:lstStyle>
              <a:defPPr algn="l">
                <a:defRPr sz="1145" b="0" i="0" kern="0" spc="-9">
                  <a:solidFill>
                    <a:srgbClr val="7B8BA0"/>
                  </a:solidFill>
                  <a:latin typeface="Inter"/>
                  <a:ea typeface="Inter"/>
                  <a:cs typeface="Inter"/>
                </a:defRPr>
              </a:defPPr>
              <a:lvl1pPr algn="l">
                <a:defRPr sz="1145" b="0" i="0" kern="0" spc="-9">
                  <a:solidFill>
                    <a:srgbClr val="7B8BA0"/>
                  </a:solidFill>
                  <a:latin typeface="Inter"/>
                  <a:ea typeface="Inter"/>
                  <a:cs typeface="Inter"/>
                </a:defRPr>
              </a:lvl1pPr>
              <a:lvl2pPr algn="l">
                <a:defRPr sz="1145" b="0" i="0" kern="0" spc="-9">
                  <a:solidFill>
                    <a:srgbClr val="7B8BA0"/>
                  </a:solidFill>
                  <a:latin typeface="Inter"/>
                  <a:ea typeface="Inter"/>
                  <a:cs typeface="Inter"/>
                </a:defRPr>
              </a:lvl2pPr>
              <a:lvl3pPr algn="l">
                <a:defRPr sz="1145" b="0" i="0" kern="0" spc="-9">
                  <a:solidFill>
                    <a:srgbClr val="7B8BA0"/>
                  </a:solidFill>
                  <a:latin typeface="Inter"/>
                  <a:ea typeface="Inter"/>
                  <a:cs typeface="Inter"/>
                </a:defRPr>
              </a:lvl3pPr>
              <a:lvl4pPr algn="l">
                <a:defRPr sz="1145" b="0" i="0" kern="0" spc="-9">
                  <a:solidFill>
                    <a:srgbClr val="7B8BA0"/>
                  </a:solidFill>
                  <a:latin typeface="Inter"/>
                  <a:ea typeface="Inter"/>
                  <a:cs typeface="Inter"/>
                </a:defRPr>
              </a:lvl4pPr>
              <a:lvl5pPr algn="l">
                <a:defRPr sz="1145" b="0" i="0" kern="0" spc="-9">
                  <a:solidFill>
                    <a:srgbClr val="7B8BA0"/>
                  </a:solidFill>
                  <a:latin typeface="Inter"/>
                  <a:ea typeface="Inter"/>
                  <a:cs typeface="Inter"/>
                </a:defRPr>
              </a:lvl5pPr>
              <a:lvl6pPr algn="l">
                <a:defRPr sz="1145" b="0" i="0" kern="0" spc="-9">
                  <a:solidFill>
                    <a:srgbClr val="7B8BA0"/>
                  </a:solidFill>
                  <a:latin typeface="Inter"/>
                  <a:ea typeface="Inter"/>
                  <a:cs typeface="Inter"/>
                </a:defRPr>
              </a:lvl6pPr>
              <a:lvl7pPr algn="l">
                <a:defRPr sz="1145" b="0" i="0" kern="0" spc="-9">
                  <a:solidFill>
                    <a:srgbClr val="7B8BA0"/>
                  </a:solidFill>
                  <a:latin typeface="Inter"/>
                  <a:ea typeface="Inter"/>
                  <a:cs typeface="Inter"/>
                </a:defRPr>
              </a:lvl7pPr>
              <a:lvl8pPr algn="l">
                <a:defRPr sz="1145" b="0" i="0" kern="0" spc="-9">
                  <a:solidFill>
                    <a:srgbClr val="7B8BA0"/>
                  </a:solidFill>
                  <a:latin typeface="Inter"/>
                  <a:ea typeface="Inter"/>
                  <a:cs typeface="Inter"/>
                </a:defRPr>
              </a:lvl8pPr>
              <a:lvl9pPr algn="l">
                <a:defRPr sz="1145" b="0" i="0" kern="0" spc="-9">
                  <a:solidFill>
                    <a:srgbClr val="7B8BA0"/>
                  </a:solidFill>
                  <a:latin typeface="Inter"/>
                  <a:ea typeface="Inter"/>
                  <a:cs typeface="Inter"/>
                </a:defRPr>
              </a:lvl9pPr>
            </a:lstStyle>
            <a:p>
              <a:pPr algn="l">
                <a:lnSpc>
                  <a:spcPct val="100000"/>
                </a:lnSpc>
                <a:buNone/>
                <a:defRPr sz="1145" b="0" i="0" kern="0" spc="-9">
                  <a:solidFill>
                    <a:srgbClr val="7B8BA0"/>
                  </a:solidFill>
                  <a:latin typeface="Inter"/>
                  <a:ea typeface="Inter"/>
                  <a:cs typeface="Inter"/>
                </a:defRPr>
              </a:pPr>
              <a:r>
                <a:rPr sz="1145" b="0" i="0" kern="0" spc="-9">
                  <a:solidFill>
                    <a:srgbClr val="7B8BA0"/>
                  </a:solidFill>
                  <a:latin typeface="Inter"/>
                  <a:ea typeface="Inter"/>
                  <a:cs typeface="Inter"/>
                </a:rPr>
                <a:t>160</a:t>
              </a:r>
            </a:p>
          </p:txBody>
        </p:sp>
        <p:sp>
          <p:nvSpPr>
            <p:cNvPr id="93" name="s11 text 38">
              <a:extLst>
                <a:ext uri="{FF2B5EF4-FFF2-40B4-BE49-F238E27FC236}">
                  <a16:creationId xmlns:a16="http://schemas.microsoft.com/office/drawing/2014/main" id="{F3E88923-273B-4FFE-9FF3-13E6EA5B89D6}"/>
                </a:ext>
              </a:extLst>
            </p:cNvPr>
            <p:cNvSpPr>
              <a:spLocks noGrp="1"/>
            </p:cNvSpPr>
            <p:nvPr/>
          </p:nvSpPr>
          <p:spPr>
            <a:xfrm>
              <a:off x="2276500" y="5621984"/>
              <a:ext cx="149935" cy="202383"/>
            </a:xfrm>
            <a:prstGeom prst="rect">
              <a:avLst/>
            </a:prstGeom>
            <a:noFill/>
            <a:ln w="0">
              <a:noFill/>
              <a:prstDash val="solid"/>
            </a:ln>
          </p:spPr>
          <p:txBody>
            <a:bodyPr wrap="none" lIns="0" tIns="0" rIns="0" bIns="0" anchor="t">
              <a:noAutofit/>
            </a:bodyPr>
            <a:lstStyle>
              <a:defPPr algn="l">
                <a:defRPr sz="1145" b="0" i="0" kern="0" spc="0">
                  <a:solidFill>
                    <a:srgbClr val="7B8BA0"/>
                  </a:solidFill>
                  <a:latin typeface="Inter"/>
                  <a:ea typeface="Inter"/>
                  <a:cs typeface="Inter"/>
                </a:defRPr>
              </a:defPPr>
              <a:lvl1pPr algn="l">
                <a:defRPr sz="1145" b="0" i="0" kern="0" spc="0">
                  <a:solidFill>
                    <a:srgbClr val="7B8BA0"/>
                  </a:solidFill>
                  <a:latin typeface="Inter"/>
                  <a:ea typeface="Inter"/>
                  <a:cs typeface="Inter"/>
                </a:defRPr>
              </a:lvl1pPr>
              <a:lvl2pPr algn="l">
                <a:defRPr sz="1145" b="0" i="0" kern="0" spc="0">
                  <a:solidFill>
                    <a:srgbClr val="7B8BA0"/>
                  </a:solidFill>
                  <a:latin typeface="Inter"/>
                  <a:ea typeface="Inter"/>
                  <a:cs typeface="Inter"/>
                </a:defRPr>
              </a:lvl2pPr>
              <a:lvl3pPr algn="l">
                <a:defRPr sz="1145" b="0" i="0" kern="0" spc="0">
                  <a:solidFill>
                    <a:srgbClr val="7B8BA0"/>
                  </a:solidFill>
                  <a:latin typeface="Inter"/>
                  <a:ea typeface="Inter"/>
                  <a:cs typeface="Inter"/>
                </a:defRPr>
              </a:lvl3pPr>
              <a:lvl4pPr algn="l">
                <a:defRPr sz="1145" b="0" i="0" kern="0" spc="0">
                  <a:solidFill>
                    <a:srgbClr val="7B8BA0"/>
                  </a:solidFill>
                  <a:latin typeface="Inter"/>
                  <a:ea typeface="Inter"/>
                  <a:cs typeface="Inter"/>
                </a:defRPr>
              </a:lvl4pPr>
              <a:lvl5pPr algn="l">
                <a:defRPr sz="1145" b="0" i="0" kern="0" spc="0">
                  <a:solidFill>
                    <a:srgbClr val="7B8BA0"/>
                  </a:solidFill>
                  <a:latin typeface="Inter"/>
                  <a:ea typeface="Inter"/>
                  <a:cs typeface="Inter"/>
                </a:defRPr>
              </a:lvl5pPr>
              <a:lvl6pPr algn="l">
                <a:defRPr sz="1145" b="0" i="0" kern="0" spc="0">
                  <a:solidFill>
                    <a:srgbClr val="7B8BA0"/>
                  </a:solidFill>
                  <a:latin typeface="Inter"/>
                  <a:ea typeface="Inter"/>
                  <a:cs typeface="Inter"/>
                </a:defRPr>
              </a:lvl6pPr>
              <a:lvl7pPr algn="l">
                <a:defRPr sz="1145" b="0" i="0" kern="0" spc="0">
                  <a:solidFill>
                    <a:srgbClr val="7B8BA0"/>
                  </a:solidFill>
                  <a:latin typeface="Inter"/>
                  <a:ea typeface="Inter"/>
                  <a:cs typeface="Inter"/>
                </a:defRPr>
              </a:lvl7pPr>
              <a:lvl8pPr algn="l">
                <a:defRPr sz="1145" b="0" i="0" kern="0" spc="0">
                  <a:solidFill>
                    <a:srgbClr val="7B8BA0"/>
                  </a:solidFill>
                  <a:latin typeface="Inter"/>
                  <a:ea typeface="Inter"/>
                  <a:cs typeface="Inter"/>
                </a:defRPr>
              </a:lvl8pPr>
              <a:lvl9pPr algn="l">
                <a:defRPr sz="1145" b="0" i="0" kern="0" spc="0">
                  <a:solidFill>
                    <a:srgbClr val="7B8BA0"/>
                  </a:solidFill>
                  <a:latin typeface="Inter"/>
                  <a:ea typeface="Inter"/>
                  <a:cs typeface="Inter"/>
                </a:defRPr>
              </a:lvl9pPr>
            </a:lstStyle>
            <a:p>
              <a:pPr algn="l">
                <a:lnSpc>
                  <a:spcPct val="100000"/>
                </a:lnSpc>
                <a:buNone/>
                <a:defRPr sz="1145" b="0" i="0" kern="0" spc="0">
                  <a:solidFill>
                    <a:srgbClr val="7B8BA0"/>
                  </a:solidFill>
                  <a:latin typeface="Inter"/>
                  <a:ea typeface="Inter"/>
                  <a:cs typeface="Inter"/>
                </a:defRPr>
              </a:pPr>
              <a:r>
                <a:rPr sz="1145" b="0" i="0" kern="0" spc="0">
                  <a:solidFill>
                    <a:srgbClr val="7B8BA0"/>
                  </a:solidFill>
                  <a:latin typeface="Inter"/>
                  <a:ea typeface="Inter"/>
                  <a:cs typeface="Inter"/>
                </a:rPr>
                <a:t>0</a:t>
              </a:r>
            </a:p>
          </p:txBody>
        </p:sp>
        <p:sp>
          <p:nvSpPr>
            <p:cNvPr id="94" name="s11 text 39">
              <a:extLst>
                <a:ext uri="{FF2B5EF4-FFF2-40B4-BE49-F238E27FC236}">
                  <a16:creationId xmlns:a16="http://schemas.microsoft.com/office/drawing/2014/main" id="{5126CCAD-BFF1-4056-9903-A52F1BCA8F59}"/>
                </a:ext>
              </a:extLst>
            </p:cNvPr>
            <p:cNvSpPr>
              <a:spLocks noGrp="1"/>
            </p:cNvSpPr>
            <p:nvPr/>
          </p:nvSpPr>
          <p:spPr>
            <a:xfrm>
              <a:off x="2194347" y="5165119"/>
              <a:ext cx="233153" cy="202383"/>
            </a:xfrm>
            <a:prstGeom prst="rect">
              <a:avLst/>
            </a:prstGeom>
            <a:noFill/>
            <a:ln w="0">
              <a:noFill/>
              <a:prstDash val="solid"/>
            </a:ln>
          </p:spPr>
          <p:txBody>
            <a:bodyPr wrap="none" lIns="0" tIns="0" rIns="0" bIns="0" anchor="t">
              <a:noAutofit/>
            </a:bodyPr>
            <a:lstStyle>
              <a:defPPr algn="l">
                <a:defRPr sz="1145" b="0" i="0" kern="0" spc="-9">
                  <a:solidFill>
                    <a:srgbClr val="7B8BA0"/>
                  </a:solidFill>
                  <a:latin typeface="Inter"/>
                  <a:ea typeface="Inter"/>
                  <a:cs typeface="Inter"/>
                </a:defRPr>
              </a:defPPr>
              <a:lvl1pPr algn="l">
                <a:defRPr sz="1145" b="0" i="0" kern="0" spc="-9">
                  <a:solidFill>
                    <a:srgbClr val="7B8BA0"/>
                  </a:solidFill>
                  <a:latin typeface="Inter"/>
                  <a:ea typeface="Inter"/>
                  <a:cs typeface="Inter"/>
                </a:defRPr>
              </a:lvl1pPr>
              <a:lvl2pPr algn="l">
                <a:defRPr sz="1145" b="0" i="0" kern="0" spc="-9">
                  <a:solidFill>
                    <a:srgbClr val="7B8BA0"/>
                  </a:solidFill>
                  <a:latin typeface="Inter"/>
                  <a:ea typeface="Inter"/>
                  <a:cs typeface="Inter"/>
                </a:defRPr>
              </a:lvl2pPr>
              <a:lvl3pPr algn="l">
                <a:defRPr sz="1145" b="0" i="0" kern="0" spc="-9">
                  <a:solidFill>
                    <a:srgbClr val="7B8BA0"/>
                  </a:solidFill>
                  <a:latin typeface="Inter"/>
                  <a:ea typeface="Inter"/>
                  <a:cs typeface="Inter"/>
                </a:defRPr>
              </a:lvl3pPr>
              <a:lvl4pPr algn="l">
                <a:defRPr sz="1145" b="0" i="0" kern="0" spc="-9">
                  <a:solidFill>
                    <a:srgbClr val="7B8BA0"/>
                  </a:solidFill>
                  <a:latin typeface="Inter"/>
                  <a:ea typeface="Inter"/>
                  <a:cs typeface="Inter"/>
                </a:defRPr>
              </a:lvl4pPr>
              <a:lvl5pPr algn="l">
                <a:defRPr sz="1145" b="0" i="0" kern="0" spc="-9">
                  <a:solidFill>
                    <a:srgbClr val="7B8BA0"/>
                  </a:solidFill>
                  <a:latin typeface="Inter"/>
                  <a:ea typeface="Inter"/>
                  <a:cs typeface="Inter"/>
                </a:defRPr>
              </a:lvl5pPr>
              <a:lvl6pPr algn="l">
                <a:defRPr sz="1145" b="0" i="0" kern="0" spc="-9">
                  <a:solidFill>
                    <a:srgbClr val="7B8BA0"/>
                  </a:solidFill>
                  <a:latin typeface="Inter"/>
                  <a:ea typeface="Inter"/>
                  <a:cs typeface="Inter"/>
                </a:defRPr>
              </a:lvl6pPr>
              <a:lvl7pPr algn="l">
                <a:defRPr sz="1145" b="0" i="0" kern="0" spc="-9">
                  <a:solidFill>
                    <a:srgbClr val="7B8BA0"/>
                  </a:solidFill>
                  <a:latin typeface="Inter"/>
                  <a:ea typeface="Inter"/>
                  <a:cs typeface="Inter"/>
                </a:defRPr>
              </a:lvl7pPr>
              <a:lvl8pPr algn="l">
                <a:defRPr sz="1145" b="0" i="0" kern="0" spc="-9">
                  <a:solidFill>
                    <a:srgbClr val="7B8BA0"/>
                  </a:solidFill>
                  <a:latin typeface="Inter"/>
                  <a:ea typeface="Inter"/>
                  <a:cs typeface="Inter"/>
                </a:defRPr>
              </a:lvl8pPr>
              <a:lvl9pPr algn="l">
                <a:defRPr sz="1145" b="0" i="0" kern="0" spc="-9">
                  <a:solidFill>
                    <a:srgbClr val="7B8BA0"/>
                  </a:solidFill>
                  <a:latin typeface="Inter"/>
                  <a:ea typeface="Inter"/>
                  <a:cs typeface="Inter"/>
                </a:defRPr>
              </a:lvl9pPr>
            </a:lstStyle>
            <a:p>
              <a:pPr algn="l">
                <a:lnSpc>
                  <a:spcPct val="100000"/>
                </a:lnSpc>
                <a:buNone/>
                <a:defRPr sz="1145" b="0" i="0" kern="0" spc="-9">
                  <a:solidFill>
                    <a:srgbClr val="7B8BA0"/>
                  </a:solidFill>
                  <a:latin typeface="Inter"/>
                  <a:ea typeface="Inter"/>
                  <a:cs typeface="Inter"/>
                </a:defRPr>
              </a:pPr>
              <a:r>
                <a:rPr sz="1145" b="0" i="0" kern="0" spc="-9">
                  <a:solidFill>
                    <a:srgbClr val="7B8BA0"/>
                  </a:solidFill>
                  <a:latin typeface="Inter"/>
                  <a:ea typeface="Inter"/>
                  <a:cs typeface="Inter"/>
                </a:rPr>
                <a:t>25</a:t>
              </a:r>
            </a:p>
          </p:txBody>
        </p:sp>
        <p:sp>
          <p:nvSpPr>
            <p:cNvPr id="95" name="s11 text 40">
              <a:extLst>
                <a:ext uri="{FF2B5EF4-FFF2-40B4-BE49-F238E27FC236}">
                  <a16:creationId xmlns:a16="http://schemas.microsoft.com/office/drawing/2014/main" id="{9FDFF7D6-EFD8-403B-946E-5990D490268A}"/>
                </a:ext>
              </a:extLst>
            </p:cNvPr>
            <p:cNvSpPr>
              <a:spLocks noGrp="1"/>
            </p:cNvSpPr>
            <p:nvPr/>
          </p:nvSpPr>
          <p:spPr>
            <a:xfrm>
              <a:off x="2191333" y="4708142"/>
              <a:ext cx="236201" cy="202383"/>
            </a:xfrm>
            <a:prstGeom prst="rect">
              <a:avLst/>
            </a:prstGeom>
            <a:noFill/>
            <a:ln w="0">
              <a:noFill/>
              <a:prstDash val="solid"/>
            </a:ln>
          </p:spPr>
          <p:txBody>
            <a:bodyPr wrap="none" lIns="0" tIns="0" rIns="0" bIns="0" anchor="t">
              <a:noAutofit/>
            </a:bodyPr>
            <a:lstStyle>
              <a:defPPr algn="l">
                <a:defRPr sz="1145" b="0" i="0" kern="0" spc="-9">
                  <a:solidFill>
                    <a:srgbClr val="7B8BA0"/>
                  </a:solidFill>
                  <a:latin typeface="Inter"/>
                  <a:ea typeface="Inter"/>
                  <a:cs typeface="Inter"/>
                </a:defRPr>
              </a:defPPr>
              <a:lvl1pPr algn="l">
                <a:defRPr sz="1145" b="0" i="0" kern="0" spc="-9">
                  <a:solidFill>
                    <a:srgbClr val="7B8BA0"/>
                  </a:solidFill>
                  <a:latin typeface="Inter"/>
                  <a:ea typeface="Inter"/>
                  <a:cs typeface="Inter"/>
                </a:defRPr>
              </a:lvl1pPr>
              <a:lvl2pPr algn="l">
                <a:defRPr sz="1145" b="0" i="0" kern="0" spc="-9">
                  <a:solidFill>
                    <a:srgbClr val="7B8BA0"/>
                  </a:solidFill>
                  <a:latin typeface="Inter"/>
                  <a:ea typeface="Inter"/>
                  <a:cs typeface="Inter"/>
                </a:defRPr>
              </a:lvl2pPr>
              <a:lvl3pPr algn="l">
                <a:defRPr sz="1145" b="0" i="0" kern="0" spc="-9">
                  <a:solidFill>
                    <a:srgbClr val="7B8BA0"/>
                  </a:solidFill>
                  <a:latin typeface="Inter"/>
                  <a:ea typeface="Inter"/>
                  <a:cs typeface="Inter"/>
                </a:defRPr>
              </a:lvl3pPr>
              <a:lvl4pPr algn="l">
                <a:defRPr sz="1145" b="0" i="0" kern="0" spc="-9">
                  <a:solidFill>
                    <a:srgbClr val="7B8BA0"/>
                  </a:solidFill>
                  <a:latin typeface="Inter"/>
                  <a:ea typeface="Inter"/>
                  <a:cs typeface="Inter"/>
                </a:defRPr>
              </a:lvl4pPr>
              <a:lvl5pPr algn="l">
                <a:defRPr sz="1145" b="0" i="0" kern="0" spc="-9">
                  <a:solidFill>
                    <a:srgbClr val="7B8BA0"/>
                  </a:solidFill>
                  <a:latin typeface="Inter"/>
                  <a:ea typeface="Inter"/>
                  <a:cs typeface="Inter"/>
                </a:defRPr>
              </a:lvl5pPr>
              <a:lvl6pPr algn="l">
                <a:defRPr sz="1145" b="0" i="0" kern="0" spc="-9">
                  <a:solidFill>
                    <a:srgbClr val="7B8BA0"/>
                  </a:solidFill>
                  <a:latin typeface="Inter"/>
                  <a:ea typeface="Inter"/>
                  <a:cs typeface="Inter"/>
                </a:defRPr>
              </a:lvl6pPr>
              <a:lvl7pPr algn="l">
                <a:defRPr sz="1145" b="0" i="0" kern="0" spc="-9">
                  <a:solidFill>
                    <a:srgbClr val="7B8BA0"/>
                  </a:solidFill>
                  <a:latin typeface="Inter"/>
                  <a:ea typeface="Inter"/>
                  <a:cs typeface="Inter"/>
                </a:defRPr>
              </a:lvl7pPr>
              <a:lvl8pPr algn="l">
                <a:defRPr sz="1145" b="0" i="0" kern="0" spc="-9">
                  <a:solidFill>
                    <a:srgbClr val="7B8BA0"/>
                  </a:solidFill>
                  <a:latin typeface="Inter"/>
                  <a:ea typeface="Inter"/>
                  <a:cs typeface="Inter"/>
                </a:defRPr>
              </a:lvl8pPr>
              <a:lvl9pPr algn="l">
                <a:defRPr sz="1145" b="0" i="0" kern="0" spc="-9">
                  <a:solidFill>
                    <a:srgbClr val="7B8BA0"/>
                  </a:solidFill>
                  <a:latin typeface="Inter"/>
                  <a:ea typeface="Inter"/>
                  <a:cs typeface="Inter"/>
                </a:defRPr>
              </a:lvl9pPr>
            </a:lstStyle>
            <a:p>
              <a:pPr algn="l">
                <a:lnSpc>
                  <a:spcPct val="100000"/>
                </a:lnSpc>
                <a:buNone/>
                <a:defRPr sz="1145" b="0" i="0" kern="0" spc="-9">
                  <a:solidFill>
                    <a:srgbClr val="7B8BA0"/>
                  </a:solidFill>
                  <a:latin typeface="Inter"/>
                  <a:ea typeface="Inter"/>
                  <a:cs typeface="Inter"/>
                </a:defRPr>
              </a:pPr>
              <a:r>
                <a:rPr sz="1145" b="0" i="0" kern="0" spc="-9">
                  <a:solidFill>
                    <a:srgbClr val="7B8BA0"/>
                  </a:solidFill>
                  <a:latin typeface="Inter"/>
                  <a:ea typeface="Inter"/>
                  <a:cs typeface="Inter"/>
                </a:rPr>
                <a:t>50</a:t>
              </a:r>
            </a:p>
          </p:txBody>
        </p:sp>
        <p:sp>
          <p:nvSpPr>
            <p:cNvPr id="96" name="s11 text 41">
              <a:extLst>
                <a:ext uri="{FF2B5EF4-FFF2-40B4-BE49-F238E27FC236}">
                  <a16:creationId xmlns:a16="http://schemas.microsoft.com/office/drawing/2014/main" id="{7D4DD054-C5EA-44AF-8235-DD64A3A399EF}"/>
                </a:ext>
              </a:extLst>
            </p:cNvPr>
            <p:cNvSpPr>
              <a:spLocks noGrp="1"/>
            </p:cNvSpPr>
            <p:nvPr/>
          </p:nvSpPr>
          <p:spPr>
            <a:xfrm>
              <a:off x="2202160" y="4251277"/>
              <a:ext cx="225342" cy="202383"/>
            </a:xfrm>
            <a:prstGeom prst="rect">
              <a:avLst/>
            </a:prstGeom>
            <a:noFill/>
            <a:ln w="0">
              <a:noFill/>
              <a:prstDash val="solid"/>
            </a:ln>
          </p:spPr>
          <p:txBody>
            <a:bodyPr wrap="none" lIns="0" tIns="0" rIns="0" bIns="0" anchor="t">
              <a:noAutofit/>
            </a:bodyPr>
            <a:lstStyle>
              <a:defPPr algn="l">
                <a:defRPr sz="1145" b="0" i="0" kern="0" spc="-9">
                  <a:solidFill>
                    <a:srgbClr val="7B8BA0"/>
                  </a:solidFill>
                  <a:latin typeface="Inter"/>
                  <a:ea typeface="Inter"/>
                  <a:cs typeface="Inter"/>
                </a:defRPr>
              </a:defPPr>
              <a:lvl1pPr algn="l">
                <a:defRPr sz="1145" b="0" i="0" kern="0" spc="-9">
                  <a:solidFill>
                    <a:srgbClr val="7B8BA0"/>
                  </a:solidFill>
                  <a:latin typeface="Inter"/>
                  <a:ea typeface="Inter"/>
                  <a:cs typeface="Inter"/>
                </a:defRPr>
              </a:lvl1pPr>
              <a:lvl2pPr algn="l">
                <a:defRPr sz="1145" b="0" i="0" kern="0" spc="-9">
                  <a:solidFill>
                    <a:srgbClr val="7B8BA0"/>
                  </a:solidFill>
                  <a:latin typeface="Inter"/>
                  <a:ea typeface="Inter"/>
                  <a:cs typeface="Inter"/>
                </a:defRPr>
              </a:lvl2pPr>
              <a:lvl3pPr algn="l">
                <a:defRPr sz="1145" b="0" i="0" kern="0" spc="-9">
                  <a:solidFill>
                    <a:srgbClr val="7B8BA0"/>
                  </a:solidFill>
                  <a:latin typeface="Inter"/>
                  <a:ea typeface="Inter"/>
                  <a:cs typeface="Inter"/>
                </a:defRPr>
              </a:lvl3pPr>
              <a:lvl4pPr algn="l">
                <a:defRPr sz="1145" b="0" i="0" kern="0" spc="-9">
                  <a:solidFill>
                    <a:srgbClr val="7B8BA0"/>
                  </a:solidFill>
                  <a:latin typeface="Inter"/>
                  <a:ea typeface="Inter"/>
                  <a:cs typeface="Inter"/>
                </a:defRPr>
              </a:lvl4pPr>
              <a:lvl5pPr algn="l">
                <a:defRPr sz="1145" b="0" i="0" kern="0" spc="-9">
                  <a:solidFill>
                    <a:srgbClr val="7B8BA0"/>
                  </a:solidFill>
                  <a:latin typeface="Inter"/>
                  <a:ea typeface="Inter"/>
                  <a:cs typeface="Inter"/>
                </a:defRPr>
              </a:lvl5pPr>
              <a:lvl6pPr algn="l">
                <a:defRPr sz="1145" b="0" i="0" kern="0" spc="-9">
                  <a:solidFill>
                    <a:srgbClr val="7B8BA0"/>
                  </a:solidFill>
                  <a:latin typeface="Inter"/>
                  <a:ea typeface="Inter"/>
                  <a:cs typeface="Inter"/>
                </a:defRPr>
              </a:lvl6pPr>
              <a:lvl7pPr algn="l">
                <a:defRPr sz="1145" b="0" i="0" kern="0" spc="-9">
                  <a:solidFill>
                    <a:srgbClr val="7B8BA0"/>
                  </a:solidFill>
                  <a:latin typeface="Inter"/>
                  <a:ea typeface="Inter"/>
                  <a:cs typeface="Inter"/>
                </a:defRPr>
              </a:lvl7pPr>
              <a:lvl8pPr algn="l">
                <a:defRPr sz="1145" b="0" i="0" kern="0" spc="-9">
                  <a:solidFill>
                    <a:srgbClr val="7B8BA0"/>
                  </a:solidFill>
                  <a:latin typeface="Inter"/>
                  <a:ea typeface="Inter"/>
                  <a:cs typeface="Inter"/>
                </a:defRPr>
              </a:lvl8pPr>
              <a:lvl9pPr algn="l">
                <a:defRPr sz="1145" b="0" i="0" kern="0" spc="-9">
                  <a:solidFill>
                    <a:srgbClr val="7B8BA0"/>
                  </a:solidFill>
                  <a:latin typeface="Inter"/>
                  <a:ea typeface="Inter"/>
                  <a:cs typeface="Inter"/>
                </a:defRPr>
              </a:lvl9pPr>
            </a:lstStyle>
            <a:p>
              <a:pPr algn="l">
                <a:lnSpc>
                  <a:spcPct val="100000"/>
                </a:lnSpc>
                <a:buNone/>
                <a:defRPr sz="1145" b="0" i="0" kern="0" spc="-9">
                  <a:solidFill>
                    <a:srgbClr val="7B8BA0"/>
                  </a:solidFill>
                  <a:latin typeface="Inter"/>
                  <a:ea typeface="Inter"/>
                  <a:cs typeface="Inter"/>
                </a:defRPr>
              </a:pPr>
              <a:r>
                <a:rPr sz="1145" b="0" i="0" kern="0" spc="-9">
                  <a:solidFill>
                    <a:srgbClr val="7B8BA0"/>
                  </a:solidFill>
                  <a:latin typeface="Inter"/>
                  <a:ea typeface="Inter"/>
                  <a:cs typeface="Inter"/>
                </a:rPr>
                <a:t>75</a:t>
              </a:r>
            </a:p>
          </p:txBody>
        </p:sp>
        <p:sp>
          <p:nvSpPr>
            <p:cNvPr id="97" name="s11 text 42">
              <a:extLst>
                <a:ext uri="{FF2B5EF4-FFF2-40B4-BE49-F238E27FC236}">
                  <a16:creationId xmlns:a16="http://schemas.microsoft.com/office/drawing/2014/main" id="{D1AB150D-5D21-4FD8-9006-A620FB6CB608}"/>
                </a:ext>
              </a:extLst>
            </p:cNvPr>
            <p:cNvSpPr>
              <a:spLocks noGrp="1"/>
            </p:cNvSpPr>
            <p:nvPr/>
          </p:nvSpPr>
          <p:spPr>
            <a:xfrm>
              <a:off x="2127821" y="3794300"/>
              <a:ext cx="300876" cy="202383"/>
            </a:xfrm>
            <a:prstGeom prst="rect">
              <a:avLst/>
            </a:prstGeom>
            <a:noFill/>
            <a:ln w="0">
              <a:noFill/>
              <a:prstDash val="solid"/>
            </a:ln>
          </p:spPr>
          <p:txBody>
            <a:bodyPr wrap="none" lIns="0" tIns="0" rIns="0" bIns="0" anchor="t">
              <a:noAutofit/>
            </a:bodyPr>
            <a:lstStyle>
              <a:defPPr algn="l">
                <a:defRPr sz="1145" b="0" i="0" kern="0" spc="-9">
                  <a:solidFill>
                    <a:srgbClr val="7B8BA0"/>
                  </a:solidFill>
                  <a:latin typeface="Inter"/>
                  <a:ea typeface="Inter"/>
                  <a:cs typeface="Inter"/>
                </a:defRPr>
              </a:defPPr>
              <a:lvl1pPr algn="l">
                <a:defRPr sz="1145" b="0" i="0" kern="0" spc="-9">
                  <a:solidFill>
                    <a:srgbClr val="7B8BA0"/>
                  </a:solidFill>
                  <a:latin typeface="Inter"/>
                  <a:ea typeface="Inter"/>
                  <a:cs typeface="Inter"/>
                </a:defRPr>
              </a:lvl1pPr>
              <a:lvl2pPr algn="l">
                <a:defRPr sz="1145" b="0" i="0" kern="0" spc="-9">
                  <a:solidFill>
                    <a:srgbClr val="7B8BA0"/>
                  </a:solidFill>
                  <a:latin typeface="Inter"/>
                  <a:ea typeface="Inter"/>
                  <a:cs typeface="Inter"/>
                </a:defRPr>
              </a:lvl2pPr>
              <a:lvl3pPr algn="l">
                <a:defRPr sz="1145" b="0" i="0" kern="0" spc="-9">
                  <a:solidFill>
                    <a:srgbClr val="7B8BA0"/>
                  </a:solidFill>
                  <a:latin typeface="Inter"/>
                  <a:ea typeface="Inter"/>
                  <a:cs typeface="Inter"/>
                </a:defRPr>
              </a:lvl3pPr>
              <a:lvl4pPr algn="l">
                <a:defRPr sz="1145" b="0" i="0" kern="0" spc="-9">
                  <a:solidFill>
                    <a:srgbClr val="7B8BA0"/>
                  </a:solidFill>
                  <a:latin typeface="Inter"/>
                  <a:ea typeface="Inter"/>
                  <a:cs typeface="Inter"/>
                </a:defRPr>
              </a:lvl4pPr>
              <a:lvl5pPr algn="l">
                <a:defRPr sz="1145" b="0" i="0" kern="0" spc="-9">
                  <a:solidFill>
                    <a:srgbClr val="7B8BA0"/>
                  </a:solidFill>
                  <a:latin typeface="Inter"/>
                  <a:ea typeface="Inter"/>
                  <a:cs typeface="Inter"/>
                </a:defRPr>
              </a:lvl5pPr>
              <a:lvl6pPr algn="l">
                <a:defRPr sz="1145" b="0" i="0" kern="0" spc="-9">
                  <a:solidFill>
                    <a:srgbClr val="7B8BA0"/>
                  </a:solidFill>
                  <a:latin typeface="Inter"/>
                  <a:ea typeface="Inter"/>
                  <a:cs typeface="Inter"/>
                </a:defRPr>
              </a:lvl6pPr>
              <a:lvl7pPr algn="l">
                <a:defRPr sz="1145" b="0" i="0" kern="0" spc="-9">
                  <a:solidFill>
                    <a:srgbClr val="7B8BA0"/>
                  </a:solidFill>
                  <a:latin typeface="Inter"/>
                  <a:ea typeface="Inter"/>
                  <a:cs typeface="Inter"/>
                </a:defRPr>
              </a:lvl7pPr>
              <a:lvl8pPr algn="l">
                <a:defRPr sz="1145" b="0" i="0" kern="0" spc="-9">
                  <a:solidFill>
                    <a:srgbClr val="7B8BA0"/>
                  </a:solidFill>
                  <a:latin typeface="Inter"/>
                  <a:ea typeface="Inter"/>
                  <a:cs typeface="Inter"/>
                </a:defRPr>
              </a:lvl8pPr>
              <a:lvl9pPr algn="l">
                <a:defRPr sz="1145" b="0" i="0" kern="0" spc="-9">
                  <a:solidFill>
                    <a:srgbClr val="7B8BA0"/>
                  </a:solidFill>
                  <a:latin typeface="Inter"/>
                  <a:ea typeface="Inter"/>
                  <a:cs typeface="Inter"/>
                </a:defRPr>
              </a:lvl9pPr>
            </a:lstStyle>
            <a:p>
              <a:pPr algn="l">
                <a:lnSpc>
                  <a:spcPct val="100000"/>
                </a:lnSpc>
                <a:buNone/>
                <a:defRPr sz="1145" b="0" i="0" kern="0" spc="-9">
                  <a:solidFill>
                    <a:srgbClr val="7B8BA0"/>
                  </a:solidFill>
                  <a:latin typeface="Inter"/>
                  <a:ea typeface="Inter"/>
                  <a:cs typeface="Inter"/>
                </a:defRPr>
              </a:pPr>
              <a:r>
                <a:rPr sz="1145" b="0" i="0" kern="0" spc="-9">
                  <a:solidFill>
                    <a:srgbClr val="7B8BA0"/>
                  </a:solidFill>
                  <a:latin typeface="Inter"/>
                  <a:ea typeface="Inter"/>
                  <a:cs typeface="Inter"/>
                </a:rPr>
                <a:t>100</a:t>
              </a:r>
            </a:p>
          </p:txBody>
        </p:sp>
        <p:sp>
          <p:nvSpPr>
            <p:cNvPr id="98" name="s11 text 43">
              <a:extLst>
                <a:ext uri="{FF2B5EF4-FFF2-40B4-BE49-F238E27FC236}">
                  <a16:creationId xmlns:a16="http://schemas.microsoft.com/office/drawing/2014/main" id="{4179FE25-D5FD-452F-82C1-7FFB28A92B4E}"/>
                </a:ext>
              </a:extLst>
            </p:cNvPr>
            <p:cNvSpPr>
              <a:spLocks noGrp="1"/>
            </p:cNvSpPr>
            <p:nvPr/>
          </p:nvSpPr>
          <p:spPr>
            <a:xfrm>
              <a:off x="2136304" y="3337435"/>
              <a:ext cx="292303" cy="202383"/>
            </a:xfrm>
            <a:prstGeom prst="rect">
              <a:avLst/>
            </a:prstGeom>
            <a:noFill/>
            <a:ln w="0">
              <a:noFill/>
              <a:prstDash val="solid"/>
            </a:ln>
          </p:spPr>
          <p:txBody>
            <a:bodyPr wrap="none" lIns="0" tIns="0" rIns="0" bIns="0" anchor="t">
              <a:noAutofit/>
            </a:bodyPr>
            <a:lstStyle>
              <a:defPPr algn="l">
                <a:defRPr sz="1145" b="0" i="0" kern="0" spc="-9">
                  <a:solidFill>
                    <a:srgbClr val="7B8BA0"/>
                  </a:solidFill>
                  <a:latin typeface="Inter"/>
                  <a:ea typeface="Inter"/>
                  <a:cs typeface="Inter"/>
                </a:defRPr>
              </a:defPPr>
              <a:lvl1pPr algn="l">
                <a:defRPr sz="1145" b="0" i="0" kern="0" spc="-9">
                  <a:solidFill>
                    <a:srgbClr val="7B8BA0"/>
                  </a:solidFill>
                  <a:latin typeface="Inter"/>
                  <a:ea typeface="Inter"/>
                  <a:cs typeface="Inter"/>
                </a:defRPr>
              </a:lvl1pPr>
              <a:lvl2pPr algn="l">
                <a:defRPr sz="1145" b="0" i="0" kern="0" spc="-9">
                  <a:solidFill>
                    <a:srgbClr val="7B8BA0"/>
                  </a:solidFill>
                  <a:latin typeface="Inter"/>
                  <a:ea typeface="Inter"/>
                  <a:cs typeface="Inter"/>
                </a:defRPr>
              </a:lvl2pPr>
              <a:lvl3pPr algn="l">
                <a:defRPr sz="1145" b="0" i="0" kern="0" spc="-9">
                  <a:solidFill>
                    <a:srgbClr val="7B8BA0"/>
                  </a:solidFill>
                  <a:latin typeface="Inter"/>
                  <a:ea typeface="Inter"/>
                  <a:cs typeface="Inter"/>
                </a:defRPr>
              </a:lvl3pPr>
              <a:lvl4pPr algn="l">
                <a:defRPr sz="1145" b="0" i="0" kern="0" spc="-9">
                  <a:solidFill>
                    <a:srgbClr val="7B8BA0"/>
                  </a:solidFill>
                  <a:latin typeface="Inter"/>
                  <a:ea typeface="Inter"/>
                  <a:cs typeface="Inter"/>
                </a:defRPr>
              </a:lvl4pPr>
              <a:lvl5pPr algn="l">
                <a:defRPr sz="1145" b="0" i="0" kern="0" spc="-9">
                  <a:solidFill>
                    <a:srgbClr val="7B8BA0"/>
                  </a:solidFill>
                  <a:latin typeface="Inter"/>
                  <a:ea typeface="Inter"/>
                  <a:cs typeface="Inter"/>
                </a:defRPr>
              </a:lvl5pPr>
              <a:lvl6pPr algn="l">
                <a:defRPr sz="1145" b="0" i="0" kern="0" spc="-9">
                  <a:solidFill>
                    <a:srgbClr val="7B8BA0"/>
                  </a:solidFill>
                  <a:latin typeface="Inter"/>
                  <a:ea typeface="Inter"/>
                  <a:cs typeface="Inter"/>
                </a:defRPr>
              </a:lvl6pPr>
              <a:lvl7pPr algn="l">
                <a:defRPr sz="1145" b="0" i="0" kern="0" spc="-9">
                  <a:solidFill>
                    <a:srgbClr val="7B8BA0"/>
                  </a:solidFill>
                  <a:latin typeface="Inter"/>
                  <a:ea typeface="Inter"/>
                  <a:cs typeface="Inter"/>
                </a:defRPr>
              </a:lvl7pPr>
              <a:lvl8pPr algn="l">
                <a:defRPr sz="1145" b="0" i="0" kern="0" spc="-9">
                  <a:solidFill>
                    <a:srgbClr val="7B8BA0"/>
                  </a:solidFill>
                  <a:latin typeface="Inter"/>
                  <a:ea typeface="Inter"/>
                  <a:cs typeface="Inter"/>
                </a:defRPr>
              </a:lvl8pPr>
              <a:lvl9pPr algn="l">
                <a:defRPr sz="1145" b="0" i="0" kern="0" spc="-9">
                  <a:solidFill>
                    <a:srgbClr val="7B8BA0"/>
                  </a:solidFill>
                  <a:latin typeface="Inter"/>
                  <a:ea typeface="Inter"/>
                  <a:cs typeface="Inter"/>
                </a:defRPr>
              </a:lvl9pPr>
            </a:lstStyle>
            <a:p>
              <a:pPr algn="l">
                <a:lnSpc>
                  <a:spcPct val="100000"/>
                </a:lnSpc>
                <a:buNone/>
                <a:defRPr sz="1145" b="0" i="0" kern="0" spc="-9">
                  <a:solidFill>
                    <a:srgbClr val="7B8BA0"/>
                  </a:solidFill>
                  <a:latin typeface="Inter"/>
                  <a:ea typeface="Inter"/>
                  <a:cs typeface="Inter"/>
                </a:defRPr>
              </a:pPr>
              <a:r>
                <a:rPr sz="1145" b="0" i="0" kern="0" spc="-9">
                  <a:solidFill>
                    <a:srgbClr val="7B8BA0"/>
                  </a:solidFill>
                  <a:latin typeface="Inter"/>
                  <a:ea typeface="Inter"/>
                  <a:cs typeface="Inter"/>
                </a:rPr>
                <a:t>125</a:t>
              </a:r>
            </a:p>
          </p:txBody>
        </p:sp>
        <p:sp>
          <p:nvSpPr>
            <p:cNvPr id="99" name="s11 text 44">
              <a:extLst>
                <a:ext uri="{FF2B5EF4-FFF2-40B4-BE49-F238E27FC236}">
                  <a16:creationId xmlns:a16="http://schemas.microsoft.com/office/drawing/2014/main" id="{8BBFB7CA-CCFD-4786-99BF-2ABB4D8BCB43}"/>
                </a:ext>
              </a:extLst>
            </p:cNvPr>
            <p:cNvSpPr>
              <a:spLocks noGrp="1"/>
            </p:cNvSpPr>
            <p:nvPr/>
          </p:nvSpPr>
          <p:spPr>
            <a:xfrm>
              <a:off x="2133290" y="2880458"/>
              <a:ext cx="295351" cy="202383"/>
            </a:xfrm>
            <a:prstGeom prst="rect">
              <a:avLst/>
            </a:prstGeom>
            <a:noFill/>
            <a:ln w="0">
              <a:noFill/>
              <a:prstDash val="solid"/>
            </a:ln>
          </p:spPr>
          <p:txBody>
            <a:bodyPr wrap="none" lIns="0" tIns="0" rIns="0" bIns="0" anchor="t">
              <a:noAutofit/>
            </a:bodyPr>
            <a:lstStyle>
              <a:defPPr algn="l">
                <a:defRPr sz="1145" b="0" i="0" kern="0" spc="-9">
                  <a:solidFill>
                    <a:srgbClr val="7B8BA0"/>
                  </a:solidFill>
                  <a:latin typeface="Inter"/>
                  <a:ea typeface="Inter"/>
                  <a:cs typeface="Inter"/>
                </a:defRPr>
              </a:defPPr>
              <a:lvl1pPr algn="l">
                <a:defRPr sz="1145" b="0" i="0" kern="0" spc="-9">
                  <a:solidFill>
                    <a:srgbClr val="7B8BA0"/>
                  </a:solidFill>
                  <a:latin typeface="Inter"/>
                  <a:ea typeface="Inter"/>
                  <a:cs typeface="Inter"/>
                </a:defRPr>
              </a:lvl1pPr>
              <a:lvl2pPr algn="l">
                <a:defRPr sz="1145" b="0" i="0" kern="0" spc="-9">
                  <a:solidFill>
                    <a:srgbClr val="7B8BA0"/>
                  </a:solidFill>
                  <a:latin typeface="Inter"/>
                  <a:ea typeface="Inter"/>
                  <a:cs typeface="Inter"/>
                </a:defRPr>
              </a:lvl2pPr>
              <a:lvl3pPr algn="l">
                <a:defRPr sz="1145" b="0" i="0" kern="0" spc="-9">
                  <a:solidFill>
                    <a:srgbClr val="7B8BA0"/>
                  </a:solidFill>
                  <a:latin typeface="Inter"/>
                  <a:ea typeface="Inter"/>
                  <a:cs typeface="Inter"/>
                </a:defRPr>
              </a:lvl3pPr>
              <a:lvl4pPr algn="l">
                <a:defRPr sz="1145" b="0" i="0" kern="0" spc="-9">
                  <a:solidFill>
                    <a:srgbClr val="7B8BA0"/>
                  </a:solidFill>
                  <a:latin typeface="Inter"/>
                  <a:ea typeface="Inter"/>
                  <a:cs typeface="Inter"/>
                </a:defRPr>
              </a:lvl4pPr>
              <a:lvl5pPr algn="l">
                <a:defRPr sz="1145" b="0" i="0" kern="0" spc="-9">
                  <a:solidFill>
                    <a:srgbClr val="7B8BA0"/>
                  </a:solidFill>
                  <a:latin typeface="Inter"/>
                  <a:ea typeface="Inter"/>
                  <a:cs typeface="Inter"/>
                </a:defRPr>
              </a:lvl5pPr>
              <a:lvl6pPr algn="l">
                <a:defRPr sz="1145" b="0" i="0" kern="0" spc="-9">
                  <a:solidFill>
                    <a:srgbClr val="7B8BA0"/>
                  </a:solidFill>
                  <a:latin typeface="Inter"/>
                  <a:ea typeface="Inter"/>
                  <a:cs typeface="Inter"/>
                </a:defRPr>
              </a:lvl6pPr>
              <a:lvl7pPr algn="l">
                <a:defRPr sz="1145" b="0" i="0" kern="0" spc="-9">
                  <a:solidFill>
                    <a:srgbClr val="7B8BA0"/>
                  </a:solidFill>
                  <a:latin typeface="Inter"/>
                  <a:ea typeface="Inter"/>
                  <a:cs typeface="Inter"/>
                </a:defRPr>
              </a:lvl7pPr>
              <a:lvl8pPr algn="l">
                <a:defRPr sz="1145" b="0" i="0" kern="0" spc="-9">
                  <a:solidFill>
                    <a:srgbClr val="7B8BA0"/>
                  </a:solidFill>
                  <a:latin typeface="Inter"/>
                  <a:ea typeface="Inter"/>
                  <a:cs typeface="Inter"/>
                </a:defRPr>
              </a:lvl8pPr>
              <a:lvl9pPr algn="l">
                <a:defRPr sz="1145" b="0" i="0" kern="0" spc="-9">
                  <a:solidFill>
                    <a:srgbClr val="7B8BA0"/>
                  </a:solidFill>
                  <a:latin typeface="Inter"/>
                  <a:ea typeface="Inter"/>
                  <a:cs typeface="Inter"/>
                </a:defRPr>
              </a:lvl9pPr>
            </a:lstStyle>
            <a:p>
              <a:pPr algn="l">
                <a:lnSpc>
                  <a:spcPct val="100000"/>
                </a:lnSpc>
                <a:buNone/>
                <a:defRPr sz="1145" b="0" i="0" kern="0" spc="-9">
                  <a:solidFill>
                    <a:srgbClr val="7B8BA0"/>
                  </a:solidFill>
                  <a:latin typeface="Inter"/>
                  <a:ea typeface="Inter"/>
                  <a:cs typeface="Inter"/>
                </a:defRPr>
              </a:pPr>
              <a:r>
                <a:rPr sz="1145" b="0" i="0" kern="0" spc="-9">
                  <a:solidFill>
                    <a:srgbClr val="7B8BA0"/>
                  </a:solidFill>
                  <a:latin typeface="Inter"/>
                  <a:ea typeface="Inter"/>
                  <a:cs typeface="Inter"/>
                </a:rPr>
                <a:t>150</a:t>
              </a:r>
            </a:p>
          </p:txBody>
        </p:sp>
        <p:sp>
          <p:nvSpPr>
            <p:cNvPr id="100" name="s11 text 45">
              <a:extLst>
                <a:ext uri="{FF2B5EF4-FFF2-40B4-BE49-F238E27FC236}">
                  <a16:creationId xmlns:a16="http://schemas.microsoft.com/office/drawing/2014/main" id="{9EA7E668-2DF3-48B3-90C7-C0D422DEF96C}"/>
                </a:ext>
              </a:extLst>
            </p:cNvPr>
            <p:cNvSpPr>
              <a:spLocks noGrp="1"/>
            </p:cNvSpPr>
            <p:nvPr/>
          </p:nvSpPr>
          <p:spPr>
            <a:xfrm>
              <a:off x="2144117" y="2423593"/>
              <a:ext cx="284493" cy="202383"/>
            </a:xfrm>
            <a:prstGeom prst="rect">
              <a:avLst/>
            </a:prstGeom>
            <a:noFill/>
            <a:ln w="0">
              <a:noFill/>
              <a:prstDash val="solid"/>
            </a:ln>
          </p:spPr>
          <p:txBody>
            <a:bodyPr wrap="none" lIns="0" tIns="0" rIns="0" bIns="0" anchor="t">
              <a:noAutofit/>
            </a:bodyPr>
            <a:lstStyle>
              <a:defPPr algn="l">
                <a:defRPr sz="1145" b="0" i="0" kern="0" spc="-9">
                  <a:solidFill>
                    <a:srgbClr val="7B8BA0"/>
                  </a:solidFill>
                  <a:latin typeface="Inter"/>
                  <a:ea typeface="Inter"/>
                  <a:cs typeface="Inter"/>
                </a:defRPr>
              </a:defPPr>
              <a:lvl1pPr algn="l">
                <a:defRPr sz="1145" b="0" i="0" kern="0" spc="-9">
                  <a:solidFill>
                    <a:srgbClr val="7B8BA0"/>
                  </a:solidFill>
                  <a:latin typeface="Inter"/>
                  <a:ea typeface="Inter"/>
                  <a:cs typeface="Inter"/>
                </a:defRPr>
              </a:lvl1pPr>
              <a:lvl2pPr algn="l">
                <a:defRPr sz="1145" b="0" i="0" kern="0" spc="-9">
                  <a:solidFill>
                    <a:srgbClr val="7B8BA0"/>
                  </a:solidFill>
                  <a:latin typeface="Inter"/>
                  <a:ea typeface="Inter"/>
                  <a:cs typeface="Inter"/>
                </a:defRPr>
              </a:lvl2pPr>
              <a:lvl3pPr algn="l">
                <a:defRPr sz="1145" b="0" i="0" kern="0" spc="-9">
                  <a:solidFill>
                    <a:srgbClr val="7B8BA0"/>
                  </a:solidFill>
                  <a:latin typeface="Inter"/>
                  <a:ea typeface="Inter"/>
                  <a:cs typeface="Inter"/>
                </a:defRPr>
              </a:lvl3pPr>
              <a:lvl4pPr algn="l">
                <a:defRPr sz="1145" b="0" i="0" kern="0" spc="-9">
                  <a:solidFill>
                    <a:srgbClr val="7B8BA0"/>
                  </a:solidFill>
                  <a:latin typeface="Inter"/>
                  <a:ea typeface="Inter"/>
                  <a:cs typeface="Inter"/>
                </a:defRPr>
              </a:lvl4pPr>
              <a:lvl5pPr algn="l">
                <a:defRPr sz="1145" b="0" i="0" kern="0" spc="-9">
                  <a:solidFill>
                    <a:srgbClr val="7B8BA0"/>
                  </a:solidFill>
                  <a:latin typeface="Inter"/>
                  <a:ea typeface="Inter"/>
                  <a:cs typeface="Inter"/>
                </a:defRPr>
              </a:lvl5pPr>
              <a:lvl6pPr algn="l">
                <a:defRPr sz="1145" b="0" i="0" kern="0" spc="-9">
                  <a:solidFill>
                    <a:srgbClr val="7B8BA0"/>
                  </a:solidFill>
                  <a:latin typeface="Inter"/>
                  <a:ea typeface="Inter"/>
                  <a:cs typeface="Inter"/>
                </a:defRPr>
              </a:lvl6pPr>
              <a:lvl7pPr algn="l">
                <a:defRPr sz="1145" b="0" i="0" kern="0" spc="-9">
                  <a:solidFill>
                    <a:srgbClr val="7B8BA0"/>
                  </a:solidFill>
                  <a:latin typeface="Inter"/>
                  <a:ea typeface="Inter"/>
                  <a:cs typeface="Inter"/>
                </a:defRPr>
              </a:lvl7pPr>
              <a:lvl8pPr algn="l">
                <a:defRPr sz="1145" b="0" i="0" kern="0" spc="-9">
                  <a:solidFill>
                    <a:srgbClr val="7B8BA0"/>
                  </a:solidFill>
                  <a:latin typeface="Inter"/>
                  <a:ea typeface="Inter"/>
                  <a:cs typeface="Inter"/>
                </a:defRPr>
              </a:lvl8pPr>
              <a:lvl9pPr algn="l">
                <a:defRPr sz="1145" b="0" i="0" kern="0" spc="-9">
                  <a:solidFill>
                    <a:srgbClr val="7B8BA0"/>
                  </a:solidFill>
                  <a:latin typeface="Inter"/>
                  <a:ea typeface="Inter"/>
                  <a:cs typeface="Inter"/>
                </a:defRPr>
              </a:lvl9pPr>
            </a:lstStyle>
            <a:p>
              <a:pPr algn="l">
                <a:lnSpc>
                  <a:spcPct val="100000"/>
                </a:lnSpc>
                <a:buNone/>
                <a:defRPr sz="1145" b="0" i="0" kern="0" spc="-9">
                  <a:solidFill>
                    <a:srgbClr val="7B8BA0"/>
                  </a:solidFill>
                  <a:latin typeface="Inter"/>
                  <a:ea typeface="Inter"/>
                  <a:cs typeface="Inter"/>
                </a:defRPr>
              </a:pPr>
              <a:r>
                <a:rPr sz="1145" b="0" i="0" kern="0" spc="-9">
                  <a:solidFill>
                    <a:srgbClr val="7B8BA0"/>
                  </a:solidFill>
                  <a:latin typeface="Inter"/>
                  <a:ea typeface="Inter"/>
                  <a:cs typeface="Inter"/>
                </a:rPr>
                <a:t>175</a:t>
              </a:r>
            </a:p>
          </p:txBody>
        </p:sp>
        <p:sp>
          <p:nvSpPr>
            <p:cNvPr id="101" name="s11 text 46 halo">
              <a:extLst>
                <a:ext uri="{FF2B5EF4-FFF2-40B4-BE49-F238E27FC236}">
                  <a16:creationId xmlns:a16="http://schemas.microsoft.com/office/drawing/2014/main" id="{496BAC9B-53FD-420A-85D0-E40020179852}"/>
                </a:ext>
              </a:extLst>
            </p:cNvPr>
            <p:cNvSpPr>
              <a:spLocks noGrp="1"/>
            </p:cNvSpPr>
            <p:nvPr/>
          </p:nvSpPr>
          <p:spPr>
            <a:xfrm>
              <a:off x="3951598" y="6076473"/>
              <a:ext cx="2587181" cy="256457"/>
            </a:xfrm>
            <a:prstGeom prst="rect">
              <a:avLst/>
            </a:prstGeom>
            <a:noFill/>
            <a:ln w="0">
              <a:noFill/>
              <a:prstDash val="solid"/>
            </a:ln>
          </p:spPr>
          <p:txBody>
            <a:bodyPr wrap="none" lIns="0" tIns="0" rIns="0" bIns="0" anchor="t">
              <a:noAutofit/>
            </a:bodyPr>
            <a:lstStyle>
              <a:defPPr algn="l">
                <a:defRPr sz="1451" b="0" i="0" kern="0" spc="-9">
                  <a:ln w="42178">
                    <a:solidFill>
                      <a:srgbClr val="FFFFFF"/>
                    </a:solidFill>
                    <a:prstDash val="solid"/>
                  </a:ln>
                  <a:solidFill>
                    <a:srgbClr val="FFFFFF"/>
                  </a:solidFill>
                  <a:latin typeface="Inter SemiBold"/>
                  <a:ea typeface="Inter SemiBold"/>
                  <a:cs typeface="Inter SemiBold"/>
                </a:defRPr>
              </a:defPPr>
              <a:lvl1pPr algn="l">
                <a:defRPr sz="1451" b="0" i="0" kern="0" spc="-9">
                  <a:ln w="42178">
                    <a:solidFill>
                      <a:srgbClr val="FFFFFF"/>
                    </a:solidFill>
                    <a:prstDash val="solid"/>
                  </a:ln>
                  <a:solidFill>
                    <a:srgbClr val="FFFFFF"/>
                  </a:solidFill>
                  <a:latin typeface="Inter SemiBold"/>
                  <a:ea typeface="Inter SemiBold"/>
                  <a:cs typeface="Inter SemiBold"/>
                </a:defRPr>
              </a:lvl1pPr>
              <a:lvl2pPr algn="l">
                <a:defRPr sz="1451" b="0" i="0" kern="0" spc="-9">
                  <a:ln w="42178">
                    <a:solidFill>
                      <a:srgbClr val="FFFFFF"/>
                    </a:solidFill>
                    <a:prstDash val="solid"/>
                  </a:ln>
                  <a:solidFill>
                    <a:srgbClr val="FFFFFF"/>
                  </a:solidFill>
                  <a:latin typeface="Inter SemiBold"/>
                  <a:ea typeface="Inter SemiBold"/>
                  <a:cs typeface="Inter SemiBold"/>
                </a:defRPr>
              </a:lvl2pPr>
              <a:lvl3pPr algn="l">
                <a:defRPr sz="1451" b="0" i="0" kern="0" spc="-9">
                  <a:ln w="42178">
                    <a:solidFill>
                      <a:srgbClr val="FFFFFF"/>
                    </a:solidFill>
                    <a:prstDash val="solid"/>
                  </a:ln>
                  <a:solidFill>
                    <a:srgbClr val="FFFFFF"/>
                  </a:solidFill>
                  <a:latin typeface="Inter SemiBold"/>
                  <a:ea typeface="Inter SemiBold"/>
                  <a:cs typeface="Inter SemiBold"/>
                </a:defRPr>
              </a:lvl3pPr>
              <a:lvl4pPr algn="l">
                <a:defRPr sz="1451" b="0" i="0" kern="0" spc="-9">
                  <a:ln w="42178">
                    <a:solidFill>
                      <a:srgbClr val="FFFFFF"/>
                    </a:solidFill>
                    <a:prstDash val="solid"/>
                  </a:ln>
                  <a:solidFill>
                    <a:srgbClr val="FFFFFF"/>
                  </a:solidFill>
                  <a:latin typeface="Inter SemiBold"/>
                  <a:ea typeface="Inter SemiBold"/>
                  <a:cs typeface="Inter SemiBold"/>
                </a:defRPr>
              </a:lvl4pPr>
              <a:lvl5pPr algn="l">
                <a:defRPr sz="1451" b="0" i="0" kern="0" spc="-9">
                  <a:ln w="42178">
                    <a:solidFill>
                      <a:srgbClr val="FFFFFF"/>
                    </a:solidFill>
                    <a:prstDash val="solid"/>
                  </a:ln>
                  <a:solidFill>
                    <a:srgbClr val="FFFFFF"/>
                  </a:solidFill>
                  <a:latin typeface="Inter SemiBold"/>
                  <a:ea typeface="Inter SemiBold"/>
                  <a:cs typeface="Inter SemiBold"/>
                </a:defRPr>
              </a:lvl5pPr>
              <a:lvl6pPr algn="l">
                <a:defRPr sz="1451" b="0" i="0" kern="0" spc="-9">
                  <a:ln w="42178">
                    <a:solidFill>
                      <a:srgbClr val="FFFFFF"/>
                    </a:solidFill>
                    <a:prstDash val="solid"/>
                  </a:ln>
                  <a:solidFill>
                    <a:srgbClr val="FFFFFF"/>
                  </a:solidFill>
                  <a:latin typeface="Inter SemiBold"/>
                  <a:ea typeface="Inter SemiBold"/>
                  <a:cs typeface="Inter SemiBold"/>
                </a:defRPr>
              </a:lvl6pPr>
              <a:lvl7pPr algn="l">
                <a:defRPr sz="1451" b="0" i="0" kern="0" spc="-9">
                  <a:ln w="42178">
                    <a:solidFill>
                      <a:srgbClr val="FFFFFF"/>
                    </a:solidFill>
                    <a:prstDash val="solid"/>
                  </a:ln>
                  <a:solidFill>
                    <a:srgbClr val="FFFFFF"/>
                  </a:solidFill>
                  <a:latin typeface="Inter SemiBold"/>
                  <a:ea typeface="Inter SemiBold"/>
                  <a:cs typeface="Inter SemiBold"/>
                </a:defRPr>
              </a:lvl7pPr>
              <a:lvl8pPr algn="l">
                <a:defRPr sz="1451" b="0" i="0" kern="0" spc="-9">
                  <a:ln w="42178">
                    <a:solidFill>
                      <a:srgbClr val="FFFFFF"/>
                    </a:solidFill>
                    <a:prstDash val="solid"/>
                  </a:ln>
                  <a:solidFill>
                    <a:srgbClr val="FFFFFF"/>
                  </a:solidFill>
                  <a:latin typeface="Inter SemiBold"/>
                  <a:ea typeface="Inter SemiBold"/>
                  <a:cs typeface="Inter SemiBold"/>
                </a:defRPr>
              </a:lvl8pPr>
              <a:lvl9pPr algn="l">
                <a:defRPr sz="1451" b="0" i="0" kern="0" spc="-9">
                  <a:ln w="42178">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451" b="0" i="0" kern="0" spc="-9">
                  <a:solidFill>
                    <a:srgbClr val="FFFFFF"/>
                  </a:solidFill>
                  <a:latin typeface="Inter SemiBold"/>
                  <a:ea typeface="Inter SemiBold"/>
                  <a:cs typeface="Inter SemiBold"/>
                </a:defRPr>
              </a:pPr>
              <a:r>
                <a:rPr sz="1451" b="0" i="0" kern="0" spc="-9">
                  <a:ln w="42178">
                    <a:solidFill>
                      <a:srgbClr val="FFFFFF"/>
                    </a:solidFill>
                    <a:prstDash val="solid"/>
                  </a:ln>
                  <a:solidFill>
                    <a:srgbClr val="FFFFFF"/>
                  </a:solidFill>
                  <a:latin typeface="Inter SemiBold"/>
                  <a:ea typeface="Inter SemiBold"/>
                  <a:cs typeface="Inter SemiBold"/>
                </a:rPr>
                <a:t>Quantity of TVs (thousands)</a:t>
              </a:r>
            </a:p>
          </p:txBody>
        </p:sp>
        <p:sp>
          <p:nvSpPr>
            <p:cNvPr id="102" name="s11 text 46">
              <a:extLst>
                <a:ext uri="{FF2B5EF4-FFF2-40B4-BE49-F238E27FC236}">
                  <a16:creationId xmlns:a16="http://schemas.microsoft.com/office/drawing/2014/main" id="{46984450-E26F-4FA3-B535-0546E5712D17}"/>
                </a:ext>
              </a:extLst>
            </p:cNvPr>
            <p:cNvSpPr>
              <a:spLocks noGrp="1"/>
            </p:cNvSpPr>
            <p:nvPr/>
          </p:nvSpPr>
          <p:spPr>
            <a:xfrm>
              <a:off x="3951598" y="6076473"/>
              <a:ext cx="2587181" cy="256457"/>
            </a:xfrm>
            <a:prstGeom prst="rect">
              <a:avLst/>
            </a:prstGeom>
            <a:noFill/>
            <a:ln w="0">
              <a:noFill/>
              <a:prstDash val="solid"/>
            </a:ln>
          </p:spPr>
          <p:txBody>
            <a:bodyPr wrap="none" lIns="0" tIns="0" rIns="0" bIns="0" anchor="t">
              <a:noAutofit/>
            </a:bodyPr>
            <a:lstStyle>
              <a:defPPr algn="l">
                <a:defRPr sz="1451" b="0" i="0" kern="0" spc="-9">
                  <a:solidFill>
                    <a:srgbClr val="0A2540"/>
                  </a:solidFill>
                  <a:latin typeface="Inter SemiBold"/>
                  <a:ea typeface="Inter SemiBold"/>
                  <a:cs typeface="Inter SemiBold"/>
                </a:defRPr>
              </a:defPPr>
              <a:lvl1pPr algn="l">
                <a:defRPr sz="1451" b="0" i="0" kern="0" spc="-9">
                  <a:solidFill>
                    <a:srgbClr val="0A2540"/>
                  </a:solidFill>
                  <a:latin typeface="Inter SemiBold"/>
                  <a:ea typeface="Inter SemiBold"/>
                  <a:cs typeface="Inter SemiBold"/>
                </a:defRPr>
              </a:lvl1pPr>
              <a:lvl2pPr algn="l">
                <a:defRPr sz="1451" b="0" i="0" kern="0" spc="-9">
                  <a:solidFill>
                    <a:srgbClr val="0A2540"/>
                  </a:solidFill>
                  <a:latin typeface="Inter SemiBold"/>
                  <a:ea typeface="Inter SemiBold"/>
                  <a:cs typeface="Inter SemiBold"/>
                </a:defRPr>
              </a:lvl2pPr>
              <a:lvl3pPr algn="l">
                <a:defRPr sz="1451" b="0" i="0" kern="0" spc="-9">
                  <a:solidFill>
                    <a:srgbClr val="0A2540"/>
                  </a:solidFill>
                  <a:latin typeface="Inter SemiBold"/>
                  <a:ea typeface="Inter SemiBold"/>
                  <a:cs typeface="Inter SemiBold"/>
                </a:defRPr>
              </a:lvl3pPr>
              <a:lvl4pPr algn="l">
                <a:defRPr sz="1451" b="0" i="0" kern="0" spc="-9">
                  <a:solidFill>
                    <a:srgbClr val="0A2540"/>
                  </a:solidFill>
                  <a:latin typeface="Inter SemiBold"/>
                  <a:ea typeface="Inter SemiBold"/>
                  <a:cs typeface="Inter SemiBold"/>
                </a:defRPr>
              </a:lvl4pPr>
              <a:lvl5pPr algn="l">
                <a:defRPr sz="1451" b="0" i="0" kern="0" spc="-9">
                  <a:solidFill>
                    <a:srgbClr val="0A2540"/>
                  </a:solidFill>
                  <a:latin typeface="Inter SemiBold"/>
                  <a:ea typeface="Inter SemiBold"/>
                  <a:cs typeface="Inter SemiBold"/>
                </a:defRPr>
              </a:lvl5pPr>
              <a:lvl6pPr algn="l">
                <a:defRPr sz="1451" b="0" i="0" kern="0" spc="-9">
                  <a:solidFill>
                    <a:srgbClr val="0A2540"/>
                  </a:solidFill>
                  <a:latin typeface="Inter SemiBold"/>
                  <a:ea typeface="Inter SemiBold"/>
                  <a:cs typeface="Inter SemiBold"/>
                </a:defRPr>
              </a:lvl6pPr>
              <a:lvl7pPr algn="l">
                <a:defRPr sz="1451" b="0" i="0" kern="0" spc="-9">
                  <a:solidFill>
                    <a:srgbClr val="0A2540"/>
                  </a:solidFill>
                  <a:latin typeface="Inter SemiBold"/>
                  <a:ea typeface="Inter SemiBold"/>
                  <a:cs typeface="Inter SemiBold"/>
                </a:defRPr>
              </a:lvl7pPr>
              <a:lvl8pPr algn="l">
                <a:defRPr sz="1451" b="0" i="0" kern="0" spc="-9">
                  <a:solidFill>
                    <a:srgbClr val="0A2540"/>
                  </a:solidFill>
                  <a:latin typeface="Inter SemiBold"/>
                  <a:ea typeface="Inter SemiBold"/>
                  <a:cs typeface="Inter SemiBold"/>
                </a:defRPr>
              </a:lvl8pPr>
              <a:lvl9pPr algn="l">
                <a:defRPr sz="1451" b="0" i="0" kern="0" spc="-9">
                  <a:solidFill>
                    <a:srgbClr val="0A2540"/>
                  </a:solidFill>
                  <a:latin typeface="Inter SemiBold"/>
                  <a:ea typeface="Inter SemiBold"/>
                  <a:cs typeface="Inter SemiBold"/>
                </a:defRPr>
              </a:lvl9pPr>
            </a:lstStyle>
            <a:p>
              <a:pPr algn="l">
                <a:lnSpc>
                  <a:spcPct val="100000"/>
                </a:lnSpc>
                <a:buNone/>
                <a:defRPr sz="1451" b="0" i="0" kern="0" spc="-9">
                  <a:solidFill>
                    <a:srgbClr val="0A2540"/>
                  </a:solidFill>
                  <a:latin typeface="Inter SemiBold"/>
                  <a:ea typeface="Inter SemiBold"/>
                  <a:cs typeface="Inter SemiBold"/>
                </a:defRPr>
              </a:pPr>
              <a:r>
                <a:rPr sz="1451" b="0" i="0" kern="0" spc="-9">
                  <a:solidFill>
                    <a:srgbClr val="0A2540"/>
                  </a:solidFill>
                  <a:latin typeface="Inter SemiBold"/>
                  <a:ea typeface="Inter SemiBold"/>
                  <a:cs typeface="Inter SemiBold"/>
                </a:rPr>
                <a:t>Quantity of TVs (thousands)</a:t>
              </a:r>
            </a:p>
          </p:txBody>
        </p:sp>
        <p:sp>
          <p:nvSpPr>
            <p:cNvPr id="103" name="s11 text 47">
              <a:extLst>
                <a:ext uri="{FF2B5EF4-FFF2-40B4-BE49-F238E27FC236}">
                  <a16:creationId xmlns:a16="http://schemas.microsoft.com/office/drawing/2014/main" id="{5A827F3D-31AA-4264-9F77-D901FAC3614E}"/>
                </a:ext>
              </a:extLst>
            </p:cNvPr>
            <p:cNvSpPr>
              <a:spLocks noGrp="1"/>
            </p:cNvSpPr>
            <p:nvPr/>
          </p:nvSpPr>
          <p:spPr>
            <a:xfrm rot="-5400000">
              <a:off x="1839890" y="4479018"/>
              <a:ext cx="133517" cy="185782"/>
            </a:xfrm>
            <a:prstGeom prst="rect">
              <a:avLst/>
            </a:prstGeom>
            <a:noFill/>
            <a:ln w="0">
              <a:noFill/>
              <a:prstDash val="solid"/>
            </a:ln>
          </p:spPr>
          <p:txBody>
            <a:bodyPr wrap="none" lIns="0" tIns="0" rIns="0" bIns="0" anchor="t">
              <a:noAutofit/>
            </a:bodyPr>
            <a:lstStyle>
              <a:defPPr algn="l">
                <a:defRPr sz="1051" b="0" i="0" kern="0" spc="0">
                  <a:solidFill>
                    <a:srgbClr val="0A2540"/>
                  </a:solidFill>
                  <a:latin typeface="Inter SemiBold"/>
                  <a:ea typeface="Inter SemiBold"/>
                  <a:cs typeface="Inter SemiBold"/>
                </a:defRPr>
              </a:defPPr>
              <a:lvl1pPr algn="l">
                <a:defRPr sz="1051" b="0" i="0" kern="0" spc="0">
                  <a:solidFill>
                    <a:srgbClr val="0A2540"/>
                  </a:solidFill>
                  <a:latin typeface="Inter SemiBold"/>
                  <a:ea typeface="Inter SemiBold"/>
                  <a:cs typeface="Inter SemiBold"/>
                </a:defRPr>
              </a:lvl1pPr>
              <a:lvl2pPr algn="l">
                <a:defRPr sz="1051" b="0" i="0" kern="0" spc="0">
                  <a:solidFill>
                    <a:srgbClr val="0A2540"/>
                  </a:solidFill>
                  <a:latin typeface="Inter SemiBold"/>
                  <a:ea typeface="Inter SemiBold"/>
                  <a:cs typeface="Inter SemiBold"/>
                </a:defRPr>
              </a:lvl2pPr>
              <a:lvl3pPr algn="l">
                <a:defRPr sz="1051" b="0" i="0" kern="0" spc="0">
                  <a:solidFill>
                    <a:srgbClr val="0A2540"/>
                  </a:solidFill>
                  <a:latin typeface="Inter SemiBold"/>
                  <a:ea typeface="Inter SemiBold"/>
                  <a:cs typeface="Inter SemiBold"/>
                </a:defRPr>
              </a:lvl3pPr>
              <a:lvl4pPr algn="l">
                <a:defRPr sz="1051" b="0" i="0" kern="0" spc="0">
                  <a:solidFill>
                    <a:srgbClr val="0A2540"/>
                  </a:solidFill>
                  <a:latin typeface="Inter SemiBold"/>
                  <a:ea typeface="Inter SemiBold"/>
                  <a:cs typeface="Inter SemiBold"/>
                </a:defRPr>
              </a:lvl4pPr>
              <a:lvl5pPr algn="l">
                <a:defRPr sz="1051" b="0" i="0" kern="0" spc="0">
                  <a:solidFill>
                    <a:srgbClr val="0A2540"/>
                  </a:solidFill>
                  <a:latin typeface="Inter SemiBold"/>
                  <a:ea typeface="Inter SemiBold"/>
                  <a:cs typeface="Inter SemiBold"/>
                </a:defRPr>
              </a:lvl5pPr>
              <a:lvl6pPr algn="l">
                <a:defRPr sz="1051" b="0" i="0" kern="0" spc="0">
                  <a:solidFill>
                    <a:srgbClr val="0A2540"/>
                  </a:solidFill>
                  <a:latin typeface="Inter SemiBold"/>
                  <a:ea typeface="Inter SemiBold"/>
                  <a:cs typeface="Inter SemiBold"/>
                </a:defRPr>
              </a:lvl6pPr>
              <a:lvl7pPr algn="l">
                <a:defRPr sz="1051" b="0" i="0" kern="0" spc="0">
                  <a:solidFill>
                    <a:srgbClr val="0A2540"/>
                  </a:solidFill>
                  <a:latin typeface="Inter SemiBold"/>
                  <a:ea typeface="Inter SemiBold"/>
                  <a:cs typeface="Inter SemiBold"/>
                </a:defRPr>
              </a:lvl7pPr>
              <a:lvl8pPr algn="l">
                <a:defRPr sz="1051" b="0" i="0" kern="0" spc="0">
                  <a:solidFill>
                    <a:srgbClr val="0A2540"/>
                  </a:solidFill>
                  <a:latin typeface="Inter SemiBold"/>
                  <a:ea typeface="Inter SemiBold"/>
                  <a:cs typeface="Inter SemiBold"/>
                </a:defRPr>
              </a:lvl8pPr>
              <a:lvl9pPr algn="l">
                <a:defRPr sz="1051" b="0" i="0" kern="0" spc="0">
                  <a:solidFill>
                    <a:srgbClr val="0A2540"/>
                  </a:solidFill>
                  <a:latin typeface="Inter SemiBold"/>
                  <a:ea typeface="Inter SemiBold"/>
                  <a:cs typeface="Inter SemiBold"/>
                </a:defRPr>
              </a:lvl9pPr>
            </a:lstStyle>
            <a:p>
              <a:pPr algn="l">
                <a:lnSpc>
                  <a:spcPct val="100000"/>
                </a:lnSpc>
                <a:buNone/>
                <a:defRPr sz="1051" b="0" i="0" kern="0" spc="0">
                  <a:solidFill>
                    <a:srgbClr val="0A2540"/>
                  </a:solidFill>
                  <a:latin typeface="Inter SemiBold"/>
                  <a:ea typeface="Inter SemiBold"/>
                  <a:cs typeface="Inter SemiBold"/>
                </a:defRPr>
              </a:pPr>
              <a:r>
                <a:rPr sz="1051" b="0" i="0" kern="0" spc="0">
                  <a:solidFill>
                    <a:srgbClr val="0A2540"/>
                  </a:solidFill>
                  <a:latin typeface="Inter SemiBold"/>
                  <a:ea typeface="Inter SemiBold"/>
                  <a:cs typeface="Inter SemiBold"/>
                </a:rPr>
                <a:t>P</a:t>
              </a:r>
            </a:p>
          </p:txBody>
        </p:sp>
        <p:sp>
          <p:nvSpPr>
            <p:cNvPr id="104" name="s11 text 48">
              <a:extLst>
                <a:ext uri="{FF2B5EF4-FFF2-40B4-BE49-F238E27FC236}">
                  <a16:creationId xmlns:a16="http://schemas.microsoft.com/office/drawing/2014/main" id="{FA866A93-F5C8-4B96-B6F5-F643A73BF70B}"/>
                </a:ext>
              </a:extLst>
            </p:cNvPr>
            <p:cNvSpPr>
              <a:spLocks noGrp="1"/>
            </p:cNvSpPr>
            <p:nvPr/>
          </p:nvSpPr>
          <p:spPr>
            <a:xfrm rot="-5400000">
              <a:off x="1839890" y="4410592"/>
              <a:ext cx="133517" cy="185782"/>
            </a:xfrm>
            <a:prstGeom prst="rect">
              <a:avLst/>
            </a:prstGeom>
            <a:noFill/>
            <a:ln w="0">
              <a:noFill/>
              <a:prstDash val="solid"/>
            </a:ln>
          </p:spPr>
          <p:txBody>
            <a:bodyPr wrap="none" lIns="0" tIns="0" rIns="0" bIns="0" anchor="t">
              <a:noAutofit/>
            </a:bodyPr>
            <a:lstStyle>
              <a:defPPr algn="l">
                <a:defRPr sz="1051" b="0" i="0" kern="0" spc="0">
                  <a:solidFill>
                    <a:srgbClr val="0A2540"/>
                  </a:solidFill>
                  <a:latin typeface="Inter SemiBold"/>
                  <a:ea typeface="Inter SemiBold"/>
                  <a:cs typeface="Inter SemiBold"/>
                </a:defRPr>
              </a:defPPr>
              <a:lvl1pPr algn="l">
                <a:defRPr sz="1051" b="0" i="0" kern="0" spc="0">
                  <a:solidFill>
                    <a:srgbClr val="0A2540"/>
                  </a:solidFill>
                  <a:latin typeface="Inter SemiBold"/>
                  <a:ea typeface="Inter SemiBold"/>
                  <a:cs typeface="Inter SemiBold"/>
                </a:defRPr>
              </a:lvl1pPr>
              <a:lvl2pPr algn="l">
                <a:defRPr sz="1051" b="0" i="0" kern="0" spc="0">
                  <a:solidFill>
                    <a:srgbClr val="0A2540"/>
                  </a:solidFill>
                  <a:latin typeface="Inter SemiBold"/>
                  <a:ea typeface="Inter SemiBold"/>
                  <a:cs typeface="Inter SemiBold"/>
                </a:defRPr>
              </a:lvl2pPr>
              <a:lvl3pPr algn="l">
                <a:defRPr sz="1051" b="0" i="0" kern="0" spc="0">
                  <a:solidFill>
                    <a:srgbClr val="0A2540"/>
                  </a:solidFill>
                  <a:latin typeface="Inter SemiBold"/>
                  <a:ea typeface="Inter SemiBold"/>
                  <a:cs typeface="Inter SemiBold"/>
                </a:defRPr>
              </a:lvl3pPr>
              <a:lvl4pPr algn="l">
                <a:defRPr sz="1051" b="0" i="0" kern="0" spc="0">
                  <a:solidFill>
                    <a:srgbClr val="0A2540"/>
                  </a:solidFill>
                  <a:latin typeface="Inter SemiBold"/>
                  <a:ea typeface="Inter SemiBold"/>
                  <a:cs typeface="Inter SemiBold"/>
                </a:defRPr>
              </a:lvl4pPr>
              <a:lvl5pPr algn="l">
                <a:defRPr sz="1051" b="0" i="0" kern="0" spc="0">
                  <a:solidFill>
                    <a:srgbClr val="0A2540"/>
                  </a:solidFill>
                  <a:latin typeface="Inter SemiBold"/>
                  <a:ea typeface="Inter SemiBold"/>
                  <a:cs typeface="Inter SemiBold"/>
                </a:defRPr>
              </a:lvl5pPr>
              <a:lvl6pPr algn="l">
                <a:defRPr sz="1051" b="0" i="0" kern="0" spc="0">
                  <a:solidFill>
                    <a:srgbClr val="0A2540"/>
                  </a:solidFill>
                  <a:latin typeface="Inter SemiBold"/>
                  <a:ea typeface="Inter SemiBold"/>
                  <a:cs typeface="Inter SemiBold"/>
                </a:defRPr>
              </a:lvl6pPr>
              <a:lvl7pPr algn="l">
                <a:defRPr sz="1051" b="0" i="0" kern="0" spc="0">
                  <a:solidFill>
                    <a:srgbClr val="0A2540"/>
                  </a:solidFill>
                  <a:latin typeface="Inter SemiBold"/>
                  <a:ea typeface="Inter SemiBold"/>
                  <a:cs typeface="Inter SemiBold"/>
                </a:defRPr>
              </a:lvl7pPr>
              <a:lvl8pPr algn="l">
                <a:defRPr sz="1051" b="0" i="0" kern="0" spc="0">
                  <a:solidFill>
                    <a:srgbClr val="0A2540"/>
                  </a:solidFill>
                  <a:latin typeface="Inter SemiBold"/>
                  <a:ea typeface="Inter SemiBold"/>
                  <a:cs typeface="Inter SemiBold"/>
                </a:defRPr>
              </a:lvl8pPr>
              <a:lvl9pPr algn="l">
                <a:defRPr sz="1051" b="0" i="0" kern="0" spc="0">
                  <a:solidFill>
                    <a:srgbClr val="0A2540"/>
                  </a:solidFill>
                  <a:latin typeface="Inter SemiBold"/>
                  <a:ea typeface="Inter SemiBold"/>
                  <a:cs typeface="Inter SemiBold"/>
                </a:defRPr>
              </a:lvl9pPr>
            </a:lstStyle>
            <a:p>
              <a:pPr algn="l">
                <a:lnSpc>
                  <a:spcPct val="100000"/>
                </a:lnSpc>
                <a:buNone/>
                <a:defRPr sz="1051" b="0" i="0" kern="0" spc="0">
                  <a:solidFill>
                    <a:srgbClr val="0A2540"/>
                  </a:solidFill>
                  <a:latin typeface="Inter SemiBold"/>
                  <a:ea typeface="Inter SemiBold"/>
                  <a:cs typeface="Inter SemiBold"/>
                </a:defRPr>
              </a:pPr>
              <a:r>
                <a:rPr sz="1051" b="0" i="0" kern="0" spc="0">
                  <a:solidFill>
                    <a:srgbClr val="0A2540"/>
                  </a:solidFill>
                  <a:latin typeface="Inter SemiBold"/>
                  <a:ea typeface="Inter SemiBold"/>
                  <a:cs typeface="Inter SemiBold"/>
                </a:rPr>
                <a:t>r</a:t>
              </a:r>
            </a:p>
          </p:txBody>
        </p:sp>
        <p:sp>
          <p:nvSpPr>
            <p:cNvPr id="105" name="s11 text 49">
              <a:extLst>
                <a:ext uri="{FF2B5EF4-FFF2-40B4-BE49-F238E27FC236}">
                  <a16:creationId xmlns:a16="http://schemas.microsoft.com/office/drawing/2014/main" id="{123336F1-0A67-467A-9580-127A56599FCE}"/>
                </a:ext>
              </a:extLst>
            </p:cNvPr>
            <p:cNvSpPr>
              <a:spLocks noGrp="1"/>
            </p:cNvSpPr>
            <p:nvPr/>
          </p:nvSpPr>
          <p:spPr>
            <a:xfrm rot="-5400000">
              <a:off x="1839890" y="4366917"/>
              <a:ext cx="133517" cy="185782"/>
            </a:xfrm>
            <a:prstGeom prst="rect">
              <a:avLst/>
            </a:prstGeom>
            <a:noFill/>
            <a:ln w="0">
              <a:noFill/>
              <a:prstDash val="solid"/>
            </a:ln>
          </p:spPr>
          <p:txBody>
            <a:bodyPr wrap="none" lIns="0" tIns="0" rIns="0" bIns="0" anchor="t">
              <a:noAutofit/>
            </a:bodyPr>
            <a:lstStyle>
              <a:defPPr algn="l">
                <a:defRPr sz="1051" b="0" i="0" kern="0" spc="0">
                  <a:solidFill>
                    <a:srgbClr val="0A2540"/>
                  </a:solidFill>
                  <a:latin typeface="Inter SemiBold"/>
                  <a:ea typeface="Inter SemiBold"/>
                  <a:cs typeface="Inter SemiBold"/>
                </a:defRPr>
              </a:defPPr>
              <a:lvl1pPr algn="l">
                <a:defRPr sz="1051" b="0" i="0" kern="0" spc="0">
                  <a:solidFill>
                    <a:srgbClr val="0A2540"/>
                  </a:solidFill>
                  <a:latin typeface="Inter SemiBold"/>
                  <a:ea typeface="Inter SemiBold"/>
                  <a:cs typeface="Inter SemiBold"/>
                </a:defRPr>
              </a:lvl1pPr>
              <a:lvl2pPr algn="l">
                <a:defRPr sz="1051" b="0" i="0" kern="0" spc="0">
                  <a:solidFill>
                    <a:srgbClr val="0A2540"/>
                  </a:solidFill>
                  <a:latin typeface="Inter SemiBold"/>
                  <a:ea typeface="Inter SemiBold"/>
                  <a:cs typeface="Inter SemiBold"/>
                </a:defRPr>
              </a:lvl2pPr>
              <a:lvl3pPr algn="l">
                <a:defRPr sz="1051" b="0" i="0" kern="0" spc="0">
                  <a:solidFill>
                    <a:srgbClr val="0A2540"/>
                  </a:solidFill>
                  <a:latin typeface="Inter SemiBold"/>
                  <a:ea typeface="Inter SemiBold"/>
                  <a:cs typeface="Inter SemiBold"/>
                </a:defRPr>
              </a:lvl3pPr>
              <a:lvl4pPr algn="l">
                <a:defRPr sz="1051" b="0" i="0" kern="0" spc="0">
                  <a:solidFill>
                    <a:srgbClr val="0A2540"/>
                  </a:solidFill>
                  <a:latin typeface="Inter SemiBold"/>
                  <a:ea typeface="Inter SemiBold"/>
                  <a:cs typeface="Inter SemiBold"/>
                </a:defRPr>
              </a:lvl4pPr>
              <a:lvl5pPr algn="l">
                <a:defRPr sz="1051" b="0" i="0" kern="0" spc="0">
                  <a:solidFill>
                    <a:srgbClr val="0A2540"/>
                  </a:solidFill>
                  <a:latin typeface="Inter SemiBold"/>
                  <a:ea typeface="Inter SemiBold"/>
                  <a:cs typeface="Inter SemiBold"/>
                </a:defRPr>
              </a:lvl5pPr>
              <a:lvl6pPr algn="l">
                <a:defRPr sz="1051" b="0" i="0" kern="0" spc="0">
                  <a:solidFill>
                    <a:srgbClr val="0A2540"/>
                  </a:solidFill>
                  <a:latin typeface="Inter SemiBold"/>
                  <a:ea typeface="Inter SemiBold"/>
                  <a:cs typeface="Inter SemiBold"/>
                </a:defRPr>
              </a:lvl6pPr>
              <a:lvl7pPr algn="l">
                <a:defRPr sz="1051" b="0" i="0" kern="0" spc="0">
                  <a:solidFill>
                    <a:srgbClr val="0A2540"/>
                  </a:solidFill>
                  <a:latin typeface="Inter SemiBold"/>
                  <a:ea typeface="Inter SemiBold"/>
                  <a:cs typeface="Inter SemiBold"/>
                </a:defRPr>
              </a:lvl7pPr>
              <a:lvl8pPr algn="l">
                <a:defRPr sz="1051" b="0" i="0" kern="0" spc="0">
                  <a:solidFill>
                    <a:srgbClr val="0A2540"/>
                  </a:solidFill>
                  <a:latin typeface="Inter SemiBold"/>
                  <a:ea typeface="Inter SemiBold"/>
                  <a:cs typeface="Inter SemiBold"/>
                </a:defRPr>
              </a:lvl8pPr>
              <a:lvl9pPr algn="l">
                <a:defRPr sz="1051" b="0" i="0" kern="0" spc="0">
                  <a:solidFill>
                    <a:srgbClr val="0A2540"/>
                  </a:solidFill>
                  <a:latin typeface="Inter SemiBold"/>
                  <a:ea typeface="Inter SemiBold"/>
                  <a:cs typeface="Inter SemiBold"/>
                </a:defRPr>
              </a:lvl9pPr>
            </a:lstStyle>
            <a:p>
              <a:pPr algn="l">
                <a:lnSpc>
                  <a:spcPct val="100000"/>
                </a:lnSpc>
                <a:buNone/>
                <a:defRPr sz="1051" b="0" i="0" kern="0" spc="0">
                  <a:solidFill>
                    <a:srgbClr val="0A2540"/>
                  </a:solidFill>
                  <a:latin typeface="Inter SemiBold"/>
                  <a:ea typeface="Inter SemiBold"/>
                  <a:cs typeface="Inter SemiBold"/>
                </a:defRPr>
              </a:pPr>
              <a:r>
                <a:rPr sz="1051" b="0" i="0" kern="0" spc="0">
                  <a:solidFill>
                    <a:srgbClr val="0A2540"/>
                  </a:solidFill>
                  <a:latin typeface="Inter SemiBold"/>
                  <a:ea typeface="Inter SemiBold"/>
                  <a:cs typeface="Inter SemiBold"/>
                </a:rPr>
                <a:t>i</a:t>
              </a:r>
            </a:p>
          </p:txBody>
        </p:sp>
        <p:sp>
          <p:nvSpPr>
            <p:cNvPr id="106" name="s11 text 50">
              <a:extLst>
                <a:ext uri="{FF2B5EF4-FFF2-40B4-BE49-F238E27FC236}">
                  <a16:creationId xmlns:a16="http://schemas.microsoft.com/office/drawing/2014/main" id="{AAA8CA74-9277-45C8-8AFC-1C4B65B9FB09}"/>
                </a:ext>
              </a:extLst>
            </p:cNvPr>
            <p:cNvSpPr>
              <a:spLocks noGrp="1"/>
            </p:cNvSpPr>
            <p:nvPr/>
          </p:nvSpPr>
          <p:spPr>
            <a:xfrm rot="-5400000">
              <a:off x="1839890" y="4311686"/>
              <a:ext cx="133517" cy="185782"/>
            </a:xfrm>
            <a:prstGeom prst="rect">
              <a:avLst/>
            </a:prstGeom>
            <a:noFill/>
            <a:ln w="0">
              <a:noFill/>
              <a:prstDash val="solid"/>
            </a:ln>
          </p:spPr>
          <p:txBody>
            <a:bodyPr wrap="none" lIns="0" tIns="0" rIns="0" bIns="0" anchor="t">
              <a:noAutofit/>
            </a:bodyPr>
            <a:lstStyle>
              <a:defPPr algn="l">
                <a:defRPr sz="1051" b="0" i="0" kern="0" spc="0">
                  <a:solidFill>
                    <a:srgbClr val="0A2540"/>
                  </a:solidFill>
                  <a:latin typeface="Inter SemiBold"/>
                  <a:ea typeface="Inter SemiBold"/>
                  <a:cs typeface="Inter SemiBold"/>
                </a:defRPr>
              </a:defPPr>
              <a:lvl1pPr algn="l">
                <a:defRPr sz="1051" b="0" i="0" kern="0" spc="0">
                  <a:solidFill>
                    <a:srgbClr val="0A2540"/>
                  </a:solidFill>
                  <a:latin typeface="Inter SemiBold"/>
                  <a:ea typeface="Inter SemiBold"/>
                  <a:cs typeface="Inter SemiBold"/>
                </a:defRPr>
              </a:lvl1pPr>
              <a:lvl2pPr algn="l">
                <a:defRPr sz="1051" b="0" i="0" kern="0" spc="0">
                  <a:solidFill>
                    <a:srgbClr val="0A2540"/>
                  </a:solidFill>
                  <a:latin typeface="Inter SemiBold"/>
                  <a:ea typeface="Inter SemiBold"/>
                  <a:cs typeface="Inter SemiBold"/>
                </a:defRPr>
              </a:lvl2pPr>
              <a:lvl3pPr algn="l">
                <a:defRPr sz="1051" b="0" i="0" kern="0" spc="0">
                  <a:solidFill>
                    <a:srgbClr val="0A2540"/>
                  </a:solidFill>
                  <a:latin typeface="Inter SemiBold"/>
                  <a:ea typeface="Inter SemiBold"/>
                  <a:cs typeface="Inter SemiBold"/>
                </a:defRPr>
              </a:lvl3pPr>
              <a:lvl4pPr algn="l">
                <a:defRPr sz="1051" b="0" i="0" kern="0" spc="0">
                  <a:solidFill>
                    <a:srgbClr val="0A2540"/>
                  </a:solidFill>
                  <a:latin typeface="Inter SemiBold"/>
                  <a:ea typeface="Inter SemiBold"/>
                  <a:cs typeface="Inter SemiBold"/>
                </a:defRPr>
              </a:lvl4pPr>
              <a:lvl5pPr algn="l">
                <a:defRPr sz="1051" b="0" i="0" kern="0" spc="0">
                  <a:solidFill>
                    <a:srgbClr val="0A2540"/>
                  </a:solidFill>
                  <a:latin typeface="Inter SemiBold"/>
                  <a:ea typeface="Inter SemiBold"/>
                  <a:cs typeface="Inter SemiBold"/>
                </a:defRPr>
              </a:lvl5pPr>
              <a:lvl6pPr algn="l">
                <a:defRPr sz="1051" b="0" i="0" kern="0" spc="0">
                  <a:solidFill>
                    <a:srgbClr val="0A2540"/>
                  </a:solidFill>
                  <a:latin typeface="Inter SemiBold"/>
                  <a:ea typeface="Inter SemiBold"/>
                  <a:cs typeface="Inter SemiBold"/>
                </a:defRPr>
              </a:lvl6pPr>
              <a:lvl7pPr algn="l">
                <a:defRPr sz="1051" b="0" i="0" kern="0" spc="0">
                  <a:solidFill>
                    <a:srgbClr val="0A2540"/>
                  </a:solidFill>
                  <a:latin typeface="Inter SemiBold"/>
                  <a:ea typeface="Inter SemiBold"/>
                  <a:cs typeface="Inter SemiBold"/>
                </a:defRPr>
              </a:lvl7pPr>
              <a:lvl8pPr algn="l">
                <a:defRPr sz="1051" b="0" i="0" kern="0" spc="0">
                  <a:solidFill>
                    <a:srgbClr val="0A2540"/>
                  </a:solidFill>
                  <a:latin typeface="Inter SemiBold"/>
                  <a:ea typeface="Inter SemiBold"/>
                  <a:cs typeface="Inter SemiBold"/>
                </a:defRPr>
              </a:lvl8pPr>
              <a:lvl9pPr algn="l">
                <a:defRPr sz="1051" b="0" i="0" kern="0" spc="0">
                  <a:solidFill>
                    <a:srgbClr val="0A2540"/>
                  </a:solidFill>
                  <a:latin typeface="Inter SemiBold"/>
                  <a:ea typeface="Inter SemiBold"/>
                  <a:cs typeface="Inter SemiBold"/>
                </a:defRPr>
              </a:lvl9pPr>
            </a:lstStyle>
            <a:p>
              <a:pPr algn="l">
                <a:lnSpc>
                  <a:spcPct val="100000"/>
                </a:lnSpc>
                <a:buNone/>
                <a:defRPr sz="1051" b="0" i="0" kern="0" spc="0">
                  <a:solidFill>
                    <a:srgbClr val="0A2540"/>
                  </a:solidFill>
                  <a:latin typeface="Inter SemiBold"/>
                  <a:ea typeface="Inter SemiBold"/>
                  <a:cs typeface="Inter SemiBold"/>
                </a:defRPr>
              </a:pPr>
              <a:r>
                <a:rPr sz="1051" b="0" i="0" kern="0" spc="0">
                  <a:solidFill>
                    <a:srgbClr val="0A2540"/>
                  </a:solidFill>
                  <a:latin typeface="Inter SemiBold"/>
                  <a:ea typeface="Inter SemiBold"/>
                  <a:cs typeface="Inter SemiBold"/>
                </a:rPr>
                <a:t>c</a:t>
              </a:r>
            </a:p>
          </p:txBody>
        </p:sp>
        <p:sp>
          <p:nvSpPr>
            <p:cNvPr id="107" name="s11 text 51">
              <a:extLst>
                <a:ext uri="{FF2B5EF4-FFF2-40B4-BE49-F238E27FC236}">
                  <a16:creationId xmlns:a16="http://schemas.microsoft.com/office/drawing/2014/main" id="{5C9BBC25-4B86-4FAA-A035-8081F92AC3FD}"/>
                </a:ext>
              </a:extLst>
            </p:cNvPr>
            <p:cNvSpPr>
              <a:spLocks noGrp="1"/>
            </p:cNvSpPr>
            <p:nvPr/>
          </p:nvSpPr>
          <p:spPr>
            <a:xfrm rot="-5400000">
              <a:off x="1839890" y="4234458"/>
              <a:ext cx="133517" cy="185782"/>
            </a:xfrm>
            <a:prstGeom prst="rect">
              <a:avLst/>
            </a:prstGeom>
            <a:noFill/>
            <a:ln w="0">
              <a:noFill/>
              <a:prstDash val="solid"/>
            </a:ln>
          </p:spPr>
          <p:txBody>
            <a:bodyPr wrap="none" lIns="0" tIns="0" rIns="0" bIns="0" anchor="t">
              <a:noAutofit/>
            </a:bodyPr>
            <a:lstStyle>
              <a:defPPr algn="l">
                <a:defRPr sz="1051" b="0" i="0" kern="0" spc="0">
                  <a:solidFill>
                    <a:srgbClr val="0A2540"/>
                  </a:solidFill>
                  <a:latin typeface="Inter SemiBold"/>
                  <a:ea typeface="Inter SemiBold"/>
                  <a:cs typeface="Inter SemiBold"/>
                </a:defRPr>
              </a:defPPr>
              <a:lvl1pPr algn="l">
                <a:defRPr sz="1051" b="0" i="0" kern="0" spc="0">
                  <a:solidFill>
                    <a:srgbClr val="0A2540"/>
                  </a:solidFill>
                  <a:latin typeface="Inter SemiBold"/>
                  <a:ea typeface="Inter SemiBold"/>
                  <a:cs typeface="Inter SemiBold"/>
                </a:defRPr>
              </a:lvl1pPr>
              <a:lvl2pPr algn="l">
                <a:defRPr sz="1051" b="0" i="0" kern="0" spc="0">
                  <a:solidFill>
                    <a:srgbClr val="0A2540"/>
                  </a:solidFill>
                  <a:latin typeface="Inter SemiBold"/>
                  <a:ea typeface="Inter SemiBold"/>
                  <a:cs typeface="Inter SemiBold"/>
                </a:defRPr>
              </a:lvl2pPr>
              <a:lvl3pPr algn="l">
                <a:defRPr sz="1051" b="0" i="0" kern="0" spc="0">
                  <a:solidFill>
                    <a:srgbClr val="0A2540"/>
                  </a:solidFill>
                  <a:latin typeface="Inter SemiBold"/>
                  <a:ea typeface="Inter SemiBold"/>
                  <a:cs typeface="Inter SemiBold"/>
                </a:defRPr>
              </a:lvl3pPr>
              <a:lvl4pPr algn="l">
                <a:defRPr sz="1051" b="0" i="0" kern="0" spc="0">
                  <a:solidFill>
                    <a:srgbClr val="0A2540"/>
                  </a:solidFill>
                  <a:latin typeface="Inter SemiBold"/>
                  <a:ea typeface="Inter SemiBold"/>
                  <a:cs typeface="Inter SemiBold"/>
                </a:defRPr>
              </a:lvl4pPr>
              <a:lvl5pPr algn="l">
                <a:defRPr sz="1051" b="0" i="0" kern="0" spc="0">
                  <a:solidFill>
                    <a:srgbClr val="0A2540"/>
                  </a:solidFill>
                  <a:latin typeface="Inter SemiBold"/>
                  <a:ea typeface="Inter SemiBold"/>
                  <a:cs typeface="Inter SemiBold"/>
                </a:defRPr>
              </a:lvl5pPr>
              <a:lvl6pPr algn="l">
                <a:defRPr sz="1051" b="0" i="0" kern="0" spc="0">
                  <a:solidFill>
                    <a:srgbClr val="0A2540"/>
                  </a:solidFill>
                  <a:latin typeface="Inter SemiBold"/>
                  <a:ea typeface="Inter SemiBold"/>
                  <a:cs typeface="Inter SemiBold"/>
                </a:defRPr>
              </a:lvl6pPr>
              <a:lvl7pPr algn="l">
                <a:defRPr sz="1051" b="0" i="0" kern="0" spc="0">
                  <a:solidFill>
                    <a:srgbClr val="0A2540"/>
                  </a:solidFill>
                  <a:latin typeface="Inter SemiBold"/>
                  <a:ea typeface="Inter SemiBold"/>
                  <a:cs typeface="Inter SemiBold"/>
                </a:defRPr>
              </a:lvl7pPr>
              <a:lvl8pPr algn="l">
                <a:defRPr sz="1051" b="0" i="0" kern="0" spc="0">
                  <a:solidFill>
                    <a:srgbClr val="0A2540"/>
                  </a:solidFill>
                  <a:latin typeface="Inter SemiBold"/>
                  <a:ea typeface="Inter SemiBold"/>
                  <a:cs typeface="Inter SemiBold"/>
                </a:defRPr>
              </a:lvl8pPr>
              <a:lvl9pPr algn="l">
                <a:defRPr sz="1051" b="0" i="0" kern="0" spc="0">
                  <a:solidFill>
                    <a:srgbClr val="0A2540"/>
                  </a:solidFill>
                  <a:latin typeface="Inter SemiBold"/>
                  <a:ea typeface="Inter SemiBold"/>
                  <a:cs typeface="Inter SemiBold"/>
                </a:defRPr>
              </a:lvl9pPr>
            </a:lstStyle>
            <a:p>
              <a:pPr algn="l">
                <a:lnSpc>
                  <a:spcPct val="100000"/>
                </a:lnSpc>
                <a:buNone/>
                <a:defRPr sz="1051" b="0" i="0" kern="0" spc="0">
                  <a:solidFill>
                    <a:srgbClr val="0A2540"/>
                  </a:solidFill>
                  <a:latin typeface="Inter SemiBold"/>
                  <a:ea typeface="Inter SemiBold"/>
                  <a:cs typeface="Inter SemiBold"/>
                </a:defRPr>
              </a:pPr>
              <a:r>
                <a:rPr sz="1051" b="0" i="0" kern="0" spc="0">
                  <a:solidFill>
                    <a:srgbClr val="0A2540"/>
                  </a:solidFill>
                  <a:latin typeface="Inter SemiBold"/>
                  <a:ea typeface="Inter SemiBold"/>
                  <a:cs typeface="Inter SemiBold"/>
                </a:rPr>
                <a:t>e</a:t>
              </a:r>
            </a:p>
          </p:txBody>
        </p:sp>
        <p:sp>
          <p:nvSpPr>
            <p:cNvPr id="108" name="s11 text 53">
              <a:extLst>
                <a:ext uri="{FF2B5EF4-FFF2-40B4-BE49-F238E27FC236}">
                  <a16:creationId xmlns:a16="http://schemas.microsoft.com/office/drawing/2014/main" id="{D66F4B1C-A2C8-4FAF-ACC4-5D69606C6046}"/>
                </a:ext>
              </a:extLst>
            </p:cNvPr>
            <p:cNvSpPr>
              <a:spLocks noGrp="1"/>
            </p:cNvSpPr>
            <p:nvPr/>
          </p:nvSpPr>
          <p:spPr>
            <a:xfrm rot="-5400000">
              <a:off x="1839890" y="4122960"/>
              <a:ext cx="133517" cy="185782"/>
            </a:xfrm>
            <a:prstGeom prst="rect">
              <a:avLst/>
            </a:prstGeom>
            <a:noFill/>
            <a:ln w="0">
              <a:noFill/>
              <a:prstDash val="solid"/>
            </a:ln>
          </p:spPr>
          <p:txBody>
            <a:bodyPr wrap="none" lIns="0" tIns="0" rIns="0" bIns="0" anchor="t">
              <a:noAutofit/>
            </a:bodyPr>
            <a:lstStyle>
              <a:defPPr algn="l">
                <a:defRPr sz="1051" b="0" i="0" kern="0" spc="0">
                  <a:solidFill>
                    <a:srgbClr val="0A2540"/>
                  </a:solidFill>
                  <a:latin typeface="Inter SemiBold"/>
                  <a:ea typeface="Inter SemiBold"/>
                  <a:cs typeface="Inter SemiBold"/>
                </a:defRPr>
              </a:defPPr>
              <a:lvl1pPr algn="l">
                <a:defRPr sz="1051" b="0" i="0" kern="0" spc="0">
                  <a:solidFill>
                    <a:srgbClr val="0A2540"/>
                  </a:solidFill>
                  <a:latin typeface="Inter SemiBold"/>
                  <a:ea typeface="Inter SemiBold"/>
                  <a:cs typeface="Inter SemiBold"/>
                </a:defRPr>
              </a:lvl1pPr>
              <a:lvl2pPr algn="l">
                <a:defRPr sz="1051" b="0" i="0" kern="0" spc="0">
                  <a:solidFill>
                    <a:srgbClr val="0A2540"/>
                  </a:solidFill>
                  <a:latin typeface="Inter SemiBold"/>
                  <a:ea typeface="Inter SemiBold"/>
                  <a:cs typeface="Inter SemiBold"/>
                </a:defRPr>
              </a:lvl2pPr>
              <a:lvl3pPr algn="l">
                <a:defRPr sz="1051" b="0" i="0" kern="0" spc="0">
                  <a:solidFill>
                    <a:srgbClr val="0A2540"/>
                  </a:solidFill>
                  <a:latin typeface="Inter SemiBold"/>
                  <a:ea typeface="Inter SemiBold"/>
                  <a:cs typeface="Inter SemiBold"/>
                </a:defRPr>
              </a:lvl3pPr>
              <a:lvl4pPr algn="l">
                <a:defRPr sz="1051" b="0" i="0" kern="0" spc="0">
                  <a:solidFill>
                    <a:srgbClr val="0A2540"/>
                  </a:solidFill>
                  <a:latin typeface="Inter SemiBold"/>
                  <a:ea typeface="Inter SemiBold"/>
                  <a:cs typeface="Inter SemiBold"/>
                </a:defRPr>
              </a:lvl4pPr>
              <a:lvl5pPr algn="l">
                <a:defRPr sz="1051" b="0" i="0" kern="0" spc="0">
                  <a:solidFill>
                    <a:srgbClr val="0A2540"/>
                  </a:solidFill>
                  <a:latin typeface="Inter SemiBold"/>
                  <a:ea typeface="Inter SemiBold"/>
                  <a:cs typeface="Inter SemiBold"/>
                </a:defRPr>
              </a:lvl5pPr>
              <a:lvl6pPr algn="l">
                <a:defRPr sz="1051" b="0" i="0" kern="0" spc="0">
                  <a:solidFill>
                    <a:srgbClr val="0A2540"/>
                  </a:solidFill>
                  <a:latin typeface="Inter SemiBold"/>
                  <a:ea typeface="Inter SemiBold"/>
                  <a:cs typeface="Inter SemiBold"/>
                </a:defRPr>
              </a:lvl6pPr>
              <a:lvl7pPr algn="l">
                <a:defRPr sz="1051" b="0" i="0" kern="0" spc="0">
                  <a:solidFill>
                    <a:srgbClr val="0A2540"/>
                  </a:solidFill>
                  <a:latin typeface="Inter SemiBold"/>
                  <a:ea typeface="Inter SemiBold"/>
                  <a:cs typeface="Inter SemiBold"/>
                </a:defRPr>
              </a:lvl7pPr>
              <a:lvl8pPr algn="l">
                <a:defRPr sz="1051" b="0" i="0" kern="0" spc="0">
                  <a:solidFill>
                    <a:srgbClr val="0A2540"/>
                  </a:solidFill>
                  <a:latin typeface="Inter SemiBold"/>
                  <a:ea typeface="Inter SemiBold"/>
                  <a:cs typeface="Inter SemiBold"/>
                </a:defRPr>
              </a:lvl8pPr>
              <a:lvl9pPr algn="l">
                <a:defRPr sz="1051" b="0" i="0" kern="0" spc="0">
                  <a:solidFill>
                    <a:srgbClr val="0A2540"/>
                  </a:solidFill>
                  <a:latin typeface="Inter SemiBold"/>
                  <a:ea typeface="Inter SemiBold"/>
                  <a:cs typeface="Inter SemiBold"/>
                </a:defRPr>
              </a:lvl9pPr>
            </a:lstStyle>
            <a:p>
              <a:pPr algn="l">
                <a:lnSpc>
                  <a:spcPct val="100000"/>
                </a:lnSpc>
                <a:buNone/>
                <a:defRPr sz="1051" b="0" i="0" kern="0" spc="0">
                  <a:solidFill>
                    <a:srgbClr val="0A2540"/>
                  </a:solidFill>
                  <a:latin typeface="Inter SemiBold"/>
                  <a:ea typeface="Inter SemiBold"/>
                  <a:cs typeface="Inter SemiBold"/>
                </a:defRPr>
              </a:pPr>
              <a:r>
                <a:rPr sz="1051" b="0" i="0" kern="0" spc="0">
                  <a:solidFill>
                    <a:srgbClr val="0A2540"/>
                  </a:solidFill>
                  <a:latin typeface="Inter SemiBold"/>
                  <a:ea typeface="Inter SemiBold"/>
                  <a:cs typeface="Inter SemiBold"/>
                </a:rPr>
                <a:t>o</a:t>
              </a:r>
            </a:p>
          </p:txBody>
        </p:sp>
        <p:sp>
          <p:nvSpPr>
            <p:cNvPr id="109" name="s11 text 54">
              <a:extLst>
                <a:ext uri="{FF2B5EF4-FFF2-40B4-BE49-F238E27FC236}">
                  <a16:creationId xmlns:a16="http://schemas.microsoft.com/office/drawing/2014/main" id="{2568EFD5-B68E-4A02-8C46-B297361C4152}"/>
                </a:ext>
              </a:extLst>
            </p:cNvPr>
            <p:cNvSpPr>
              <a:spLocks noGrp="1"/>
            </p:cNvSpPr>
            <p:nvPr/>
          </p:nvSpPr>
          <p:spPr>
            <a:xfrm rot="-5400000">
              <a:off x="1839890" y="4057500"/>
              <a:ext cx="133517" cy="185782"/>
            </a:xfrm>
            <a:prstGeom prst="rect">
              <a:avLst/>
            </a:prstGeom>
            <a:noFill/>
            <a:ln w="0">
              <a:noFill/>
              <a:prstDash val="solid"/>
            </a:ln>
          </p:spPr>
          <p:txBody>
            <a:bodyPr wrap="none" lIns="0" tIns="0" rIns="0" bIns="0" anchor="t">
              <a:noAutofit/>
            </a:bodyPr>
            <a:lstStyle>
              <a:defPPr algn="l">
                <a:defRPr sz="1051" b="0" i="0" kern="0" spc="0">
                  <a:solidFill>
                    <a:srgbClr val="0A2540"/>
                  </a:solidFill>
                  <a:latin typeface="Inter SemiBold"/>
                  <a:ea typeface="Inter SemiBold"/>
                  <a:cs typeface="Inter SemiBold"/>
                </a:defRPr>
              </a:defPPr>
              <a:lvl1pPr algn="l">
                <a:defRPr sz="1051" b="0" i="0" kern="0" spc="0">
                  <a:solidFill>
                    <a:srgbClr val="0A2540"/>
                  </a:solidFill>
                  <a:latin typeface="Inter SemiBold"/>
                  <a:ea typeface="Inter SemiBold"/>
                  <a:cs typeface="Inter SemiBold"/>
                </a:defRPr>
              </a:lvl1pPr>
              <a:lvl2pPr algn="l">
                <a:defRPr sz="1051" b="0" i="0" kern="0" spc="0">
                  <a:solidFill>
                    <a:srgbClr val="0A2540"/>
                  </a:solidFill>
                  <a:latin typeface="Inter SemiBold"/>
                  <a:ea typeface="Inter SemiBold"/>
                  <a:cs typeface="Inter SemiBold"/>
                </a:defRPr>
              </a:lvl2pPr>
              <a:lvl3pPr algn="l">
                <a:defRPr sz="1051" b="0" i="0" kern="0" spc="0">
                  <a:solidFill>
                    <a:srgbClr val="0A2540"/>
                  </a:solidFill>
                  <a:latin typeface="Inter SemiBold"/>
                  <a:ea typeface="Inter SemiBold"/>
                  <a:cs typeface="Inter SemiBold"/>
                </a:defRPr>
              </a:lvl3pPr>
              <a:lvl4pPr algn="l">
                <a:defRPr sz="1051" b="0" i="0" kern="0" spc="0">
                  <a:solidFill>
                    <a:srgbClr val="0A2540"/>
                  </a:solidFill>
                  <a:latin typeface="Inter SemiBold"/>
                  <a:ea typeface="Inter SemiBold"/>
                  <a:cs typeface="Inter SemiBold"/>
                </a:defRPr>
              </a:lvl4pPr>
              <a:lvl5pPr algn="l">
                <a:defRPr sz="1051" b="0" i="0" kern="0" spc="0">
                  <a:solidFill>
                    <a:srgbClr val="0A2540"/>
                  </a:solidFill>
                  <a:latin typeface="Inter SemiBold"/>
                  <a:ea typeface="Inter SemiBold"/>
                  <a:cs typeface="Inter SemiBold"/>
                </a:defRPr>
              </a:lvl5pPr>
              <a:lvl6pPr algn="l">
                <a:defRPr sz="1051" b="0" i="0" kern="0" spc="0">
                  <a:solidFill>
                    <a:srgbClr val="0A2540"/>
                  </a:solidFill>
                  <a:latin typeface="Inter SemiBold"/>
                  <a:ea typeface="Inter SemiBold"/>
                  <a:cs typeface="Inter SemiBold"/>
                </a:defRPr>
              </a:lvl6pPr>
              <a:lvl7pPr algn="l">
                <a:defRPr sz="1051" b="0" i="0" kern="0" spc="0">
                  <a:solidFill>
                    <a:srgbClr val="0A2540"/>
                  </a:solidFill>
                  <a:latin typeface="Inter SemiBold"/>
                  <a:ea typeface="Inter SemiBold"/>
                  <a:cs typeface="Inter SemiBold"/>
                </a:defRPr>
              </a:lvl7pPr>
              <a:lvl8pPr algn="l">
                <a:defRPr sz="1051" b="0" i="0" kern="0" spc="0">
                  <a:solidFill>
                    <a:srgbClr val="0A2540"/>
                  </a:solidFill>
                  <a:latin typeface="Inter SemiBold"/>
                  <a:ea typeface="Inter SemiBold"/>
                  <a:cs typeface="Inter SemiBold"/>
                </a:defRPr>
              </a:lvl8pPr>
              <a:lvl9pPr algn="l">
                <a:defRPr sz="1051" b="0" i="0" kern="0" spc="0">
                  <a:solidFill>
                    <a:srgbClr val="0A2540"/>
                  </a:solidFill>
                  <a:latin typeface="Inter SemiBold"/>
                  <a:ea typeface="Inter SemiBold"/>
                  <a:cs typeface="Inter SemiBold"/>
                </a:defRPr>
              </a:lvl9pPr>
            </a:lstStyle>
            <a:p>
              <a:pPr algn="l">
                <a:lnSpc>
                  <a:spcPct val="100000"/>
                </a:lnSpc>
                <a:buNone/>
                <a:defRPr sz="1051" b="0" i="0" kern="0" spc="0">
                  <a:solidFill>
                    <a:srgbClr val="0A2540"/>
                  </a:solidFill>
                  <a:latin typeface="Inter SemiBold"/>
                  <a:ea typeface="Inter SemiBold"/>
                  <a:cs typeface="Inter SemiBold"/>
                </a:defRPr>
              </a:pPr>
              <a:r>
                <a:rPr sz="1051" b="0" i="0" kern="0" spc="0">
                  <a:solidFill>
                    <a:srgbClr val="0A2540"/>
                  </a:solidFill>
                  <a:latin typeface="Inter SemiBold"/>
                  <a:ea typeface="Inter SemiBold"/>
                  <a:cs typeface="Inter SemiBold"/>
                </a:rPr>
                <a:t>f</a:t>
              </a:r>
            </a:p>
          </p:txBody>
        </p:sp>
        <p:sp>
          <p:nvSpPr>
            <p:cNvPr id="110" name="s11 text 56">
              <a:extLst>
                <a:ext uri="{FF2B5EF4-FFF2-40B4-BE49-F238E27FC236}">
                  <a16:creationId xmlns:a16="http://schemas.microsoft.com/office/drawing/2014/main" id="{30EB1190-C406-4416-BADC-584453A3D09E}"/>
                </a:ext>
              </a:extLst>
            </p:cNvPr>
            <p:cNvSpPr>
              <a:spLocks noGrp="1"/>
            </p:cNvSpPr>
            <p:nvPr/>
          </p:nvSpPr>
          <p:spPr>
            <a:xfrm rot="-5400000">
              <a:off x="1839890" y="3956103"/>
              <a:ext cx="133517" cy="185782"/>
            </a:xfrm>
            <a:prstGeom prst="rect">
              <a:avLst/>
            </a:prstGeom>
            <a:noFill/>
            <a:ln w="0">
              <a:noFill/>
              <a:prstDash val="solid"/>
            </a:ln>
          </p:spPr>
          <p:txBody>
            <a:bodyPr wrap="none" lIns="0" tIns="0" rIns="0" bIns="0" anchor="t">
              <a:noAutofit/>
            </a:bodyPr>
            <a:lstStyle>
              <a:defPPr algn="l">
                <a:defRPr sz="1051" b="0" i="0" kern="0" spc="0">
                  <a:solidFill>
                    <a:srgbClr val="0A2540"/>
                  </a:solidFill>
                  <a:latin typeface="Inter SemiBold"/>
                  <a:ea typeface="Inter SemiBold"/>
                  <a:cs typeface="Inter SemiBold"/>
                </a:defRPr>
              </a:defPPr>
              <a:lvl1pPr algn="l">
                <a:defRPr sz="1051" b="0" i="0" kern="0" spc="0">
                  <a:solidFill>
                    <a:srgbClr val="0A2540"/>
                  </a:solidFill>
                  <a:latin typeface="Inter SemiBold"/>
                  <a:ea typeface="Inter SemiBold"/>
                  <a:cs typeface="Inter SemiBold"/>
                </a:defRPr>
              </a:lvl1pPr>
              <a:lvl2pPr algn="l">
                <a:defRPr sz="1051" b="0" i="0" kern="0" spc="0">
                  <a:solidFill>
                    <a:srgbClr val="0A2540"/>
                  </a:solidFill>
                  <a:latin typeface="Inter SemiBold"/>
                  <a:ea typeface="Inter SemiBold"/>
                  <a:cs typeface="Inter SemiBold"/>
                </a:defRPr>
              </a:lvl2pPr>
              <a:lvl3pPr algn="l">
                <a:defRPr sz="1051" b="0" i="0" kern="0" spc="0">
                  <a:solidFill>
                    <a:srgbClr val="0A2540"/>
                  </a:solidFill>
                  <a:latin typeface="Inter SemiBold"/>
                  <a:ea typeface="Inter SemiBold"/>
                  <a:cs typeface="Inter SemiBold"/>
                </a:defRPr>
              </a:lvl3pPr>
              <a:lvl4pPr algn="l">
                <a:defRPr sz="1051" b="0" i="0" kern="0" spc="0">
                  <a:solidFill>
                    <a:srgbClr val="0A2540"/>
                  </a:solidFill>
                  <a:latin typeface="Inter SemiBold"/>
                  <a:ea typeface="Inter SemiBold"/>
                  <a:cs typeface="Inter SemiBold"/>
                </a:defRPr>
              </a:lvl4pPr>
              <a:lvl5pPr algn="l">
                <a:defRPr sz="1051" b="0" i="0" kern="0" spc="0">
                  <a:solidFill>
                    <a:srgbClr val="0A2540"/>
                  </a:solidFill>
                  <a:latin typeface="Inter SemiBold"/>
                  <a:ea typeface="Inter SemiBold"/>
                  <a:cs typeface="Inter SemiBold"/>
                </a:defRPr>
              </a:lvl5pPr>
              <a:lvl6pPr algn="l">
                <a:defRPr sz="1051" b="0" i="0" kern="0" spc="0">
                  <a:solidFill>
                    <a:srgbClr val="0A2540"/>
                  </a:solidFill>
                  <a:latin typeface="Inter SemiBold"/>
                  <a:ea typeface="Inter SemiBold"/>
                  <a:cs typeface="Inter SemiBold"/>
                </a:defRPr>
              </a:lvl6pPr>
              <a:lvl7pPr algn="l">
                <a:defRPr sz="1051" b="0" i="0" kern="0" spc="0">
                  <a:solidFill>
                    <a:srgbClr val="0A2540"/>
                  </a:solidFill>
                  <a:latin typeface="Inter SemiBold"/>
                  <a:ea typeface="Inter SemiBold"/>
                  <a:cs typeface="Inter SemiBold"/>
                </a:defRPr>
              </a:lvl7pPr>
              <a:lvl8pPr algn="l">
                <a:defRPr sz="1051" b="0" i="0" kern="0" spc="0">
                  <a:solidFill>
                    <a:srgbClr val="0A2540"/>
                  </a:solidFill>
                  <a:latin typeface="Inter SemiBold"/>
                  <a:ea typeface="Inter SemiBold"/>
                  <a:cs typeface="Inter SemiBold"/>
                </a:defRPr>
              </a:lvl8pPr>
              <a:lvl9pPr algn="l">
                <a:defRPr sz="1051" b="0" i="0" kern="0" spc="0">
                  <a:solidFill>
                    <a:srgbClr val="0A2540"/>
                  </a:solidFill>
                  <a:latin typeface="Inter SemiBold"/>
                  <a:ea typeface="Inter SemiBold"/>
                  <a:cs typeface="Inter SemiBold"/>
                </a:defRPr>
              </a:lvl9pPr>
            </a:lstStyle>
            <a:p>
              <a:pPr algn="l">
                <a:lnSpc>
                  <a:spcPct val="100000"/>
                </a:lnSpc>
                <a:buNone/>
                <a:defRPr sz="1051" b="0" i="0" kern="0" spc="0">
                  <a:solidFill>
                    <a:srgbClr val="0A2540"/>
                  </a:solidFill>
                  <a:latin typeface="Inter SemiBold"/>
                  <a:ea typeface="Inter SemiBold"/>
                  <a:cs typeface="Inter SemiBold"/>
                </a:defRPr>
              </a:pPr>
              <a:r>
                <a:rPr sz="1051" b="0" i="0" kern="0" spc="0">
                  <a:solidFill>
                    <a:srgbClr val="0A2540"/>
                  </a:solidFill>
                  <a:latin typeface="Inter SemiBold"/>
                  <a:ea typeface="Inter SemiBold"/>
                  <a:cs typeface="Inter SemiBold"/>
                </a:rPr>
                <a:t>T</a:t>
              </a:r>
            </a:p>
          </p:txBody>
        </p:sp>
        <p:sp>
          <p:nvSpPr>
            <p:cNvPr id="111" name="s11 text 57">
              <a:extLst>
                <a:ext uri="{FF2B5EF4-FFF2-40B4-BE49-F238E27FC236}">
                  <a16:creationId xmlns:a16="http://schemas.microsoft.com/office/drawing/2014/main" id="{E3BFA064-E589-4797-AAFA-1A03DB2F96C6}"/>
                </a:ext>
              </a:extLst>
            </p:cNvPr>
            <p:cNvSpPr>
              <a:spLocks noGrp="1"/>
            </p:cNvSpPr>
            <p:nvPr/>
          </p:nvSpPr>
          <p:spPr>
            <a:xfrm rot="-5400000">
              <a:off x="1839890" y="3864599"/>
              <a:ext cx="133517" cy="185782"/>
            </a:xfrm>
            <a:prstGeom prst="rect">
              <a:avLst/>
            </a:prstGeom>
            <a:noFill/>
            <a:ln w="0">
              <a:noFill/>
              <a:prstDash val="solid"/>
            </a:ln>
          </p:spPr>
          <p:txBody>
            <a:bodyPr wrap="none" lIns="0" tIns="0" rIns="0" bIns="0" anchor="t">
              <a:noAutofit/>
            </a:bodyPr>
            <a:lstStyle>
              <a:defPPr algn="l">
                <a:defRPr sz="1051" b="0" i="0" kern="0" spc="0">
                  <a:solidFill>
                    <a:srgbClr val="0A2540"/>
                  </a:solidFill>
                  <a:latin typeface="Inter SemiBold"/>
                  <a:ea typeface="Inter SemiBold"/>
                  <a:cs typeface="Inter SemiBold"/>
                </a:defRPr>
              </a:defPPr>
              <a:lvl1pPr algn="l">
                <a:defRPr sz="1051" b="0" i="0" kern="0" spc="0">
                  <a:solidFill>
                    <a:srgbClr val="0A2540"/>
                  </a:solidFill>
                  <a:latin typeface="Inter SemiBold"/>
                  <a:ea typeface="Inter SemiBold"/>
                  <a:cs typeface="Inter SemiBold"/>
                </a:defRPr>
              </a:lvl1pPr>
              <a:lvl2pPr algn="l">
                <a:defRPr sz="1051" b="0" i="0" kern="0" spc="0">
                  <a:solidFill>
                    <a:srgbClr val="0A2540"/>
                  </a:solidFill>
                  <a:latin typeface="Inter SemiBold"/>
                  <a:ea typeface="Inter SemiBold"/>
                  <a:cs typeface="Inter SemiBold"/>
                </a:defRPr>
              </a:lvl2pPr>
              <a:lvl3pPr algn="l">
                <a:defRPr sz="1051" b="0" i="0" kern="0" spc="0">
                  <a:solidFill>
                    <a:srgbClr val="0A2540"/>
                  </a:solidFill>
                  <a:latin typeface="Inter SemiBold"/>
                  <a:ea typeface="Inter SemiBold"/>
                  <a:cs typeface="Inter SemiBold"/>
                </a:defRPr>
              </a:lvl3pPr>
              <a:lvl4pPr algn="l">
                <a:defRPr sz="1051" b="0" i="0" kern="0" spc="0">
                  <a:solidFill>
                    <a:srgbClr val="0A2540"/>
                  </a:solidFill>
                  <a:latin typeface="Inter SemiBold"/>
                  <a:ea typeface="Inter SemiBold"/>
                  <a:cs typeface="Inter SemiBold"/>
                </a:defRPr>
              </a:lvl4pPr>
              <a:lvl5pPr algn="l">
                <a:defRPr sz="1051" b="0" i="0" kern="0" spc="0">
                  <a:solidFill>
                    <a:srgbClr val="0A2540"/>
                  </a:solidFill>
                  <a:latin typeface="Inter SemiBold"/>
                  <a:ea typeface="Inter SemiBold"/>
                  <a:cs typeface="Inter SemiBold"/>
                </a:defRPr>
              </a:lvl5pPr>
              <a:lvl6pPr algn="l">
                <a:defRPr sz="1051" b="0" i="0" kern="0" spc="0">
                  <a:solidFill>
                    <a:srgbClr val="0A2540"/>
                  </a:solidFill>
                  <a:latin typeface="Inter SemiBold"/>
                  <a:ea typeface="Inter SemiBold"/>
                  <a:cs typeface="Inter SemiBold"/>
                </a:defRPr>
              </a:lvl6pPr>
              <a:lvl7pPr algn="l">
                <a:defRPr sz="1051" b="0" i="0" kern="0" spc="0">
                  <a:solidFill>
                    <a:srgbClr val="0A2540"/>
                  </a:solidFill>
                  <a:latin typeface="Inter SemiBold"/>
                  <a:ea typeface="Inter SemiBold"/>
                  <a:cs typeface="Inter SemiBold"/>
                </a:defRPr>
              </a:lvl7pPr>
              <a:lvl8pPr algn="l">
                <a:defRPr sz="1051" b="0" i="0" kern="0" spc="0">
                  <a:solidFill>
                    <a:srgbClr val="0A2540"/>
                  </a:solidFill>
                  <a:latin typeface="Inter SemiBold"/>
                  <a:ea typeface="Inter SemiBold"/>
                  <a:cs typeface="Inter SemiBold"/>
                </a:defRPr>
              </a:lvl8pPr>
              <a:lvl9pPr algn="l">
                <a:defRPr sz="1051" b="0" i="0" kern="0" spc="0">
                  <a:solidFill>
                    <a:srgbClr val="0A2540"/>
                  </a:solidFill>
                  <a:latin typeface="Inter SemiBold"/>
                  <a:ea typeface="Inter SemiBold"/>
                  <a:cs typeface="Inter SemiBold"/>
                </a:defRPr>
              </a:lvl9pPr>
            </a:lstStyle>
            <a:p>
              <a:pPr algn="l">
                <a:lnSpc>
                  <a:spcPct val="100000"/>
                </a:lnSpc>
                <a:buNone/>
                <a:defRPr sz="1051" b="0" i="0" kern="0" spc="0">
                  <a:solidFill>
                    <a:srgbClr val="0A2540"/>
                  </a:solidFill>
                  <a:latin typeface="Inter SemiBold"/>
                  <a:ea typeface="Inter SemiBold"/>
                  <a:cs typeface="Inter SemiBold"/>
                </a:defRPr>
              </a:pPr>
              <a:r>
                <a:rPr sz="1051" b="0" i="0" kern="0" spc="0">
                  <a:solidFill>
                    <a:srgbClr val="0A2540"/>
                  </a:solidFill>
                  <a:latin typeface="Inter SemiBold"/>
                  <a:ea typeface="Inter SemiBold"/>
                  <a:cs typeface="Inter SemiBold"/>
                </a:rPr>
                <a:t>V</a:t>
              </a:r>
            </a:p>
          </p:txBody>
        </p:sp>
        <p:sp>
          <p:nvSpPr>
            <p:cNvPr id="112" name="s11 text 58">
              <a:extLst>
                <a:ext uri="{FF2B5EF4-FFF2-40B4-BE49-F238E27FC236}">
                  <a16:creationId xmlns:a16="http://schemas.microsoft.com/office/drawing/2014/main" id="{76F6CB12-CC5F-442E-86B2-261BB4790361}"/>
                </a:ext>
              </a:extLst>
            </p:cNvPr>
            <p:cNvSpPr>
              <a:spLocks noGrp="1"/>
            </p:cNvSpPr>
            <p:nvPr/>
          </p:nvSpPr>
          <p:spPr>
            <a:xfrm rot="-5400000">
              <a:off x="1839890" y="3786559"/>
              <a:ext cx="133517" cy="185782"/>
            </a:xfrm>
            <a:prstGeom prst="rect">
              <a:avLst/>
            </a:prstGeom>
            <a:noFill/>
            <a:ln w="0">
              <a:noFill/>
              <a:prstDash val="solid"/>
            </a:ln>
          </p:spPr>
          <p:txBody>
            <a:bodyPr wrap="none" lIns="0" tIns="0" rIns="0" bIns="0" anchor="t">
              <a:noAutofit/>
            </a:bodyPr>
            <a:lstStyle>
              <a:defPPr algn="l">
                <a:defRPr sz="1051" b="0" i="0" kern="0" spc="0">
                  <a:solidFill>
                    <a:srgbClr val="0A2540"/>
                  </a:solidFill>
                  <a:latin typeface="Inter SemiBold"/>
                  <a:ea typeface="Inter SemiBold"/>
                  <a:cs typeface="Inter SemiBold"/>
                </a:defRPr>
              </a:defPPr>
              <a:lvl1pPr algn="l">
                <a:defRPr sz="1051" b="0" i="0" kern="0" spc="0">
                  <a:solidFill>
                    <a:srgbClr val="0A2540"/>
                  </a:solidFill>
                  <a:latin typeface="Inter SemiBold"/>
                  <a:ea typeface="Inter SemiBold"/>
                  <a:cs typeface="Inter SemiBold"/>
                </a:defRPr>
              </a:lvl1pPr>
              <a:lvl2pPr algn="l">
                <a:defRPr sz="1051" b="0" i="0" kern="0" spc="0">
                  <a:solidFill>
                    <a:srgbClr val="0A2540"/>
                  </a:solidFill>
                  <a:latin typeface="Inter SemiBold"/>
                  <a:ea typeface="Inter SemiBold"/>
                  <a:cs typeface="Inter SemiBold"/>
                </a:defRPr>
              </a:lvl2pPr>
              <a:lvl3pPr algn="l">
                <a:defRPr sz="1051" b="0" i="0" kern="0" spc="0">
                  <a:solidFill>
                    <a:srgbClr val="0A2540"/>
                  </a:solidFill>
                  <a:latin typeface="Inter SemiBold"/>
                  <a:ea typeface="Inter SemiBold"/>
                  <a:cs typeface="Inter SemiBold"/>
                </a:defRPr>
              </a:lvl3pPr>
              <a:lvl4pPr algn="l">
                <a:defRPr sz="1051" b="0" i="0" kern="0" spc="0">
                  <a:solidFill>
                    <a:srgbClr val="0A2540"/>
                  </a:solidFill>
                  <a:latin typeface="Inter SemiBold"/>
                  <a:ea typeface="Inter SemiBold"/>
                  <a:cs typeface="Inter SemiBold"/>
                </a:defRPr>
              </a:lvl4pPr>
              <a:lvl5pPr algn="l">
                <a:defRPr sz="1051" b="0" i="0" kern="0" spc="0">
                  <a:solidFill>
                    <a:srgbClr val="0A2540"/>
                  </a:solidFill>
                  <a:latin typeface="Inter SemiBold"/>
                  <a:ea typeface="Inter SemiBold"/>
                  <a:cs typeface="Inter SemiBold"/>
                </a:defRPr>
              </a:lvl5pPr>
              <a:lvl6pPr algn="l">
                <a:defRPr sz="1051" b="0" i="0" kern="0" spc="0">
                  <a:solidFill>
                    <a:srgbClr val="0A2540"/>
                  </a:solidFill>
                  <a:latin typeface="Inter SemiBold"/>
                  <a:ea typeface="Inter SemiBold"/>
                  <a:cs typeface="Inter SemiBold"/>
                </a:defRPr>
              </a:lvl6pPr>
              <a:lvl7pPr algn="l">
                <a:defRPr sz="1051" b="0" i="0" kern="0" spc="0">
                  <a:solidFill>
                    <a:srgbClr val="0A2540"/>
                  </a:solidFill>
                  <a:latin typeface="Inter SemiBold"/>
                  <a:ea typeface="Inter SemiBold"/>
                  <a:cs typeface="Inter SemiBold"/>
                </a:defRPr>
              </a:lvl7pPr>
              <a:lvl8pPr algn="l">
                <a:defRPr sz="1051" b="0" i="0" kern="0" spc="0">
                  <a:solidFill>
                    <a:srgbClr val="0A2540"/>
                  </a:solidFill>
                  <a:latin typeface="Inter SemiBold"/>
                  <a:ea typeface="Inter SemiBold"/>
                  <a:cs typeface="Inter SemiBold"/>
                </a:defRPr>
              </a:lvl8pPr>
              <a:lvl9pPr algn="l">
                <a:defRPr sz="1051" b="0" i="0" kern="0" spc="0">
                  <a:solidFill>
                    <a:srgbClr val="0A2540"/>
                  </a:solidFill>
                  <a:latin typeface="Inter SemiBold"/>
                  <a:ea typeface="Inter SemiBold"/>
                  <a:cs typeface="Inter SemiBold"/>
                </a:defRPr>
              </a:lvl9pPr>
            </a:lstStyle>
            <a:p>
              <a:pPr algn="l">
                <a:lnSpc>
                  <a:spcPct val="100000"/>
                </a:lnSpc>
                <a:buNone/>
                <a:defRPr sz="1051" b="0" i="0" kern="0" spc="0">
                  <a:solidFill>
                    <a:srgbClr val="0A2540"/>
                  </a:solidFill>
                  <a:latin typeface="Inter SemiBold"/>
                  <a:ea typeface="Inter SemiBold"/>
                  <a:cs typeface="Inter SemiBold"/>
                </a:defRPr>
              </a:pPr>
              <a:r>
                <a:rPr sz="1051" b="0" i="0" kern="0" spc="0">
                  <a:solidFill>
                    <a:srgbClr val="0A2540"/>
                  </a:solidFill>
                  <a:latin typeface="Inter SemiBold"/>
                  <a:ea typeface="Inter SemiBold"/>
                  <a:cs typeface="Inter SemiBold"/>
                </a:rPr>
                <a:t>s</a:t>
              </a:r>
            </a:p>
          </p:txBody>
        </p:sp>
        <p:sp>
          <p:nvSpPr>
            <p:cNvPr id="113" name="s11 text 60">
              <a:extLst>
                <a:ext uri="{FF2B5EF4-FFF2-40B4-BE49-F238E27FC236}">
                  <a16:creationId xmlns:a16="http://schemas.microsoft.com/office/drawing/2014/main" id="{FEB95929-8C13-4CC3-9164-ED3DFD6240DB}"/>
                </a:ext>
              </a:extLst>
            </p:cNvPr>
            <p:cNvSpPr>
              <a:spLocks noGrp="1"/>
            </p:cNvSpPr>
            <p:nvPr/>
          </p:nvSpPr>
          <p:spPr>
            <a:xfrm rot="-5400000">
              <a:off x="1839890" y="3693607"/>
              <a:ext cx="133517" cy="185782"/>
            </a:xfrm>
            <a:prstGeom prst="rect">
              <a:avLst/>
            </a:prstGeom>
            <a:noFill/>
            <a:ln w="0">
              <a:noFill/>
              <a:prstDash val="solid"/>
            </a:ln>
          </p:spPr>
          <p:txBody>
            <a:bodyPr wrap="none" lIns="0" tIns="0" rIns="0" bIns="0" anchor="t">
              <a:noAutofit/>
            </a:bodyPr>
            <a:lstStyle>
              <a:defPPr algn="l">
                <a:defRPr sz="1051" b="0" i="0" kern="0" spc="0">
                  <a:solidFill>
                    <a:srgbClr val="0A2540"/>
                  </a:solidFill>
                  <a:latin typeface="Inter SemiBold"/>
                  <a:ea typeface="Inter SemiBold"/>
                  <a:cs typeface="Inter SemiBold"/>
                </a:defRPr>
              </a:defPPr>
              <a:lvl1pPr algn="l">
                <a:defRPr sz="1051" b="0" i="0" kern="0" spc="0">
                  <a:solidFill>
                    <a:srgbClr val="0A2540"/>
                  </a:solidFill>
                  <a:latin typeface="Inter SemiBold"/>
                  <a:ea typeface="Inter SemiBold"/>
                  <a:cs typeface="Inter SemiBold"/>
                </a:defRPr>
              </a:lvl1pPr>
              <a:lvl2pPr algn="l">
                <a:defRPr sz="1051" b="0" i="0" kern="0" spc="0">
                  <a:solidFill>
                    <a:srgbClr val="0A2540"/>
                  </a:solidFill>
                  <a:latin typeface="Inter SemiBold"/>
                  <a:ea typeface="Inter SemiBold"/>
                  <a:cs typeface="Inter SemiBold"/>
                </a:defRPr>
              </a:lvl2pPr>
              <a:lvl3pPr algn="l">
                <a:defRPr sz="1051" b="0" i="0" kern="0" spc="0">
                  <a:solidFill>
                    <a:srgbClr val="0A2540"/>
                  </a:solidFill>
                  <a:latin typeface="Inter SemiBold"/>
                  <a:ea typeface="Inter SemiBold"/>
                  <a:cs typeface="Inter SemiBold"/>
                </a:defRPr>
              </a:lvl3pPr>
              <a:lvl4pPr algn="l">
                <a:defRPr sz="1051" b="0" i="0" kern="0" spc="0">
                  <a:solidFill>
                    <a:srgbClr val="0A2540"/>
                  </a:solidFill>
                  <a:latin typeface="Inter SemiBold"/>
                  <a:ea typeface="Inter SemiBold"/>
                  <a:cs typeface="Inter SemiBold"/>
                </a:defRPr>
              </a:lvl4pPr>
              <a:lvl5pPr algn="l">
                <a:defRPr sz="1051" b="0" i="0" kern="0" spc="0">
                  <a:solidFill>
                    <a:srgbClr val="0A2540"/>
                  </a:solidFill>
                  <a:latin typeface="Inter SemiBold"/>
                  <a:ea typeface="Inter SemiBold"/>
                  <a:cs typeface="Inter SemiBold"/>
                </a:defRPr>
              </a:lvl5pPr>
              <a:lvl6pPr algn="l">
                <a:defRPr sz="1051" b="0" i="0" kern="0" spc="0">
                  <a:solidFill>
                    <a:srgbClr val="0A2540"/>
                  </a:solidFill>
                  <a:latin typeface="Inter SemiBold"/>
                  <a:ea typeface="Inter SemiBold"/>
                  <a:cs typeface="Inter SemiBold"/>
                </a:defRPr>
              </a:lvl6pPr>
              <a:lvl7pPr algn="l">
                <a:defRPr sz="1051" b="0" i="0" kern="0" spc="0">
                  <a:solidFill>
                    <a:srgbClr val="0A2540"/>
                  </a:solidFill>
                  <a:latin typeface="Inter SemiBold"/>
                  <a:ea typeface="Inter SemiBold"/>
                  <a:cs typeface="Inter SemiBold"/>
                </a:defRPr>
              </a:lvl7pPr>
              <a:lvl8pPr algn="l">
                <a:defRPr sz="1051" b="0" i="0" kern="0" spc="0">
                  <a:solidFill>
                    <a:srgbClr val="0A2540"/>
                  </a:solidFill>
                  <a:latin typeface="Inter SemiBold"/>
                  <a:ea typeface="Inter SemiBold"/>
                  <a:cs typeface="Inter SemiBold"/>
                </a:defRPr>
              </a:lvl8pPr>
              <a:lvl9pPr algn="l">
                <a:defRPr sz="1051" b="0" i="0" kern="0" spc="0">
                  <a:solidFill>
                    <a:srgbClr val="0A2540"/>
                  </a:solidFill>
                  <a:latin typeface="Inter SemiBold"/>
                  <a:ea typeface="Inter SemiBold"/>
                  <a:cs typeface="Inter SemiBold"/>
                </a:defRPr>
              </a:lvl9pPr>
            </a:lstStyle>
            <a:p>
              <a:pPr algn="l">
                <a:lnSpc>
                  <a:spcPct val="100000"/>
                </a:lnSpc>
                <a:buNone/>
                <a:defRPr sz="1051" b="0" i="0" kern="0" spc="0">
                  <a:solidFill>
                    <a:srgbClr val="0A2540"/>
                  </a:solidFill>
                  <a:latin typeface="Inter SemiBold"/>
                  <a:ea typeface="Inter SemiBold"/>
                  <a:cs typeface="Inter SemiBold"/>
                </a:defRPr>
              </a:pPr>
              <a:r>
                <a:rPr sz="1051" b="0" i="0" kern="0" spc="0">
                  <a:solidFill>
                    <a:srgbClr val="0A2540"/>
                  </a:solidFill>
                  <a:latin typeface="Inter SemiBold"/>
                  <a:ea typeface="Inter SemiBold"/>
                  <a:cs typeface="Inter SemiBold"/>
                </a:rPr>
                <a:t>(</a:t>
              </a:r>
            </a:p>
          </p:txBody>
        </p:sp>
        <p:sp>
          <p:nvSpPr>
            <p:cNvPr id="114" name="s11 text 61">
              <a:extLst>
                <a:ext uri="{FF2B5EF4-FFF2-40B4-BE49-F238E27FC236}">
                  <a16:creationId xmlns:a16="http://schemas.microsoft.com/office/drawing/2014/main" id="{D16435D2-0E94-4395-8BCE-7206775BF45F}"/>
                </a:ext>
              </a:extLst>
            </p:cNvPr>
            <p:cNvSpPr>
              <a:spLocks noGrp="1"/>
            </p:cNvSpPr>
            <p:nvPr/>
          </p:nvSpPr>
          <p:spPr>
            <a:xfrm rot="-5400000">
              <a:off x="1839890" y="3626416"/>
              <a:ext cx="133517" cy="185782"/>
            </a:xfrm>
            <a:prstGeom prst="rect">
              <a:avLst/>
            </a:prstGeom>
            <a:noFill/>
            <a:ln w="0">
              <a:noFill/>
              <a:prstDash val="solid"/>
            </a:ln>
          </p:spPr>
          <p:txBody>
            <a:bodyPr wrap="none" lIns="0" tIns="0" rIns="0" bIns="0" anchor="t">
              <a:noAutofit/>
            </a:bodyPr>
            <a:lstStyle>
              <a:defPPr algn="l">
                <a:defRPr sz="1051" b="0" i="0" kern="0" spc="0">
                  <a:solidFill>
                    <a:srgbClr val="0A2540"/>
                  </a:solidFill>
                  <a:latin typeface="Inter SemiBold"/>
                  <a:ea typeface="Inter SemiBold"/>
                  <a:cs typeface="Inter SemiBold"/>
                </a:defRPr>
              </a:defPPr>
              <a:lvl1pPr algn="l">
                <a:defRPr sz="1051" b="0" i="0" kern="0" spc="0">
                  <a:solidFill>
                    <a:srgbClr val="0A2540"/>
                  </a:solidFill>
                  <a:latin typeface="Inter SemiBold"/>
                  <a:ea typeface="Inter SemiBold"/>
                  <a:cs typeface="Inter SemiBold"/>
                </a:defRPr>
              </a:lvl1pPr>
              <a:lvl2pPr algn="l">
                <a:defRPr sz="1051" b="0" i="0" kern="0" spc="0">
                  <a:solidFill>
                    <a:srgbClr val="0A2540"/>
                  </a:solidFill>
                  <a:latin typeface="Inter SemiBold"/>
                  <a:ea typeface="Inter SemiBold"/>
                  <a:cs typeface="Inter SemiBold"/>
                </a:defRPr>
              </a:lvl2pPr>
              <a:lvl3pPr algn="l">
                <a:defRPr sz="1051" b="0" i="0" kern="0" spc="0">
                  <a:solidFill>
                    <a:srgbClr val="0A2540"/>
                  </a:solidFill>
                  <a:latin typeface="Inter SemiBold"/>
                  <a:ea typeface="Inter SemiBold"/>
                  <a:cs typeface="Inter SemiBold"/>
                </a:defRPr>
              </a:lvl3pPr>
              <a:lvl4pPr algn="l">
                <a:defRPr sz="1051" b="0" i="0" kern="0" spc="0">
                  <a:solidFill>
                    <a:srgbClr val="0A2540"/>
                  </a:solidFill>
                  <a:latin typeface="Inter SemiBold"/>
                  <a:ea typeface="Inter SemiBold"/>
                  <a:cs typeface="Inter SemiBold"/>
                </a:defRPr>
              </a:lvl4pPr>
              <a:lvl5pPr algn="l">
                <a:defRPr sz="1051" b="0" i="0" kern="0" spc="0">
                  <a:solidFill>
                    <a:srgbClr val="0A2540"/>
                  </a:solidFill>
                  <a:latin typeface="Inter SemiBold"/>
                  <a:ea typeface="Inter SemiBold"/>
                  <a:cs typeface="Inter SemiBold"/>
                </a:defRPr>
              </a:lvl5pPr>
              <a:lvl6pPr algn="l">
                <a:defRPr sz="1051" b="0" i="0" kern="0" spc="0">
                  <a:solidFill>
                    <a:srgbClr val="0A2540"/>
                  </a:solidFill>
                  <a:latin typeface="Inter SemiBold"/>
                  <a:ea typeface="Inter SemiBold"/>
                  <a:cs typeface="Inter SemiBold"/>
                </a:defRPr>
              </a:lvl6pPr>
              <a:lvl7pPr algn="l">
                <a:defRPr sz="1051" b="0" i="0" kern="0" spc="0">
                  <a:solidFill>
                    <a:srgbClr val="0A2540"/>
                  </a:solidFill>
                  <a:latin typeface="Inter SemiBold"/>
                  <a:ea typeface="Inter SemiBold"/>
                  <a:cs typeface="Inter SemiBold"/>
                </a:defRPr>
              </a:lvl7pPr>
              <a:lvl8pPr algn="l">
                <a:defRPr sz="1051" b="0" i="0" kern="0" spc="0">
                  <a:solidFill>
                    <a:srgbClr val="0A2540"/>
                  </a:solidFill>
                  <a:latin typeface="Inter SemiBold"/>
                  <a:ea typeface="Inter SemiBold"/>
                  <a:cs typeface="Inter SemiBold"/>
                </a:defRPr>
              </a:lvl8pPr>
              <a:lvl9pPr algn="l">
                <a:defRPr sz="1051" b="0" i="0" kern="0" spc="0">
                  <a:solidFill>
                    <a:srgbClr val="0A2540"/>
                  </a:solidFill>
                  <a:latin typeface="Inter SemiBold"/>
                  <a:ea typeface="Inter SemiBold"/>
                  <a:cs typeface="Inter SemiBold"/>
                </a:defRPr>
              </a:lvl9pPr>
            </a:lstStyle>
            <a:p>
              <a:pPr algn="l">
                <a:lnSpc>
                  <a:spcPct val="100000"/>
                </a:lnSpc>
                <a:buNone/>
                <a:defRPr sz="1051" b="0" i="0" kern="0" spc="0">
                  <a:solidFill>
                    <a:srgbClr val="0A2540"/>
                  </a:solidFill>
                  <a:latin typeface="Inter SemiBold"/>
                  <a:ea typeface="Inter SemiBold"/>
                  <a:cs typeface="Inter SemiBold"/>
                </a:defRPr>
              </a:pPr>
              <a:r>
                <a:rPr sz="1051" b="0" i="0" kern="0" spc="0">
                  <a:solidFill>
                    <a:srgbClr val="0A2540"/>
                  </a:solidFill>
                  <a:latin typeface="Inter SemiBold"/>
                  <a:ea typeface="Inter SemiBold"/>
                  <a:cs typeface="Inter SemiBold"/>
                </a:rPr>
                <a:t>$</a:t>
              </a:r>
            </a:p>
          </p:txBody>
        </p:sp>
        <p:sp>
          <p:nvSpPr>
            <p:cNvPr id="115" name="s11 text 62">
              <a:extLst>
                <a:ext uri="{FF2B5EF4-FFF2-40B4-BE49-F238E27FC236}">
                  <a16:creationId xmlns:a16="http://schemas.microsoft.com/office/drawing/2014/main" id="{8D4DE1DA-3E61-4706-99AF-98F470B3B2C4}"/>
                </a:ext>
              </a:extLst>
            </p:cNvPr>
            <p:cNvSpPr>
              <a:spLocks noGrp="1"/>
            </p:cNvSpPr>
            <p:nvPr/>
          </p:nvSpPr>
          <p:spPr>
            <a:xfrm rot="-5400000">
              <a:off x="1839890" y="3559229"/>
              <a:ext cx="133517" cy="185782"/>
            </a:xfrm>
            <a:prstGeom prst="rect">
              <a:avLst/>
            </a:prstGeom>
            <a:noFill/>
            <a:ln w="0">
              <a:noFill/>
              <a:prstDash val="solid"/>
            </a:ln>
          </p:spPr>
          <p:txBody>
            <a:bodyPr wrap="none" lIns="0" tIns="0" rIns="0" bIns="0" anchor="t">
              <a:noAutofit/>
            </a:bodyPr>
            <a:lstStyle>
              <a:defPPr algn="l">
                <a:defRPr sz="1051" b="0" i="0" kern="0" spc="0">
                  <a:solidFill>
                    <a:srgbClr val="0A2540"/>
                  </a:solidFill>
                  <a:latin typeface="Inter SemiBold"/>
                  <a:ea typeface="Inter SemiBold"/>
                  <a:cs typeface="Inter SemiBold"/>
                </a:defRPr>
              </a:defPPr>
              <a:lvl1pPr algn="l">
                <a:defRPr sz="1051" b="0" i="0" kern="0" spc="0">
                  <a:solidFill>
                    <a:srgbClr val="0A2540"/>
                  </a:solidFill>
                  <a:latin typeface="Inter SemiBold"/>
                  <a:ea typeface="Inter SemiBold"/>
                  <a:cs typeface="Inter SemiBold"/>
                </a:defRPr>
              </a:lvl1pPr>
              <a:lvl2pPr algn="l">
                <a:defRPr sz="1051" b="0" i="0" kern="0" spc="0">
                  <a:solidFill>
                    <a:srgbClr val="0A2540"/>
                  </a:solidFill>
                  <a:latin typeface="Inter SemiBold"/>
                  <a:ea typeface="Inter SemiBold"/>
                  <a:cs typeface="Inter SemiBold"/>
                </a:defRPr>
              </a:lvl2pPr>
              <a:lvl3pPr algn="l">
                <a:defRPr sz="1051" b="0" i="0" kern="0" spc="0">
                  <a:solidFill>
                    <a:srgbClr val="0A2540"/>
                  </a:solidFill>
                  <a:latin typeface="Inter SemiBold"/>
                  <a:ea typeface="Inter SemiBold"/>
                  <a:cs typeface="Inter SemiBold"/>
                </a:defRPr>
              </a:lvl3pPr>
              <a:lvl4pPr algn="l">
                <a:defRPr sz="1051" b="0" i="0" kern="0" spc="0">
                  <a:solidFill>
                    <a:srgbClr val="0A2540"/>
                  </a:solidFill>
                  <a:latin typeface="Inter SemiBold"/>
                  <a:ea typeface="Inter SemiBold"/>
                  <a:cs typeface="Inter SemiBold"/>
                </a:defRPr>
              </a:lvl4pPr>
              <a:lvl5pPr algn="l">
                <a:defRPr sz="1051" b="0" i="0" kern="0" spc="0">
                  <a:solidFill>
                    <a:srgbClr val="0A2540"/>
                  </a:solidFill>
                  <a:latin typeface="Inter SemiBold"/>
                  <a:ea typeface="Inter SemiBold"/>
                  <a:cs typeface="Inter SemiBold"/>
                </a:defRPr>
              </a:lvl5pPr>
              <a:lvl6pPr algn="l">
                <a:defRPr sz="1051" b="0" i="0" kern="0" spc="0">
                  <a:solidFill>
                    <a:srgbClr val="0A2540"/>
                  </a:solidFill>
                  <a:latin typeface="Inter SemiBold"/>
                  <a:ea typeface="Inter SemiBold"/>
                  <a:cs typeface="Inter SemiBold"/>
                </a:defRPr>
              </a:lvl6pPr>
              <a:lvl7pPr algn="l">
                <a:defRPr sz="1051" b="0" i="0" kern="0" spc="0">
                  <a:solidFill>
                    <a:srgbClr val="0A2540"/>
                  </a:solidFill>
                  <a:latin typeface="Inter SemiBold"/>
                  <a:ea typeface="Inter SemiBold"/>
                  <a:cs typeface="Inter SemiBold"/>
                </a:defRPr>
              </a:lvl7pPr>
              <a:lvl8pPr algn="l">
                <a:defRPr sz="1051" b="0" i="0" kern="0" spc="0">
                  <a:solidFill>
                    <a:srgbClr val="0A2540"/>
                  </a:solidFill>
                  <a:latin typeface="Inter SemiBold"/>
                  <a:ea typeface="Inter SemiBold"/>
                  <a:cs typeface="Inter SemiBold"/>
                </a:defRPr>
              </a:lvl8pPr>
              <a:lvl9pPr algn="l">
                <a:defRPr sz="1051" b="0" i="0" kern="0" spc="0">
                  <a:solidFill>
                    <a:srgbClr val="0A2540"/>
                  </a:solidFill>
                  <a:latin typeface="Inter SemiBold"/>
                  <a:ea typeface="Inter SemiBold"/>
                  <a:cs typeface="Inter SemiBold"/>
                </a:defRPr>
              </a:lvl9pPr>
            </a:lstStyle>
            <a:p>
              <a:pPr algn="l">
                <a:lnSpc>
                  <a:spcPct val="100000"/>
                </a:lnSpc>
                <a:buNone/>
                <a:defRPr sz="1051" b="0" i="0" kern="0" spc="0">
                  <a:solidFill>
                    <a:srgbClr val="0A2540"/>
                  </a:solidFill>
                  <a:latin typeface="Inter SemiBold"/>
                  <a:ea typeface="Inter SemiBold"/>
                  <a:cs typeface="Inter SemiBold"/>
                </a:defRPr>
              </a:pPr>
              <a:r>
                <a:rPr sz="1051" b="0" i="0" kern="0" spc="0">
                  <a:solidFill>
                    <a:srgbClr val="0A2540"/>
                  </a:solidFill>
                  <a:latin typeface="Inter SemiBold"/>
                  <a:ea typeface="Inter SemiBold"/>
                  <a:cs typeface="Inter SemiBold"/>
                </a:rPr>
                <a:t>)</a:t>
              </a:r>
            </a:p>
          </p:txBody>
        </p:sp>
        <p:sp>
          <p:nvSpPr>
            <p:cNvPr id="116" name="s11 text 63 halo">
              <a:extLst>
                <a:ext uri="{FF2B5EF4-FFF2-40B4-BE49-F238E27FC236}">
                  <a16:creationId xmlns:a16="http://schemas.microsoft.com/office/drawing/2014/main" id="{C0F4B91B-59C2-4082-9996-DA1FBD34D098}"/>
                </a:ext>
              </a:extLst>
            </p:cNvPr>
            <p:cNvSpPr>
              <a:spLocks noGrp="1"/>
            </p:cNvSpPr>
            <p:nvPr/>
          </p:nvSpPr>
          <p:spPr>
            <a:xfrm>
              <a:off x="7420000" y="4600135"/>
              <a:ext cx="239468" cy="296914"/>
            </a:xfrm>
            <a:prstGeom prst="rect">
              <a:avLst/>
            </a:prstGeom>
            <a:noFill/>
            <a:ln w="0">
              <a:noFill/>
              <a:prstDash val="solid"/>
            </a:ln>
          </p:spPr>
          <p:txBody>
            <a:bodyPr wrap="none" lIns="0" tIns="0" rIns="0" bIns="0" anchor="t">
              <a:noAutofit/>
            </a:bodyPr>
            <a:lstStyle>
              <a:defPPr algn="l">
                <a:defRPr sz="1680" b="1" i="0" kern="0" spc="0">
                  <a:ln w="42178">
                    <a:solidFill>
                      <a:srgbClr val="FFFFFF"/>
                    </a:solidFill>
                    <a:prstDash val="solid"/>
                  </a:ln>
                  <a:solidFill>
                    <a:srgbClr val="FFFFFF"/>
                  </a:solidFill>
                  <a:latin typeface="Inter"/>
                  <a:ea typeface="Inter"/>
                  <a:cs typeface="Inter"/>
                </a:defRPr>
              </a:defPPr>
              <a:lvl1pPr algn="l">
                <a:defRPr sz="1680" b="1" i="0" kern="0" spc="0">
                  <a:ln w="42178">
                    <a:solidFill>
                      <a:srgbClr val="FFFFFF"/>
                    </a:solidFill>
                    <a:prstDash val="solid"/>
                  </a:ln>
                  <a:solidFill>
                    <a:srgbClr val="FFFFFF"/>
                  </a:solidFill>
                  <a:latin typeface="Inter"/>
                  <a:ea typeface="Inter"/>
                  <a:cs typeface="Inter"/>
                </a:defRPr>
              </a:lvl1pPr>
              <a:lvl2pPr algn="l">
                <a:defRPr sz="1680" b="1" i="0" kern="0" spc="0">
                  <a:ln w="42178">
                    <a:solidFill>
                      <a:srgbClr val="FFFFFF"/>
                    </a:solidFill>
                    <a:prstDash val="solid"/>
                  </a:ln>
                  <a:solidFill>
                    <a:srgbClr val="FFFFFF"/>
                  </a:solidFill>
                  <a:latin typeface="Inter"/>
                  <a:ea typeface="Inter"/>
                  <a:cs typeface="Inter"/>
                </a:defRPr>
              </a:lvl2pPr>
              <a:lvl3pPr algn="l">
                <a:defRPr sz="1680" b="1" i="0" kern="0" spc="0">
                  <a:ln w="42178">
                    <a:solidFill>
                      <a:srgbClr val="FFFFFF"/>
                    </a:solidFill>
                    <a:prstDash val="solid"/>
                  </a:ln>
                  <a:solidFill>
                    <a:srgbClr val="FFFFFF"/>
                  </a:solidFill>
                  <a:latin typeface="Inter"/>
                  <a:ea typeface="Inter"/>
                  <a:cs typeface="Inter"/>
                </a:defRPr>
              </a:lvl3pPr>
              <a:lvl4pPr algn="l">
                <a:defRPr sz="1680" b="1" i="0" kern="0" spc="0">
                  <a:ln w="42178">
                    <a:solidFill>
                      <a:srgbClr val="FFFFFF"/>
                    </a:solidFill>
                    <a:prstDash val="solid"/>
                  </a:ln>
                  <a:solidFill>
                    <a:srgbClr val="FFFFFF"/>
                  </a:solidFill>
                  <a:latin typeface="Inter"/>
                  <a:ea typeface="Inter"/>
                  <a:cs typeface="Inter"/>
                </a:defRPr>
              </a:lvl4pPr>
              <a:lvl5pPr algn="l">
                <a:defRPr sz="1680" b="1" i="0" kern="0" spc="0">
                  <a:ln w="42178">
                    <a:solidFill>
                      <a:srgbClr val="FFFFFF"/>
                    </a:solidFill>
                    <a:prstDash val="solid"/>
                  </a:ln>
                  <a:solidFill>
                    <a:srgbClr val="FFFFFF"/>
                  </a:solidFill>
                  <a:latin typeface="Inter"/>
                  <a:ea typeface="Inter"/>
                  <a:cs typeface="Inter"/>
                </a:defRPr>
              </a:lvl5pPr>
              <a:lvl6pPr algn="l">
                <a:defRPr sz="1680" b="1" i="0" kern="0" spc="0">
                  <a:ln w="42178">
                    <a:solidFill>
                      <a:srgbClr val="FFFFFF"/>
                    </a:solidFill>
                    <a:prstDash val="solid"/>
                  </a:ln>
                  <a:solidFill>
                    <a:srgbClr val="FFFFFF"/>
                  </a:solidFill>
                  <a:latin typeface="Inter"/>
                  <a:ea typeface="Inter"/>
                  <a:cs typeface="Inter"/>
                </a:defRPr>
              </a:lvl6pPr>
              <a:lvl7pPr algn="l">
                <a:defRPr sz="1680" b="1" i="0" kern="0" spc="0">
                  <a:ln w="42178">
                    <a:solidFill>
                      <a:srgbClr val="FFFFFF"/>
                    </a:solidFill>
                    <a:prstDash val="solid"/>
                  </a:ln>
                  <a:solidFill>
                    <a:srgbClr val="FFFFFF"/>
                  </a:solidFill>
                  <a:latin typeface="Inter"/>
                  <a:ea typeface="Inter"/>
                  <a:cs typeface="Inter"/>
                </a:defRPr>
              </a:lvl7pPr>
              <a:lvl8pPr algn="l">
                <a:defRPr sz="1680" b="1" i="0" kern="0" spc="0">
                  <a:ln w="42178">
                    <a:solidFill>
                      <a:srgbClr val="FFFFFF"/>
                    </a:solidFill>
                    <a:prstDash val="solid"/>
                  </a:ln>
                  <a:solidFill>
                    <a:srgbClr val="FFFFFF"/>
                  </a:solidFill>
                  <a:latin typeface="Inter"/>
                  <a:ea typeface="Inter"/>
                  <a:cs typeface="Inter"/>
                </a:defRPr>
              </a:lvl8pPr>
              <a:lvl9pPr algn="l">
                <a:defRPr sz="1680" b="1" i="0" kern="0" spc="0">
                  <a:ln w="42178">
                    <a:solidFill>
                      <a:srgbClr val="FFFFFF"/>
                    </a:solidFill>
                    <a:prstDash val="solid"/>
                  </a:ln>
                  <a:solidFill>
                    <a:srgbClr val="FFFFFF"/>
                  </a:solidFill>
                  <a:latin typeface="Inter"/>
                  <a:ea typeface="Inter"/>
                  <a:cs typeface="Inter"/>
                </a:defRPr>
              </a:lvl9pPr>
            </a:lstStyle>
            <a:p>
              <a:pPr algn="l">
                <a:lnSpc>
                  <a:spcPct val="100000"/>
                </a:lnSpc>
                <a:buNone/>
                <a:defRPr sz="1680" b="1" i="0" kern="0" spc="0">
                  <a:solidFill>
                    <a:srgbClr val="FFFFFF"/>
                  </a:solidFill>
                  <a:latin typeface="Inter"/>
                  <a:ea typeface="Inter"/>
                  <a:cs typeface="Inter"/>
                </a:defRPr>
              </a:pPr>
              <a:r>
                <a:rPr sz="1680" b="1" i="0" kern="0" spc="0">
                  <a:ln w="42178">
                    <a:solidFill>
                      <a:srgbClr val="FFFFFF"/>
                    </a:solidFill>
                    <a:prstDash val="solid"/>
                  </a:ln>
                  <a:solidFill>
                    <a:srgbClr val="FFFFFF"/>
                  </a:solidFill>
                  <a:latin typeface="Inter"/>
                  <a:ea typeface="Inter"/>
                  <a:cs typeface="Inter"/>
                </a:rPr>
                <a:t>D</a:t>
              </a:r>
            </a:p>
          </p:txBody>
        </p:sp>
        <p:sp>
          <p:nvSpPr>
            <p:cNvPr id="117" name="s11 text 63">
              <a:extLst>
                <a:ext uri="{FF2B5EF4-FFF2-40B4-BE49-F238E27FC236}">
                  <a16:creationId xmlns:a16="http://schemas.microsoft.com/office/drawing/2014/main" id="{52A8403A-C81F-428F-82FA-49B670D7B330}"/>
                </a:ext>
              </a:extLst>
            </p:cNvPr>
            <p:cNvSpPr>
              <a:spLocks noGrp="1"/>
            </p:cNvSpPr>
            <p:nvPr/>
          </p:nvSpPr>
          <p:spPr>
            <a:xfrm>
              <a:off x="7420000" y="4600135"/>
              <a:ext cx="239468" cy="296914"/>
            </a:xfrm>
            <a:prstGeom prst="rect">
              <a:avLst/>
            </a:prstGeom>
            <a:noFill/>
            <a:ln w="0">
              <a:noFill/>
              <a:prstDash val="solid"/>
            </a:ln>
          </p:spPr>
          <p:txBody>
            <a:bodyPr wrap="none" lIns="0" tIns="0" rIns="0" bIns="0" anchor="t">
              <a:noAutofit/>
            </a:bodyPr>
            <a:lstStyle>
              <a:defPPr algn="l">
                <a:defRPr sz="1680" b="1" i="0" kern="0" spc="0">
                  <a:solidFill>
                    <a:srgbClr val="0A2540"/>
                  </a:solidFill>
                  <a:latin typeface="Inter"/>
                  <a:ea typeface="Inter"/>
                  <a:cs typeface="Inter"/>
                </a:defRPr>
              </a:defPPr>
              <a:lvl1pPr algn="l">
                <a:defRPr sz="1680" b="1" i="0" kern="0" spc="0">
                  <a:solidFill>
                    <a:srgbClr val="0A2540"/>
                  </a:solidFill>
                  <a:latin typeface="Inter"/>
                  <a:ea typeface="Inter"/>
                  <a:cs typeface="Inter"/>
                </a:defRPr>
              </a:lvl1pPr>
              <a:lvl2pPr algn="l">
                <a:defRPr sz="1680" b="1" i="0" kern="0" spc="0">
                  <a:solidFill>
                    <a:srgbClr val="0A2540"/>
                  </a:solidFill>
                  <a:latin typeface="Inter"/>
                  <a:ea typeface="Inter"/>
                  <a:cs typeface="Inter"/>
                </a:defRPr>
              </a:lvl2pPr>
              <a:lvl3pPr algn="l">
                <a:defRPr sz="1680" b="1" i="0" kern="0" spc="0">
                  <a:solidFill>
                    <a:srgbClr val="0A2540"/>
                  </a:solidFill>
                  <a:latin typeface="Inter"/>
                  <a:ea typeface="Inter"/>
                  <a:cs typeface="Inter"/>
                </a:defRPr>
              </a:lvl3pPr>
              <a:lvl4pPr algn="l">
                <a:defRPr sz="1680" b="1" i="0" kern="0" spc="0">
                  <a:solidFill>
                    <a:srgbClr val="0A2540"/>
                  </a:solidFill>
                  <a:latin typeface="Inter"/>
                  <a:ea typeface="Inter"/>
                  <a:cs typeface="Inter"/>
                </a:defRPr>
              </a:lvl4pPr>
              <a:lvl5pPr algn="l">
                <a:defRPr sz="1680" b="1" i="0" kern="0" spc="0">
                  <a:solidFill>
                    <a:srgbClr val="0A2540"/>
                  </a:solidFill>
                  <a:latin typeface="Inter"/>
                  <a:ea typeface="Inter"/>
                  <a:cs typeface="Inter"/>
                </a:defRPr>
              </a:lvl5pPr>
              <a:lvl6pPr algn="l">
                <a:defRPr sz="1680" b="1" i="0" kern="0" spc="0">
                  <a:solidFill>
                    <a:srgbClr val="0A2540"/>
                  </a:solidFill>
                  <a:latin typeface="Inter"/>
                  <a:ea typeface="Inter"/>
                  <a:cs typeface="Inter"/>
                </a:defRPr>
              </a:lvl6pPr>
              <a:lvl7pPr algn="l">
                <a:defRPr sz="1680" b="1" i="0" kern="0" spc="0">
                  <a:solidFill>
                    <a:srgbClr val="0A2540"/>
                  </a:solidFill>
                  <a:latin typeface="Inter"/>
                  <a:ea typeface="Inter"/>
                  <a:cs typeface="Inter"/>
                </a:defRPr>
              </a:lvl7pPr>
              <a:lvl8pPr algn="l">
                <a:defRPr sz="1680" b="1" i="0" kern="0" spc="0">
                  <a:solidFill>
                    <a:srgbClr val="0A2540"/>
                  </a:solidFill>
                  <a:latin typeface="Inter"/>
                  <a:ea typeface="Inter"/>
                  <a:cs typeface="Inter"/>
                </a:defRPr>
              </a:lvl8pPr>
              <a:lvl9pPr algn="l">
                <a:defRPr sz="1680" b="1" i="0" kern="0" spc="0">
                  <a:solidFill>
                    <a:srgbClr val="0A2540"/>
                  </a:solidFill>
                  <a:latin typeface="Inter"/>
                  <a:ea typeface="Inter"/>
                  <a:cs typeface="Inter"/>
                </a:defRPr>
              </a:lvl9pPr>
            </a:lstStyle>
            <a:p>
              <a:pPr algn="l">
                <a:lnSpc>
                  <a:spcPct val="100000"/>
                </a:lnSpc>
                <a:buNone/>
                <a:defRPr sz="1680" b="1" i="0" kern="0" spc="0">
                  <a:solidFill>
                    <a:srgbClr val="0A2540"/>
                  </a:solidFill>
                  <a:latin typeface="Inter"/>
                  <a:ea typeface="Inter"/>
                  <a:cs typeface="Inter"/>
                </a:defRPr>
              </a:pPr>
              <a:r>
                <a:rPr sz="1680" b="1" i="0" kern="0" spc="0">
                  <a:solidFill>
                    <a:srgbClr val="0A2540"/>
                  </a:solidFill>
                  <a:latin typeface="Inter"/>
                  <a:ea typeface="Inter"/>
                  <a:cs typeface="Inter"/>
                </a:rPr>
                <a:t>D</a:t>
              </a:r>
            </a:p>
          </p:txBody>
        </p:sp>
        <p:sp>
          <p:nvSpPr>
            <p:cNvPr id="118" name="s11 text 64 halo">
              <a:extLst>
                <a:ext uri="{FF2B5EF4-FFF2-40B4-BE49-F238E27FC236}">
                  <a16:creationId xmlns:a16="http://schemas.microsoft.com/office/drawing/2014/main" id="{973CA8BE-49FA-43F6-8186-FF194E5F8169}"/>
                </a:ext>
              </a:extLst>
            </p:cNvPr>
            <p:cNvSpPr>
              <a:spLocks noGrp="1"/>
            </p:cNvSpPr>
            <p:nvPr/>
          </p:nvSpPr>
          <p:spPr>
            <a:xfrm>
              <a:off x="5732847" y="2443504"/>
              <a:ext cx="225085" cy="296914"/>
            </a:xfrm>
            <a:prstGeom prst="rect">
              <a:avLst/>
            </a:prstGeom>
            <a:noFill/>
            <a:ln w="0">
              <a:noFill/>
              <a:prstDash val="solid"/>
            </a:ln>
          </p:spPr>
          <p:txBody>
            <a:bodyPr wrap="none" lIns="0" tIns="0" rIns="0" bIns="0" anchor="t">
              <a:noAutofit/>
            </a:bodyPr>
            <a:lstStyle>
              <a:defPPr algn="l">
                <a:defRPr sz="1680" b="1" i="0" kern="0" spc="0">
                  <a:ln w="42178">
                    <a:solidFill>
                      <a:srgbClr val="FFFFFF"/>
                    </a:solidFill>
                    <a:prstDash val="solid"/>
                  </a:ln>
                  <a:solidFill>
                    <a:srgbClr val="FFFFFF"/>
                  </a:solidFill>
                  <a:latin typeface="Inter"/>
                  <a:ea typeface="Inter"/>
                  <a:cs typeface="Inter"/>
                </a:defRPr>
              </a:defPPr>
              <a:lvl1pPr algn="l">
                <a:defRPr sz="1680" b="1" i="0" kern="0" spc="0">
                  <a:ln w="42178">
                    <a:solidFill>
                      <a:srgbClr val="FFFFFF"/>
                    </a:solidFill>
                    <a:prstDash val="solid"/>
                  </a:ln>
                  <a:solidFill>
                    <a:srgbClr val="FFFFFF"/>
                  </a:solidFill>
                  <a:latin typeface="Inter"/>
                  <a:ea typeface="Inter"/>
                  <a:cs typeface="Inter"/>
                </a:defRPr>
              </a:lvl1pPr>
              <a:lvl2pPr algn="l">
                <a:defRPr sz="1680" b="1" i="0" kern="0" spc="0">
                  <a:ln w="42178">
                    <a:solidFill>
                      <a:srgbClr val="FFFFFF"/>
                    </a:solidFill>
                    <a:prstDash val="solid"/>
                  </a:ln>
                  <a:solidFill>
                    <a:srgbClr val="FFFFFF"/>
                  </a:solidFill>
                  <a:latin typeface="Inter"/>
                  <a:ea typeface="Inter"/>
                  <a:cs typeface="Inter"/>
                </a:defRPr>
              </a:lvl2pPr>
              <a:lvl3pPr algn="l">
                <a:defRPr sz="1680" b="1" i="0" kern="0" spc="0">
                  <a:ln w="42178">
                    <a:solidFill>
                      <a:srgbClr val="FFFFFF"/>
                    </a:solidFill>
                    <a:prstDash val="solid"/>
                  </a:ln>
                  <a:solidFill>
                    <a:srgbClr val="FFFFFF"/>
                  </a:solidFill>
                  <a:latin typeface="Inter"/>
                  <a:ea typeface="Inter"/>
                  <a:cs typeface="Inter"/>
                </a:defRPr>
              </a:lvl3pPr>
              <a:lvl4pPr algn="l">
                <a:defRPr sz="1680" b="1" i="0" kern="0" spc="0">
                  <a:ln w="42178">
                    <a:solidFill>
                      <a:srgbClr val="FFFFFF"/>
                    </a:solidFill>
                    <a:prstDash val="solid"/>
                  </a:ln>
                  <a:solidFill>
                    <a:srgbClr val="FFFFFF"/>
                  </a:solidFill>
                  <a:latin typeface="Inter"/>
                  <a:ea typeface="Inter"/>
                  <a:cs typeface="Inter"/>
                </a:defRPr>
              </a:lvl4pPr>
              <a:lvl5pPr algn="l">
                <a:defRPr sz="1680" b="1" i="0" kern="0" spc="0">
                  <a:ln w="42178">
                    <a:solidFill>
                      <a:srgbClr val="FFFFFF"/>
                    </a:solidFill>
                    <a:prstDash val="solid"/>
                  </a:ln>
                  <a:solidFill>
                    <a:srgbClr val="FFFFFF"/>
                  </a:solidFill>
                  <a:latin typeface="Inter"/>
                  <a:ea typeface="Inter"/>
                  <a:cs typeface="Inter"/>
                </a:defRPr>
              </a:lvl5pPr>
              <a:lvl6pPr algn="l">
                <a:defRPr sz="1680" b="1" i="0" kern="0" spc="0">
                  <a:ln w="42178">
                    <a:solidFill>
                      <a:srgbClr val="FFFFFF"/>
                    </a:solidFill>
                    <a:prstDash val="solid"/>
                  </a:ln>
                  <a:solidFill>
                    <a:srgbClr val="FFFFFF"/>
                  </a:solidFill>
                  <a:latin typeface="Inter"/>
                  <a:ea typeface="Inter"/>
                  <a:cs typeface="Inter"/>
                </a:defRPr>
              </a:lvl6pPr>
              <a:lvl7pPr algn="l">
                <a:defRPr sz="1680" b="1" i="0" kern="0" spc="0">
                  <a:ln w="42178">
                    <a:solidFill>
                      <a:srgbClr val="FFFFFF"/>
                    </a:solidFill>
                    <a:prstDash val="solid"/>
                  </a:ln>
                  <a:solidFill>
                    <a:srgbClr val="FFFFFF"/>
                  </a:solidFill>
                  <a:latin typeface="Inter"/>
                  <a:ea typeface="Inter"/>
                  <a:cs typeface="Inter"/>
                </a:defRPr>
              </a:lvl7pPr>
              <a:lvl8pPr algn="l">
                <a:defRPr sz="1680" b="1" i="0" kern="0" spc="0">
                  <a:ln w="42178">
                    <a:solidFill>
                      <a:srgbClr val="FFFFFF"/>
                    </a:solidFill>
                    <a:prstDash val="solid"/>
                  </a:ln>
                  <a:solidFill>
                    <a:srgbClr val="FFFFFF"/>
                  </a:solidFill>
                  <a:latin typeface="Inter"/>
                  <a:ea typeface="Inter"/>
                  <a:cs typeface="Inter"/>
                </a:defRPr>
              </a:lvl8pPr>
              <a:lvl9pPr algn="l">
                <a:defRPr sz="1680" b="1" i="0" kern="0" spc="0">
                  <a:ln w="42178">
                    <a:solidFill>
                      <a:srgbClr val="FFFFFF"/>
                    </a:solidFill>
                    <a:prstDash val="solid"/>
                  </a:ln>
                  <a:solidFill>
                    <a:srgbClr val="FFFFFF"/>
                  </a:solidFill>
                  <a:latin typeface="Inter"/>
                  <a:ea typeface="Inter"/>
                  <a:cs typeface="Inter"/>
                </a:defRPr>
              </a:lvl9pPr>
            </a:lstStyle>
            <a:p>
              <a:pPr algn="l">
                <a:lnSpc>
                  <a:spcPct val="100000"/>
                </a:lnSpc>
                <a:buNone/>
                <a:defRPr sz="1680" b="1" i="0" kern="0" spc="0">
                  <a:solidFill>
                    <a:srgbClr val="FFFFFF"/>
                  </a:solidFill>
                  <a:latin typeface="Inter"/>
                  <a:ea typeface="Inter"/>
                  <a:cs typeface="Inter"/>
                </a:defRPr>
              </a:pPr>
              <a:r>
                <a:rPr sz="1680" b="1" i="0" kern="0" spc="0">
                  <a:ln w="42178">
                    <a:solidFill>
                      <a:srgbClr val="FFFFFF"/>
                    </a:solidFill>
                    <a:prstDash val="solid"/>
                  </a:ln>
                  <a:solidFill>
                    <a:srgbClr val="FFFFFF"/>
                  </a:solidFill>
                  <a:latin typeface="Inter"/>
                  <a:ea typeface="Inter"/>
                  <a:cs typeface="Inter"/>
                </a:rPr>
                <a:t>S</a:t>
              </a:r>
            </a:p>
          </p:txBody>
        </p:sp>
        <p:sp>
          <p:nvSpPr>
            <p:cNvPr id="119" name="s11 text 64">
              <a:extLst>
                <a:ext uri="{FF2B5EF4-FFF2-40B4-BE49-F238E27FC236}">
                  <a16:creationId xmlns:a16="http://schemas.microsoft.com/office/drawing/2014/main" id="{7AEF9581-DD4C-4D9D-963A-BE45B3839A35}"/>
                </a:ext>
              </a:extLst>
            </p:cNvPr>
            <p:cNvSpPr>
              <a:spLocks noGrp="1"/>
            </p:cNvSpPr>
            <p:nvPr/>
          </p:nvSpPr>
          <p:spPr>
            <a:xfrm>
              <a:off x="5732847" y="2443504"/>
              <a:ext cx="225085" cy="296914"/>
            </a:xfrm>
            <a:prstGeom prst="rect">
              <a:avLst/>
            </a:prstGeom>
            <a:noFill/>
            <a:ln w="0">
              <a:noFill/>
              <a:prstDash val="solid"/>
            </a:ln>
          </p:spPr>
          <p:txBody>
            <a:bodyPr wrap="none" lIns="0" tIns="0" rIns="0" bIns="0" anchor="t">
              <a:noAutofit/>
            </a:bodyPr>
            <a:lstStyle>
              <a:defPPr algn="l">
                <a:defRPr sz="1680" b="1" i="0" kern="0" spc="0">
                  <a:solidFill>
                    <a:srgbClr val="0A2540"/>
                  </a:solidFill>
                  <a:latin typeface="Inter"/>
                  <a:ea typeface="Inter"/>
                  <a:cs typeface="Inter"/>
                </a:defRPr>
              </a:defPPr>
              <a:lvl1pPr algn="l">
                <a:defRPr sz="1680" b="1" i="0" kern="0" spc="0">
                  <a:solidFill>
                    <a:srgbClr val="0A2540"/>
                  </a:solidFill>
                  <a:latin typeface="Inter"/>
                  <a:ea typeface="Inter"/>
                  <a:cs typeface="Inter"/>
                </a:defRPr>
              </a:lvl1pPr>
              <a:lvl2pPr algn="l">
                <a:defRPr sz="1680" b="1" i="0" kern="0" spc="0">
                  <a:solidFill>
                    <a:srgbClr val="0A2540"/>
                  </a:solidFill>
                  <a:latin typeface="Inter"/>
                  <a:ea typeface="Inter"/>
                  <a:cs typeface="Inter"/>
                </a:defRPr>
              </a:lvl2pPr>
              <a:lvl3pPr algn="l">
                <a:defRPr sz="1680" b="1" i="0" kern="0" spc="0">
                  <a:solidFill>
                    <a:srgbClr val="0A2540"/>
                  </a:solidFill>
                  <a:latin typeface="Inter"/>
                  <a:ea typeface="Inter"/>
                  <a:cs typeface="Inter"/>
                </a:defRPr>
              </a:lvl3pPr>
              <a:lvl4pPr algn="l">
                <a:defRPr sz="1680" b="1" i="0" kern="0" spc="0">
                  <a:solidFill>
                    <a:srgbClr val="0A2540"/>
                  </a:solidFill>
                  <a:latin typeface="Inter"/>
                  <a:ea typeface="Inter"/>
                  <a:cs typeface="Inter"/>
                </a:defRPr>
              </a:lvl4pPr>
              <a:lvl5pPr algn="l">
                <a:defRPr sz="1680" b="1" i="0" kern="0" spc="0">
                  <a:solidFill>
                    <a:srgbClr val="0A2540"/>
                  </a:solidFill>
                  <a:latin typeface="Inter"/>
                  <a:ea typeface="Inter"/>
                  <a:cs typeface="Inter"/>
                </a:defRPr>
              </a:lvl5pPr>
              <a:lvl6pPr algn="l">
                <a:defRPr sz="1680" b="1" i="0" kern="0" spc="0">
                  <a:solidFill>
                    <a:srgbClr val="0A2540"/>
                  </a:solidFill>
                  <a:latin typeface="Inter"/>
                  <a:ea typeface="Inter"/>
                  <a:cs typeface="Inter"/>
                </a:defRPr>
              </a:lvl6pPr>
              <a:lvl7pPr algn="l">
                <a:defRPr sz="1680" b="1" i="0" kern="0" spc="0">
                  <a:solidFill>
                    <a:srgbClr val="0A2540"/>
                  </a:solidFill>
                  <a:latin typeface="Inter"/>
                  <a:ea typeface="Inter"/>
                  <a:cs typeface="Inter"/>
                </a:defRPr>
              </a:lvl7pPr>
              <a:lvl8pPr algn="l">
                <a:defRPr sz="1680" b="1" i="0" kern="0" spc="0">
                  <a:solidFill>
                    <a:srgbClr val="0A2540"/>
                  </a:solidFill>
                  <a:latin typeface="Inter"/>
                  <a:ea typeface="Inter"/>
                  <a:cs typeface="Inter"/>
                </a:defRPr>
              </a:lvl8pPr>
              <a:lvl9pPr algn="l">
                <a:defRPr sz="1680" b="1" i="0" kern="0" spc="0">
                  <a:solidFill>
                    <a:srgbClr val="0A2540"/>
                  </a:solidFill>
                  <a:latin typeface="Inter"/>
                  <a:ea typeface="Inter"/>
                  <a:cs typeface="Inter"/>
                </a:defRPr>
              </a:lvl9pPr>
            </a:lstStyle>
            <a:p>
              <a:pPr algn="l">
                <a:lnSpc>
                  <a:spcPct val="100000"/>
                </a:lnSpc>
                <a:buNone/>
                <a:defRPr sz="1680" b="1" i="0" kern="0" spc="0">
                  <a:solidFill>
                    <a:srgbClr val="0A2540"/>
                  </a:solidFill>
                  <a:latin typeface="Inter"/>
                  <a:ea typeface="Inter"/>
                  <a:cs typeface="Inter"/>
                </a:defRPr>
              </a:pPr>
              <a:r>
                <a:rPr sz="1680" b="1" i="0" kern="0" spc="0">
                  <a:solidFill>
                    <a:srgbClr val="0A2540"/>
                  </a:solidFill>
                  <a:latin typeface="Inter"/>
                  <a:ea typeface="Inter"/>
                  <a:cs typeface="Inter"/>
                </a:rPr>
                <a:t>S</a:t>
              </a:r>
            </a:p>
          </p:txBody>
        </p:sp>
        <p:sp>
          <p:nvSpPr>
            <p:cNvPr id="120" name="s11 text 65 halo">
              <a:extLst>
                <a:ext uri="{FF2B5EF4-FFF2-40B4-BE49-F238E27FC236}">
                  <a16:creationId xmlns:a16="http://schemas.microsoft.com/office/drawing/2014/main" id="{8A4B96C1-0615-4935-BD55-3C5B6923655C}"/>
                </a:ext>
              </a:extLst>
            </p:cNvPr>
            <p:cNvSpPr>
              <a:spLocks noGrp="1"/>
            </p:cNvSpPr>
            <p:nvPr/>
          </p:nvSpPr>
          <p:spPr>
            <a:xfrm>
              <a:off x="6684417" y="4087051"/>
              <a:ext cx="1501140" cy="256457"/>
            </a:xfrm>
            <a:prstGeom prst="rect">
              <a:avLst/>
            </a:prstGeom>
            <a:noFill/>
            <a:ln w="0">
              <a:noFill/>
              <a:prstDash val="solid"/>
            </a:ln>
          </p:spPr>
          <p:txBody>
            <a:bodyPr wrap="none" lIns="0" tIns="0" rIns="0" bIns="0" anchor="t">
              <a:noAutofit/>
            </a:bodyPr>
            <a:lstStyle>
              <a:defPPr algn="l">
                <a:defRPr sz="1451" b="1" i="0" kern="0" spc="-9">
                  <a:ln w="42178">
                    <a:solidFill>
                      <a:srgbClr val="FFFFFF"/>
                    </a:solidFill>
                    <a:prstDash val="solid"/>
                  </a:ln>
                  <a:solidFill>
                    <a:srgbClr val="FFFFFF"/>
                  </a:solidFill>
                  <a:latin typeface="Inter"/>
                  <a:ea typeface="Inter"/>
                  <a:cs typeface="Inter"/>
                </a:defRPr>
              </a:defPPr>
              <a:lvl1pPr algn="l">
                <a:defRPr sz="1451" b="1" i="0" kern="0" spc="-9">
                  <a:ln w="42178">
                    <a:solidFill>
                      <a:srgbClr val="FFFFFF"/>
                    </a:solidFill>
                    <a:prstDash val="solid"/>
                  </a:ln>
                  <a:solidFill>
                    <a:srgbClr val="FFFFFF"/>
                  </a:solidFill>
                  <a:latin typeface="Inter"/>
                  <a:ea typeface="Inter"/>
                  <a:cs typeface="Inter"/>
                </a:defRPr>
              </a:lvl1pPr>
              <a:lvl2pPr algn="l">
                <a:defRPr sz="1451" b="1" i="0" kern="0" spc="-9">
                  <a:ln w="42178">
                    <a:solidFill>
                      <a:srgbClr val="FFFFFF"/>
                    </a:solidFill>
                    <a:prstDash val="solid"/>
                  </a:ln>
                  <a:solidFill>
                    <a:srgbClr val="FFFFFF"/>
                  </a:solidFill>
                  <a:latin typeface="Inter"/>
                  <a:ea typeface="Inter"/>
                  <a:cs typeface="Inter"/>
                </a:defRPr>
              </a:lvl2pPr>
              <a:lvl3pPr algn="l">
                <a:defRPr sz="1451" b="1" i="0" kern="0" spc="-9">
                  <a:ln w="42178">
                    <a:solidFill>
                      <a:srgbClr val="FFFFFF"/>
                    </a:solidFill>
                    <a:prstDash val="solid"/>
                  </a:ln>
                  <a:solidFill>
                    <a:srgbClr val="FFFFFF"/>
                  </a:solidFill>
                  <a:latin typeface="Inter"/>
                  <a:ea typeface="Inter"/>
                  <a:cs typeface="Inter"/>
                </a:defRPr>
              </a:lvl3pPr>
              <a:lvl4pPr algn="l">
                <a:defRPr sz="1451" b="1" i="0" kern="0" spc="-9">
                  <a:ln w="42178">
                    <a:solidFill>
                      <a:srgbClr val="FFFFFF"/>
                    </a:solidFill>
                    <a:prstDash val="solid"/>
                  </a:ln>
                  <a:solidFill>
                    <a:srgbClr val="FFFFFF"/>
                  </a:solidFill>
                  <a:latin typeface="Inter"/>
                  <a:ea typeface="Inter"/>
                  <a:cs typeface="Inter"/>
                </a:defRPr>
              </a:lvl4pPr>
              <a:lvl5pPr algn="l">
                <a:defRPr sz="1451" b="1" i="0" kern="0" spc="-9">
                  <a:ln w="42178">
                    <a:solidFill>
                      <a:srgbClr val="FFFFFF"/>
                    </a:solidFill>
                    <a:prstDash val="solid"/>
                  </a:ln>
                  <a:solidFill>
                    <a:srgbClr val="FFFFFF"/>
                  </a:solidFill>
                  <a:latin typeface="Inter"/>
                  <a:ea typeface="Inter"/>
                  <a:cs typeface="Inter"/>
                </a:defRPr>
              </a:lvl5pPr>
              <a:lvl6pPr algn="l">
                <a:defRPr sz="1451" b="1" i="0" kern="0" spc="-9">
                  <a:ln w="42178">
                    <a:solidFill>
                      <a:srgbClr val="FFFFFF"/>
                    </a:solidFill>
                    <a:prstDash val="solid"/>
                  </a:ln>
                  <a:solidFill>
                    <a:srgbClr val="FFFFFF"/>
                  </a:solidFill>
                  <a:latin typeface="Inter"/>
                  <a:ea typeface="Inter"/>
                  <a:cs typeface="Inter"/>
                </a:defRPr>
              </a:lvl6pPr>
              <a:lvl7pPr algn="l">
                <a:defRPr sz="1451" b="1" i="0" kern="0" spc="-9">
                  <a:ln w="42178">
                    <a:solidFill>
                      <a:srgbClr val="FFFFFF"/>
                    </a:solidFill>
                    <a:prstDash val="solid"/>
                  </a:ln>
                  <a:solidFill>
                    <a:srgbClr val="FFFFFF"/>
                  </a:solidFill>
                  <a:latin typeface="Inter"/>
                  <a:ea typeface="Inter"/>
                  <a:cs typeface="Inter"/>
                </a:defRPr>
              </a:lvl7pPr>
              <a:lvl8pPr algn="l">
                <a:defRPr sz="1451" b="1" i="0" kern="0" spc="-9">
                  <a:ln w="42178">
                    <a:solidFill>
                      <a:srgbClr val="FFFFFF"/>
                    </a:solidFill>
                    <a:prstDash val="solid"/>
                  </a:ln>
                  <a:solidFill>
                    <a:srgbClr val="FFFFFF"/>
                  </a:solidFill>
                  <a:latin typeface="Inter"/>
                  <a:ea typeface="Inter"/>
                  <a:cs typeface="Inter"/>
                </a:defRPr>
              </a:lvl8pPr>
              <a:lvl9pPr algn="l">
                <a:defRPr sz="1451" b="1" i="0" kern="0" spc="-9">
                  <a:ln w="42178">
                    <a:solidFill>
                      <a:srgbClr val="FFFFFF"/>
                    </a:solidFill>
                    <a:prstDash val="solid"/>
                  </a:ln>
                  <a:solidFill>
                    <a:srgbClr val="FFFFFF"/>
                  </a:solidFill>
                  <a:latin typeface="Inter"/>
                  <a:ea typeface="Inter"/>
                  <a:cs typeface="Inter"/>
                </a:defRPr>
              </a:lvl9pPr>
            </a:lstStyle>
            <a:p>
              <a:pPr algn="l">
                <a:lnSpc>
                  <a:spcPct val="100000"/>
                </a:lnSpc>
                <a:buNone/>
                <a:defRPr sz="1451" b="1" i="0" kern="0" spc="-9">
                  <a:solidFill>
                    <a:srgbClr val="FFFFFF"/>
                  </a:solidFill>
                  <a:latin typeface="Inter"/>
                  <a:ea typeface="Inter"/>
                  <a:cs typeface="Inter"/>
                </a:defRPr>
              </a:pPr>
              <a:r>
                <a:rPr sz="1451" b="1" i="0" kern="0" spc="-9">
                  <a:ln w="42178">
                    <a:solidFill>
                      <a:srgbClr val="FFFFFF"/>
                    </a:solidFill>
                    <a:prstDash val="solid"/>
                  </a:ln>
                  <a:solidFill>
                    <a:srgbClr val="FFFFFF"/>
                  </a:solidFill>
                  <a:latin typeface="Inter"/>
                  <a:ea typeface="Inter"/>
                  <a:cs typeface="Inter"/>
                </a:rPr>
                <a:t>World price $75</a:t>
              </a:r>
            </a:p>
          </p:txBody>
        </p:sp>
        <p:sp>
          <p:nvSpPr>
            <p:cNvPr id="121" name="s11 text 65">
              <a:extLst>
                <a:ext uri="{FF2B5EF4-FFF2-40B4-BE49-F238E27FC236}">
                  <a16:creationId xmlns:a16="http://schemas.microsoft.com/office/drawing/2014/main" id="{EDBF12CC-9AA6-4F59-82BF-0B30134E6A8D}"/>
                </a:ext>
              </a:extLst>
            </p:cNvPr>
            <p:cNvSpPr>
              <a:spLocks noGrp="1"/>
            </p:cNvSpPr>
            <p:nvPr/>
          </p:nvSpPr>
          <p:spPr>
            <a:xfrm>
              <a:off x="6684417" y="4087051"/>
              <a:ext cx="1501140" cy="256457"/>
            </a:xfrm>
            <a:prstGeom prst="rect">
              <a:avLst/>
            </a:prstGeom>
            <a:noFill/>
            <a:ln w="0">
              <a:noFill/>
              <a:prstDash val="solid"/>
            </a:ln>
          </p:spPr>
          <p:txBody>
            <a:bodyPr wrap="none" lIns="0" tIns="0" rIns="0" bIns="0" anchor="t">
              <a:noAutofit/>
            </a:bodyPr>
            <a:lstStyle>
              <a:defPPr algn="l">
                <a:defRPr sz="1451" b="1" i="0" kern="0" spc="-9">
                  <a:solidFill>
                    <a:srgbClr val="0A2540"/>
                  </a:solidFill>
                  <a:latin typeface="Inter"/>
                  <a:ea typeface="Inter"/>
                  <a:cs typeface="Inter"/>
                </a:defRPr>
              </a:defPPr>
              <a:lvl1pPr algn="l">
                <a:defRPr sz="1451" b="1" i="0" kern="0" spc="-9">
                  <a:solidFill>
                    <a:srgbClr val="0A2540"/>
                  </a:solidFill>
                  <a:latin typeface="Inter"/>
                  <a:ea typeface="Inter"/>
                  <a:cs typeface="Inter"/>
                </a:defRPr>
              </a:lvl1pPr>
              <a:lvl2pPr algn="l">
                <a:defRPr sz="1451" b="1" i="0" kern="0" spc="-9">
                  <a:solidFill>
                    <a:srgbClr val="0A2540"/>
                  </a:solidFill>
                  <a:latin typeface="Inter"/>
                  <a:ea typeface="Inter"/>
                  <a:cs typeface="Inter"/>
                </a:defRPr>
              </a:lvl2pPr>
              <a:lvl3pPr algn="l">
                <a:defRPr sz="1451" b="1" i="0" kern="0" spc="-9">
                  <a:solidFill>
                    <a:srgbClr val="0A2540"/>
                  </a:solidFill>
                  <a:latin typeface="Inter"/>
                  <a:ea typeface="Inter"/>
                  <a:cs typeface="Inter"/>
                </a:defRPr>
              </a:lvl3pPr>
              <a:lvl4pPr algn="l">
                <a:defRPr sz="1451" b="1" i="0" kern="0" spc="-9">
                  <a:solidFill>
                    <a:srgbClr val="0A2540"/>
                  </a:solidFill>
                  <a:latin typeface="Inter"/>
                  <a:ea typeface="Inter"/>
                  <a:cs typeface="Inter"/>
                </a:defRPr>
              </a:lvl4pPr>
              <a:lvl5pPr algn="l">
                <a:defRPr sz="1451" b="1" i="0" kern="0" spc="-9">
                  <a:solidFill>
                    <a:srgbClr val="0A2540"/>
                  </a:solidFill>
                  <a:latin typeface="Inter"/>
                  <a:ea typeface="Inter"/>
                  <a:cs typeface="Inter"/>
                </a:defRPr>
              </a:lvl5pPr>
              <a:lvl6pPr algn="l">
                <a:defRPr sz="1451" b="1" i="0" kern="0" spc="-9">
                  <a:solidFill>
                    <a:srgbClr val="0A2540"/>
                  </a:solidFill>
                  <a:latin typeface="Inter"/>
                  <a:ea typeface="Inter"/>
                  <a:cs typeface="Inter"/>
                </a:defRPr>
              </a:lvl6pPr>
              <a:lvl7pPr algn="l">
                <a:defRPr sz="1451" b="1" i="0" kern="0" spc="-9">
                  <a:solidFill>
                    <a:srgbClr val="0A2540"/>
                  </a:solidFill>
                  <a:latin typeface="Inter"/>
                  <a:ea typeface="Inter"/>
                  <a:cs typeface="Inter"/>
                </a:defRPr>
              </a:lvl7pPr>
              <a:lvl8pPr algn="l">
                <a:defRPr sz="1451" b="1" i="0" kern="0" spc="-9">
                  <a:solidFill>
                    <a:srgbClr val="0A2540"/>
                  </a:solidFill>
                  <a:latin typeface="Inter"/>
                  <a:ea typeface="Inter"/>
                  <a:cs typeface="Inter"/>
                </a:defRPr>
              </a:lvl8pPr>
              <a:lvl9pPr algn="l">
                <a:defRPr sz="1451" b="1" i="0" kern="0" spc="-9">
                  <a:solidFill>
                    <a:srgbClr val="0A2540"/>
                  </a:solidFill>
                  <a:latin typeface="Inter"/>
                  <a:ea typeface="Inter"/>
                  <a:cs typeface="Inter"/>
                </a:defRPr>
              </a:lvl9pPr>
            </a:lstStyle>
            <a:p>
              <a:pPr algn="l">
                <a:lnSpc>
                  <a:spcPct val="100000"/>
                </a:lnSpc>
                <a:buNone/>
                <a:defRPr sz="1451" b="1" i="0" kern="0" spc="-9">
                  <a:solidFill>
                    <a:srgbClr val="0A2540"/>
                  </a:solidFill>
                  <a:latin typeface="Inter"/>
                  <a:ea typeface="Inter"/>
                  <a:cs typeface="Inter"/>
                </a:defRPr>
              </a:pPr>
              <a:r>
                <a:rPr sz="1451" b="1" i="0" kern="0" spc="-9">
                  <a:solidFill>
                    <a:srgbClr val="0A2540"/>
                  </a:solidFill>
                  <a:latin typeface="Inter"/>
                  <a:ea typeface="Inter"/>
                  <a:cs typeface="Inter"/>
                </a:rPr>
                <a:t>World price $75</a:t>
              </a:r>
            </a:p>
          </p:txBody>
        </p:sp>
        <p:sp>
          <p:nvSpPr>
            <p:cNvPr id="122" name="s11 text 66 halo">
              <a:extLst>
                <a:ext uri="{FF2B5EF4-FFF2-40B4-BE49-F238E27FC236}">
                  <a16:creationId xmlns:a16="http://schemas.microsoft.com/office/drawing/2014/main" id="{BC4D0FEC-1974-45A8-9754-341608C4CC1B}"/>
                </a:ext>
              </a:extLst>
            </p:cNvPr>
            <p:cNvSpPr>
              <a:spLocks noGrp="1"/>
            </p:cNvSpPr>
            <p:nvPr/>
          </p:nvSpPr>
          <p:spPr>
            <a:xfrm>
              <a:off x="6610189" y="2379804"/>
              <a:ext cx="1023395" cy="283395"/>
            </a:xfrm>
            <a:prstGeom prst="rect">
              <a:avLst/>
            </a:prstGeom>
            <a:noFill/>
            <a:ln w="0">
              <a:noFill/>
              <a:prstDash val="solid"/>
            </a:ln>
          </p:spPr>
          <p:txBody>
            <a:bodyPr wrap="none" lIns="0" tIns="0" rIns="0" bIns="0" anchor="t">
              <a:noAutofit/>
            </a:bodyPr>
            <a:lstStyle>
              <a:defPPr algn="l">
                <a:defRPr sz="1604" b="1" i="0" kern="0" spc="-9">
                  <a:ln w="42178">
                    <a:solidFill>
                      <a:srgbClr val="FFFFFF"/>
                    </a:solidFill>
                    <a:prstDash val="solid"/>
                  </a:ln>
                  <a:solidFill>
                    <a:srgbClr val="FFFFFF"/>
                  </a:solidFill>
                  <a:latin typeface="Inter"/>
                  <a:ea typeface="Inter"/>
                  <a:cs typeface="Inter"/>
                </a:defRPr>
              </a:defPPr>
              <a:lvl1pPr algn="l">
                <a:defRPr sz="1604" b="1" i="0" kern="0" spc="-9">
                  <a:ln w="42178">
                    <a:solidFill>
                      <a:srgbClr val="FFFFFF"/>
                    </a:solidFill>
                    <a:prstDash val="solid"/>
                  </a:ln>
                  <a:solidFill>
                    <a:srgbClr val="FFFFFF"/>
                  </a:solidFill>
                  <a:latin typeface="Inter"/>
                  <a:ea typeface="Inter"/>
                  <a:cs typeface="Inter"/>
                </a:defRPr>
              </a:lvl1pPr>
              <a:lvl2pPr algn="l">
                <a:defRPr sz="1604" b="1" i="0" kern="0" spc="-9">
                  <a:ln w="42178">
                    <a:solidFill>
                      <a:srgbClr val="FFFFFF"/>
                    </a:solidFill>
                    <a:prstDash val="solid"/>
                  </a:ln>
                  <a:solidFill>
                    <a:srgbClr val="FFFFFF"/>
                  </a:solidFill>
                  <a:latin typeface="Inter"/>
                  <a:ea typeface="Inter"/>
                  <a:cs typeface="Inter"/>
                </a:defRPr>
              </a:lvl2pPr>
              <a:lvl3pPr algn="l">
                <a:defRPr sz="1604" b="1" i="0" kern="0" spc="-9">
                  <a:ln w="42178">
                    <a:solidFill>
                      <a:srgbClr val="FFFFFF"/>
                    </a:solidFill>
                    <a:prstDash val="solid"/>
                  </a:ln>
                  <a:solidFill>
                    <a:srgbClr val="FFFFFF"/>
                  </a:solidFill>
                  <a:latin typeface="Inter"/>
                  <a:ea typeface="Inter"/>
                  <a:cs typeface="Inter"/>
                </a:defRPr>
              </a:lvl3pPr>
              <a:lvl4pPr algn="l">
                <a:defRPr sz="1604" b="1" i="0" kern="0" spc="-9">
                  <a:ln w="42178">
                    <a:solidFill>
                      <a:srgbClr val="FFFFFF"/>
                    </a:solidFill>
                    <a:prstDash val="solid"/>
                  </a:ln>
                  <a:solidFill>
                    <a:srgbClr val="FFFFFF"/>
                  </a:solidFill>
                  <a:latin typeface="Inter"/>
                  <a:ea typeface="Inter"/>
                  <a:cs typeface="Inter"/>
                </a:defRPr>
              </a:lvl4pPr>
              <a:lvl5pPr algn="l">
                <a:defRPr sz="1604" b="1" i="0" kern="0" spc="-9">
                  <a:ln w="42178">
                    <a:solidFill>
                      <a:srgbClr val="FFFFFF"/>
                    </a:solidFill>
                    <a:prstDash val="solid"/>
                  </a:ln>
                  <a:solidFill>
                    <a:srgbClr val="FFFFFF"/>
                  </a:solidFill>
                  <a:latin typeface="Inter"/>
                  <a:ea typeface="Inter"/>
                  <a:cs typeface="Inter"/>
                </a:defRPr>
              </a:lvl5pPr>
              <a:lvl6pPr algn="l">
                <a:defRPr sz="1604" b="1" i="0" kern="0" spc="-9">
                  <a:ln w="42178">
                    <a:solidFill>
                      <a:srgbClr val="FFFFFF"/>
                    </a:solidFill>
                    <a:prstDash val="solid"/>
                  </a:ln>
                  <a:solidFill>
                    <a:srgbClr val="FFFFFF"/>
                  </a:solidFill>
                  <a:latin typeface="Inter"/>
                  <a:ea typeface="Inter"/>
                  <a:cs typeface="Inter"/>
                </a:defRPr>
              </a:lvl6pPr>
              <a:lvl7pPr algn="l">
                <a:defRPr sz="1604" b="1" i="0" kern="0" spc="-9">
                  <a:ln w="42178">
                    <a:solidFill>
                      <a:srgbClr val="FFFFFF"/>
                    </a:solidFill>
                    <a:prstDash val="solid"/>
                  </a:ln>
                  <a:solidFill>
                    <a:srgbClr val="FFFFFF"/>
                  </a:solidFill>
                  <a:latin typeface="Inter"/>
                  <a:ea typeface="Inter"/>
                  <a:cs typeface="Inter"/>
                </a:defRPr>
              </a:lvl7pPr>
              <a:lvl8pPr algn="l">
                <a:defRPr sz="1604" b="1" i="0" kern="0" spc="-9">
                  <a:ln w="42178">
                    <a:solidFill>
                      <a:srgbClr val="FFFFFF"/>
                    </a:solidFill>
                    <a:prstDash val="solid"/>
                  </a:ln>
                  <a:solidFill>
                    <a:srgbClr val="FFFFFF"/>
                  </a:solidFill>
                  <a:latin typeface="Inter"/>
                  <a:ea typeface="Inter"/>
                  <a:cs typeface="Inter"/>
                </a:defRPr>
              </a:lvl8pPr>
              <a:lvl9pPr algn="l">
                <a:defRPr sz="1604" b="1" i="0" kern="0" spc="-9">
                  <a:ln w="42178">
                    <a:solidFill>
                      <a:srgbClr val="FFFFFF"/>
                    </a:solidFill>
                    <a:prstDash val="solid"/>
                  </a:ln>
                  <a:solidFill>
                    <a:srgbClr val="FFFFFF"/>
                  </a:solidFill>
                  <a:latin typeface="Inter"/>
                  <a:ea typeface="Inter"/>
                  <a:cs typeface="Inter"/>
                </a:defRPr>
              </a:lvl9pPr>
            </a:lstStyle>
            <a:p>
              <a:pPr algn="l">
                <a:lnSpc>
                  <a:spcPct val="100000"/>
                </a:lnSpc>
                <a:buNone/>
                <a:defRPr sz="1604" b="1" i="0" kern="0" spc="-9">
                  <a:solidFill>
                    <a:srgbClr val="FFFFFF"/>
                  </a:solidFill>
                  <a:latin typeface="Inter"/>
                  <a:ea typeface="Inter"/>
                  <a:cs typeface="Inter"/>
                </a:defRPr>
              </a:pPr>
              <a:r>
                <a:rPr sz="1604" b="1" i="0" kern="0" spc="-9">
                  <a:ln w="42178">
                    <a:solidFill>
                      <a:srgbClr val="FFFFFF"/>
                    </a:solidFill>
                    <a:prstDash val="solid"/>
                  </a:ln>
                  <a:solidFill>
                    <a:srgbClr val="FFFFFF"/>
                  </a:solidFill>
                  <a:latin typeface="Inter"/>
                  <a:ea typeface="Inter"/>
                  <a:cs typeface="Inter"/>
                </a:rPr>
                <a:t>S + quota</a:t>
              </a:r>
            </a:p>
          </p:txBody>
        </p:sp>
        <p:sp>
          <p:nvSpPr>
            <p:cNvPr id="123" name="s11 text 66">
              <a:extLst>
                <a:ext uri="{FF2B5EF4-FFF2-40B4-BE49-F238E27FC236}">
                  <a16:creationId xmlns:a16="http://schemas.microsoft.com/office/drawing/2014/main" id="{0F787A3B-F02E-433A-BF2E-795F3C8E1E85}"/>
                </a:ext>
              </a:extLst>
            </p:cNvPr>
            <p:cNvSpPr>
              <a:spLocks noGrp="1"/>
            </p:cNvSpPr>
            <p:nvPr/>
          </p:nvSpPr>
          <p:spPr>
            <a:xfrm>
              <a:off x="6610189" y="2379804"/>
              <a:ext cx="1023395" cy="283395"/>
            </a:xfrm>
            <a:prstGeom prst="rect">
              <a:avLst/>
            </a:prstGeom>
            <a:noFill/>
            <a:ln w="0">
              <a:noFill/>
              <a:prstDash val="solid"/>
            </a:ln>
          </p:spPr>
          <p:txBody>
            <a:bodyPr wrap="none" lIns="0" tIns="0" rIns="0" bIns="0" anchor="t">
              <a:noAutofit/>
            </a:bodyPr>
            <a:lstStyle>
              <a:defPPr algn="l">
                <a:defRPr sz="1604" b="1" i="0" kern="0" spc="-9">
                  <a:solidFill>
                    <a:srgbClr val="D97706"/>
                  </a:solidFill>
                  <a:latin typeface="Inter"/>
                  <a:ea typeface="Inter"/>
                  <a:cs typeface="Inter"/>
                </a:defRPr>
              </a:defPPr>
              <a:lvl1pPr algn="l">
                <a:defRPr sz="1604" b="1" i="0" kern="0" spc="-9">
                  <a:solidFill>
                    <a:srgbClr val="D97706"/>
                  </a:solidFill>
                  <a:latin typeface="Inter"/>
                  <a:ea typeface="Inter"/>
                  <a:cs typeface="Inter"/>
                </a:defRPr>
              </a:lvl1pPr>
              <a:lvl2pPr algn="l">
                <a:defRPr sz="1604" b="1" i="0" kern="0" spc="-9">
                  <a:solidFill>
                    <a:srgbClr val="D97706"/>
                  </a:solidFill>
                  <a:latin typeface="Inter"/>
                  <a:ea typeface="Inter"/>
                  <a:cs typeface="Inter"/>
                </a:defRPr>
              </a:lvl2pPr>
              <a:lvl3pPr algn="l">
                <a:defRPr sz="1604" b="1" i="0" kern="0" spc="-9">
                  <a:solidFill>
                    <a:srgbClr val="D97706"/>
                  </a:solidFill>
                  <a:latin typeface="Inter"/>
                  <a:ea typeface="Inter"/>
                  <a:cs typeface="Inter"/>
                </a:defRPr>
              </a:lvl3pPr>
              <a:lvl4pPr algn="l">
                <a:defRPr sz="1604" b="1" i="0" kern="0" spc="-9">
                  <a:solidFill>
                    <a:srgbClr val="D97706"/>
                  </a:solidFill>
                  <a:latin typeface="Inter"/>
                  <a:ea typeface="Inter"/>
                  <a:cs typeface="Inter"/>
                </a:defRPr>
              </a:lvl4pPr>
              <a:lvl5pPr algn="l">
                <a:defRPr sz="1604" b="1" i="0" kern="0" spc="-9">
                  <a:solidFill>
                    <a:srgbClr val="D97706"/>
                  </a:solidFill>
                  <a:latin typeface="Inter"/>
                  <a:ea typeface="Inter"/>
                  <a:cs typeface="Inter"/>
                </a:defRPr>
              </a:lvl5pPr>
              <a:lvl6pPr algn="l">
                <a:defRPr sz="1604" b="1" i="0" kern="0" spc="-9">
                  <a:solidFill>
                    <a:srgbClr val="D97706"/>
                  </a:solidFill>
                  <a:latin typeface="Inter"/>
                  <a:ea typeface="Inter"/>
                  <a:cs typeface="Inter"/>
                </a:defRPr>
              </a:lvl6pPr>
              <a:lvl7pPr algn="l">
                <a:defRPr sz="1604" b="1" i="0" kern="0" spc="-9">
                  <a:solidFill>
                    <a:srgbClr val="D97706"/>
                  </a:solidFill>
                  <a:latin typeface="Inter"/>
                  <a:ea typeface="Inter"/>
                  <a:cs typeface="Inter"/>
                </a:defRPr>
              </a:lvl7pPr>
              <a:lvl8pPr algn="l">
                <a:defRPr sz="1604" b="1" i="0" kern="0" spc="-9">
                  <a:solidFill>
                    <a:srgbClr val="D97706"/>
                  </a:solidFill>
                  <a:latin typeface="Inter"/>
                  <a:ea typeface="Inter"/>
                  <a:cs typeface="Inter"/>
                </a:defRPr>
              </a:lvl8pPr>
              <a:lvl9pPr algn="l">
                <a:defRPr sz="1604" b="1" i="0" kern="0" spc="-9">
                  <a:solidFill>
                    <a:srgbClr val="D97706"/>
                  </a:solidFill>
                  <a:latin typeface="Inter"/>
                  <a:ea typeface="Inter"/>
                  <a:cs typeface="Inter"/>
                </a:defRPr>
              </a:lvl9pPr>
            </a:lstStyle>
            <a:p>
              <a:pPr algn="l">
                <a:lnSpc>
                  <a:spcPct val="100000"/>
                </a:lnSpc>
                <a:buNone/>
                <a:defRPr sz="1604" b="1" i="0" kern="0" spc="-9">
                  <a:solidFill>
                    <a:srgbClr val="D97706"/>
                  </a:solidFill>
                  <a:latin typeface="Inter"/>
                  <a:ea typeface="Inter"/>
                  <a:cs typeface="Inter"/>
                </a:defRPr>
              </a:pPr>
              <a:r>
                <a:rPr sz="1604" b="1" i="0" kern="0" spc="-9">
                  <a:solidFill>
                    <a:srgbClr val="D97706"/>
                  </a:solidFill>
                  <a:latin typeface="Inter"/>
                  <a:ea typeface="Inter"/>
                  <a:cs typeface="Inter"/>
                </a:rPr>
                <a:t>S + quota</a:t>
              </a:r>
            </a:p>
          </p:txBody>
        </p:sp>
        <p:sp>
          <p:nvSpPr>
            <p:cNvPr id="124" name="s11 text 67 halo">
              <a:extLst>
                <a:ext uri="{FF2B5EF4-FFF2-40B4-BE49-F238E27FC236}">
                  <a16:creationId xmlns:a16="http://schemas.microsoft.com/office/drawing/2014/main" id="{EF29B75F-BF7A-4E07-B07A-CC14FD5FBB86}"/>
                </a:ext>
              </a:extLst>
            </p:cNvPr>
            <p:cNvSpPr>
              <a:spLocks noGrp="1"/>
            </p:cNvSpPr>
            <p:nvPr/>
          </p:nvSpPr>
          <p:spPr>
            <a:xfrm>
              <a:off x="2104603" y="3309199"/>
              <a:ext cx="363588" cy="242939"/>
            </a:xfrm>
            <a:prstGeom prst="rect">
              <a:avLst/>
            </a:prstGeom>
            <a:noFill/>
            <a:ln w="0">
              <a:noFill/>
              <a:prstDash val="solid"/>
            </a:ln>
          </p:spPr>
          <p:txBody>
            <a:bodyPr wrap="none" lIns="0" tIns="0" rIns="0" bIns="0" anchor="t">
              <a:noAutofit/>
            </a:bodyPr>
            <a:lstStyle>
              <a:defPPr algn="l">
                <a:defRPr sz="1375" b="1" i="0" kern="0" spc="-9">
                  <a:ln w="42178">
                    <a:solidFill>
                      <a:srgbClr val="FFFFFF"/>
                    </a:solidFill>
                    <a:prstDash val="solid"/>
                  </a:ln>
                  <a:solidFill>
                    <a:srgbClr val="FFFFFF"/>
                  </a:solidFill>
                  <a:latin typeface="Inter"/>
                  <a:ea typeface="Inter"/>
                  <a:cs typeface="Inter"/>
                </a:defRPr>
              </a:defPPr>
              <a:lvl1pPr algn="l">
                <a:defRPr sz="1375" b="1" i="0" kern="0" spc="-9">
                  <a:ln w="42178">
                    <a:solidFill>
                      <a:srgbClr val="FFFFFF"/>
                    </a:solidFill>
                    <a:prstDash val="solid"/>
                  </a:ln>
                  <a:solidFill>
                    <a:srgbClr val="FFFFFF"/>
                  </a:solidFill>
                  <a:latin typeface="Inter"/>
                  <a:ea typeface="Inter"/>
                  <a:cs typeface="Inter"/>
                </a:defRPr>
              </a:lvl1pPr>
              <a:lvl2pPr algn="l">
                <a:defRPr sz="1375" b="1" i="0" kern="0" spc="-9">
                  <a:ln w="42178">
                    <a:solidFill>
                      <a:srgbClr val="FFFFFF"/>
                    </a:solidFill>
                    <a:prstDash val="solid"/>
                  </a:ln>
                  <a:solidFill>
                    <a:srgbClr val="FFFFFF"/>
                  </a:solidFill>
                  <a:latin typeface="Inter"/>
                  <a:ea typeface="Inter"/>
                  <a:cs typeface="Inter"/>
                </a:defRPr>
              </a:lvl2pPr>
              <a:lvl3pPr algn="l">
                <a:defRPr sz="1375" b="1" i="0" kern="0" spc="-9">
                  <a:ln w="42178">
                    <a:solidFill>
                      <a:srgbClr val="FFFFFF"/>
                    </a:solidFill>
                    <a:prstDash val="solid"/>
                  </a:ln>
                  <a:solidFill>
                    <a:srgbClr val="FFFFFF"/>
                  </a:solidFill>
                  <a:latin typeface="Inter"/>
                  <a:ea typeface="Inter"/>
                  <a:cs typeface="Inter"/>
                </a:defRPr>
              </a:lvl3pPr>
              <a:lvl4pPr algn="l">
                <a:defRPr sz="1375" b="1" i="0" kern="0" spc="-9">
                  <a:ln w="42178">
                    <a:solidFill>
                      <a:srgbClr val="FFFFFF"/>
                    </a:solidFill>
                    <a:prstDash val="solid"/>
                  </a:ln>
                  <a:solidFill>
                    <a:srgbClr val="FFFFFF"/>
                  </a:solidFill>
                  <a:latin typeface="Inter"/>
                  <a:ea typeface="Inter"/>
                  <a:cs typeface="Inter"/>
                </a:defRPr>
              </a:lvl4pPr>
              <a:lvl5pPr algn="l">
                <a:defRPr sz="1375" b="1" i="0" kern="0" spc="-9">
                  <a:ln w="42178">
                    <a:solidFill>
                      <a:srgbClr val="FFFFFF"/>
                    </a:solidFill>
                    <a:prstDash val="solid"/>
                  </a:ln>
                  <a:solidFill>
                    <a:srgbClr val="FFFFFF"/>
                  </a:solidFill>
                  <a:latin typeface="Inter"/>
                  <a:ea typeface="Inter"/>
                  <a:cs typeface="Inter"/>
                </a:defRPr>
              </a:lvl5pPr>
              <a:lvl6pPr algn="l">
                <a:defRPr sz="1375" b="1" i="0" kern="0" spc="-9">
                  <a:ln w="42178">
                    <a:solidFill>
                      <a:srgbClr val="FFFFFF"/>
                    </a:solidFill>
                    <a:prstDash val="solid"/>
                  </a:ln>
                  <a:solidFill>
                    <a:srgbClr val="FFFFFF"/>
                  </a:solidFill>
                  <a:latin typeface="Inter"/>
                  <a:ea typeface="Inter"/>
                  <a:cs typeface="Inter"/>
                </a:defRPr>
              </a:lvl6pPr>
              <a:lvl7pPr algn="l">
                <a:defRPr sz="1375" b="1" i="0" kern="0" spc="-9">
                  <a:ln w="42178">
                    <a:solidFill>
                      <a:srgbClr val="FFFFFF"/>
                    </a:solidFill>
                    <a:prstDash val="solid"/>
                  </a:ln>
                  <a:solidFill>
                    <a:srgbClr val="FFFFFF"/>
                  </a:solidFill>
                  <a:latin typeface="Inter"/>
                  <a:ea typeface="Inter"/>
                  <a:cs typeface="Inter"/>
                </a:defRPr>
              </a:lvl7pPr>
              <a:lvl8pPr algn="l">
                <a:defRPr sz="1375" b="1" i="0" kern="0" spc="-9">
                  <a:ln w="42178">
                    <a:solidFill>
                      <a:srgbClr val="FFFFFF"/>
                    </a:solidFill>
                    <a:prstDash val="solid"/>
                  </a:ln>
                  <a:solidFill>
                    <a:srgbClr val="FFFFFF"/>
                  </a:solidFill>
                  <a:latin typeface="Inter"/>
                  <a:ea typeface="Inter"/>
                  <a:cs typeface="Inter"/>
                </a:defRPr>
              </a:lvl8pPr>
              <a:lvl9pPr algn="l">
                <a:defRPr sz="1375" b="1" i="0" kern="0" spc="-9">
                  <a:ln w="42178">
                    <a:solidFill>
                      <a:srgbClr val="FFFFFF"/>
                    </a:solidFill>
                    <a:prstDash val="solid"/>
                  </a:ln>
                  <a:solidFill>
                    <a:srgbClr val="FFFFFF"/>
                  </a:solidFill>
                  <a:latin typeface="Inter"/>
                  <a:ea typeface="Inter"/>
                  <a:cs typeface="Inter"/>
                </a:defRPr>
              </a:lvl9pPr>
            </a:lstStyle>
            <a:p>
              <a:pPr algn="l">
                <a:lnSpc>
                  <a:spcPct val="100000"/>
                </a:lnSpc>
                <a:buNone/>
                <a:defRPr sz="1375" b="1" i="0" kern="0" spc="-9">
                  <a:solidFill>
                    <a:srgbClr val="FFFFFF"/>
                  </a:solidFill>
                  <a:latin typeface="Inter"/>
                  <a:ea typeface="Inter"/>
                  <a:cs typeface="Inter"/>
                </a:defRPr>
              </a:pPr>
              <a:r>
                <a:rPr sz="1375" b="1" i="0" kern="0" spc="-9">
                  <a:ln w="42178">
                    <a:solidFill>
                      <a:srgbClr val="FFFFFF"/>
                    </a:solidFill>
                    <a:prstDash val="solid"/>
                  </a:ln>
                  <a:solidFill>
                    <a:srgbClr val="FFFFFF"/>
                  </a:solidFill>
                  <a:latin typeface="Inter"/>
                  <a:ea typeface="Inter"/>
                  <a:cs typeface="Inter"/>
                </a:rPr>
                <a:t>125</a:t>
              </a:r>
            </a:p>
          </p:txBody>
        </p:sp>
        <p:sp>
          <p:nvSpPr>
            <p:cNvPr id="125" name="s11 text 67">
              <a:extLst>
                <a:ext uri="{FF2B5EF4-FFF2-40B4-BE49-F238E27FC236}">
                  <a16:creationId xmlns:a16="http://schemas.microsoft.com/office/drawing/2014/main" id="{0C88FD10-C823-4546-9084-CC9A66B6C5F5}"/>
                </a:ext>
              </a:extLst>
            </p:cNvPr>
            <p:cNvSpPr>
              <a:spLocks noGrp="1"/>
            </p:cNvSpPr>
            <p:nvPr/>
          </p:nvSpPr>
          <p:spPr>
            <a:xfrm>
              <a:off x="2104603" y="3309199"/>
              <a:ext cx="363588" cy="242939"/>
            </a:xfrm>
            <a:prstGeom prst="rect">
              <a:avLst/>
            </a:prstGeom>
            <a:noFill/>
            <a:ln w="0">
              <a:noFill/>
              <a:prstDash val="solid"/>
            </a:ln>
          </p:spPr>
          <p:txBody>
            <a:bodyPr wrap="none" lIns="0" tIns="0" rIns="0" bIns="0" anchor="t">
              <a:noAutofit/>
            </a:bodyPr>
            <a:lstStyle>
              <a:defPPr algn="l">
                <a:defRPr sz="1375" b="1" i="0" kern="0" spc="-9">
                  <a:solidFill>
                    <a:srgbClr val="0A2540"/>
                  </a:solidFill>
                  <a:latin typeface="Inter"/>
                  <a:ea typeface="Inter"/>
                  <a:cs typeface="Inter"/>
                </a:defRPr>
              </a:defPPr>
              <a:lvl1pPr algn="l">
                <a:defRPr sz="1375" b="1" i="0" kern="0" spc="-9">
                  <a:solidFill>
                    <a:srgbClr val="0A2540"/>
                  </a:solidFill>
                  <a:latin typeface="Inter"/>
                  <a:ea typeface="Inter"/>
                  <a:cs typeface="Inter"/>
                </a:defRPr>
              </a:lvl1pPr>
              <a:lvl2pPr algn="l">
                <a:defRPr sz="1375" b="1" i="0" kern="0" spc="-9">
                  <a:solidFill>
                    <a:srgbClr val="0A2540"/>
                  </a:solidFill>
                  <a:latin typeface="Inter"/>
                  <a:ea typeface="Inter"/>
                  <a:cs typeface="Inter"/>
                </a:defRPr>
              </a:lvl2pPr>
              <a:lvl3pPr algn="l">
                <a:defRPr sz="1375" b="1" i="0" kern="0" spc="-9">
                  <a:solidFill>
                    <a:srgbClr val="0A2540"/>
                  </a:solidFill>
                  <a:latin typeface="Inter"/>
                  <a:ea typeface="Inter"/>
                  <a:cs typeface="Inter"/>
                </a:defRPr>
              </a:lvl3pPr>
              <a:lvl4pPr algn="l">
                <a:defRPr sz="1375" b="1" i="0" kern="0" spc="-9">
                  <a:solidFill>
                    <a:srgbClr val="0A2540"/>
                  </a:solidFill>
                  <a:latin typeface="Inter"/>
                  <a:ea typeface="Inter"/>
                  <a:cs typeface="Inter"/>
                </a:defRPr>
              </a:lvl4pPr>
              <a:lvl5pPr algn="l">
                <a:defRPr sz="1375" b="1" i="0" kern="0" spc="-9">
                  <a:solidFill>
                    <a:srgbClr val="0A2540"/>
                  </a:solidFill>
                  <a:latin typeface="Inter"/>
                  <a:ea typeface="Inter"/>
                  <a:cs typeface="Inter"/>
                </a:defRPr>
              </a:lvl5pPr>
              <a:lvl6pPr algn="l">
                <a:defRPr sz="1375" b="1" i="0" kern="0" spc="-9">
                  <a:solidFill>
                    <a:srgbClr val="0A2540"/>
                  </a:solidFill>
                  <a:latin typeface="Inter"/>
                  <a:ea typeface="Inter"/>
                  <a:cs typeface="Inter"/>
                </a:defRPr>
              </a:lvl6pPr>
              <a:lvl7pPr algn="l">
                <a:defRPr sz="1375" b="1" i="0" kern="0" spc="-9">
                  <a:solidFill>
                    <a:srgbClr val="0A2540"/>
                  </a:solidFill>
                  <a:latin typeface="Inter"/>
                  <a:ea typeface="Inter"/>
                  <a:cs typeface="Inter"/>
                </a:defRPr>
              </a:lvl7pPr>
              <a:lvl8pPr algn="l">
                <a:defRPr sz="1375" b="1" i="0" kern="0" spc="-9">
                  <a:solidFill>
                    <a:srgbClr val="0A2540"/>
                  </a:solidFill>
                  <a:latin typeface="Inter"/>
                  <a:ea typeface="Inter"/>
                  <a:cs typeface="Inter"/>
                </a:defRPr>
              </a:lvl8pPr>
              <a:lvl9pPr algn="l">
                <a:defRPr sz="1375" b="1" i="0" kern="0" spc="-9">
                  <a:solidFill>
                    <a:srgbClr val="0A2540"/>
                  </a:solidFill>
                  <a:latin typeface="Inter"/>
                  <a:ea typeface="Inter"/>
                  <a:cs typeface="Inter"/>
                </a:defRPr>
              </a:lvl9pPr>
            </a:lstStyle>
            <a:p>
              <a:pPr algn="l">
                <a:lnSpc>
                  <a:spcPct val="100000"/>
                </a:lnSpc>
                <a:buNone/>
                <a:defRPr sz="1375" b="1" i="0" kern="0" spc="-9">
                  <a:solidFill>
                    <a:srgbClr val="0A2540"/>
                  </a:solidFill>
                  <a:latin typeface="Inter"/>
                  <a:ea typeface="Inter"/>
                  <a:cs typeface="Inter"/>
                </a:defRPr>
              </a:pPr>
              <a:r>
                <a:rPr sz="1375" b="1" i="0" kern="0" spc="-9">
                  <a:solidFill>
                    <a:srgbClr val="0A2540"/>
                  </a:solidFill>
                  <a:latin typeface="Inter"/>
                  <a:ea typeface="Inter"/>
                  <a:cs typeface="Inter"/>
                </a:rPr>
                <a:t>125</a:t>
              </a:r>
            </a:p>
          </p:txBody>
        </p:sp>
        <p:sp>
          <p:nvSpPr>
            <p:cNvPr id="126" name="s11 text 68 halo">
              <a:extLst>
                <a:ext uri="{FF2B5EF4-FFF2-40B4-BE49-F238E27FC236}">
                  <a16:creationId xmlns:a16="http://schemas.microsoft.com/office/drawing/2014/main" id="{7264C69D-6CD5-49BB-826D-6349AA24E41A}"/>
                </a:ext>
              </a:extLst>
            </p:cNvPr>
            <p:cNvSpPr>
              <a:spLocks noGrp="1"/>
            </p:cNvSpPr>
            <p:nvPr/>
          </p:nvSpPr>
          <p:spPr>
            <a:xfrm>
              <a:off x="5002510" y="3166695"/>
              <a:ext cx="451333" cy="229420"/>
            </a:xfrm>
            <a:prstGeom prst="rect">
              <a:avLst/>
            </a:prstGeom>
            <a:noFill/>
            <a:ln w="0">
              <a:noFill/>
              <a:prstDash val="solid"/>
            </a:ln>
          </p:spPr>
          <p:txBody>
            <a:bodyPr wrap="none" lIns="0" tIns="0" rIns="0" bIns="0" anchor="t">
              <a:noAutofit/>
            </a:bodyPr>
            <a:lstStyle>
              <a:defPPr algn="l">
                <a:defRPr sz="1298" b="1" i="0" kern="0" spc="-9">
                  <a:ln w="42178">
                    <a:solidFill>
                      <a:srgbClr val="FFFFFF"/>
                    </a:solidFill>
                    <a:prstDash val="solid"/>
                  </a:ln>
                  <a:solidFill>
                    <a:srgbClr val="FFFFFF"/>
                  </a:solidFill>
                  <a:latin typeface="Inter"/>
                  <a:ea typeface="Inter"/>
                  <a:cs typeface="Inter"/>
                </a:defRPr>
              </a:defPPr>
              <a:lvl1pPr algn="l">
                <a:defRPr sz="1298" b="1" i="0" kern="0" spc="-9">
                  <a:ln w="42178">
                    <a:solidFill>
                      <a:srgbClr val="FFFFFF"/>
                    </a:solidFill>
                    <a:prstDash val="solid"/>
                  </a:ln>
                  <a:solidFill>
                    <a:srgbClr val="FFFFFF"/>
                  </a:solidFill>
                  <a:latin typeface="Inter"/>
                  <a:ea typeface="Inter"/>
                  <a:cs typeface="Inter"/>
                </a:defRPr>
              </a:lvl1pPr>
              <a:lvl2pPr algn="l">
                <a:defRPr sz="1298" b="1" i="0" kern="0" spc="-9">
                  <a:ln w="42178">
                    <a:solidFill>
                      <a:srgbClr val="FFFFFF"/>
                    </a:solidFill>
                    <a:prstDash val="solid"/>
                  </a:ln>
                  <a:solidFill>
                    <a:srgbClr val="FFFFFF"/>
                  </a:solidFill>
                  <a:latin typeface="Inter"/>
                  <a:ea typeface="Inter"/>
                  <a:cs typeface="Inter"/>
                </a:defRPr>
              </a:lvl2pPr>
              <a:lvl3pPr algn="l">
                <a:defRPr sz="1298" b="1" i="0" kern="0" spc="-9">
                  <a:ln w="42178">
                    <a:solidFill>
                      <a:srgbClr val="FFFFFF"/>
                    </a:solidFill>
                    <a:prstDash val="solid"/>
                  </a:ln>
                  <a:solidFill>
                    <a:srgbClr val="FFFFFF"/>
                  </a:solidFill>
                  <a:latin typeface="Inter"/>
                  <a:ea typeface="Inter"/>
                  <a:cs typeface="Inter"/>
                </a:defRPr>
              </a:lvl3pPr>
              <a:lvl4pPr algn="l">
                <a:defRPr sz="1298" b="1" i="0" kern="0" spc="-9">
                  <a:ln w="42178">
                    <a:solidFill>
                      <a:srgbClr val="FFFFFF"/>
                    </a:solidFill>
                    <a:prstDash val="solid"/>
                  </a:ln>
                  <a:solidFill>
                    <a:srgbClr val="FFFFFF"/>
                  </a:solidFill>
                  <a:latin typeface="Inter"/>
                  <a:ea typeface="Inter"/>
                  <a:cs typeface="Inter"/>
                </a:defRPr>
              </a:lvl4pPr>
              <a:lvl5pPr algn="l">
                <a:defRPr sz="1298" b="1" i="0" kern="0" spc="-9">
                  <a:ln w="42178">
                    <a:solidFill>
                      <a:srgbClr val="FFFFFF"/>
                    </a:solidFill>
                    <a:prstDash val="solid"/>
                  </a:ln>
                  <a:solidFill>
                    <a:srgbClr val="FFFFFF"/>
                  </a:solidFill>
                  <a:latin typeface="Inter"/>
                  <a:ea typeface="Inter"/>
                  <a:cs typeface="Inter"/>
                </a:defRPr>
              </a:lvl5pPr>
              <a:lvl6pPr algn="l">
                <a:defRPr sz="1298" b="1" i="0" kern="0" spc="-9">
                  <a:ln w="42178">
                    <a:solidFill>
                      <a:srgbClr val="FFFFFF"/>
                    </a:solidFill>
                    <a:prstDash val="solid"/>
                  </a:ln>
                  <a:solidFill>
                    <a:srgbClr val="FFFFFF"/>
                  </a:solidFill>
                  <a:latin typeface="Inter"/>
                  <a:ea typeface="Inter"/>
                  <a:cs typeface="Inter"/>
                </a:defRPr>
              </a:lvl6pPr>
              <a:lvl7pPr algn="l">
                <a:defRPr sz="1298" b="1" i="0" kern="0" spc="-9">
                  <a:ln w="42178">
                    <a:solidFill>
                      <a:srgbClr val="FFFFFF"/>
                    </a:solidFill>
                    <a:prstDash val="solid"/>
                  </a:ln>
                  <a:solidFill>
                    <a:srgbClr val="FFFFFF"/>
                  </a:solidFill>
                  <a:latin typeface="Inter"/>
                  <a:ea typeface="Inter"/>
                  <a:cs typeface="Inter"/>
                </a:defRPr>
              </a:lvl7pPr>
              <a:lvl8pPr algn="l">
                <a:defRPr sz="1298" b="1" i="0" kern="0" spc="-9">
                  <a:ln w="42178">
                    <a:solidFill>
                      <a:srgbClr val="FFFFFF"/>
                    </a:solidFill>
                    <a:prstDash val="solid"/>
                  </a:ln>
                  <a:solidFill>
                    <a:srgbClr val="FFFFFF"/>
                  </a:solidFill>
                  <a:latin typeface="Inter"/>
                  <a:ea typeface="Inter"/>
                  <a:cs typeface="Inter"/>
                </a:defRPr>
              </a:lvl8pPr>
              <a:lvl9pPr algn="l">
                <a:defRPr sz="1298" b="1" i="0" kern="0" spc="-9">
                  <a:ln w="42178">
                    <a:solidFill>
                      <a:srgbClr val="FFFFFF"/>
                    </a:solidFill>
                    <a:prstDash val="solid"/>
                  </a:ln>
                  <a:solidFill>
                    <a:srgbClr val="FFFFFF"/>
                  </a:solidFill>
                  <a:latin typeface="Inter"/>
                  <a:ea typeface="Inter"/>
                  <a:cs typeface="Inter"/>
                </a:defRPr>
              </a:lvl9pPr>
            </a:lstStyle>
            <a:p>
              <a:pPr algn="l">
                <a:lnSpc>
                  <a:spcPct val="100000"/>
                </a:lnSpc>
                <a:buNone/>
                <a:defRPr sz="1298" b="1" i="0" kern="0" spc="-9">
                  <a:solidFill>
                    <a:srgbClr val="FFFFFF"/>
                  </a:solidFill>
                  <a:latin typeface="Inter"/>
                  <a:ea typeface="Inter"/>
                  <a:cs typeface="Inter"/>
                </a:defRPr>
              </a:pPr>
              <a:r>
                <a:rPr sz="1298" b="1" i="0" kern="0" spc="-9">
                  <a:ln w="42178">
                    <a:solidFill>
                      <a:srgbClr val="FFFFFF"/>
                    </a:solidFill>
                    <a:prstDash val="solid"/>
                  </a:ln>
                  <a:solidFill>
                    <a:srgbClr val="FFFFFF"/>
                  </a:solidFill>
                  <a:latin typeface="Inter"/>
                  <a:ea typeface="Inter"/>
                  <a:cs typeface="Inter"/>
                </a:rPr>
                <a:t>$125</a:t>
              </a:r>
            </a:p>
          </p:txBody>
        </p:sp>
        <p:sp>
          <p:nvSpPr>
            <p:cNvPr id="127" name="s11 text 68">
              <a:extLst>
                <a:ext uri="{FF2B5EF4-FFF2-40B4-BE49-F238E27FC236}">
                  <a16:creationId xmlns:a16="http://schemas.microsoft.com/office/drawing/2014/main" id="{360375AA-8257-4B2E-83CC-08EFF7234BEF}"/>
                </a:ext>
              </a:extLst>
            </p:cNvPr>
            <p:cNvSpPr>
              <a:spLocks noGrp="1"/>
            </p:cNvSpPr>
            <p:nvPr/>
          </p:nvSpPr>
          <p:spPr>
            <a:xfrm>
              <a:off x="5002510" y="3166695"/>
              <a:ext cx="451333" cy="229420"/>
            </a:xfrm>
            <a:prstGeom prst="rect">
              <a:avLst/>
            </a:prstGeom>
            <a:noFill/>
            <a:ln w="0">
              <a:noFill/>
              <a:prstDash val="solid"/>
            </a:ln>
          </p:spPr>
          <p:txBody>
            <a:bodyPr wrap="none" lIns="0" tIns="0" rIns="0" bIns="0" anchor="t">
              <a:noAutofit/>
            </a:bodyPr>
            <a:lstStyle>
              <a:defPPr algn="l">
                <a:defRPr sz="1298" b="1" i="0" kern="0" spc="-9">
                  <a:solidFill>
                    <a:srgbClr val="0A2540"/>
                  </a:solidFill>
                  <a:latin typeface="Inter"/>
                  <a:ea typeface="Inter"/>
                  <a:cs typeface="Inter"/>
                </a:defRPr>
              </a:defPPr>
              <a:lvl1pPr algn="l">
                <a:defRPr sz="1298" b="1" i="0" kern="0" spc="-9">
                  <a:solidFill>
                    <a:srgbClr val="0A2540"/>
                  </a:solidFill>
                  <a:latin typeface="Inter"/>
                  <a:ea typeface="Inter"/>
                  <a:cs typeface="Inter"/>
                </a:defRPr>
              </a:lvl1pPr>
              <a:lvl2pPr algn="l">
                <a:defRPr sz="1298" b="1" i="0" kern="0" spc="-9">
                  <a:solidFill>
                    <a:srgbClr val="0A2540"/>
                  </a:solidFill>
                  <a:latin typeface="Inter"/>
                  <a:ea typeface="Inter"/>
                  <a:cs typeface="Inter"/>
                </a:defRPr>
              </a:lvl2pPr>
              <a:lvl3pPr algn="l">
                <a:defRPr sz="1298" b="1" i="0" kern="0" spc="-9">
                  <a:solidFill>
                    <a:srgbClr val="0A2540"/>
                  </a:solidFill>
                  <a:latin typeface="Inter"/>
                  <a:ea typeface="Inter"/>
                  <a:cs typeface="Inter"/>
                </a:defRPr>
              </a:lvl3pPr>
              <a:lvl4pPr algn="l">
                <a:defRPr sz="1298" b="1" i="0" kern="0" spc="-9">
                  <a:solidFill>
                    <a:srgbClr val="0A2540"/>
                  </a:solidFill>
                  <a:latin typeface="Inter"/>
                  <a:ea typeface="Inter"/>
                  <a:cs typeface="Inter"/>
                </a:defRPr>
              </a:lvl4pPr>
              <a:lvl5pPr algn="l">
                <a:defRPr sz="1298" b="1" i="0" kern="0" spc="-9">
                  <a:solidFill>
                    <a:srgbClr val="0A2540"/>
                  </a:solidFill>
                  <a:latin typeface="Inter"/>
                  <a:ea typeface="Inter"/>
                  <a:cs typeface="Inter"/>
                </a:defRPr>
              </a:lvl5pPr>
              <a:lvl6pPr algn="l">
                <a:defRPr sz="1298" b="1" i="0" kern="0" spc="-9">
                  <a:solidFill>
                    <a:srgbClr val="0A2540"/>
                  </a:solidFill>
                  <a:latin typeface="Inter"/>
                  <a:ea typeface="Inter"/>
                  <a:cs typeface="Inter"/>
                </a:defRPr>
              </a:lvl6pPr>
              <a:lvl7pPr algn="l">
                <a:defRPr sz="1298" b="1" i="0" kern="0" spc="-9">
                  <a:solidFill>
                    <a:srgbClr val="0A2540"/>
                  </a:solidFill>
                  <a:latin typeface="Inter"/>
                  <a:ea typeface="Inter"/>
                  <a:cs typeface="Inter"/>
                </a:defRPr>
              </a:lvl7pPr>
              <a:lvl8pPr algn="l">
                <a:defRPr sz="1298" b="1" i="0" kern="0" spc="-9">
                  <a:solidFill>
                    <a:srgbClr val="0A2540"/>
                  </a:solidFill>
                  <a:latin typeface="Inter"/>
                  <a:ea typeface="Inter"/>
                  <a:cs typeface="Inter"/>
                </a:defRPr>
              </a:lvl8pPr>
              <a:lvl9pPr algn="l">
                <a:defRPr sz="1298" b="1" i="0" kern="0" spc="-9">
                  <a:solidFill>
                    <a:srgbClr val="0A2540"/>
                  </a:solidFill>
                  <a:latin typeface="Inter"/>
                  <a:ea typeface="Inter"/>
                  <a:cs typeface="Inter"/>
                </a:defRPr>
              </a:lvl9pPr>
            </a:lstStyle>
            <a:p>
              <a:pPr algn="l">
                <a:lnSpc>
                  <a:spcPct val="100000"/>
                </a:lnSpc>
                <a:buNone/>
                <a:defRPr sz="1298" b="1" i="0" kern="0" spc="-9">
                  <a:solidFill>
                    <a:srgbClr val="0A2540"/>
                  </a:solidFill>
                  <a:latin typeface="Inter"/>
                  <a:ea typeface="Inter"/>
                  <a:cs typeface="Inter"/>
                </a:defRPr>
              </a:pPr>
              <a:r>
                <a:rPr sz="1298" b="1" i="0" kern="0" spc="-9">
                  <a:solidFill>
                    <a:srgbClr val="0A2540"/>
                  </a:solidFill>
                  <a:latin typeface="Inter"/>
                  <a:ea typeface="Inter"/>
                  <a:cs typeface="Inter"/>
                </a:rPr>
                <a:t>$125</a:t>
              </a:r>
            </a:p>
          </p:txBody>
        </p:sp>
        <p:sp>
          <p:nvSpPr>
            <p:cNvPr id="128" name="s11 text 69 halo">
              <a:extLst>
                <a:ext uri="{FF2B5EF4-FFF2-40B4-BE49-F238E27FC236}">
                  <a16:creationId xmlns:a16="http://schemas.microsoft.com/office/drawing/2014/main" id="{EC9F8EC9-F719-4A07-8D50-5B55E93C2026}"/>
                </a:ext>
              </a:extLst>
            </p:cNvPr>
            <p:cNvSpPr>
              <a:spLocks noGrp="1"/>
            </p:cNvSpPr>
            <p:nvPr/>
          </p:nvSpPr>
          <p:spPr>
            <a:xfrm>
              <a:off x="6205227" y="2728136"/>
              <a:ext cx="1413453" cy="229420"/>
            </a:xfrm>
            <a:prstGeom prst="rect">
              <a:avLst/>
            </a:prstGeom>
            <a:noFill/>
            <a:ln w="0">
              <a:noFill/>
              <a:prstDash val="solid"/>
            </a:ln>
          </p:spPr>
          <p:txBody>
            <a:bodyPr wrap="none" lIns="0" tIns="0" rIns="0" bIns="0" anchor="t">
              <a:noAutofit/>
            </a:bodyPr>
            <a:lstStyle>
              <a:defPPr algn="l">
                <a:defRPr sz="1298" b="1" i="0" kern="0" spc="-9">
                  <a:ln w="42178">
                    <a:solidFill>
                      <a:srgbClr val="FFFFFF"/>
                    </a:solidFill>
                    <a:prstDash val="solid"/>
                  </a:ln>
                  <a:solidFill>
                    <a:srgbClr val="FFFFFF"/>
                  </a:solidFill>
                  <a:latin typeface="Inter"/>
                  <a:ea typeface="Inter"/>
                  <a:cs typeface="Inter"/>
                </a:defRPr>
              </a:defPPr>
              <a:lvl1pPr algn="l">
                <a:defRPr sz="1298" b="1" i="0" kern="0" spc="-9">
                  <a:ln w="42178">
                    <a:solidFill>
                      <a:srgbClr val="FFFFFF"/>
                    </a:solidFill>
                    <a:prstDash val="solid"/>
                  </a:ln>
                  <a:solidFill>
                    <a:srgbClr val="FFFFFF"/>
                  </a:solidFill>
                  <a:latin typeface="Inter"/>
                  <a:ea typeface="Inter"/>
                  <a:cs typeface="Inter"/>
                </a:defRPr>
              </a:lvl1pPr>
              <a:lvl2pPr algn="l">
                <a:defRPr sz="1298" b="1" i="0" kern="0" spc="-9">
                  <a:ln w="42178">
                    <a:solidFill>
                      <a:srgbClr val="FFFFFF"/>
                    </a:solidFill>
                    <a:prstDash val="solid"/>
                  </a:ln>
                  <a:solidFill>
                    <a:srgbClr val="FFFFFF"/>
                  </a:solidFill>
                  <a:latin typeface="Inter"/>
                  <a:ea typeface="Inter"/>
                  <a:cs typeface="Inter"/>
                </a:defRPr>
              </a:lvl2pPr>
              <a:lvl3pPr algn="l">
                <a:defRPr sz="1298" b="1" i="0" kern="0" spc="-9">
                  <a:ln w="42178">
                    <a:solidFill>
                      <a:srgbClr val="FFFFFF"/>
                    </a:solidFill>
                    <a:prstDash val="solid"/>
                  </a:ln>
                  <a:solidFill>
                    <a:srgbClr val="FFFFFF"/>
                  </a:solidFill>
                  <a:latin typeface="Inter"/>
                  <a:ea typeface="Inter"/>
                  <a:cs typeface="Inter"/>
                </a:defRPr>
              </a:lvl3pPr>
              <a:lvl4pPr algn="l">
                <a:defRPr sz="1298" b="1" i="0" kern="0" spc="-9">
                  <a:ln w="42178">
                    <a:solidFill>
                      <a:srgbClr val="FFFFFF"/>
                    </a:solidFill>
                    <a:prstDash val="solid"/>
                  </a:ln>
                  <a:solidFill>
                    <a:srgbClr val="FFFFFF"/>
                  </a:solidFill>
                  <a:latin typeface="Inter"/>
                  <a:ea typeface="Inter"/>
                  <a:cs typeface="Inter"/>
                </a:defRPr>
              </a:lvl4pPr>
              <a:lvl5pPr algn="l">
                <a:defRPr sz="1298" b="1" i="0" kern="0" spc="-9">
                  <a:ln w="42178">
                    <a:solidFill>
                      <a:srgbClr val="FFFFFF"/>
                    </a:solidFill>
                    <a:prstDash val="solid"/>
                  </a:ln>
                  <a:solidFill>
                    <a:srgbClr val="FFFFFF"/>
                  </a:solidFill>
                  <a:latin typeface="Inter"/>
                  <a:ea typeface="Inter"/>
                  <a:cs typeface="Inter"/>
                </a:defRPr>
              </a:lvl5pPr>
              <a:lvl6pPr algn="l">
                <a:defRPr sz="1298" b="1" i="0" kern="0" spc="-9">
                  <a:ln w="42178">
                    <a:solidFill>
                      <a:srgbClr val="FFFFFF"/>
                    </a:solidFill>
                    <a:prstDash val="solid"/>
                  </a:ln>
                  <a:solidFill>
                    <a:srgbClr val="FFFFFF"/>
                  </a:solidFill>
                  <a:latin typeface="Inter"/>
                  <a:ea typeface="Inter"/>
                  <a:cs typeface="Inter"/>
                </a:defRPr>
              </a:lvl6pPr>
              <a:lvl7pPr algn="l">
                <a:defRPr sz="1298" b="1" i="0" kern="0" spc="-9">
                  <a:ln w="42178">
                    <a:solidFill>
                      <a:srgbClr val="FFFFFF"/>
                    </a:solidFill>
                    <a:prstDash val="solid"/>
                  </a:ln>
                  <a:solidFill>
                    <a:srgbClr val="FFFFFF"/>
                  </a:solidFill>
                  <a:latin typeface="Inter"/>
                  <a:ea typeface="Inter"/>
                  <a:cs typeface="Inter"/>
                </a:defRPr>
              </a:lvl7pPr>
              <a:lvl8pPr algn="l">
                <a:defRPr sz="1298" b="1" i="0" kern="0" spc="-9">
                  <a:ln w="42178">
                    <a:solidFill>
                      <a:srgbClr val="FFFFFF"/>
                    </a:solidFill>
                    <a:prstDash val="solid"/>
                  </a:ln>
                  <a:solidFill>
                    <a:srgbClr val="FFFFFF"/>
                  </a:solidFill>
                  <a:latin typeface="Inter"/>
                  <a:ea typeface="Inter"/>
                  <a:cs typeface="Inter"/>
                </a:defRPr>
              </a:lvl8pPr>
              <a:lvl9pPr algn="l">
                <a:defRPr sz="1298" b="1" i="0" kern="0" spc="-9">
                  <a:ln w="42178">
                    <a:solidFill>
                      <a:srgbClr val="FFFFFF"/>
                    </a:solidFill>
                    <a:prstDash val="solid"/>
                  </a:ln>
                  <a:solidFill>
                    <a:srgbClr val="FFFFFF"/>
                  </a:solidFill>
                  <a:latin typeface="Inter"/>
                  <a:ea typeface="Inter"/>
                  <a:cs typeface="Inter"/>
                </a:defRPr>
              </a:lvl9pPr>
            </a:lstStyle>
            <a:p>
              <a:pPr algn="l">
                <a:lnSpc>
                  <a:spcPct val="100000"/>
                </a:lnSpc>
                <a:buNone/>
                <a:defRPr sz="1298" b="1" i="0" kern="0" spc="-9">
                  <a:solidFill>
                    <a:srgbClr val="FFFFFF"/>
                  </a:solidFill>
                  <a:latin typeface="Inter"/>
                  <a:ea typeface="Inter"/>
                  <a:cs typeface="Inter"/>
                </a:defRPr>
              </a:pPr>
              <a:r>
                <a:rPr sz="1298" b="1" i="0" kern="0" spc="-9">
                  <a:ln w="42178">
                    <a:solidFill>
                      <a:srgbClr val="FFFFFF"/>
                    </a:solidFill>
                    <a:prstDash val="solid"/>
                  </a:ln>
                  <a:solidFill>
                    <a:srgbClr val="FFFFFF"/>
                  </a:solidFill>
                  <a:latin typeface="Inter"/>
                  <a:ea typeface="Inter"/>
                  <a:cs typeface="Inter"/>
                </a:rPr>
                <a:t>post-quota price</a:t>
              </a:r>
            </a:p>
          </p:txBody>
        </p:sp>
        <p:sp>
          <p:nvSpPr>
            <p:cNvPr id="129" name="s11 text 69">
              <a:extLst>
                <a:ext uri="{FF2B5EF4-FFF2-40B4-BE49-F238E27FC236}">
                  <a16:creationId xmlns:a16="http://schemas.microsoft.com/office/drawing/2014/main" id="{999515F6-C9B1-46FC-87D6-9DFC112792CE}"/>
                </a:ext>
              </a:extLst>
            </p:cNvPr>
            <p:cNvSpPr>
              <a:spLocks noGrp="1"/>
            </p:cNvSpPr>
            <p:nvPr/>
          </p:nvSpPr>
          <p:spPr>
            <a:xfrm>
              <a:off x="6205227" y="2728136"/>
              <a:ext cx="1413453" cy="229420"/>
            </a:xfrm>
            <a:prstGeom prst="rect">
              <a:avLst/>
            </a:prstGeom>
            <a:noFill/>
            <a:ln w="0">
              <a:noFill/>
              <a:prstDash val="solid"/>
            </a:ln>
          </p:spPr>
          <p:txBody>
            <a:bodyPr wrap="none" lIns="0" tIns="0" rIns="0" bIns="0" anchor="t">
              <a:noAutofit/>
            </a:bodyPr>
            <a:lstStyle>
              <a:defPPr algn="l">
                <a:defRPr sz="1298" b="1" i="0" kern="0" spc="-9">
                  <a:solidFill>
                    <a:srgbClr val="D97706"/>
                  </a:solidFill>
                  <a:latin typeface="Inter"/>
                  <a:ea typeface="Inter"/>
                  <a:cs typeface="Inter"/>
                </a:defRPr>
              </a:defPPr>
              <a:lvl1pPr algn="l">
                <a:defRPr sz="1298" b="1" i="0" kern="0" spc="-9">
                  <a:solidFill>
                    <a:srgbClr val="D97706"/>
                  </a:solidFill>
                  <a:latin typeface="Inter"/>
                  <a:ea typeface="Inter"/>
                  <a:cs typeface="Inter"/>
                </a:defRPr>
              </a:lvl1pPr>
              <a:lvl2pPr algn="l">
                <a:defRPr sz="1298" b="1" i="0" kern="0" spc="-9">
                  <a:solidFill>
                    <a:srgbClr val="D97706"/>
                  </a:solidFill>
                  <a:latin typeface="Inter"/>
                  <a:ea typeface="Inter"/>
                  <a:cs typeface="Inter"/>
                </a:defRPr>
              </a:lvl2pPr>
              <a:lvl3pPr algn="l">
                <a:defRPr sz="1298" b="1" i="0" kern="0" spc="-9">
                  <a:solidFill>
                    <a:srgbClr val="D97706"/>
                  </a:solidFill>
                  <a:latin typeface="Inter"/>
                  <a:ea typeface="Inter"/>
                  <a:cs typeface="Inter"/>
                </a:defRPr>
              </a:lvl3pPr>
              <a:lvl4pPr algn="l">
                <a:defRPr sz="1298" b="1" i="0" kern="0" spc="-9">
                  <a:solidFill>
                    <a:srgbClr val="D97706"/>
                  </a:solidFill>
                  <a:latin typeface="Inter"/>
                  <a:ea typeface="Inter"/>
                  <a:cs typeface="Inter"/>
                </a:defRPr>
              </a:lvl4pPr>
              <a:lvl5pPr algn="l">
                <a:defRPr sz="1298" b="1" i="0" kern="0" spc="-9">
                  <a:solidFill>
                    <a:srgbClr val="D97706"/>
                  </a:solidFill>
                  <a:latin typeface="Inter"/>
                  <a:ea typeface="Inter"/>
                  <a:cs typeface="Inter"/>
                </a:defRPr>
              </a:lvl5pPr>
              <a:lvl6pPr algn="l">
                <a:defRPr sz="1298" b="1" i="0" kern="0" spc="-9">
                  <a:solidFill>
                    <a:srgbClr val="D97706"/>
                  </a:solidFill>
                  <a:latin typeface="Inter"/>
                  <a:ea typeface="Inter"/>
                  <a:cs typeface="Inter"/>
                </a:defRPr>
              </a:lvl6pPr>
              <a:lvl7pPr algn="l">
                <a:defRPr sz="1298" b="1" i="0" kern="0" spc="-9">
                  <a:solidFill>
                    <a:srgbClr val="D97706"/>
                  </a:solidFill>
                  <a:latin typeface="Inter"/>
                  <a:ea typeface="Inter"/>
                  <a:cs typeface="Inter"/>
                </a:defRPr>
              </a:lvl7pPr>
              <a:lvl8pPr algn="l">
                <a:defRPr sz="1298" b="1" i="0" kern="0" spc="-9">
                  <a:solidFill>
                    <a:srgbClr val="D97706"/>
                  </a:solidFill>
                  <a:latin typeface="Inter"/>
                  <a:ea typeface="Inter"/>
                  <a:cs typeface="Inter"/>
                </a:defRPr>
              </a:lvl8pPr>
              <a:lvl9pPr algn="l">
                <a:defRPr sz="1298" b="1" i="0" kern="0" spc="-9">
                  <a:solidFill>
                    <a:srgbClr val="D97706"/>
                  </a:solidFill>
                  <a:latin typeface="Inter"/>
                  <a:ea typeface="Inter"/>
                  <a:cs typeface="Inter"/>
                </a:defRPr>
              </a:lvl9pPr>
            </a:lstStyle>
            <a:p>
              <a:pPr algn="l">
                <a:lnSpc>
                  <a:spcPct val="100000"/>
                </a:lnSpc>
                <a:buNone/>
                <a:defRPr sz="1298" b="1" i="0" kern="0" spc="-9">
                  <a:solidFill>
                    <a:srgbClr val="D97706"/>
                  </a:solidFill>
                  <a:latin typeface="Inter"/>
                  <a:ea typeface="Inter"/>
                  <a:cs typeface="Inter"/>
                </a:defRPr>
              </a:pPr>
              <a:r>
                <a:rPr sz="1298" b="1" i="0" kern="0" spc="-9">
                  <a:solidFill>
                    <a:srgbClr val="D97706"/>
                  </a:solidFill>
                  <a:latin typeface="Inter"/>
                  <a:ea typeface="Inter"/>
                  <a:cs typeface="Inter"/>
                </a:rPr>
                <a:t>post-quota price</a:t>
              </a:r>
            </a:p>
          </p:txBody>
        </p:sp>
        <p:sp>
          <p:nvSpPr>
            <p:cNvPr id="130" name="s11 text 70 halo">
              <a:extLst>
                <a:ext uri="{FF2B5EF4-FFF2-40B4-BE49-F238E27FC236}">
                  <a16:creationId xmlns:a16="http://schemas.microsoft.com/office/drawing/2014/main" id="{C1987A85-4FF3-48B8-BF91-7EF8774176B5}"/>
                </a:ext>
              </a:extLst>
            </p:cNvPr>
            <p:cNvSpPr>
              <a:spLocks noGrp="1"/>
            </p:cNvSpPr>
            <p:nvPr/>
          </p:nvSpPr>
          <p:spPr>
            <a:xfrm>
              <a:off x="4412146" y="5785995"/>
              <a:ext cx="280168" cy="229420"/>
            </a:xfrm>
            <a:prstGeom prst="rect">
              <a:avLst/>
            </a:prstGeom>
            <a:noFill/>
            <a:ln w="0">
              <a:noFill/>
              <a:prstDash val="solid"/>
            </a:ln>
          </p:spPr>
          <p:txBody>
            <a:bodyPr wrap="none" lIns="0" tIns="0" rIns="0" bIns="0" anchor="t">
              <a:noAutofit/>
            </a:bodyPr>
            <a:lstStyle>
              <a:defPPr algn="l">
                <a:defRPr sz="1298" b="0" i="0" kern="0" spc="-9">
                  <a:ln w="42178">
                    <a:solidFill>
                      <a:srgbClr val="FFFFFF"/>
                    </a:solidFill>
                    <a:prstDash val="solid"/>
                  </a:ln>
                  <a:solidFill>
                    <a:srgbClr val="FFFFFF"/>
                  </a:solidFill>
                  <a:latin typeface="Inter SemiBold"/>
                  <a:ea typeface="Inter SemiBold"/>
                  <a:cs typeface="Inter SemiBold"/>
                </a:defRPr>
              </a:defPPr>
              <a:lvl1pPr algn="l">
                <a:defRPr sz="1298" b="0" i="0" kern="0" spc="-9">
                  <a:ln w="42178">
                    <a:solidFill>
                      <a:srgbClr val="FFFFFF"/>
                    </a:solidFill>
                    <a:prstDash val="solid"/>
                  </a:ln>
                  <a:solidFill>
                    <a:srgbClr val="FFFFFF"/>
                  </a:solidFill>
                  <a:latin typeface="Inter SemiBold"/>
                  <a:ea typeface="Inter SemiBold"/>
                  <a:cs typeface="Inter SemiBold"/>
                </a:defRPr>
              </a:lvl1pPr>
              <a:lvl2pPr algn="l">
                <a:defRPr sz="1298" b="0" i="0" kern="0" spc="-9">
                  <a:ln w="42178">
                    <a:solidFill>
                      <a:srgbClr val="FFFFFF"/>
                    </a:solidFill>
                    <a:prstDash val="solid"/>
                  </a:ln>
                  <a:solidFill>
                    <a:srgbClr val="FFFFFF"/>
                  </a:solidFill>
                  <a:latin typeface="Inter SemiBold"/>
                  <a:ea typeface="Inter SemiBold"/>
                  <a:cs typeface="Inter SemiBold"/>
                </a:defRPr>
              </a:lvl2pPr>
              <a:lvl3pPr algn="l">
                <a:defRPr sz="1298" b="0" i="0" kern="0" spc="-9">
                  <a:ln w="42178">
                    <a:solidFill>
                      <a:srgbClr val="FFFFFF"/>
                    </a:solidFill>
                    <a:prstDash val="solid"/>
                  </a:ln>
                  <a:solidFill>
                    <a:srgbClr val="FFFFFF"/>
                  </a:solidFill>
                  <a:latin typeface="Inter SemiBold"/>
                  <a:ea typeface="Inter SemiBold"/>
                  <a:cs typeface="Inter SemiBold"/>
                </a:defRPr>
              </a:lvl3pPr>
              <a:lvl4pPr algn="l">
                <a:defRPr sz="1298" b="0" i="0" kern="0" spc="-9">
                  <a:ln w="42178">
                    <a:solidFill>
                      <a:srgbClr val="FFFFFF"/>
                    </a:solidFill>
                    <a:prstDash val="solid"/>
                  </a:ln>
                  <a:solidFill>
                    <a:srgbClr val="FFFFFF"/>
                  </a:solidFill>
                  <a:latin typeface="Inter SemiBold"/>
                  <a:ea typeface="Inter SemiBold"/>
                  <a:cs typeface="Inter SemiBold"/>
                </a:defRPr>
              </a:lvl4pPr>
              <a:lvl5pPr algn="l">
                <a:defRPr sz="1298" b="0" i="0" kern="0" spc="-9">
                  <a:ln w="42178">
                    <a:solidFill>
                      <a:srgbClr val="FFFFFF"/>
                    </a:solidFill>
                    <a:prstDash val="solid"/>
                  </a:ln>
                  <a:solidFill>
                    <a:srgbClr val="FFFFFF"/>
                  </a:solidFill>
                  <a:latin typeface="Inter SemiBold"/>
                  <a:ea typeface="Inter SemiBold"/>
                  <a:cs typeface="Inter SemiBold"/>
                </a:defRPr>
              </a:lvl5pPr>
              <a:lvl6pPr algn="l">
                <a:defRPr sz="1298" b="0" i="0" kern="0" spc="-9">
                  <a:ln w="42178">
                    <a:solidFill>
                      <a:srgbClr val="FFFFFF"/>
                    </a:solidFill>
                    <a:prstDash val="solid"/>
                  </a:ln>
                  <a:solidFill>
                    <a:srgbClr val="FFFFFF"/>
                  </a:solidFill>
                  <a:latin typeface="Inter SemiBold"/>
                  <a:ea typeface="Inter SemiBold"/>
                  <a:cs typeface="Inter SemiBold"/>
                </a:defRPr>
              </a:lvl6pPr>
              <a:lvl7pPr algn="l">
                <a:defRPr sz="1298" b="0" i="0" kern="0" spc="-9">
                  <a:ln w="42178">
                    <a:solidFill>
                      <a:srgbClr val="FFFFFF"/>
                    </a:solidFill>
                    <a:prstDash val="solid"/>
                  </a:ln>
                  <a:solidFill>
                    <a:srgbClr val="FFFFFF"/>
                  </a:solidFill>
                  <a:latin typeface="Inter SemiBold"/>
                  <a:ea typeface="Inter SemiBold"/>
                  <a:cs typeface="Inter SemiBold"/>
                </a:defRPr>
              </a:lvl7pPr>
              <a:lvl8pPr algn="l">
                <a:defRPr sz="1298" b="0" i="0" kern="0" spc="-9">
                  <a:ln w="42178">
                    <a:solidFill>
                      <a:srgbClr val="FFFFFF"/>
                    </a:solidFill>
                    <a:prstDash val="solid"/>
                  </a:ln>
                  <a:solidFill>
                    <a:srgbClr val="FFFFFF"/>
                  </a:solidFill>
                  <a:latin typeface="Inter SemiBold"/>
                  <a:ea typeface="Inter SemiBold"/>
                  <a:cs typeface="Inter SemiBold"/>
                </a:defRPr>
              </a:lvl8pPr>
              <a:lvl9pPr algn="l">
                <a:defRPr sz="1298" b="0" i="0" kern="0" spc="-9">
                  <a:ln w="42178">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298" b="0" i="0" kern="0" spc="-9">
                  <a:solidFill>
                    <a:srgbClr val="FFFFFF"/>
                  </a:solidFill>
                  <a:latin typeface="Inter SemiBold"/>
                  <a:ea typeface="Inter SemiBold"/>
                  <a:cs typeface="Inter SemiBold"/>
                </a:defRPr>
              </a:pPr>
              <a:r>
                <a:rPr sz="1298" b="0" i="0" kern="0" spc="-9">
                  <a:ln w="42178">
                    <a:solidFill>
                      <a:srgbClr val="FFFFFF"/>
                    </a:solidFill>
                    <a:prstDash val="solid"/>
                  </a:ln>
                  <a:solidFill>
                    <a:srgbClr val="FFFFFF"/>
                  </a:solidFill>
                  <a:latin typeface="Inter SemiBold"/>
                  <a:ea typeface="Inter SemiBold"/>
                  <a:cs typeface="Inter SemiBold"/>
                </a:rPr>
                <a:t>60</a:t>
              </a:r>
            </a:p>
          </p:txBody>
        </p:sp>
        <p:sp>
          <p:nvSpPr>
            <p:cNvPr id="131" name="s11 text 70">
              <a:extLst>
                <a:ext uri="{FF2B5EF4-FFF2-40B4-BE49-F238E27FC236}">
                  <a16:creationId xmlns:a16="http://schemas.microsoft.com/office/drawing/2014/main" id="{9456CEBB-C872-4BE3-8794-4D3AA392DD7E}"/>
                </a:ext>
              </a:extLst>
            </p:cNvPr>
            <p:cNvSpPr>
              <a:spLocks noGrp="1"/>
            </p:cNvSpPr>
            <p:nvPr/>
          </p:nvSpPr>
          <p:spPr>
            <a:xfrm>
              <a:off x="4412146" y="5785995"/>
              <a:ext cx="280168" cy="229420"/>
            </a:xfrm>
            <a:prstGeom prst="rect">
              <a:avLst/>
            </a:prstGeom>
            <a:noFill/>
            <a:ln w="0">
              <a:noFill/>
              <a:prstDash val="solid"/>
            </a:ln>
          </p:spPr>
          <p:txBody>
            <a:bodyPr wrap="none" lIns="0" tIns="0" rIns="0" bIns="0" anchor="t">
              <a:noAutofit/>
            </a:bodyPr>
            <a:lstStyle>
              <a:defPPr algn="l">
                <a:defRPr sz="1298" b="0" i="0" kern="0" spc="-9">
                  <a:solidFill>
                    <a:srgbClr val="7B8BA0"/>
                  </a:solidFill>
                  <a:latin typeface="Inter SemiBold"/>
                  <a:ea typeface="Inter SemiBold"/>
                  <a:cs typeface="Inter SemiBold"/>
                </a:defRPr>
              </a:defPPr>
              <a:lvl1pPr algn="l">
                <a:defRPr sz="1298" b="0" i="0" kern="0" spc="-9">
                  <a:solidFill>
                    <a:srgbClr val="7B8BA0"/>
                  </a:solidFill>
                  <a:latin typeface="Inter SemiBold"/>
                  <a:ea typeface="Inter SemiBold"/>
                  <a:cs typeface="Inter SemiBold"/>
                </a:defRPr>
              </a:lvl1pPr>
              <a:lvl2pPr algn="l">
                <a:defRPr sz="1298" b="0" i="0" kern="0" spc="-9">
                  <a:solidFill>
                    <a:srgbClr val="7B8BA0"/>
                  </a:solidFill>
                  <a:latin typeface="Inter SemiBold"/>
                  <a:ea typeface="Inter SemiBold"/>
                  <a:cs typeface="Inter SemiBold"/>
                </a:defRPr>
              </a:lvl2pPr>
              <a:lvl3pPr algn="l">
                <a:defRPr sz="1298" b="0" i="0" kern="0" spc="-9">
                  <a:solidFill>
                    <a:srgbClr val="7B8BA0"/>
                  </a:solidFill>
                  <a:latin typeface="Inter SemiBold"/>
                  <a:ea typeface="Inter SemiBold"/>
                  <a:cs typeface="Inter SemiBold"/>
                </a:defRPr>
              </a:lvl3pPr>
              <a:lvl4pPr algn="l">
                <a:defRPr sz="1298" b="0" i="0" kern="0" spc="-9">
                  <a:solidFill>
                    <a:srgbClr val="7B8BA0"/>
                  </a:solidFill>
                  <a:latin typeface="Inter SemiBold"/>
                  <a:ea typeface="Inter SemiBold"/>
                  <a:cs typeface="Inter SemiBold"/>
                </a:defRPr>
              </a:lvl4pPr>
              <a:lvl5pPr algn="l">
                <a:defRPr sz="1298" b="0" i="0" kern="0" spc="-9">
                  <a:solidFill>
                    <a:srgbClr val="7B8BA0"/>
                  </a:solidFill>
                  <a:latin typeface="Inter SemiBold"/>
                  <a:ea typeface="Inter SemiBold"/>
                  <a:cs typeface="Inter SemiBold"/>
                </a:defRPr>
              </a:lvl5pPr>
              <a:lvl6pPr algn="l">
                <a:defRPr sz="1298" b="0" i="0" kern="0" spc="-9">
                  <a:solidFill>
                    <a:srgbClr val="7B8BA0"/>
                  </a:solidFill>
                  <a:latin typeface="Inter SemiBold"/>
                  <a:ea typeface="Inter SemiBold"/>
                  <a:cs typeface="Inter SemiBold"/>
                </a:defRPr>
              </a:lvl6pPr>
              <a:lvl7pPr algn="l">
                <a:defRPr sz="1298" b="0" i="0" kern="0" spc="-9">
                  <a:solidFill>
                    <a:srgbClr val="7B8BA0"/>
                  </a:solidFill>
                  <a:latin typeface="Inter SemiBold"/>
                  <a:ea typeface="Inter SemiBold"/>
                  <a:cs typeface="Inter SemiBold"/>
                </a:defRPr>
              </a:lvl7pPr>
              <a:lvl8pPr algn="l">
                <a:defRPr sz="1298" b="0" i="0" kern="0" spc="-9">
                  <a:solidFill>
                    <a:srgbClr val="7B8BA0"/>
                  </a:solidFill>
                  <a:latin typeface="Inter SemiBold"/>
                  <a:ea typeface="Inter SemiBold"/>
                  <a:cs typeface="Inter SemiBold"/>
                </a:defRPr>
              </a:lvl8pPr>
              <a:lvl9pPr algn="l">
                <a:defRPr sz="1298" b="0" i="0" kern="0" spc="-9">
                  <a:solidFill>
                    <a:srgbClr val="7B8BA0"/>
                  </a:solidFill>
                  <a:latin typeface="Inter SemiBold"/>
                  <a:ea typeface="Inter SemiBold"/>
                  <a:cs typeface="Inter SemiBold"/>
                </a:defRPr>
              </a:lvl9pPr>
            </a:lstStyle>
            <a:p>
              <a:pPr algn="l">
                <a:lnSpc>
                  <a:spcPct val="100000"/>
                </a:lnSpc>
                <a:buNone/>
                <a:defRPr sz="1298" b="0" i="0" kern="0" spc="-9">
                  <a:solidFill>
                    <a:srgbClr val="7B8BA0"/>
                  </a:solidFill>
                  <a:latin typeface="Inter SemiBold"/>
                  <a:ea typeface="Inter SemiBold"/>
                  <a:cs typeface="Inter SemiBold"/>
                </a:defRPr>
              </a:pPr>
              <a:r>
                <a:rPr sz="1298" b="0" i="0" kern="0" spc="-9">
                  <a:solidFill>
                    <a:srgbClr val="7B8BA0"/>
                  </a:solidFill>
                  <a:latin typeface="Inter SemiBold"/>
                  <a:ea typeface="Inter SemiBold"/>
                  <a:cs typeface="Inter SemiBold"/>
                </a:rPr>
                <a:t>60</a:t>
              </a:r>
            </a:p>
          </p:txBody>
        </p:sp>
        <p:sp>
          <p:nvSpPr>
            <p:cNvPr id="132" name="s11 text 71 halo">
              <a:extLst>
                <a:ext uri="{FF2B5EF4-FFF2-40B4-BE49-F238E27FC236}">
                  <a16:creationId xmlns:a16="http://schemas.microsoft.com/office/drawing/2014/main" id="{225F1E85-42D4-4B10-8B03-042507529F82}"/>
                </a:ext>
              </a:extLst>
            </p:cNvPr>
            <p:cNvSpPr>
              <a:spLocks noGrp="1"/>
            </p:cNvSpPr>
            <p:nvPr/>
          </p:nvSpPr>
          <p:spPr>
            <a:xfrm>
              <a:off x="5086896" y="5785995"/>
              <a:ext cx="280264" cy="229420"/>
            </a:xfrm>
            <a:prstGeom prst="rect">
              <a:avLst/>
            </a:prstGeom>
            <a:noFill/>
            <a:ln w="0">
              <a:noFill/>
              <a:prstDash val="solid"/>
            </a:ln>
          </p:spPr>
          <p:txBody>
            <a:bodyPr wrap="none" lIns="0" tIns="0" rIns="0" bIns="0" anchor="t">
              <a:noAutofit/>
            </a:bodyPr>
            <a:lstStyle>
              <a:defPPr algn="l">
                <a:defRPr sz="1298" b="0" i="0" kern="0" spc="-9">
                  <a:ln w="42178">
                    <a:solidFill>
                      <a:srgbClr val="FFFFFF"/>
                    </a:solidFill>
                    <a:prstDash val="solid"/>
                  </a:ln>
                  <a:solidFill>
                    <a:srgbClr val="FFFFFF"/>
                  </a:solidFill>
                  <a:latin typeface="Inter SemiBold"/>
                  <a:ea typeface="Inter SemiBold"/>
                  <a:cs typeface="Inter SemiBold"/>
                </a:defRPr>
              </a:defPPr>
              <a:lvl1pPr algn="l">
                <a:defRPr sz="1298" b="0" i="0" kern="0" spc="-9">
                  <a:ln w="42178">
                    <a:solidFill>
                      <a:srgbClr val="FFFFFF"/>
                    </a:solidFill>
                    <a:prstDash val="solid"/>
                  </a:ln>
                  <a:solidFill>
                    <a:srgbClr val="FFFFFF"/>
                  </a:solidFill>
                  <a:latin typeface="Inter SemiBold"/>
                  <a:ea typeface="Inter SemiBold"/>
                  <a:cs typeface="Inter SemiBold"/>
                </a:defRPr>
              </a:lvl1pPr>
              <a:lvl2pPr algn="l">
                <a:defRPr sz="1298" b="0" i="0" kern="0" spc="-9">
                  <a:ln w="42178">
                    <a:solidFill>
                      <a:srgbClr val="FFFFFF"/>
                    </a:solidFill>
                    <a:prstDash val="solid"/>
                  </a:ln>
                  <a:solidFill>
                    <a:srgbClr val="FFFFFF"/>
                  </a:solidFill>
                  <a:latin typeface="Inter SemiBold"/>
                  <a:ea typeface="Inter SemiBold"/>
                  <a:cs typeface="Inter SemiBold"/>
                </a:defRPr>
              </a:lvl2pPr>
              <a:lvl3pPr algn="l">
                <a:defRPr sz="1298" b="0" i="0" kern="0" spc="-9">
                  <a:ln w="42178">
                    <a:solidFill>
                      <a:srgbClr val="FFFFFF"/>
                    </a:solidFill>
                    <a:prstDash val="solid"/>
                  </a:ln>
                  <a:solidFill>
                    <a:srgbClr val="FFFFFF"/>
                  </a:solidFill>
                  <a:latin typeface="Inter SemiBold"/>
                  <a:ea typeface="Inter SemiBold"/>
                  <a:cs typeface="Inter SemiBold"/>
                </a:defRPr>
              </a:lvl3pPr>
              <a:lvl4pPr algn="l">
                <a:defRPr sz="1298" b="0" i="0" kern="0" spc="-9">
                  <a:ln w="42178">
                    <a:solidFill>
                      <a:srgbClr val="FFFFFF"/>
                    </a:solidFill>
                    <a:prstDash val="solid"/>
                  </a:ln>
                  <a:solidFill>
                    <a:srgbClr val="FFFFFF"/>
                  </a:solidFill>
                  <a:latin typeface="Inter SemiBold"/>
                  <a:ea typeface="Inter SemiBold"/>
                  <a:cs typeface="Inter SemiBold"/>
                </a:defRPr>
              </a:lvl4pPr>
              <a:lvl5pPr algn="l">
                <a:defRPr sz="1298" b="0" i="0" kern="0" spc="-9">
                  <a:ln w="42178">
                    <a:solidFill>
                      <a:srgbClr val="FFFFFF"/>
                    </a:solidFill>
                    <a:prstDash val="solid"/>
                  </a:ln>
                  <a:solidFill>
                    <a:srgbClr val="FFFFFF"/>
                  </a:solidFill>
                  <a:latin typeface="Inter SemiBold"/>
                  <a:ea typeface="Inter SemiBold"/>
                  <a:cs typeface="Inter SemiBold"/>
                </a:defRPr>
              </a:lvl5pPr>
              <a:lvl6pPr algn="l">
                <a:defRPr sz="1298" b="0" i="0" kern="0" spc="-9">
                  <a:ln w="42178">
                    <a:solidFill>
                      <a:srgbClr val="FFFFFF"/>
                    </a:solidFill>
                    <a:prstDash val="solid"/>
                  </a:ln>
                  <a:solidFill>
                    <a:srgbClr val="FFFFFF"/>
                  </a:solidFill>
                  <a:latin typeface="Inter SemiBold"/>
                  <a:ea typeface="Inter SemiBold"/>
                  <a:cs typeface="Inter SemiBold"/>
                </a:defRPr>
              </a:lvl6pPr>
              <a:lvl7pPr algn="l">
                <a:defRPr sz="1298" b="0" i="0" kern="0" spc="-9">
                  <a:ln w="42178">
                    <a:solidFill>
                      <a:srgbClr val="FFFFFF"/>
                    </a:solidFill>
                    <a:prstDash val="solid"/>
                  </a:ln>
                  <a:solidFill>
                    <a:srgbClr val="FFFFFF"/>
                  </a:solidFill>
                  <a:latin typeface="Inter SemiBold"/>
                  <a:ea typeface="Inter SemiBold"/>
                  <a:cs typeface="Inter SemiBold"/>
                </a:defRPr>
              </a:lvl7pPr>
              <a:lvl8pPr algn="l">
                <a:defRPr sz="1298" b="0" i="0" kern="0" spc="-9">
                  <a:ln w="42178">
                    <a:solidFill>
                      <a:srgbClr val="FFFFFF"/>
                    </a:solidFill>
                    <a:prstDash val="solid"/>
                  </a:ln>
                  <a:solidFill>
                    <a:srgbClr val="FFFFFF"/>
                  </a:solidFill>
                  <a:latin typeface="Inter SemiBold"/>
                  <a:ea typeface="Inter SemiBold"/>
                  <a:cs typeface="Inter SemiBold"/>
                </a:defRPr>
              </a:lvl8pPr>
              <a:lvl9pPr algn="l">
                <a:defRPr sz="1298" b="0" i="0" kern="0" spc="-9">
                  <a:ln w="42178">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298" b="0" i="0" kern="0" spc="-9">
                  <a:solidFill>
                    <a:srgbClr val="FFFFFF"/>
                  </a:solidFill>
                  <a:latin typeface="Inter SemiBold"/>
                  <a:ea typeface="Inter SemiBold"/>
                  <a:cs typeface="Inter SemiBold"/>
                </a:defRPr>
              </a:pPr>
              <a:r>
                <a:rPr sz="1298" b="0" i="0" kern="0" spc="-9">
                  <a:ln w="42178">
                    <a:solidFill>
                      <a:srgbClr val="FFFFFF"/>
                    </a:solidFill>
                    <a:prstDash val="solid"/>
                  </a:ln>
                  <a:solidFill>
                    <a:srgbClr val="FFFFFF"/>
                  </a:solidFill>
                  <a:latin typeface="Inter SemiBold"/>
                  <a:ea typeface="Inter SemiBold"/>
                  <a:cs typeface="Inter SemiBold"/>
                </a:rPr>
                <a:t>80</a:t>
              </a:r>
            </a:p>
          </p:txBody>
        </p:sp>
        <p:sp>
          <p:nvSpPr>
            <p:cNvPr id="133" name="s11 text 71">
              <a:extLst>
                <a:ext uri="{FF2B5EF4-FFF2-40B4-BE49-F238E27FC236}">
                  <a16:creationId xmlns:a16="http://schemas.microsoft.com/office/drawing/2014/main" id="{FC90E658-CCCC-49DC-8AEF-93767D9F5C71}"/>
                </a:ext>
              </a:extLst>
            </p:cNvPr>
            <p:cNvSpPr>
              <a:spLocks noGrp="1"/>
            </p:cNvSpPr>
            <p:nvPr/>
          </p:nvSpPr>
          <p:spPr>
            <a:xfrm>
              <a:off x="5086896" y="5785995"/>
              <a:ext cx="280264" cy="229420"/>
            </a:xfrm>
            <a:prstGeom prst="rect">
              <a:avLst/>
            </a:prstGeom>
            <a:noFill/>
            <a:ln w="0">
              <a:noFill/>
              <a:prstDash val="solid"/>
            </a:ln>
          </p:spPr>
          <p:txBody>
            <a:bodyPr wrap="none" lIns="0" tIns="0" rIns="0" bIns="0" anchor="t">
              <a:noAutofit/>
            </a:bodyPr>
            <a:lstStyle>
              <a:defPPr algn="l">
                <a:defRPr sz="1298" b="0" i="0" kern="0" spc="-9">
                  <a:solidFill>
                    <a:srgbClr val="7B8BA0"/>
                  </a:solidFill>
                  <a:latin typeface="Inter SemiBold"/>
                  <a:ea typeface="Inter SemiBold"/>
                  <a:cs typeface="Inter SemiBold"/>
                </a:defRPr>
              </a:defPPr>
              <a:lvl1pPr algn="l">
                <a:defRPr sz="1298" b="0" i="0" kern="0" spc="-9">
                  <a:solidFill>
                    <a:srgbClr val="7B8BA0"/>
                  </a:solidFill>
                  <a:latin typeface="Inter SemiBold"/>
                  <a:ea typeface="Inter SemiBold"/>
                  <a:cs typeface="Inter SemiBold"/>
                </a:defRPr>
              </a:lvl1pPr>
              <a:lvl2pPr algn="l">
                <a:defRPr sz="1298" b="0" i="0" kern="0" spc="-9">
                  <a:solidFill>
                    <a:srgbClr val="7B8BA0"/>
                  </a:solidFill>
                  <a:latin typeface="Inter SemiBold"/>
                  <a:ea typeface="Inter SemiBold"/>
                  <a:cs typeface="Inter SemiBold"/>
                </a:defRPr>
              </a:lvl2pPr>
              <a:lvl3pPr algn="l">
                <a:defRPr sz="1298" b="0" i="0" kern="0" spc="-9">
                  <a:solidFill>
                    <a:srgbClr val="7B8BA0"/>
                  </a:solidFill>
                  <a:latin typeface="Inter SemiBold"/>
                  <a:ea typeface="Inter SemiBold"/>
                  <a:cs typeface="Inter SemiBold"/>
                </a:defRPr>
              </a:lvl3pPr>
              <a:lvl4pPr algn="l">
                <a:defRPr sz="1298" b="0" i="0" kern="0" spc="-9">
                  <a:solidFill>
                    <a:srgbClr val="7B8BA0"/>
                  </a:solidFill>
                  <a:latin typeface="Inter SemiBold"/>
                  <a:ea typeface="Inter SemiBold"/>
                  <a:cs typeface="Inter SemiBold"/>
                </a:defRPr>
              </a:lvl4pPr>
              <a:lvl5pPr algn="l">
                <a:defRPr sz="1298" b="0" i="0" kern="0" spc="-9">
                  <a:solidFill>
                    <a:srgbClr val="7B8BA0"/>
                  </a:solidFill>
                  <a:latin typeface="Inter SemiBold"/>
                  <a:ea typeface="Inter SemiBold"/>
                  <a:cs typeface="Inter SemiBold"/>
                </a:defRPr>
              </a:lvl5pPr>
              <a:lvl6pPr algn="l">
                <a:defRPr sz="1298" b="0" i="0" kern="0" spc="-9">
                  <a:solidFill>
                    <a:srgbClr val="7B8BA0"/>
                  </a:solidFill>
                  <a:latin typeface="Inter SemiBold"/>
                  <a:ea typeface="Inter SemiBold"/>
                  <a:cs typeface="Inter SemiBold"/>
                </a:defRPr>
              </a:lvl6pPr>
              <a:lvl7pPr algn="l">
                <a:defRPr sz="1298" b="0" i="0" kern="0" spc="-9">
                  <a:solidFill>
                    <a:srgbClr val="7B8BA0"/>
                  </a:solidFill>
                  <a:latin typeface="Inter SemiBold"/>
                  <a:ea typeface="Inter SemiBold"/>
                  <a:cs typeface="Inter SemiBold"/>
                </a:defRPr>
              </a:lvl7pPr>
              <a:lvl8pPr algn="l">
                <a:defRPr sz="1298" b="0" i="0" kern="0" spc="-9">
                  <a:solidFill>
                    <a:srgbClr val="7B8BA0"/>
                  </a:solidFill>
                  <a:latin typeface="Inter SemiBold"/>
                  <a:ea typeface="Inter SemiBold"/>
                  <a:cs typeface="Inter SemiBold"/>
                </a:defRPr>
              </a:lvl8pPr>
              <a:lvl9pPr algn="l">
                <a:defRPr sz="1298" b="0" i="0" kern="0" spc="-9">
                  <a:solidFill>
                    <a:srgbClr val="7B8BA0"/>
                  </a:solidFill>
                  <a:latin typeface="Inter SemiBold"/>
                  <a:ea typeface="Inter SemiBold"/>
                  <a:cs typeface="Inter SemiBold"/>
                </a:defRPr>
              </a:lvl9pPr>
            </a:lstStyle>
            <a:p>
              <a:pPr algn="l">
                <a:lnSpc>
                  <a:spcPct val="100000"/>
                </a:lnSpc>
                <a:buNone/>
                <a:defRPr sz="1298" b="0" i="0" kern="0" spc="-9">
                  <a:solidFill>
                    <a:srgbClr val="7B8BA0"/>
                  </a:solidFill>
                  <a:latin typeface="Inter SemiBold"/>
                  <a:ea typeface="Inter SemiBold"/>
                  <a:cs typeface="Inter SemiBold"/>
                </a:defRPr>
              </a:pPr>
              <a:r>
                <a:rPr sz="1298" b="0" i="0" kern="0" spc="-9">
                  <a:solidFill>
                    <a:srgbClr val="7B8BA0"/>
                  </a:solidFill>
                  <a:latin typeface="Inter SemiBold"/>
                  <a:ea typeface="Inter SemiBold"/>
                  <a:cs typeface="Inter SemiBold"/>
                </a:rPr>
                <a:t>80</a:t>
              </a:r>
            </a:p>
          </p:txBody>
        </p:sp>
        <p:sp>
          <p:nvSpPr>
            <p:cNvPr id="134" name="s11 text 72 halo">
              <a:extLst>
                <a:ext uri="{FF2B5EF4-FFF2-40B4-BE49-F238E27FC236}">
                  <a16:creationId xmlns:a16="http://schemas.microsoft.com/office/drawing/2014/main" id="{F6574E76-EAFA-4213-AB4B-37D8AF8A0ABF}"/>
                </a:ext>
              </a:extLst>
            </p:cNvPr>
            <p:cNvSpPr>
              <a:spLocks noGrp="1"/>
            </p:cNvSpPr>
            <p:nvPr/>
          </p:nvSpPr>
          <p:spPr>
            <a:xfrm>
              <a:off x="4485370" y="3971443"/>
              <a:ext cx="809892" cy="202383"/>
            </a:xfrm>
            <a:prstGeom prst="rect">
              <a:avLst/>
            </a:prstGeom>
            <a:noFill/>
            <a:ln w="0">
              <a:noFill/>
              <a:prstDash val="solid"/>
            </a:ln>
          </p:spPr>
          <p:txBody>
            <a:bodyPr wrap="none" lIns="0" tIns="0" rIns="0" bIns="0" anchor="t">
              <a:noAutofit/>
            </a:bodyPr>
            <a:lstStyle>
              <a:defPPr algn="l">
                <a:defRPr sz="1145" b="1" i="0" kern="0" spc="-9">
                  <a:ln w="42178">
                    <a:solidFill>
                      <a:srgbClr val="FFFFFF"/>
                    </a:solidFill>
                    <a:prstDash val="solid"/>
                  </a:ln>
                  <a:solidFill>
                    <a:srgbClr val="FFFFFF"/>
                  </a:solidFill>
                  <a:latin typeface="Inter"/>
                  <a:ea typeface="Inter"/>
                  <a:cs typeface="Inter"/>
                </a:defRPr>
              </a:defPPr>
              <a:lvl1pPr algn="l">
                <a:defRPr sz="1145" b="1" i="0" kern="0" spc="-9">
                  <a:ln w="42178">
                    <a:solidFill>
                      <a:srgbClr val="FFFFFF"/>
                    </a:solidFill>
                    <a:prstDash val="solid"/>
                  </a:ln>
                  <a:solidFill>
                    <a:srgbClr val="FFFFFF"/>
                  </a:solidFill>
                  <a:latin typeface="Inter"/>
                  <a:ea typeface="Inter"/>
                  <a:cs typeface="Inter"/>
                </a:defRPr>
              </a:lvl1pPr>
              <a:lvl2pPr algn="l">
                <a:defRPr sz="1145" b="1" i="0" kern="0" spc="-9">
                  <a:ln w="42178">
                    <a:solidFill>
                      <a:srgbClr val="FFFFFF"/>
                    </a:solidFill>
                    <a:prstDash val="solid"/>
                  </a:ln>
                  <a:solidFill>
                    <a:srgbClr val="FFFFFF"/>
                  </a:solidFill>
                  <a:latin typeface="Inter"/>
                  <a:ea typeface="Inter"/>
                  <a:cs typeface="Inter"/>
                </a:defRPr>
              </a:lvl2pPr>
              <a:lvl3pPr algn="l">
                <a:defRPr sz="1145" b="1" i="0" kern="0" spc="-9">
                  <a:ln w="42178">
                    <a:solidFill>
                      <a:srgbClr val="FFFFFF"/>
                    </a:solidFill>
                    <a:prstDash val="solid"/>
                  </a:ln>
                  <a:solidFill>
                    <a:srgbClr val="FFFFFF"/>
                  </a:solidFill>
                  <a:latin typeface="Inter"/>
                  <a:ea typeface="Inter"/>
                  <a:cs typeface="Inter"/>
                </a:defRPr>
              </a:lvl3pPr>
              <a:lvl4pPr algn="l">
                <a:defRPr sz="1145" b="1" i="0" kern="0" spc="-9">
                  <a:ln w="42178">
                    <a:solidFill>
                      <a:srgbClr val="FFFFFF"/>
                    </a:solidFill>
                    <a:prstDash val="solid"/>
                  </a:ln>
                  <a:solidFill>
                    <a:srgbClr val="FFFFFF"/>
                  </a:solidFill>
                  <a:latin typeface="Inter"/>
                  <a:ea typeface="Inter"/>
                  <a:cs typeface="Inter"/>
                </a:defRPr>
              </a:lvl4pPr>
              <a:lvl5pPr algn="l">
                <a:defRPr sz="1145" b="1" i="0" kern="0" spc="-9">
                  <a:ln w="42178">
                    <a:solidFill>
                      <a:srgbClr val="FFFFFF"/>
                    </a:solidFill>
                    <a:prstDash val="solid"/>
                  </a:ln>
                  <a:solidFill>
                    <a:srgbClr val="FFFFFF"/>
                  </a:solidFill>
                  <a:latin typeface="Inter"/>
                  <a:ea typeface="Inter"/>
                  <a:cs typeface="Inter"/>
                </a:defRPr>
              </a:lvl5pPr>
              <a:lvl6pPr algn="l">
                <a:defRPr sz="1145" b="1" i="0" kern="0" spc="-9">
                  <a:ln w="42178">
                    <a:solidFill>
                      <a:srgbClr val="FFFFFF"/>
                    </a:solidFill>
                    <a:prstDash val="solid"/>
                  </a:ln>
                  <a:solidFill>
                    <a:srgbClr val="FFFFFF"/>
                  </a:solidFill>
                  <a:latin typeface="Inter"/>
                  <a:ea typeface="Inter"/>
                  <a:cs typeface="Inter"/>
                </a:defRPr>
              </a:lvl6pPr>
              <a:lvl7pPr algn="l">
                <a:defRPr sz="1145" b="1" i="0" kern="0" spc="-9">
                  <a:ln w="42178">
                    <a:solidFill>
                      <a:srgbClr val="FFFFFF"/>
                    </a:solidFill>
                    <a:prstDash val="solid"/>
                  </a:ln>
                  <a:solidFill>
                    <a:srgbClr val="FFFFFF"/>
                  </a:solidFill>
                  <a:latin typeface="Inter"/>
                  <a:ea typeface="Inter"/>
                  <a:cs typeface="Inter"/>
                </a:defRPr>
              </a:lvl7pPr>
              <a:lvl8pPr algn="l">
                <a:defRPr sz="1145" b="1" i="0" kern="0" spc="-9">
                  <a:ln w="42178">
                    <a:solidFill>
                      <a:srgbClr val="FFFFFF"/>
                    </a:solidFill>
                    <a:prstDash val="solid"/>
                  </a:ln>
                  <a:solidFill>
                    <a:srgbClr val="FFFFFF"/>
                  </a:solidFill>
                  <a:latin typeface="Inter"/>
                  <a:ea typeface="Inter"/>
                  <a:cs typeface="Inter"/>
                </a:defRPr>
              </a:lvl8pPr>
              <a:lvl9pPr algn="l">
                <a:defRPr sz="1145" b="1" i="0" kern="0" spc="-9">
                  <a:ln w="42178">
                    <a:solidFill>
                      <a:srgbClr val="FFFFFF"/>
                    </a:solidFill>
                    <a:prstDash val="solid"/>
                  </a:ln>
                  <a:solidFill>
                    <a:srgbClr val="FFFFFF"/>
                  </a:solidFill>
                  <a:latin typeface="Inter"/>
                  <a:ea typeface="Inter"/>
                  <a:cs typeface="Inter"/>
                </a:defRPr>
              </a:lvl9pPr>
            </a:lstStyle>
            <a:p>
              <a:pPr algn="l">
                <a:lnSpc>
                  <a:spcPct val="100000"/>
                </a:lnSpc>
                <a:buNone/>
                <a:defRPr sz="1145" b="1" i="0" kern="0" spc="-9">
                  <a:solidFill>
                    <a:srgbClr val="FFFFFF"/>
                  </a:solidFill>
                  <a:latin typeface="Inter"/>
                  <a:ea typeface="Inter"/>
                  <a:cs typeface="Inter"/>
                </a:defRPr>
              </a:pPr>
              <a:r>
                <a:rPr sz="1145" b="1" i="0" kern="0" spc="-9">
                  <a:ln w="42178">
                    <a:solidFill>
                      <a:srgbClr val="FFFFFF"/>
                    </a:solidFill>
                    <a:prstDash val="solid"/>
                  </a:ln>
                  <a:solidFill>
                    <a:srgbClr val="FFFFFF"/>
                  </a:solidFill>
                  <a:latin typeface="Inter"/>
                  <a:ea typeface="Inter"/>
                  <a:cs typeface="Inter"/>
                </a:rPr>
                <a:t>Quota rent</a:t>
              </a:r>
            </a:p>
          </p:txBody>
        </p:sp>
        <p:sp>
          <p:nvSpPr>
            <p:cNvPr id="135" name="s11 text 72">
              <a:extLst>
                <a:ext uri="{FF2B5EF4-FFF2-40B4-BE49-F238E27FC236}">
                  <a16:creationId xmlns:a16="http://schemas.microsoft.com/office/drawing/2014/main" id="{46B8F5A7-B79E-4B51-A2D2-7E9D39AC45E0}"/>
                </a:ext>
              </a:extLst>
            </p:cNvPr>
            <p:cNvSpPr>
              <a:spLocks noGrp="1"/>
            </p:cNvSpPr>
            <p:nvPr/>
          </p:nvSpPr>
          <p:spPr>
            <a:xfrm>
              <a:off x="4485370" y="3971443"/>
              <a:ext cx="809892" cy="202383"/>
            </a:xfrm>
            <a:prstGeom prst="rect">
              <a:avLst/>
            </a:prstGeom>
            <a:noFill/>
            <a:ln w="0">
              <a:noFill/>
              <a:prstDash val="solid"/>
            </a:ln>
          </p:spPr>
          <p:txBody>
            <a:bodyPr wrap="none" lIns="0" tIns="0" rIns="0" bIns="0" anchor="t">
              <a:noAutofit/>
            </a:bodyPr>
            <a:lstStyle>
              <a:defPPr algn="l">
                <a:defRPr sz="1145" b="1" i="0" kern="0" spc="-9">
                  <a:solidFill>
                    <a:srgbClr val="D97706"/>
                  </a:solidFill>
                  <a:latin typeface="Inter"/>
                  <a:ea typeface="Inter"/>
                  <a:cs typeface="Inter"/>
                </a:defRPr>
              </a:defPPr>
              <a:lvl1pPr algn="l">
                <a:defRPr sz="1145" b="1" i="0" kern="0" spc="-9">
                  <a:solidFill>
                    <a:srgbClr val="D97706"/>
                  </a:solidFill>
                  <a:latin typeface="Inter"/>
                  <a:ea typeface="Inter"/>
                  <a:cs typeface="Inter"/>
                </a:defRPr>
              </a:lvl1pPr>
              <a:lvl2pPr algn="l">
                <a:defRPr sz="1145" b="1" i="0" kern="0" spc="-9">
                  <a:solidFill>
                    <a:srgbClr val="D97706"/>
                  </a:solidFill>
                  <a:latin typeface="Inter"/>
                  <a:ea typeface="Inter"/>
                  <a:cs typeface="Inter"/>
                </a:defRPr>
              </a:lvl2pPr>
              <a:lvl3pPr algn="l">
                <a:defRPr sz="1145" b="1" i="0" kern="0" spc="-9">
                  <a:solidFill>
                    <a:srgbClr val="D97706"/>
                  </a:solidFill>
                  <a:latin typeface="Inter"/>
                  <a:ea typeface="Inter"/>
                  <a:cs typeface="Inter"/>
                </a:defRPr>
              </a:lvl3pPr>
              <a:lvl4pPr algn="l">
                <a:defRPr sz="1145" b="1" i="0" kern="0" spc="-9">
                  <a:solidFill>
                    <a:srgbClr val="D97706"/>
                  </a:solidFill>
                  <a:latin typeface="Inter"/>
                  <a:ea typeface="Inter"/>
                  <a:cs typeface="Inter"/>
                </a:defRPr>
              </a:lvl4pPr>
              <a:lvl5pPr algn="l">
                <a:defRPr sz="1145" b="1" i="0" kern="0" spc="-9">
                  <a:solidFill>
                    <a:srgbClr val="D97706"/>
                  </a:solidFill>
                  <a:latin typeface="Inter"/>
                  <a:ea typeface="Inter"/>
                  <a:cs typeface="Inter"/>
                </a:defRPr>
              </a:lvl5pPr>
              <a:lvl6pPr algn="l">
                <a:defRPr sz="1145" b="1" i="0" kern="0" spc="-9">
                  <a:solidFill>
                    <a:srgbClr val="D97706"/>
                  </a:solidFill>
                  <a:latin typeface="Inter"/>
                  <a:ea typeface="Inter"/>
                  <a:cs typeface="Inter"/>
                </a:defRPr>
              </a:lvl6pPr>
              <a:lvl7pPr algn="l">
                <a:defRPr sz="1145" b="1" i="0" kern="0" spc="-9">
                  <a:solidFill>
                    <a:srgbClr val="D97706"/>
                  </a:solidFill>
                  <a:latin typeface="Inter"/>
                  <a:ea typeface="Inter"/>
                  <a:cs typeface="Inter"/>
                </a:defRPr>
              </a:lvl7pPr>
              <a:lvl8pPr algn="l">
                <a:defRPr sz="1145" b="1" i="0" kern="0" spc="-9">
                  <a:solidFill>
                    <a:srgbClr val="D97706"/>
                  </a:solidFill>
                  <a:latin typeface="Inter"/>
                  <a:ea typeface="Inter"/>
                  <a:cs typeface="Inter"/>
                </a:defRPr>
              </a:lvl8pPr>
              <a:lvl9pPr algn="l">
                <a:defRPr sz="1145" b="1" i="0" kern="0" spc="-9">
                  <a:solidFill>
                    <a:srgbClr val="D97706"/>
                  </a:solidFill>
                  <a:latin typeface="Inter"/>
                  <a:ea typeface="Inter"/>
                  <a:cs typeface="Inter"/>
                </a:defRPr>
              </a:lvl9pPr>
            </a:lstStyle>
            <a:p>
              <a:pPr algn="l">
                <a:lnSpc>
                  <a:spcPct val="100000"/>
                </a:lnSpc>
                <a:buNone/>
                <a:defRPr sz="1145" b="1" i="0" kern="0" spc="-9">
                  <a:solidFill>
                    <a:srgbClr val="D97706"/>
                  </a:solidFill>
                  <a:latin typeface="Inter"/>
                  <a:ea typeface="Inter"/>
                  <a:cs typeface="Inter"/>
                </a:defRPr>
              </a:pPr>
              <a:r>
                <a:rPr sz="1145" b="1" i="0" kern="0" spc="-9">
                  <a:solidFill>
                    <a:srgbClr val="D97706"/>
                  </a:solidFill>
                  <a:latin typeface="Inter"/>
                  <a:ea typeface="Inter"/>
                  <a:cs typeface="Inter"/>
                </a:rPr>
                <a:t>Quota rent</a:t>
              </a:r>
            </a:p>
          </p:txBody>
        </p:sp>
        <p:sp>
          <p:nvSpPr>
            <p:cNvPr id="136" name="s11 text 73 halo">
              <a:extLst>
                <a:ext uri="{FF2B5EF4-FFF2-40B4-BE49-F238E27FC236}">
                  <a16:creationId xmlns:a16="http://schemas.microsoft.com/office/drawing/2014/main" id="{723E6BDF-B99C-4C07-BF4A-0D0221A20D5C}"/>
                </a:ext>
              </a:extLst>
            </p:cNvPr>
            <p:cNvSpPr>
              <a:spLocks noGrp="1"/>
            </p:cNvSpPr>
            <p:nvPr/>
          </p:nvSpPr>
          <p:spPr>
            <a:xfrm>
              <a:off x="3102273" y="4546925"/>
              <a:ext cx="880358" cy="215901"/>
            </a:xfrm>
            <a:prstGeom prst="rect">
              <a:avLst/>
            </a:prstGeom>
            <a:noFill/>
            <a:ln w="0">
              <a:noFill/>
              <a:prstDash val="solid"/>
            </a:ln>
          </p:spPr>
          <p:txBody>
            <a:bodyPr wrap="none" lIns="0" tIns="0" rIns="0" bIns="0" anchor="t">
              <a:noAutofit/>
            </a:bodyPr>
            <a:lstStyle>
              <a:defPPr algn="l">
                <a:defRPr sz="1222" b="1" i="0" kern="0" spc="-9">
                  <a:ln w="42178">
                    <a:solidFill>
                      <a:srgbClr val="FFFFFF"/>
                    </a:solidFill>
                    <a:prstDash val="solid"/>
                  </a:ln>
                  <a:solidFill>
                    <a:srgbClr val="FFFFFF"/>
                  </a:solidFill>
                  <a:latin typeface="Inter"/>
                  <a:ea typeface="Inter"/>
                  <a:cs typeface="Inter"/>
                </a:defRPr>
              </a:defPPr>
              <a:lvl1pPr algn="l">
                <a:defRPr sz="1222" b="1" i="0" kern="0" spc="-9">
                  <a:ln w="42178">
                    <a:solidFill>
                      <a:srgbClr val="FFFFFF"/>
                    </a:solidFill>
                    <a:prstDash val="solid"/>
                  </a:ln>
                  <a:solidFill>
                    <a:srgbClr val="FFFFFF"/>
                  </a:solidFill>
                  <a:latin typeface="Inter"/>
                  <a:ea typeface="Inter"/>
                  <a:cs typeface="Inter"/>
                </a:defRPr>
              </a:lvl1pPr>
              <a:lvl2pPr algn="l">
                <a:defRPr sz="1222" b="1" i="0" kern="0" spc="-9">
                  <a:ln w="42178">
                    <a:solidFill>
                      <a:srgbClr val="FFFFFF"/>
                    </a:solidFill>
                    <a:prstDash val="solid"/>
                  </a:ln>
                  <a:solidFill>
                    <a:srgbClr val="FFFFFF"/>
                  </a:solidFill>
                  <a:latin typeface="Inter"/>
                  <a:ea typeface="Inter"/>
                  <a:cs typeface="Inter"/>
                </a:defRPr>
              </a:lvl2pPr>
              <a:lvl3pPr algn="l">
                <a:defRPr sz="1222" b="1" i="0" kern="0" spc="-9">
                  <a:ln w="42178">
                    <a:solidFill>
                      <a:srgbClr val="FFFFFF"/>
                    </a:solidFill>
                    <a:prstDash val="solid"/>
                  </a:ln>
                  <a:solidFill>
                    <a:srgbClr val="FFFFFF"/>
                  </a:solidFill>
                  <a:latin typeface="Inter"/>
                  <a:ea typeface="Inter"/>
                  <a:cs typeface="Inter"/>
                </a:defRPr>
              </a:lvl3pPr>
              <a:lvl4pPr algn="l">
                <a:defRPr sz="1222" b="1" i="0" kern="0" spc="-9">
                  <a:ln w="42178">
                    <a:solidFill>
                      <a:srgbClr val="FFFFFF"/>
                    </a:solidFill>
                    <a:prstDash val="solid"/>
                  </a:ln>
                  <a:solidFill>
                    <a:srgbClr val="FFFFFF"/>
                  </a:solidFill>
                  <a:latin typeface="Inter"/>
                  <a:ea typeface="Inter"/>
                  <a:cs typeface="Inter"/>
                </a:defRPr>
              </a:lvl4pPr>
              <a:lvl5pPr algn="l">
                <a:defRPr sz="1222" b="1" i="0" kern="0" spc="-9">
                  <a:ln w="42178">
                    <a:solidFill>
                      <a:srgbClr val="FFFFFF"/>
                    </a:solidFill>
                    <a:prstDash val="solid"/>
                  </a:ln>
                  <a:solidFill>
                    <a:srgbClr val="FFFFFF"/>
                  </a:solidFill>
                  <a:latin typeface="Inter"/>
                  <a:ea typeface="Inter"/>
                  <a:cs typeface="Inter"/>
                </a:defRPr>
              </a:lvl5pPr>
              <a:lvl6pPr algn="l">
                <a:defRPr sz="1222" b="1" i="0" kern="0" spc="-9">
                  <a:ln w="42178">
                    <a:solidFill>
                      <a:srgbClr val="FFFFFF"/>
                    </a:solidFill>
                    <a:prstDash val="solid"/>
                  </a:ln>
                  <a:solidFill>
                    <a:srgbClr val="FFFFFF"/>
                  </a:solidFill>
                  <a:latin typeface="Inter"/>
                  <a:ea typeface="Inter"/>
                  <a:cs typeface="Inter"/>
                </a:defRPr>
              </a:lvl6pPr>
              <a:lvl7pPr algn="l">
                <a:defRPr sz="1222" b="1" i="0" kern="0" spc="-9">
                  <a:ln w="42178">
                    <a:solidFill>
                      <a:srgbClr val="FFFFFF"/>
                    </a:solidFill>
                    <a:prstDash val="solid"/>
                  </a:ln>
                  <a:solidFill>
                    <a:srgbClr val="FFFFFF"/>
                  </a:solidFill>
                  <a:latin typeface="Inter"/>
                  <a:ea typeface="Inter"/>
                  <a:cs typeface="Inter"/>
                </a:defRPr>
              </a:lvl7pPr>
              <a:lvl8pPr algn="l">
                <a:defRPr sz="1222" b="1" i="0" kern="0" spc="-9">
                  <a:ln w="42178">
                    <a:solidFill>
                      <a:srgbClr val="FFFFFF"/>
                    </a:solidFill>
                    <a:prstDash val="solid"/>
                  </a:ln>
                  <a:solidFill>
                    <a:srgbClr val="FFFFFF"/>
                  </a:solidFill>
                  <a:latin typeface="Inter"/>
                  <a:ea typeface="Inter"/>
                  <a:cs typeface="Inter"/>
                </a:defRPr>
              </a:lvl8pPr>
              <a:lvl9pPr algn="l">
                <a:defRPr sz="1222" b="1" i="0" kern="0" spc="-9">
                  <a:ln w="42178">
                    <a:solidFill>
                      <a:srgbClr val="FFFFFF"/>
                    </a:solidFill>
                    <a:prstDash val="solid"/>
                  </a:ln>
                  <a:solidFill>
                    <a:srgbClr val="FFFFFF"/>
                  </a:solidFill>
                  <a:latin typeface="Inter"/>
                  <a:ea typeface="Inter"/>
                  <a:cs typeface="Inter"/>
                </a:defRPr>
              </a:lvl9pPr>
            </a:lstStyle>
            <a:p>
              <a:pPr algn="l">
                <a:lnSpc>
                  <a:spcPct val="100000"/>
                </a:lnSpc>
                <a:buNone/>
                <a:defRPr sz="1222" b="1" i="0" kern="0" spc="-9">
                  <a:solidFill>
                    <a:srgbClr val="FFFFFF"/>
                  </a:solidFill>
                  <a:latin typeface="Inter"/>
                  <a:ea typeface="Inter"/>
                  <a:cs typeface="Inter"/>
                </a:defRPr>
              </a:pPr>
              <a:r>
                <a:rPr sz="1222" b="1" i="0" kern="0" spc="-9">
                  <a:ln w="42178">
                    <a:solidFill>
                      <a:srgbClr val="FFFFFF"/>
                    </a:solidFill>
                    <a:prstDash val="solid"/>
                  </a:ln>
                  <a:solidFill>
                    <a:srgbClr val="FFFFFF"/>
                  </a:solidFill>
                  <a:latin typeface="Inter"/>
                  <a:ea typeface="Inter"/>
                  <a:cs typeface="Inter"/>
                </a:rPr>
                <a:t>quota = 20</a:t>
              </a:r>
            </a:p>
          </p:txBody>
        </p:sp>
        <p:sp>
          <p:nvSpPr>
            <p:cNvPr id="137" name="s11 text 73">
              <a:extLst>
                <a:ext uri="{FF2B5EF4-FFF2-40B4-BE49-F238E27FC236}">
                  <a16:creationId xmlns:a16="http://schemas.microsoft.com/office/drawing/2014/main" id="{1086D6C0-C349-4742-B7D1-353C60BEB3D4}"/>
                </a:ext>
              </a:extLst>
            </p:cNvPr>
            <p:cNvSpPr>
              <a:spLocks noGrp="1"/>
            </p:cNvSpPr>
            <p:nvPr/>
          </p:nvSpPr>
          <p:spPr>
            <a:xfrm>
              <a:off x="3102273" y="4546925"/>
              <a:ext cx="880358" cy="215901"/>
            </a:xfrm>
            <a:prstGeom prst="rect">
              <a:avLst/>
            </a:prstGeom>
            <a:noFill/>
            <a:ln w="0">
              <a:noFill/>
              <a:prstDash val="solid"/>
            </a:ln>
          </p:spPr>
          <p:txBody>
            <a:bodyPr wrap="none" lIns="0" tIns="0" rIns="0" bIns="0" anchor="t">
              <a:noAutofit/>
            </a:bodyPr>
            <a:lstStyle>
              <a:defPPr algn="l">
                <a:defRPr sz="1222" b="1" i="0" kern="0" spc="-9">
                  <a:solidFill>
                    <a:srgbClr val="D97706"/>
                  </a:solidFill>
                  <a:latin typeface="Inter"/>
                  <a:ea typeface="Inter"/>
                  <a:cs typeface="Inter"/>
                </a:defRPr>
              </a:defPPr>
              <a:lvl1pPr algn="l">
                <a:defRPr sz="1222" b="1" i="0" kern="0" spc="-9">
                  <a:solidFill>
                    <a:srgbClr val="D97706"/>
                  </a:solidFill>
                  <a:latin typeface="Inter"/>
                  <a:ea typeface="Inter"/>
                  <a:cs typeface="Inter"/>
                </a:defRPr>
              </a:lvl1pPr>
              <a:lvl2pPr algn="l">
                <a:defRPr sz="1222" b="1" i="0" kern="0" spc="-9">
                  <a:solidFill>
                    <a:srgbClr val="D97706"/>
                  </a:solidFill>
                  <a:latin typeface="Inter"/>
                  <a:ea typeface="Inter"/>
                  <a:cs typeface="Inter"/>
                </a:defRPr>
              </a:lvl2pPr>
              <a:lvl3pPr algn="l">
                <a:defRPr sz="1222" b="1" i="0" kern="0" spc="-9">
                  <a:solidFill>
                    <a:srgbClr val="D97706"/>
                  </a:solidFill>
                  <a:latin typeface="Inter"/>
                  <a:ea typeface="Inter"/>
                  <a:cs typeface="Inter"/>
                </a:defRPr>
              </a:lvl3pPr>
              <a:lvl4pPr algn="l">
                <a:defRPr sz="1222" b="1" i="0" kern="0" spc="-9">
                  <a:solidFill>
                    <a:srgbClr val="D97706"/>
                  </a:solidFill>
                  <a:latin typeface="Inter"/>
                  <a:ea typeface="Inter"/>
                  <a:cs typeface="Inter"/>
                </a:defRPr>
              </a:lvl4pPr>
              <a:lvl5pPr algn="l">
                <a:defRPr sz="1222" b="1" i="0" kern="0" spc="-9">
                  <a:solidFill>
                    <a:srgbClr val="D97706"/>
                  </a:solidFill>
                  <a:latin typeface="Inter"/>
                  <a:ea typeface="Inter"/>
                  <a:cs typeface="Inter"/>
                </a:defRPr>
              </a:lvl5pPr>
              <a:lvl6pPr algn="l">
                <a:defRPr sz="1222" b="1" i="0" kern="0" spc="-9">
                  <a:solidFill>
                    <a:srgbClr val="D97706"/>
                  </a:solidFill>
                  <a:latin typeface="Inter"/>
                  <a:ea typeface="Inter"/>
                  <a:cs typeface="Inter"/>
                </a:defRPr>
              </a:lvl6pPr>
              <a:lvl7pPr algn="l">
                <a:defRPr sz="1222" b="1" i="0" kern="0" spc="-9">
                  <a:solidFill>
                    <a:srgbClr val="D97706"/>
                  </a:solidFill>
                  <a:latin typeface="Inter"/>
                  <a:ea typeface="Inter"/>
                  <a:cs typeface="Inter"/>
                </a:defRPr>
              </a:lvl7pPr>
              <a:lvl8pPr algn="l">
                <a:defRPr sz="1222" b="1" i="0" kern="0" spc="-9">
                  <a:solidFill>
                    <a:srgbClr val="D97706"/>
                  </a:solidFill>
                  <a:latin typeface="Inter"/>
                  <a:ea typeface="Inter"/>
                  <a:cs typeface="Inter"/>
                </a:defRPr>
              </a:lvl8pPr>
              <a:lvl9pPr algn="l">
                <a:defRPr sz="1222" b="1" i="0" kern="0" spc="-9">
                  <a:solidFill>
                    <a:srgbClr val="D97706"/>
                  </a:solidFill>
                  <a:latin typeface="Inter"/>
                  <a:ea typeface="Inter"/>
                  <a:cs typeface="Inter"/>
                </a:defRPr>
              </a:lvl9pPr>
            </a:lstStyle>
            <a:p>
              <a:pPr algn="l">
                <a:lnSpc>
                  <a:spcPct val="100000"/>
                </a:lnSpc>
                <a:buNone/>
                <a:defRPr sz="1222" b="1" i="0" kern="0" spc="-9">
                  <a:solidFill>
                    <a:srgbClr val="D97706"/>
                  </a:solidFill>
                  <a:latin typeface="Inter"/>
                  <a:ea typeface="Inter"/>
                  <a:cs typeface="Inter"/>
                </a:defRPr>
              </a:pPr>
              <a:r>
                <a:rPr sz="1222" b="1" i="0" kern="0" spc="-9">
                  <a:solidFill>
                    <a:srgbClr val="D97706"/>
                  </a:solidFill>
                  <a:latin typeface="Inter"/>
                  <a:ea typeface="Inter"/>
                  <a:cs typeface="Inter"/>
                </a:rPr>
                <a:t>quota = 20</a:t>
              </a:r>
            </a:p>
          </p:txBody>
        </p:sp>
      </p:grpSp>
      <p:sp>
        <p:nvSpPr>
          <p:cNvPr id="56" name="s11 text 1">
            <a:extLst>
              <a:ext uri="{FF2B5EF4-FFF2-40B4-BE49-F238E27FC236}">
                <a16:creationId xmlns:a16="http://schemas.microsoft.com/office/drawing/2014/main" id="{812D43F3-C032-476B-931D-BA4B7E3E17D2}"/>
              </a:ext>
            </a:extLst>
          </p:cNvPr>
          <p:cNvSpPr>
            <a:spLocks noGrp="1"/>
          </p:cNvSpPr>
          <p:nvPr/>
        </p:nvSpPr>
        <p:spPr>
          <a:xfrm>
            <a:off x="678656" y="483489"/>
            <a:ext cx="1577342" cy="173507"/>
          </a:xfrm>
          <a:prstGeom prst="rect">
            <a:avLst/>
          </a:prstGeom>
          <a:noFill/>
          <a:ln w="0">
            <a:noFill/>
            <a:prstDash val="solid"/>
          </a:ln>
        </p:spPr>
        <p:txBody>
          <a:bodyPr wrap="none" lIns="0" tIns="0" rIns="0" bIns="0" anchor="t">
            <a:noAutofit/>
          </a:bodyPr>
          <a:lstStyle>
            <a:defPPr algn="l">
              <a:defRPr sz="900" b="0" i="0" kern="0" spc="180">
                <a:solidFill>
                  <a:srgbClr val="1D4ED8"/>
                </a:solidFill>
                <a:latin typeface="JetBrains Mono"/>
                <a:ea typeface="JetBrains Mono"/>
                <a:cs typeface="JetBrains Mono"/>
              </a:defRPr>
            </a:defPPr>
            <a:lvl1pPr algn="l">
              <a:defRPr sz="900" b="0" i="0" kern="0" spc="180">
                <a:solidFill>
                  <a:srgbClr val="1D4ED8"/>
                </a:solidFill>
                <a:latin typeface="JetBrains Mono"/>
                <a:ea typeface="JetBrains Mono"/>
                <a:cs typeface="JetBrains Mono"/>
              </a:defRPr>
            </a:lvl1pPr>
            <a:lvl2pPr algn="l">
              <a:defRPr sz="900" b="0" i="0" kern="0" spc="180">
                <a:solidFill>
                  <a:srgbClr val="1D4ED8"/>
                </a:solidFill>
                <a:latin typeface="JetBrains Mono"/>
                <a:ea typeface="JetBrains Mono"/>
                <a:cs typeface="JetBrains Mono"/>
              </a:defRPr>
            </a:lvl2pPr>
            <a:lvl3pPr algn="l">
              <a:defRPr sz="900" b="0" i="0" kern="0" spc="180">
                <a:solidFill>
                  <a:srgbClr val="1D4ED8"/>
                </a:solidFill>
                <a:latin typeface="JetBrains Mono"/>
                <a:ea typeface="JetBrains Mono"/>
                <a:cs typeface="JetBrains Mono"/>
              </a:defRPr>
            </a:lvl3pPr>
            <a:lvl4pPr algn="l">
              <a:defRPr sz="900" b="0" i="0" kern="0" spc="180">
                <a:solidFill>
                  <a:srgbClr val="1D4ED8"/>
                </a:solidFill>
                <a:latin typeface="JetBrains Mono"/>
                <a:ea typeface="JetBrains Mono"/>
                <a:cs typeface="JetBrains Mono"/>
              </a:defRPr>
            </a:lvl4pPr>
            <a:lvl5pPr algn="l">
              <a:defRPr sz="900" b="0" i="0" kern="0" spc="180">
                <a:solidFill>
                  <a:srgbClr val="1D4ED8"/>
                </a:solidFill>
                <a:latin typeface="JetBrains Mono"/>
                <a:ea typeface="JetBrains Mono"/>
                <a:cs typeface="JetBrains Mono"/>
              </a:defRPr>
            </a:lvl5pPr>
            <a:lvl6pPr algn="l">
              <a:defRPr sz="900" b="0" i="0" kern="0" spc="180">
                <a:solidFill>
                  <a:srgbClr val="1D4ED8"/>
                </a:solidFill>
                <a:latin typeface="JetBrains Mono"/>
                <a:ea typeface="JetBrains Mono"/>
                <a:cs typeface="JetBrains Mono"/>
              </a:defRPr>
            </a:lvl6pPr>
            <a:lvl7pPr algn="l">
              <a:defRPr sz="900" b="0" i="0" kern="0" spc="180">
                <a:solidFill>
                  <a:srgbClr val="1D4ED8"/>
                </a:solidFill>
                <a:latin typeface="JetBrains Mono"/>
                <a:ea typeface="JetBrains Mono"/>
                <a:cs typeface="JetBrains Mono"/>
              </a:defRPr>
            </a:lvl7pPr>
            <a:lvl8pPr algn="l">
              <a:defRPr sz="900" b="0" i="0" kern="0" spc="180">
                <a:solidFill>
                  <a:srgbClr val="1D4ED8"/>
                </a:solidFill>
                <a:latin typeface="JetBrains Mono"/>
                <a:ea typeface="JetBrains Mono"/>
                <a:cs typeface="JetBrains Mono"/>
              </a:defRPr>
            </a:lvl8pPr>
            <a:lvl9pPr algn="l">
              <a:defRPr sz="900" b="0" i="0" kern="0" spc="180">
                <a:solidFill>
                  <a:srgbClr val="1D4ED8"/>
                </a:solidFill>
                <a:latin typeface="JetBrains Mono"/>
                <a:ea typeface="JetBrains Mono"/>
                <a:cs typeface="JetBrains Mono"/>
              </a:defRPr>
            </a:lvl9pPr>
          </a:lstStyle>
          <a:p>
            <a:pPr algn="l">
              <a:lnSpc>
                <a:spcPct val="100000"/>
              </a:lnSpc>
              <a:buNone/>
              <a:defRPr sz="900" b="0" i="0" kern="0" spc="180">
                <a:solidFill>
                  <a:srgbClr val="1D4ED8"/>
                </a:solidFill>
                <a:latin typeface="JetBrains Mono"/>
                <a:ea typeface="JetBrains Mono"/>
                <a:cs typeface="JetBrains Mono"/>
              </a:defRPr>
            </a:pPr>
            <a:r>
              <a:rPr sz="900" b="0" i="0" kern="0" spc="180">
                <a:solidFill>
                  <a:srgbClr val="1D4ED8"/>
                </a:solidFill>
                <a:latin typeface="JetBrains Mono"/>
                <a:ea typeface="JetBrains Mono"/>
                <a:cs typeface="JetBrains Mono"/>
              </a:rPr>
              <a:t>QUESTION 5.1 (VI)</a:t>
            </a:r>
          </a:p>
        </p:txBody>
      </p:sp>
      <p:sp>
        <p:nvSpPr>
          <p:cNvPr id="57" name="s11 text 2">
            <a:extLst>
              <a:ext uri="{FF2B5EF4-FFF2-40B4-BE49-F238E27FC236}">
                <a16:creationId xmlns:a16="http://schemas.microsoft.com/office/drawing/2014/main" id="{EA45E4C2-82AD-4F02-B661-803333D42F83}"/>
              </a:ext>
            </a:extLst>
          </p:cNvPr>
          <p:cNvSpPr>
            <a:spLocks noGrp="1"/>
          </p:cNvSpPr>
          <p:nvPr/>
        </p:nvSpPr>
        <p:spPr>
          <a:xfrm>
            <a:off x="514350" y="684461"/>
            <a:ext cx="2336768" cy="576532"/>
          </a:xfrm>
          <a:prstGeom prst="rect">
            <a:avLst/>
          </a:prstGeom>
          <a:noFill/>
          <a:ln w="0">
            <a:noFill/>
            <a:prstDash val="solid"/>
          </a:ln>
        </p:spPr>
        <p:txBody>
          <a:bodyPr wrap="none" lIns="0" tIns="0" rIns="0" bIns="0" anchor="t">
            <a:noAutofit/>
          </a:bodyPr>
          <a:lstStyle>
            <a:defPPr algn="l">
              <a:defRPr sz="3262" b="0" i="0" kern="0" spc="-104">
                <a:solidFill>
                  <a:srgbClr val="0A2540"/>
                </a:solidFill>
                <a:latin typeface="Inter ExtraBold"/>
                <a:ea typeface="Inter ExtraBold"/>
                <a:cs typeface="Inter ExtraBold"/>
              </a:defRPr>
            </a:defPPr>
            <a:lvl1pPr algn="l">
              <a:defRPr sz="3262" b="0" i="0" kern="0" spc="-104">
                <a:solidFill>
                  <a:srgbClr val="0A2540"/>
                </a:solidFill>
                <a:latin typeface="Inter ExtraBold"/>
                <a:ea typeface="Inter ExtraBold"/>
                <a:cs typeface="Inter ExtraBold"/>
              </a:defRPr>
            </a:lvl1pPr>
            <a:lvl2pPr algn="l">
              <a:defRPr sz="3262" b="0" i="0" kern="0" spc="-104">
                <a:solidFill>
                  <a:srgbClr val="0A2540"/>
                </a:solidFill>
                <a:latin typeface="Inter ExtraBold"/>
                <a:ea typeface="Inter ExtraBold"/>
                <a:cs typeface="Inter ExtraBold"/>
              </a:defRPr>
            </a:lvl2pPr>
            <a:lvl3pPr algn="l">
              <a:defRPr sz="3262" b="0" i="0" kern="0" spc="-104">
                <a:solidFill>
                  <a:srgbClr val="0A2540"/>
                </a:solidFill>
                <a:latin typeface="Inter ExtraBold"/>
                <a:ea typeface="Inter ExtraBold"/>
                <a:cs typeface="Inter ExtraBold"/>
              </a:defRPr>
            </a:lvl3pPr>
            <a:lvl4pPr algn="l">
              <a:defRPr sz="3262" b="0" i="0" kern="0" spc="-104">
                <a:solidFill>
                  <a:srgbClr val="0A2540"/>
                </a:solidFill>
                <a:latin typeface="Inter ExtraBold"/>
                <a:ea typeface="Inter ExtraBold"/>
                <a:cs typeface="Inter ExtraBold"/>
              </a:defRPr>
            </a:lvl4pPr>
            <a:lvl5pPr algn="l">
              <a:defRPr sz="3262" b="0" i="0" kern="0" spc="-104">
                <a:solidFill>
                  <a:srgbClr val="0A2540"/>
                </a:solidFill>
                <a:latin typeface="Inter ExtraBold"/>
                <a:ea typeface="Inter ExtraBold"/>
                <a:cs typeface="Inter ExtraBold"/>
              </a:defRPr>
            </a:lvl5pPr>
            <a:lvl6pPr algn="l">
              <a:defRPr sz="3262" b="0" i="0" kern="0" spc="-104">
                <a:solidFill>
                  <a:srgbClr val="0A2540"/>
                </a:solidFill>
                <a:latin typeface="Inter ExtraBold"/>
                <a:ea typeface="Inter ExtraBold"/>
                <a:cs typeface="Inter ExtraBold"/>
              </a:defRPr>
            </a:lvl6pPr>
            <a:lvl7pPr algn="l">
              <a:defRPr sz="3262" b="0" i="0" kern="0" spc="-104">
                <a:solidFill>
                  <a:srgbClr val="0A2540"/>
                </a:solidFill>
                <a:latin typeface="Inter ExtraBold"/>
                <a:ea typeface="Inter ExtraBold"/>
                <a:cs typeface="Inter ExtraBold"/>
              </a:defRPr>
            </a:lvl7pPr>
            <a:lvl8pPr algn="l">
              <a:defRPr sz="3262" b="0" i="0" kern="0" spc="-104">
                <a:solidFill>
                  <a:srgbClr val="0A2540"/>
                </a:solidFill>
                <a:latin typeface="Inter ExtraBold"/>
                <a:ea typeface="Inter ExtraBold"/>
                <a:cs typeface="Inter ExtraBold"/>
              </a:defRPr>
            </a:lvl8pPr>
            <a:lvl9pPr algn="l">
              <a:defRPr sz="3262" b="0" i="0" kern="0" spc="-104">
                <a:solidFill>
                  <a:srgbClr val="0A2540"/>
                </a:solidFill>
                <a:latin typeface="Inter ExtraBold"/>
                <a:ea typeface="Inter ExtraBold"/>
                <a:cs typeface="Inter ExtraBold"/>
              </a:defRPr>
            </a:lvl9pPr>
          </a:lstStyle>
          <a:p>
            <a:pPr algn="l">
              <a:lnSpc>
                <a:spcPct val="100000"/>
              </a:lnSpc>
              <a:buNone/>
              <a:defRPr sz="3262" b="0" i="0" kern="0" spc="-104">
                <a:solidFill>
                  <a:srgbClr val="0A2540"/>
                </a:solidFill>
                <a:latin typeface="Inter ExtraBold"/>
                <a:ea typeface="Inter ExtraBold"/>
                <a:cs typeface="Inter ExtraBold"/>
              </a:defRPr>
            </a:pPr>
            <a:r>
              <a:rPr sz="3262" b="0" i="0" kern="0" spc="-104">
                <a:solidFill>
                  <a:srgbClr val="0A2540"/>
                </a:solidFill>
                <a:latin typeface="Inter ExtraBold"/>
                <a:ea typeface="Inter ExtraBold"/>
                <a:cs typeface="Inter ExtraBold"/>
              </a:rPr>
              <a:t>Quota rent</a:t>
            </a:r>
          </a:p>
        </p:txBody>
      </p:sp>
      <p:sp>
        <p:nvSpPr>
          <p:cNvPr id="58" name="s11 text 3">
            <a:extLst>
              <a:ext uri="{FF2B5EF4-FFF2-40B4-BE49-F238E27FC236}">
                <a16:creationId xmlns:a16="http://schemas.microsoft.com/office/drawing/2014/main" id="{2743E2BA-C99C-4667-9733-EEE14A1ACAA3}"/>
              </a:ext>
            </a:extLst>
          </p:cNvPr>
          <p:cNvSpPr>
            <a:spLocks noGrp="1"/>
          </p:cNvSpPr>
          <p:nvPr/>
        </p:nvSpPr>
        <p:spPr>
          <a:xfrm>
            <a:off x="9924566" y="2089975"/>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1</a:t>
            </a:r>
          </a:p>
        </p:txBody>
      </p:sp>
      <p:sp>
        <p:nvSpPr>
          <p:cNvPr id="59" name="s11 text 4">
            <a:extLst>
              <a:ext uri="{FF2B5EF4-FFF2-40B4-BE49-F238E27FC236}">
                <a16:creationId xmlns:a16="http://schemas.microsoft.com/office/drawing/2014/main" id="{41C16A0D-B520-42BE-945F-9A908337B646}"/>
              </a:ext>
            </a:extLst>
          </p:cNvPr>
          <p:cNvSpPr>
            <a:spLocks noGrp="1"/>
          </p:cNvSpPr>
          <p:nvPr/>
        </p:nvSpPr>
        <p:spPr>
          <a:xfrm>
            <a:off x="10271261" y="2037949"/>
            <a:ext cx="1207408"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S + quota</a:t>
            </a:r>
          </a:p>
        </p:txBody>
      </p:sp>
      <p:sp>
        <p:nvSpPr>
          <p:cNvPr id="60" name="s11 text 5">
            <a:extLst>
              <a:ext uri="{FF2B5EF4-FFF2-40B4-BE49-F238E27FC236}">
                <a16:creationId xmlns:a16="http://schemas.microsoft.com/office/drawing/2014/main" id="{55088CF4-4E53-4C0A-88CA-42E312133C8A}"/>
              </a:ext>
            </a:extLst>
          </p:cNvPr>
          <p:cNvSpPr>
            <a:spLocks noGrp="1"/>
          </p:cNvSpPr>
          <p:nvPr/>
        </p:nvSpPr>
        <p:spPr>
          <a:xfrm>
            <a:off x="11445711" y="2035745"/>
            <a:ext cx="1639729"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meets demand</a:t>
            </a:r>
          </a:p>
        </p:txBody>
      </p:sp>
      <p:sp>
        <p:nvSpPr>
          <p:cNvPr id="61" name="s11 text 6">
            <a:extLst>
              <a:ext uri="{FF2B5EF4-FFF2-40B4-BE49-F238E27FC236}">
                <a16:creationId xmlns:a16="http://schemas.microsoft.com/office/drawing/2014/main" id="{00FB880F-18DF-4B21-B0DC-3E32576BAFA7}"/>
              </a:ext>
            </a:extLst>
          </p:cNvPr>
          <p:cNvSpPr>
            <a:spLocks noGrp="1"/>
          </p:cNvSpPr>
          <p:nvPr/>
        </p:nvSpPr>
        <p:spPr>
          <a:xfrm>
            <a:off x="10271261" y="2342927"/>
            <a:ext cx="285369" cy="308146"/>
          </a:xfrm>
          <a:prstGeom prst="rect">
            <a:avLst/>
          </a:prstGeom>
          <a:noFill/>
          <a:ln w="0">
            <a:noFill/>
            <a:prstDash val="solid"/>
          </a:ln>
        </p:spPr>
        <p:txBody>
          <a:bodyPr wrap="none" lIns="0" tIns="0" rIns="0" bIns="0" anchor="t">
            <a:noAutofit/>
          </a:bodyPr>
          <a:lstStyle>
            <a:defPPr algn="l">
              <a:defRPr sz="1744" b="0" i="0" kern="0" spc="-18">
                <a:solidFill>
                  <a:srgbClr val="0A2540"/>
                </a:solidFill>
                <a:latin typeface="Inter"/>
                <a:ea typeface="Inter"/>
                <a:cs typeface="Inter"/>
              </a:defRPr>
            </a:defPPr>
            <a:lvl1pPr algn="l">
              <a:defRPr sz="1744" b="0" i="0" kern="0" spc="-18">
                <a:solidFill>
                  <a:srgbClr val="0A2540"/>
                </a:solidFill>
                <a:latin typeface="Inter"/>
                <a:ea typeface="Inter"/>
                <a:cs typeface="Inter"/>
              </a:defRPr>
            </a:lvl1pPr>
            <a:lvl2pPr algn="l">
              <a:defRPr sz="1744" b="0" i="0" kern="0" spc="-18">
                <a:solidFill>
                  <a:srgbClr val="0A2540"/>
                </a:solidFill>
                <a:latin typeface="Inter"/>
                <a:ea typeface="Inter"/>
                <a:cs typeface="Inter"/>
              </a:defRPr>
            </a:lvl2pPr>
            <a:lvl3pPr algn="l">
              <a:defRPr sz="1744" b="0" i="0" kern="0" spc="-18">
                <a:solidFill>
                  <a:srgbClr val="0A2540"/>
                </a:solidFill>
                <a:latin typeface="Inter"/>
                <a:ea typeface="Inter"/>
                <a:cs typeface="Inter"/>
              </a:defRPr>
            </a:lvl3pPr>
            <a:lvl4pPr algn="l">
              <a:defRPr sz="1744" b="0" i="0" kern="0" spc="-18">
                <a:solidFill>
                  <a:srgbClr val="0A2540"/>
                </a:solidFill>
                <a:latin typeface="Inter"/>
                <a:ea typeface="Inter"/>
                <a:cs typeface="Inter"/>
              </a:defRPr>
            </a:lvl4pPr>
            <a:lvl5pPr algn="l">
              <a:defRPr sz="1744" b="0" i="0" kern="0" spc="-18">
                <a:solidFill>
                  <a:srgbClr val="0A2540"/>
                </a:solidFill>
                <a:latin typeface="Inter"/>
                <a:ea typeface="Inter"/>
                <a:cs typeface="Inter"/>
              </a:defRPr>
            </a:lvl5pPr>
            <a:lvl6pPr algn="l">
              <a:defRPr sz="1744" b="0" i="0" kern="0" spc="-18">
                <a:solidFill>
                  <a:srgbClr val="0A2540"/>
                </a:solidFill>
                <a:latin typeface="Inter"/>
                <a:ea typeface="Inter"/>
                <a:cs typeface="Inter"/>
              </a:defRPr>
            </a:lvl6pPr>
            <a:lvl7pPr algn="l">
              <a:defRPr sz="1744" b="0" i="0" kern="0" spc="-18">
                <a:solidFill>
                  <a:srgbClr val="0A2540"/>
                </a:solidFill>
                <a:latin typeface="Inter"/>
                <a:ea typeface="Inter"/>
                <a:cs typeface="Inter"/>
              </a:defRPr>
            </a:lvl7pPr>
            <a:lvl8pPr algn="l">
              <a:defRPr sz="1744" b="0" i="0" kern="0" spc="-18">
                <a:solidFill>
                  <a:srgbClr val="0A2540"/>
                </a:solidFill>
                <a:latin typeface="Inter"/>
                <a:ea typeface="Inter"/>
                <a:cs typeface="Inter"/>
              </a:defRPr>
            </a:lvl8pPr>
            <a:lvl9pPr algn="l">
              <a:defRPr sz="1744" b="0" i="0" kern="0" spc="-18">
                <a:solidFill>
                  <a:srgbClr val="0A2540"/>
                </a:solidFill>
                <a:latin typeface="Inter"/>
                <a:ea typeface="Inter"/>
                <a:cs typeface="Inter"/>
              </a:defRPr>
            </a:lvl9pPr>
          </a:lstStyle>
          <a:p>
            <a:pPr algn="l">
              <a:lnSpc>
                <a:spcPct val="100000"/>
              </a:lnSpc>
              <a:buNone/>
              <a:defRPr sz="1744" b="0" i="0" kern="0" spc="-18">
                <a:solidFill>
                  <a:srgbClr val="0A2540"/>
                </a:solidFill>
                <a:latin typeface="Inter"/>
                <a:ea typeface="Inter"/>
                <a:cs typeface="Inter"/>
              </a:defRPr>
            </a:pPr>
            <a:r>
              <a:rPr sz="1744" b="0" i="0" kern="0" spc="-18">
                <a:solidFill>
                  <a:srgbClr val="0A2540"/>
                </a:solidFill>
                <a:latin typeface="Inter"/>
                <a:ea typeface="Inter"/>
                <a:cs typeface="Inter"/>
              </a:rPr>
              <a:t>at</a:t>
            </a:r>
          </a:p>
        </p:txBody>
      </p:sp>
      <p:sp>
        <p:nvSpPr>
          <p:cNvPr id="62" name="s11 text 7">
            <a:extLst>
              <a:ext uri="{FF2B5EF4-FFF2-40B4-BE49-F238E27FC236}">
                <a16:creationId xmlns:a16="http://schemas.microsoft.com/office/drawing/2014/main" id="{88BA6F81-3C50-4ECE-B9B6-497DA85DA49B}"/>
              </a:ext>
            </a:extLst>
          </p:cNvPr>
          <p:cNvSpPr>
            <a:spLocks noGrp="1"/>
          </p:cNvSpPr>
          <p:nvPr/>
        </p:nvSpPr>
        <p:spPr>
          <a:xfrm>
            <a:off x="10526985" y="2345130"/>
            <a:ext cx="832695"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Q = 80</a:t>
            </a:r>
          </a:p>
        </p:txBody>
      </p:sp>
      <p:sp>
        <p:nvSpPr>
          <p:cNvPr id="63" name="s11 text 8">
            <a:extLst>
              <a:ext uri="{FF2B5EF4-FFF2-40B4-BE49-F238E27FC236}">
                <a16:creationId xmlns:a16="http://schemas.microsoft.com/office/drawing/2014/main" id="{11BF282D-FADE-4561-AAAB-2CB9905F4BCA}"/>
              </a:ext>
            </a:extLst>
          </p:cNvPr>
          <p:cNvSpPr>
            <a:spLocks noGrp="1"/>
          </p:cNvSpPr>
          <p:nvPr/>
        </p:nvSpPr>
        <p:spPr>
          <a:xfrm>
            <a:off x="11330295" y="2342927"/>
            <a:ext cx="1127189" cy="308146"/>
          </a:xfrm>
          <a:prstGeom prst="rect">
            <a:avLst/>
          </a:prstGeom>
          <a:noFill/>
          <a:ln w="0">
            <a:noFill/>
            <a:prstDash val="solid"/>
          </a:ln>
        </p:spPr>
        <p:txBody>
          <a:bodyPr wrap="none" lIns="0" tIns="0" rIns="0" bIns="0" anchor="t">
            <a:noAutofit/>
          </a:bodyPr>
          <a:lstStyle>
            <a:defPPr algn="l">
              <a:defRPr sz="1744" b="0" i="0" kern="0" spc="-10">
                <a:solidFill>
                  <a:srgbClr val="0A2540"/>
                </a:solidFill>
                <a:latin typeface="Inter"/>
                <a:ea typeface="Inter"/>
                <a:cs typeface="Inter"/>
              </a:defRPr>
            </a:defPPr>
            <a:lvl1pPr algn="l">
              <a:defRPr sz="1744" b="0" i="0" kern="0" spc="-10">
                <a:solidFill>
                  <a:srgbClr val="0A2540"/>
                </a:solidFill>
                <a:latin typeface="Inter"/>
                <a:ea typeface="Inter"/>
                <a:cs typeface="Inter"/>
              </a:defRPr>
            </a:lvl1pPr>
            <a:lvl2pPr algn="l">
              <a:defRPr sz="1744" b="0" i="0" kern="0" spc="-10">
                <a:solidFill>
                  <a:srgbClr val="0A2540"/>
                </a:solidFill>
                <a:latin typeface="Inter"/>
                <a:ea typeface="Inter"/>
                <a:cs typeface="Inter"/>
              </a:defRPr>
            </a:lvl2pPr>
            <a:lvl3pPr algn="l">
              <a:defRPr sz="1744" b="0" i="0" kern="0" spc="-10">
                <a:solidFill>
                  <a:srgbClr val="0A2540"/>
                </a:solidFill>
                <a:latin typeface="Inter"/>
                <a:ea typeface="Inter"/>
                <a:cs typeface="Inter"/>
              </a:defRPr>
            </a:lvl3pPr>
            <a:lvl4pPr algn="l">
              <a:defRPr sz="1744" b="0" i="0" kern="0" spc="-10">
                <a:solidFill>
                  <a:srgbClr val="0A2540"/>
                </a:solidFill>
                <a:latin typeface="Inter"/>
                <a:ea typeface="Inter"/>
                <a:cs typeface="Inter"/>
              </a:defRPr>
            </a:lvl4pPr>
            <a:lvl5pPr algn="l">
              <a:defRPr sz="1744" b="0" i="0" kern="0" spc="-10">
                <a:solidFill>
                  <a:srgbClr val="0A2540"/>
                </a:solidFill>
                <a:latin typeface="Inter"/>
                <a:ea typeface="Inter"/>
                <a:cs typeface="Inter"/>
              </a:defRPr>
            </a:lvl5pPr>
            <a:lvl6pPr algn="l">
              <a:defRPr sz="1744" b="0" i="0" kern="0" spc="-10">
                <a:solidFill>
                  <a:srgbClr val="0A2540"/>
                </a:solidFill>
                <a:latin typeface="Inter"/>
                <a:ea typeface="Inter"/>
                <a:cs typeface="Inter"/>
              </a:defRPr>
            </a:lvl6pPr>
            <a:lvl7pPr algn="l">
              <a:defRPr sz="1744" b="0" i="0" kern="0" spc="-10">
                <a:solidFill>
                  <a:srgbClr val="0A2540"/>
                </a:solidFill>
                <a:latin typeface="Inter"/>
                <a:ea typeface="Inter"/>
                <a:cs typeface="Inter"/>
              </a:defRPr>
            </a:lvl7pPr>
            <a:lvl8pPr algn="l">
              <a:defRPr sz="1744" b="0" i="0" kern="0" spc="-10">
                <a:solidFill>
                  <a:srgbClr val="0A2540"/>
                </a:solidFill>
                <a:latin typeface="Inter"/>
                <a:ea typeface="Inter"/>
                <a:cs typeface="Inter"/>
              </a:defRPr>
            </a:lvl8pPr>
            <a:lvl9pPr algn="l">
              <a:defRPr sz="1744" b="0" i="0" kern="0" spc="-10">
                <a:solidFill>
                  <a:srgbClr val="0A2540"/>
                </a:solidFill>
                <a:latin typeface="Inter"/>
                <a:ea typeface="Inter"/>
                <a:cs typeface="Inter"/>
              </a:defRPr>
            </a:lvl9pPr>
          </a:lstStyle>
          <a:p>
            <a:pPr algn="l">
              <a:lnSpc>
                <a:spcPct val="100000"/>
              </a:lnSpc>
              <a:buNone/>
              <a:defRPr sz="1744" b="0" i="0" kern="0" spc="-10">
                <a:solidFill>
                  <a:srgbClr val="0A2540"/>
                </a:solidFill>
                <a:latin typeface="Inter"/>
                <a:ea typeface="Inter"/>
                <a:cs typeface="Inter"/>
              </a:defRPr>
            </a:pPr>
            <a:r>
              <a:rPr sz="1744" b="0" i="0" kern="0" spc="-10">
                <a:solidFill>
                  <a:srgbClr val="0A2540"/>
                </a:solidFill>
                <a:latin typeface="Inter"/>
                <a:ea typeface="Inter"/>
                <a:cs typeface="Inter"/>
              </a:rPr>
              <a:t>thousand,</a:t>
            </a:r>
          </a:p>
        </p:txBody>
      </p:sp>
      <p:sp>
        <p:nvSpPr>
          <p:cNvPr id="64" name="s11 text 9">
            <a:extLst>
              <a:ext uri="{FF2B5EF4-FFF2-40B4-BE49-F238E27FC236}">
                <a16:creationId xmlns:a16="http://schemas.microsoft.com/office/drawing/2014/main" id="{BD256111-E610-4EBC-8C4E-6BD86F97A422}"/>
              </a:ext>
            </a:extLst>
          </p:cNvPr>
          <p:cNvSpPr>
            <a:spLocks noGrp="1"/>
          </p:cNvSpPr>
          <p:nvPr/>
        </p:nvSpPr>
        <p:spPr>
          <a:xfrm>
            <a:off x="12419855" y="2342927"/>
            <a:ext cx="434816" cy="308146"/>
          </a:xfrm>
          <a:prstGeom prst="rect">
            <a:avLst/>
          </a:prstGeom>
          <a:noFill/>
          <a:ln w="0">
            <a:noFill/>
            <a:prstDash val="solid"/>
          </a:ln>
        </p:spPr>
        <p:txBody>
          <a:bodyPr wrap="none" lIns="0" tIns="0" rIns="0" bIns="0" anchor="t">
            <a:noAutofit/>
          </a:bodyPr>
          <a:lstStyle>
            <a:defPPr algn="l">
              <a:defRPr sz="1744" b="1" i="0" kern="0" spc="-9">
                <a:solidFill>
                  <a:srgbClr val="0A2540"/>
                </a:solidFill>
                <a:latin typeface="Inter"/>
                <a:ea typeface="Inter"/>
                <a:cs typeface="Inter"/>
              </a:defRPr>
            </a:defPPr>
            <a:lvl1pPr algn="l">
              <a:defRPr sz="1744" b="1" i="0" kern="0" spc="-9">
                <a:solidFill>
                  <a:srgbClr val="0A2540"/>
                </a:solidFill>
                <a:latin typeface="Inter"/>
                <a:ea typeface="Inter"/>
                <a:cs typeface="Inter"/>
              </a:defRPr>
            </a:lvl1pPr>
            <a:lvl2pPr algn="l">
              <a:defRPr sz="1744" b="1" i="0" kern="0" spc="-9">
                <a:solidFill>
                  <a:srgbClr val="0A2540"/>
                </a:solidFill>
                <a:latin typeface="Inter"/>
                <a:ea typeface="Inter"/>
                <a:cs typeface="Inter"/>
              </a:defRPr>
            </a:lvl2pPr>
            <a:lvl3pPr algn="l">
              <a:defRPr sz="1744" b="1" i="0" kern="0" spc="-9">
                <a:solidFill>
                  <a:srgbClr val="0A2540"/>
                </a:solidFill>
                <a:latin typeface="Inter"/>
                <a:ea typeface="Inter"/>
                <a:cs typeface="Inter"/>
              </a:defRPr>
            </a:lvl3pPr>
            <a:lvl4pPr algn="l">
              <a:defRPr sz="1744" b="1" i="0" kern="0" spc="-9">
                <a:solidFill>
                  <a:srgbClr val="0A2540"/>
                </a:solidFill>
                <a:latin typeface="Inter"/>
                <a:ea typeface="Inter"/>
                <a:cs typeface="Inter"/>
              </a:defRPr>
            </a:lvl4pPr>
            <a:lvl5pPr algn="l">
              <a:defRPr sz="1744" b="1" i="0" kern="0" spc="-9">
                <a:solidFill>
                  <a:srgbClr val="0A2540"/>
                </a:solidFill>
                <a:latin typeface="Inter"/>
                <a:ea typeface="Inter"/>
                <a:cs typeface="Inter"/>
              </a:defRPr>
            </a:lvl5pPr>
            <a:lvl6pPr algn="l">
              <a:defRPr sz="1744" b="1" i="0" kern="0" spc="-9">
                <a:solidFill>
                  <a:srgbClr val="0A2540"/>
                </a:solidFill>
                <a:latin typeface="Inter"/>
                <a:ea typeface="Inter"/>
                <a:cs typeface="Inter"/>
              </a:defRPr>
            </a:lvl6pPr>
            <a:lvl7pPr algn="l">
              <a:defRPr sz="1744" b="1" i="0" kern="0" spc="-9">
                <a:solidFill>
                  <a:srgbClr val="0A2540"/>
                </a:solidFill>
                <a:latin typeface="Inter"/>
                <a:ea typeface="Inter"/>
                <a:cs typeface="Inter"/>
              </a:defRPr>
            </a:lvl7pPr>
            <a:lvl8pPr algn="l">
              <a:defRPr sz="1744" b="1" i="0" kern="0" spc="-9">
                <a:solidFill>
                  <a:srgbClr val="0A2540"/>
                </a:solidFill>
                <a:latin typeface="Inter"/>
                <a:ea typeface="Inter"/>
                <a:cs typeface="Inter"/>
              </a:defRPr>
            </a:lvl8pPr>
            <a:lvl9pPr algn="l">
              <a:defRPr sz="1744" b="1" i="0" kern="0" spc="-9">
                <a:solidFill>
                  <a:srgbClr val="0A2540"/>
                </a:solidFill>
                <a:latin typeface="Inter"/>
                <a:ea typeface="Inter"/>
                <a:cs typeface="Inter"/>
              </a:defRPr>
            </a:lvl9pPr>
          </a:lstStyle>
          <a:p>
            <a:pPr algn="l">
              <a:lnSpc>
                <a:spcPct val="100000"/>
              </a:lnSpc>
              <a:buNone/>
              <a:defRPr sz="1744" b="1" i="0" kern="0" spc="-9">
                <a:solidFill>
                  <a:srgbClr val="0A2540"/>
                </a:solidFill>
                <a:latin typeface="Inter"/>
                <a:ea typeface="Inter"/>
                <a:cs typeface="Inter"/>
              </a:defRPr>
            </a:pPr>
            <a:r>
              <a:rPr sz="1744" b="1" i="0" kern="0" spc="-9">
                <a:solidFill>
                  <a:srgbClr val="0A2540"/>
                </a:solidFill>
                <a:latin typeface="Inter"/>
                <a:ea typeface="Inter"/>
                <a:cs typeface="Inter"/>
              </a:rPr>
              <a:t>P =</a:t>
            </a:r>
          </a:p>
        </p:txBody>
      </p:sp>
      <p:sp>
        <p:nvSpPr>
          <p:cNvPr id="65" name="s11 text 10">
            <a:extLst>
              <a:ext uri="{FF2B5EF4-FFF2-40B4-BE49-F238E27FC236}">
                <a16:creationId xmlns:a16="http://schemas.microsoft.com/office/drawing/2014/main" id="{119BB544-4F64-49A2-B045-369042E8C90C}"/>
              </a:ext>
            </a:extLst>
          </p:cNvPr>
          <p:cNvSpPr>
            <a:spLocks noGrp="1"/>
          </p:cNvSpPr>
          <p:nvPr/>
        </p:nvSpPr>
        <p:spPr>
          <a:xfrm>
            <a:off x="10271261" y="2642964"/>
            <a:ext cx="606171" cy="308146"/>
          </a:xfrm>
          <a:prstGeom prst="rect">
            <a:avLst/>
          </a:prstGeom>
          <a:noFill/>
          <a:ln w="0">
            <a:noFill/>
            <a:prstDash val="solid"/>
          </a:ln>
        </p:spPr>
        <p:txBody>
          <a:bodyPr wrap="none" lIns="0" tIns="0" rIns="0" bIns="0" anchor="t">
            <a:noAutofit/>
          </a:bodyPr>
          <a:lstStyle>
            <a:defPPr algn="l">
              <a:defRPr sz="1744" b="1" i="0" kern="0" spc="-9">
                <a:solidFill>
                  <a:srgbClr val="0A2540"/>
                </a:solidFill>
                <a:latin typeface="Inter"/>
                <a:ea typeface="Inter"/>
                <a:cs typeface="Inter"/>
              </a:defRPr>
            </a:defPPr>
            <a:lvl1pPr algn="l">
              <a:defRPr sz="1744" b="1" i="0" kern="0" spc="-9">
                <a:solidFill>
                  <a:srgbClr val="0A2540"/>
                </a:solidFill>
                <a:latin typeface="Inter"/>
                <a:ea typeface="Inter"/>
                <a:cs typeface="Inter"/>
              </a:defRPr>
            </a:lvl1pPr>
            <a:lvl2pPr algn="l">
              <a:defRPr sz="1744" b="1" i="0" kern="0" spc="-9">
                <a:solidFill>
                  <a:srgbClr val="0A2540"/>
                </a:solidFill>
                <a:latin typeface="Inter"/>
                <a:ea typeface="Inter"/>
                <a:cs typeface="Inter"/>
              </a:defRPr>
            </a:lvl2pPr>
            <a:lvl3pPr algn="l">
              <a:defRPr sz="1744" b="1" i="0" kern="0" spc="-9">
                <a:solidFill>
                  <a:srgbClr val="0A2540"/>
                </a:solidFill>
                <a:latin typeface="Inter"/>
                <a:ea typeface="Inter"/>
                <a:cs typeface="Inter"/>
              </a:defRPr>
            </a:lvl3pPr>
            <a:lvl4pPr algn="l">
              <a:defRPr sz="1744" b="1" i="0" kern="0" spc="-9">
                <a:solidFill>
                  <a:srgbClr val="0A2540"/>
                </a:solidFill>
                <a:latin typeface="Inter"/>
                <a:ea typeface="Inter"/>
                <a:cs typeface="Inter"/>
              </a:defRPr>
            </a:lvl4pPr>
            <a:lvl5pPr algn="l">
              <a:defRPr sz="1744" b="1" i="0" kern="0" spc="-9">
                <a:solidFill>
                  <a:srgbClr val="0A2540"/>
                </a:solidFill>
                <a:latin typeface="Inter"/>
                <a:ea typeface="Inter"/>
                <a:cs typeface="Inter"/>
              </a:defRPr>
            </a:lvl5pPr>
            <a:lvl6pPr algn="l">
              <a:defRPr sz="1744" b="1" i="0" kern="0" spc="-9">
                <a:solidFill>
                  <a:srgbClr val="0A2540"/>
                </a:solidFill>
                <a:latin typeface="Inter"/>
                <a:ea typeface="Inter"/>
                <a:cs typeface="Inter"/>
              </a:defRPr>
            </a:lvl6pPr>
            <a:lvl7pPr algn="l">
              <a:defRPr sz="1744" b="1" i="0" kern="0" spc="-9">
                <a:solidFill>
                  <a:srgbClr val="0A2540"/>
                </a:solidFill>
                <a:latin typeface="Inter"/>
                <a:ea typeface="Inter"/>
                <a:cs typeface="Inter"/>
              </a:defRPr>
            </a:lvl7pPr>
            <a:lvl8pPr algn="l">
              <a:defRPr sz="1744" b="1" i="0" kern="0" spc="-9">
                <a:solidFill>
                  <a:srgbClr val="0A2540"/>
                </a:solidFill>
                <a:latin typeface="Inter"/>
                <a:ea typeface="Inter"/>
                <a:cs typeface="Inter"/>
              </a:defRPr>
            </a:lvl8pPr>
            <a:lvl9pPr algn="l">
              <a:defRPr sz="1744" b="1" i="0" kern="0" spc="-9">
                <a:solidFill>
                  <a:srgbClr val="0A2540"/>
                </a:solidFill>
                <a:latin typeface="Inter"/>
                <a:ea typeface="Inter"/>
                <a:cs typeface="Inter"/>
              </a:defRPr>
            </a:lvl9pPr>
          </a:lstStyle>
          <a:p>
            <a:pPr algn="l">
              <a:lnSpc>
                <a:spcPct val="100000"/>
              </a:lnSpc>
              <a:buNone/>
              <a:defRPr sz="1744" b="1" i="0" kern="0" spc="-9">
                <a:solidFill>
                  <a:srgbClr val="0A2540"/>
                </a:solidFill>
                <a:latin typeface="Inter"/>
                <a:ea typeface="Inter"/>
                <a:cs typeface="Inter"/>
              </a:defRPr>
            </a:pPr>
            <a:r>
              <a:rPr sz="1744" b="1" i="0" kern="0" spc="-9">
                <a:solidFill>
                  <a:srgbClr val="0A2540"/>
                </a:solidFill>
                <a:latin typeface="Inter"/>
                <a:ea typeface="Inter"/>
                <a:cs typeface="Inter"/>
              </a:rPr>
              <a:t>$125</a:t>
            </a:r>
          </a:p>
        </p:txBody>
      </p:sp>
      <p:sp>
        <p:nvSpPr>
          <p:cNvPr id="66" name="s11 text 11">
            <a:extLst>
              <a:ext uri="{FF2B5EF4-FFF2-40B4-BE49-F238E27FC236}">
                <a16:creationId xmlns:a16="http://schemas.microsoft.com/office/drawing/2014/main" id="{FA17F45A-AC99-4A4E-8304-5782C394EE2B}"/>
              </a:ext>
            </a:extLst>
          </p:cNvPr>
          <p:cNvSpPr>
            <a:spLocks noGrp="1"/>
          </p:cNvSpPr>
          <p:nvPr/>
        </p:nvSpPr>
        <p:spPr>
          <a:xfrm>
            <a:off x="10784495" y="2642964"/>
            <a:ext cx="152400" cy="308146"/>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Inter"/>
                <a:ea typeface="Inter"/>
                <a:cs typeface="Inter"/>
              </a:defRPr>
            </a:defPPr>
            <a:lvl1pPr algn="l">
              <a:defRPr sz="1744" b="0" i="0" kern="0" spc="0">
                <a:solidFill>
                  <a:srgbClr val="0A2540"/>
                </a:solidFill>
                <a:latin typeface="Inter"/>
                <a:ea typeface="Inter"/>
                <a:cs typeface="Inter"/>
              </a:defRPr>
            </a:lvl1pPr>
            <a:lvl2pPr algn="l">
              <a:defRPr sz="1744" b="0" i="0" kern="0" spc="0">
                <a:solidFill>
                  <a:srgbClr val="0A2540"/>
                </a:solidFill>
                <a:latin typeface="Inter"/>
                <a:ea typeface="Inter"/>
                <a:cs typeface="Inter"/>
              </a:defRPr>
            </a:lvl2pPr>
            <a:lvl3pPr algn="l">
              <a:defRPr sz="1744" b="0" i="0" kern="0" spc="0">
                <a:solidFill>
                  <a:srgbClr val="0A2540"/>
                </a:solidFill>
                <a:latin typeface="Inter"/>
                <a:ea typeface="Inter"/>
                <a:cs typeface="Inter"/>
              </a:defRPr>
            </a:lvl3pPr>
            <a:lvl4pPr algn="l">
              <a:defRPr sz="1744" b="0" i="0" kern="0" spc="0">
                <a:solidFill>
                  <a:srgbClr val="0A2540"/>
                </a:solidFill>
                <a:latin typeface="Inter"/>
                <a:ea typeface="Inter"/>
                <a:cs typeface="Inter"/>
              </a:defRPr>
            </a:lvl4pPr>
            <a:lvl5pPr algn="l">
              <a:defRPr sz="1744" b="0" i="0" kern="0" spc="0">
                <a:solidFill>
                  <a:srgbClr val="0A2540"/>
                </a:solidFill>
                <a:latin typeface="Inter"/>
                <a:ea typeface="Inter"/>
                <a:cs typeface="Inter"/>
              </a:defRPr>
            </a:lvl5pPr>
            <a:lvl6pPr algn="l">
              <a:defRPr sz="1744" b="0" i="0" kern="0" spc="0">
                <a:solidFill>
                  <a:srgbClr val="0A2540"/>
                </a:solidFill>
                <a:latin typeface="Inter"/>
                <a:ea typeface="Inter"/>
                <a:cs typeface="Inter"/>
              </a:defRPr>
            </a:lvl6pPr>
            <a:lvl7pPr algn="l">
              <a:defRPr sz="1744" b="0" i="0" kern="0" spc="0">
                <a:solidFill>
                  <a:srgbClr val="0A2540"/>
                </a:solidFill>
                <a:latin typeface="Inter"/>
                <a:ea typeface="Inter"/>
                <a:cs typeface="Inter"/>
              </a:defRPr>
            </a:lvl7pPr>
            <a:lvl8pPr algn="l">
              <a:defRPr sz="1744" b="0" i="0" kern="0" spc="0">
                <a:solidFill>
                  <a:srgbClr val="0A2540"/>
                </a:solidFill>
                <a:latin typeface="Inter"/>
                <a:ea typeface="Inter"/>
                <a:cs typeface="Inter"/>
              </a:defRPr>
            </a:lvl8pPr>
            <a:lvl9pPr algn="l">
              <a:defRPr sz="1744" b="0" i="0" kern="0" spc="0">
                <a:solidFill>
                  <a:srgbClr val="0A2540"/>
                </a:solidFill>
                <a:latin typeface="Inter"/>
                <a:ea typeface="Inter"/>
                <a:cs typeface="Inter"/>
              </a:defRPr>
            </a:lvl9pPr>
          </a:lstStyle>
          <a:p>
            <a:pPr algn="l">
              <a:lnSpc>
                <a:spcPct val="100000"/>
              </a:lnSpc>
              <a:buNone/>
              <a:defRPr sz="1744" b="0" i="0" kern="0" spc="0">
                <a:solidFill>
                  <a:srgbClr val="0A2540"/>
                </a:solidFill>
                <a:latin typeface="Inter"/>
                <a:ea typeface="Inter"/>
                <a:cs typeface="Inter"/>
              </a:defRPr>
            </a:pPr>
            <a:r>
              <a:rPr sz="1744" b="0" i="0" kern="0" spc="0">
                <a:solidFill>
                  <a:srgbClr val="0A2540"/>
                </a:solidFill>
                <a:latin typeface="Inter"/>
                <a:ea typeface="Inter"/>
                <a:cs typeface="Inter"/>
              </a:rPr>
              <a:t>.</a:t>
            </a:r>
          </a:p>
        </p:txBody>
      </p:sp>
      <p:sp>
        <p:nvSpPr>
          <p:cNvPr id="67" name="s11 text 12">
            <a:extLst>
              <a:ext uri="{FF2B5EF4-FFF2-40B4-BE49-F238E27FC236}">
                <a16:creationId xmlns:a16="http://schemas.microsoft.com/office/drawing/2014/main" id="{737A1550-7909-4C72-8C60-F85ED64108D9}"/>
              </a:ext>
            </a:extLst>
          </p:cNvPr>
          <p:cNvSpPr>
            <a:spLocks noGrp="1"/>
          </p:cNvSpPr>
          <p:nvPr/>
        </p:nvSpPr>
        <p:spPr>
          <a:xfrm>
            <a:off x="9924566" y="3125819"/>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2</a:t>
            </a:r>
          </a:p>
        </p:txBody>
      </p:sp>
      <p:sp>
        <p:nvSpPr>
          <p:cNvPr id="68" name="s11 text 13">
            <a:extLst>
              <a:ext uri="{FF2B5EF4-FFF2-40B4-BE49-F238E27FC236}">
                <a16:creationId xmlns:a16="http://schemas.microsoft.com/office/drawing/2014/main" id="{9E926B53-B1D2-435D-A7B0-A436F6EFD77D}"/>
              </a:ext>
            </a:extLst>
          </p:cNvPr>
          <p:cNvSpPr>
            <a:spLocks noGrp="1"/>
          </p:cNvSpPr>
          <p:nvPr/>
        </p:nvSpPr>
        <p:spPr>
          <a:xfrm>
            <a:off x="10271261" y="3064445"/>
            <a:ext cx="2887027"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Domestic supply at $125 is</a:t>
            </a:r>
          </a:p>
        </p:txBody>
      </p:sp>
      <p:sp>
        <p:nvSpPr>
          <p:cNvPr id="69" name="s11 text 14">
            <a:extLst>
              <a:ext uri="{FF2B5EF4-FFF2-40B4-BE49-F238E27FC236}">
                <a16:creationId xmlns:a16="http://schemas.microsoft.com/office/drawing/2014/main" id="{687CFE48-B3E9-4A8C-B98C-E87A39A7A8A7}"/>
              </a:ext>
            </a:extLst>
          </p:cNvPr>
          <p:cNvSpPr>
            <a:spLocks noGrp="1"/>
          </p:cNvSpPr>
          <p:nvPr/>
        </p:nvSpPr>
        <p:spPr>
          <a:xfrm>
            <a:off x="10271261" y="3371627"/>
            <a:ext cx="2630805"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60 thousand, so imports</a:t>
            </a:r>
          </a:p>
        </p:txBody>
      </p:sp>
      <p:sp>
        <p:nvSpPr>
          <p:cNvPr id="70" name="s11 text 15">
            <a:extLst>
              <a:ext uri="{FF2B5EF4-FFF2-40B4-BE49-F238E27FC236}">
                <a16:creationId xmlns:a16="http://schemas.microsoft.com/office/drawing/2014/main" id="{A944C273-AAAB-40E9-A3F6-92906B5D1D93}"/>
              </a:ext>
            </a:extLst>
          </p:cNvPr>
          <p:cNvSpPr>
            <a:spLocks noGrp="1"/>
          </p:cNvSpPr>
          <p:nvPr/>
        </p:nvSpPr>
        <p:spPr>
          <a:xfrm>
            <a:off x="12848369" y="3373830"/>
            <a:ext cx="208169" cy="316000"/>
          </a:xfrm>
          <a:prstGeom prst="rect">
            <a:avLst/>
          </a:prstGeom>
          <a:noFill/>
          <a:ln w="0">
            <a:noFill/>
            <a:prstDash val="solid"/>
          </a:ln>
        </p:spPr>
        <p:txBody>
          <a:bodyPr wrap="none" lIns="0" tIns="0" rIns="0" bIns="0" anchor="t">
            <a:noAutofit/>
          </a:bodyPr>
          <a:lstStyle>
            <a:defPPr algn="l">
              <a:defRPr sz="1639" b="0" i="0" kern="0" spc="0">
                <a:solidFill>
                  <a:srgbClr val="0A2540"/>
                </a:solidFill>
                <a:latin typeface="JetBrains Mono"/>
                <a:ea typeface="JetBrains Mono"/>
                <a:cs typeface="JetBrains Mono"/>
              </a:defRPr>
            </a:defPPr>
            <a:lvl1pPr algn="l">
              <a:defRPr sz="1639" b="0" i="0" kern="0" spc="0">
                <a:solidFill>
                  <a:srgbClr val="0A2540"/>
                </a:solidFill>
                <a:latin typeface="JetBrains Mono"/>
                <a:ea typeface="JetBrains Mono"/>
                <a:cs typeface="JetBrains Mono"/>
              </a:defRPr>
            </a:lvl1pPr>
            <a:lvl2pPr algn="l">
              <a:defRPr sz="1639" b="0" i="0" kern="0" spc="0">
                <a:solidFill>
                  <a:srgbClr val="0A2540"/>
                </a:solidFill>
                <a:latin typeface="JetBrains Mono"/>
                <a:ea typeface="JetBrains Mono"/>
                <a:cs typeface="JetBrains Mono"/>
              </a:defRPr>
            </a:lvl2pPr>
            <a:lvl3pPr algn="l">
              <a:defRPr sz="1639" b="0" i="0" kern="0" spc="0">
                <a:solidFill>
                  <a:srgbClr val="0A2540"/>
                </a:solidFill>
                <a:latin typeface="JetBrains Mono"/>
                <a:ea typeface="JetBrains Mono"/>
                <a:cs typeface="JetBrains Mono"/>
              </a:defRPr>
            </a:lvl3pPr>
            <a:lvl4pPr algn="l">
              <a:defRPr sz="1639" b="0" i="0" kern="0" spc="0">
                <a:solidFill>
                  <a:srgbClr val="0A2540"/>
                </a:solidFill>
                <a:latin typeface="JetBrains Mono"/>
                <a:ea typeface="JetBrains Mono"/>
                <a:cs typeface="JetBrains Mono"/>
              </a:defRPr>
            </a:lvl4pPr>
            <a:lvl5pPr algn="l">
              <a:defRPr sz="1639" b="0" i="0" kern="0" spc="0">
                <a:solidFill>
                  <a:srgbClr val="0A2540"/>
                </a:solidFill>
                <a:latin typeface="JetBrains Mono"/>
                <a:ea typeface="JetBrains Mono"/>
                <a:cs typeface="JetBrains Mono"/>
              </a:defRPr>
            </a:lvl5pPr>
            <a:lvl6pPr algn="l">
              <a:defRPr sz="1639" b="0" i="0" kern="0" spc="0">
                <a:solidFill>
                  <a:srgbClr val="0A2540"/>
                </a:solidFill>
                <a:latin typeface="JetBrains Mono"/>
                <a:ea typeface="JetBrains Mono"/>
                <a:cs typeface="JetBrains Mono"/>
              </a:defRPr>
            </a:lvl6pPr>
            <a:lvl7pPr algn="l">
              <a:defRPr sz="1639" b="0" i="0" kern="0" spc="0">
                <a:solidFill>
                  <a:srgbClr val="0A2540"/>
                </a:solidFill>
                <a:latin typeface="JetBrains Mono"/>
                <a:ea typeface="JetBrains Mono"/>
                <a:cs typeface="JetBrains Mono"/>
              </a:defRPr>
            </a:lvl7pPr>
            <a:lvl8pPr algn="l">
              <a:defRPr sz="1639" b="0" i="0" kern="0" spc="0">
                <a:solidFill>
                  <a:srgbClr val="0A2540"/>
                </a:solidFill>
                <a:latin typeface="JetBrains Mono"/>
                <a:ea typeface="JetBrains Mono"/>
                <a:cs typeface="JetBrains Mono"/>
              </a:defRPr>
            </a:lvl8pPr>
            <a:lvl9pPr algn="l">
              <a:defRPr sz="1639" b="0" i="0" kern="0" spc="0">
                <a:solidFill>
                  <a:srgbClr val="0A2540"/>
                </a:solidFill>
                <a:latin typeface="JetBrains Mono"/>
                <a:ea typeface="JetBrains Mono"/>
                <a:cs typeface="JetBrains Mono"/>
              </a:defRPr>
            </a:lvl9pPr>
          </a:lstStyle>
          <a:p>
            <a:pPr algn="l">
              <a:lnSpc>
                <a:spcPct val="100000"/>
              </a:lnSpc>
              <a:buNone/>
              <a:defRPr sz="1639" b="0" i="0" kern="0" spc="0">
                <a:solidFill>
                  <a:srgbClr val="0A2540"/>
                </a:solidFill>
                <a:latin typeface="JetBrains Mono"/>
                <a:ea typeface="JetBrains Mono"/>
                <a:cs typeface="JetBrains Mono"/>
              </a:defRPr>
            </a:pPr>
            <a:r>
              <a:rPr sz="1639" b="0" i="0" kern="0" spc="0">
                <a:solidFill>
                  <a:srgbClr val="0A2540"/>
                </a:solidFill>
                <a:latin typeface="JetBrains Mono"/>
                <a:ea typeface="JetBrains Mono"/>
                <a:cs typeface="JetBrains Mono"/>
              </a:rPr>
              <a:t>=</a:t>
            </a:r>
          </a:p>
        </p:txBody>
      </p:sp>
      <p:sp>
        <p:nvSpPr>
          <p:cNvPr id="71" name="s11 text 16">
            <a:extLst>
              <a:ext uri="{FF2B5EF4-FFF2-40B4-BE49-F238E27FC236}">
                <a16:creationId xmlns:a16="http://schemas.microsoft.com/office/drawing/2014/main" id="{1D08B480-BE35-434E-B90F-B9F562576F0B}"/>
              </a:ext>
            </a:extLst>
          </p:cNvPr>
          <p:cNvSpPr>
            <a:spLocks noGrp="1"/>
          </p:cNvSpPr>
          <p:nvPr/>
        </p:nvSpPr>
        <p:spPr>
          <a:xfrm>
            <a:off x="10271261" y="3681011"/>
            <a:ext cx="1582122"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80 − 60 = 20</a:t>
            </a:r>
          </a:p>
        </p:txBody>
      </p:sp>
      <p:sp>
        <p:nvSpPr>
          <p:cNvPr id="72" name="s11 text 17">
            <a:extLst>
              <a:ext uri="{FF2B5EF4-FFF2-40B4-BE49-F238E27FC236}">
                <a16:creationId xmlns:a16="http://schemas.microsoft.com/office/drawing/2014/main" id="{F52961D6-4C4B-448D-ADEB-8DF486B664E9}"/>
              </a:ext>
            </a:extLst>
          </p:cNvPr>
          <p:cNvSpPr>
            <a:spLocks noGrp="1"/>
          </p:cNvSpPr>
          <p:nvPr/>
        </p:nvSpPr>
        <p:spPr>
          <a:xfrm>
            <a:off x="11816740" y="3678808"/>
            <a:ext cx="1272159"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thousand =</a:t>
            </a:r>
          </a:p>
        </p:txBody>
      </p:sp>
      <p:sp>
        <p:nvSpPr>
          <p:cNvPr id="73" name="s11 text 18">
            <a:extLst>
              <a:ext uri="{FF2B5EF4-FFF2-40B4-BE49-F238E27FC236}">
                <a16:creationId xmlns:a16="http://schemas.microsoft.com/office/drawing/2014/main" id="{7880B358-050A-4525-BE4B-C93B121E7C86}"/>
              </a:ext>
            </a:extLst>
          </p:cNvPr>
          <p:cNvSpPr>
            <a:spLocks noGrp="1"/>
          </p:cNvSpPr>
          <p:nvPr/>
        </p:nvSpPr>
        <p:spPr>
          <a:xfrm>
            <a:off x="10271261" y="3978845"/>
            <a:ext cx="1080611" cy="308146"/>
          </a:xfrm>
          <a:prstGeom prst="rect">
            <a:avLst/>
          </a:prstGeom>
          <a:noFill/>
          <a:ln w="0">
            <a:noFill/>
            <a:prstDash val="solid"/>
          </a:ln>
        </p:spPr>
        <p:txBody>
          <a:bodyPr wrap="none" lIns="0" tIns="0" rIns="0" bIns="0" anchor="t">
            <a:noAutofit/>
          </a:bodyPr>
          <a:lstStyle>
            <a:defPPr algn="l">
              <a:defRPr sz="1744" b="0" i="0" kern="0" spc="-10">
                <a:solidFill>
                  <a:srgbClr val="0A2540"/>
                </a:solidFill>
                <a:latin typeface="Inter"/>
                <a:ea typeface="Inter"/>
                <a:cs typeface="Inter"/>
              </a:defRPr>
            </a:defPPr>
            <a:lvl1pPr algn="l">
              <a:defRPr sz="1744" b="0" i="0" kern="0" spc="-10">
                <a:solidFill>
                  <a:srgbClr val="0A2540"/>
                </a:solidFill>
                <a:latin typeface="Inter"/>
                <a:ea typeface="Inter"/>
                <a:cs typeface="Inter"/>
              </a:defRPr>
            </a:lvl1pPr>
            <a:lvl2pPr algn="l">
              <a:defRPr sz="1744" b="0" i="0" kern="0" spc="-10">
                <a:solidFill>
                  <a:srgbClr val="0A2540"/>
                </a:solidFill>
                <a:latin typeface="Inter"/>
                <a:ea typeface="Inter"/>
                <a:cs typeface="Inter"/>
              </a:defRPr>
            </a:lvl2pPr>
            <a:lvl3pPr algn="l">
              <a:defRPr sz="1744" b="0" i="0" kern="0" spc="-10">
                <a:solidFill>
                  <a:srgbClr val="0A2540"/>
                </a:solidFill>
                <a:latin typeface="Inter"/>
                <a:ea typeface="Inter"/>
                <a:cs typeface="Inter"/>
              </a:defRPr>
            </a:lvl3pPr>
            <a:lvl4pPr algn="l">
              <a:defRPr sz="1744" b="0" i="0" kern="0" spc="-10">
                <a:solidFill>
                  <a:srgbClr val="0A2540"/>
                </a:solidFill>
                <a:latin typeface="Inter"/>
                <a:ea typeface="Inter"/>
                <a:cs typeface="Inter"/>
              </a:defRPr>
            </a:lvl4pPr>
            <a:lvl5pPr algn="l">
              <a:defRPr sz="1744" b="0" i="0" kern="0" spc="-10">
                <a:solidFill>
                  <a:srgbClr val="0A2540"/>
                </a:solidFill>
                <a:latin typeface="Inter"/>
                <a:ea typeface="Inter"/>
                <a:cs typeface="Inter"/>
              </a:defRPr>
            </a:lvl5pPr>
            <a:lvl6pPr algn="l">
              <a:defRPr sz="1744" b="0" i="0" kern="0" spc="-10">
                <a:solidFill>
                  <a:srgbClr val="0A2540"/>
                </a:solidFill>
                <a:latin typeface="Inter"/>
                <a:ea typeface="Inter"/>
                <a:cs typeface="Inter"/>
              </a:defRPr>
            </a:lvl6pPr>
            <a:lvl7pPr algn="l">
              <a:defRPr sz="1744" b="0" i="0" kern="0" spc="-10">
                <a:solidFill>
                  <a:srgbClr val="0A2540"/>
                </a:solidFill>
                <a:latin typeface="Inter"/>
                <a:ea typeface="Inter"/>
                <a:cs typeface="Inter"/>
              </a:defRPr>
            </a:lvl7pPr>
            <a:lvl8pPr algn="l">
              <a:defRPr sz="1744" b="0" i="0" kern="0" spc="-10">
                <a:solidFill>
                  <a:srgbClr val="0A2540"/>
                </a:solidFill>
                <a:latin typeface="Inter"/>
                <a:ea typeface="Inter"/>
                <a:cs typeface="Inter"/>
              </a:defRPr>
            </a:lvl8pPr>
            <a:lvl9pPr algn="l">
              <a:defRPr sz="1744" b="0" i="0" kern="0" spc="-10">
                <a:solidFill>
                  <a:srgbClr val="0A2540"/>
                </a:solidFill>
                <a:latin typeface="Inter"/>
                <a:ea typeface="Inter"/>
                <a:cs typeface="Inter"/>
              </a:defRPr>
            </a:lvl9pPr>
          </a:lstStyle>
          <a:p>
            <a:pPr algn="l">
              <a:lnSpc>
                <a:spcPct val="100000"/>
              </a:lnSpc>
              <a:buNone/>
              <a:defRPr sz="1744" b="0" i="0" kern="0" spc="-10">
                <a:solidFill>
                  <a:srgbClr val="0A2540"/>
                </a:solidFill>
                <a:latin typeface="Inter"/>
                <a:ea typeface="Inter"/>
                <a:cs typeface="Inter"/>
              </a:defRPr>
            </a:pPr>
            <a:r>
              <a:rPr sz="1744" b="0" i="0" kern="0" spc="-10">
                <a:solidFill>
                  <a:srgbClr val="0A2540"/>
                </a:solidFill>
                <a:latin typeface="Inter"/>
                <a:ea typeface="Inter"/>
                <a:cs typeface="Inter"/>
              </a:rPr>
              <a:t>the quota</a:t>
            </a:r>
          </a:p>
        </p:txBody>
      </p:sp>
      <p:sp>
        <p:nvSpPr>
          <p:cNvPr id="74" name="s11 text 19">
            <a:extLst>
              <a:ext uri="{FF2B5EF4-FFF2-40B4-BE49-F238E27FC236}">
                <a16:creationId xmlns:a16="http://schemas.microsoft.com/office/drawing/2014/main" id="{7B26901C-F047-4A07-B92A-EA8874211DB4}"/>
              </a:ext>
            </a:extLst>
          </p:cNvPr>
          <p:cNvSpPr>
            <a:spLocks noGrp="1"/>
          </p:cNvSpPr>
          <p:nvPr/>
        </p:nvSpPr>
        <p:spPr>
          <a:xfrm>
            <a:off x="11314128" y="3954407"/>
            <a:ext cx="254413" cy="338737"/>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Arial"/>
                <a:ea typeface="Arial"/>
                <a:cs typeface="Arial"/>
              </a:defRPr>
            </a:defPPr>
            <a:lvl1pPr algn="l">
              <a:defRPr sz="1744" b="0" i="0" kern="0" spc="0">
                <a:solidFill>
                  <a:srgbClr val="0A2540"/>
                </a:solidFill>
                <a:latin typeface="Arial"/>
                <a:ea typeface="Arial"/>
                <a:cs typeface="Arial"/>
              </a:defRPr>
            </a:lvl1pPr>
            <a:lvl2pPr algn="l">
              <a:defRPr sz="1744" b="0" i="0" kern="0" spc="0">
                <a:solidFill>
                  <a:srgbClr val="0A2540"/>
                </a:solidFill>
                <a:latin typeface="Arial"/>
                <a:ea typeface="Arial"/>
                <a:cs typeface="Arial"/>
              </a:defRPr>
            </a:lvl2pPr>
            <a:lvl3pPr algn="l">
              <a:defRPr sz="1744" b="0" i="0" kern="0" spc="0">
                <a:solidFill>
                  <a:srgbClr val="0A2540"/>
                </a:solidFill>
                <a:latin typeface="Arial"/>
                <a:ea typeface="Arial"/>
                <a:cs typeface="Arial"/>
              </a:defRPr>
            </a:lvl3pPr>
            <a:lvl4pPr algn="l">
              <a:defRPr sz="1744" b="0" i="0" kern="0" spc="0">
                <a:solidFill>
                  <a:srgbClr val="0A2540"/>
                </a:solidFill>
                <a:latin typeface="Arial"/>
                <a:ea typeface="Arial"/>
                <a:cs typeface="Arial"/>
              </a:defRPr>
            </a:lvl4pPr>
            <a:lvl5pPr algn="l">
              <a:defRPr sz="1744" b="0" i="0" kern="0" spc="0">
                <a:solidFill>
                  <a:srgbClr val="0A2540"/>
                </a:solidFill>
                <a:latin typeface="Arial"/>
                <a:ea typeface="Arial"/>
                <a:cs typeface="Arial"/>
              </a:defRPr>
            </a:lvl5pPr>
            <a:lvl6pPr algn="l">
              <a:defRPr sz="1744" b="0" i="0" kern="0" spc="0">
                <a:solidFill>
                  <a:srgbClr val="0A2540"/>
                </a:solidFill>
                <a:latin typeface="Arial"/>
                <a:ea typeface="Arial"/>
                <a:cs typeface="Arial"/>
              </a:defRPr>
            </a:lvl6pPr>
            <a:lvl7pPr algn="l">
              <a:defRPr sz="1744" b="0" i="0" kern="0" spc="0">
                <a:solidFill>
                  <a:srgbClr val="0A2540"/>
                </a:solidFill>
                <a:latin typeface="Arial"/>
                <a:ea typeface="Arial"/>
                <a:cs typeface="Arial"/>
              </a:defRPr>
            </a:lvl7pPr>
            <a:lvl8pPr algn="l">
              <a:defRPr sz="1744" b="0" i="0" kern="0" spc="0">
                <a:solidFill>
                  <a:srgbClr val="0A2540"/>
                </a:solidFill>
                <a:latin typeface="Arial"/>
                <a:ea typeface="Arial"/>
                <a:cs typeface="Arial"/>
              </a:defRPr>
            </a:lvl8pPr>
            <a:lvl9pPr algn="l">
              <a:defRPr sz="1744" b="0" i="0" kern="0" spc="0">
                <a:solidFill>
                  <a:srgbClr val="0A2540"/>
                </a:solidFill>
                <a:latin typeface="Arial"/>
                <a:ea typeface="Arial"/>
                <a:cs typeface="Arial"/>
              </a:defRPr>
            </a:lvl9pPr>
          </a:lstStyle>
          <a:p>
            <a:pPr algn="l">
              <a:lnSpc>
                <a:spcPct val="100000"/>
              </a:lnSpc>
              <a:buNone/>
              <a:defRPr sz="1744" b="0" i="0" kern="0" spc="0">
                <a:solidFill>
                  <a:srgbClr val="0A2540"/>
                </a:solidFill>
                <a:latin typeface="Arial"/>
                <a:ea typeface="Arial"/>
                <a:cs typeface="Arial"/>
              </a:defRPr>
            </a:pPr>
            <a:r>
              <a:rPr sz="1744" b="0" i="0" kern="0" spc="0">
                <a:solidFill>
                  <a:srgbClr val="0A2540"/>
                </a:solidFill>
                <a:latin typeface="Arial"/>
                <a:ea typeface="Arial"/>
                <a:cs typeface="Arial"/>
              </a:rPr>
              <a:t>✓</a:t>
            </a:r>
          </a:p>
        </p:txBody>
      </p:sp>
      <p:sp>
        <p:nvSpPr>
          <p:cNvPr id="75" name="s11 text 20">
            <a:extLst>
              <a:ext uri="{FF2B5EF4-FFF2-40B4-BE49-F238E27FC236}">
                <a16:creationId xmlns:a16="http://schemas.microsoft.com/office/drawing/2014/main" id="{FD1E26B8-AE3A-4951-9492-D2D69414B958}"/>
              </a:ext>
            </a:extLst>
          </p:cNvPr>
          <p:cNvSpPr>
            <a:spLocks noGrp="1"/>
          </p:cNvSpPr>
          <p:nvPr/>
        </p:nvSpPr>
        <p:spPr>
          <a:xfrm>
            <a:off x="9924566" y="4461700"/>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3</a:t>
            </a:r>
          </a:p>
        </p:txBody>
      </p:sp>
      <p:sp>
        <p:nvSpPr>
          <p:cNvPr id="76" name="s11 text 21">
            <a:extLst>
              <a:ext uri="{FF2B5EF4-FFF2-40B4-BE49-F238E27FC236}">
                <a16:creationId xmlns:a16="http://schemas.microsoft.com/office/drawing/2014/main" id="{60748622-BFF4-4C85-8221-843FAE15AD2E}"/>
              </a:ext>
            </a:extLst>
          </p:cNvPr>
          <p:cNvSpPr>
            <a:spLocks noGrp="1"/>
          </p:cNvSpPr>
          <p:nvPr/>
        </p:nvSpPr>
        <p:spPr>
          <a:xfrm>
            <a:off x="10271261" y="4400327"/>
            <a:ext cx="1193959" cy="308146"/>
          </a:xfrm>
          <a:prstGeom prst="rect">
            <a:avLst/>
          </a:prstGeom>
          <a:noFill/>
          <a:ln w="0">
            <a:noFill/>
            <a:prstDash val="solid"/>
          </a:ln>
        </p:spPr>
        <p:txBody>
          <a:bodyPr wrap="none" lIns="0" tIns="0" rIns="0" bIns="0" anchor="t">
            <a:noAutofit/>
          </a:bodyPr>
          <a:lstStyle>
            <a:defPPr algn="l">
              <a:defRPr sz="1744" b="0" i="0" kern="0" spc="-10">
                <a:solidFill>
                  <a:srgbClr val="0A2540"/>
                </a:solidFill>
                <a:latin typeface="Inter"/>
                <a:ea typeface="Inter"/>
                <a:cs typeface="Inter"/>
              </a:defRPr>
            </a:defPPr>
            <a:lvl1pPr algn="l">
              <a:defRPr sz="1744" b="0" i="0" kern="0" spc="-10">
                <a:solidFill>
                  <a:srgbClr val="0A2540"/>
                </a:solidFill>
                <a:latin typeface="Inter"/>
                <a:ea typeface="Inter"/>
                <a:cs typeface="Inter"/>
              </a:defRPr>
            </a:lvl1pPr>
            <a:lvl2pPr algn="l">
              <a:defRPr sz="1744" b="0" i="0" kern="0" spc="-10">
                <a:solidFill>
                  <a:srgbClr val="0A2540"/>
                </a:solidFill>
                <a:latin typeface="Inter"/>
                <a:ea typeface="Inter"/>
                <a:cs typeface="Inter"/>
              </a:defRPr>
            </a:lvl2pPr>
            <a:lvl3pPr algn="l">
              <a:defRPr sz="1744" b="0" i="0" kern="0" spc="-10">
                <a:solidFill>
                  <a:srgbClr val="0A2540"/>
                </a:solidFill>
                <a:latin typeface="Inter"/>
                <a:ea typeface="Inter"/>
                <a:cs typeface="Inter"/>
              </a:defRPr>
            </a:lvl3pPr>
            <a:lvl4pPr algn="l">
              <a:defRPr sz="1744" b="0" i="0" kern="0" spc="-10">
                <a:solidFill>
                  <a:srgbClr val="0A2540"/>
                </a:solidFill>
                <a:latin typeface="Inter"/>
                <a:ea typeface="Inter"/>
                <a:cs typeface="Inter"/>
              </a:defRPr>
            </a:lvl4pPr>
            <a:lvl5pPr algn="l">
              <a:defRPr sz="1744" b="0" i="0" kern="0" spc="-10">
                <a:solidFill>
                  <a:srgbClr val="0A2540"/>
                </a:solidFill>
                <a:latin typeface="Inter"/>
                <a:ea typeface="Inter"/>
                <a:cs typeface="Inter"/>
              </a:defRPr>
            </a:lvl5pPr>
            <a:lvl6pPr algn="l">
              <a:defRPr sz="1744" b="0" i="0" kern="0" spc="-10">
                <a:solidFill>
                  <a:srgbClr val="0A2540"/>
                </a:solidFill>
                <a:latin typeface="Inter"/>
                <a:ea typeface="Inter"/>
                <a:cs typeface="Inter"/>
              </a:defRPr>
            </a:lvl6pPr>
            <a:lvl7pPr algn="l">
              <a:defRPr sz="1744" b="0" i="0" kern="0" spc="-10">
                <a:solidFill>
                  <a:srgbClr val="0A2540"/>
                </a:solidFill>
                <a:latin typeface="Inter"/>
                <a:ea typeface="Inter"/>
                <a:cs typeface="Inter"/>
              </a:defRPr>
            </a:lvl7pPr>
            <a:lvl8pPr algn="l">
              <a:defRPr sz="1744" b="0" i="0" kern="0" spc="-10">
                <a:solidFill>
                  <a:srgbClr val="0A2540"/>
                </a:solidFill>
                <a:latin typeface="Inter"/>
                <a:ea typeface="Inter"/>
                <a:cs typeface="Inter"/>
              </a:defRPr>
            </a:lvl8pPr>
            <a:lvl9pPr algn="l">
              <a:defRPr sz="1744" b="0" i="0" kern="0" spc="-10">
                <a:solidFill>
                  <a:srgbClr val="0A2540"/>
                </a:solidFill>
                <a:latin typeface="Inter"/>
                <a:ea typeface="Inter"/>
                <a:cs typeface="Inter"/>
              </a:defRPr>
            </a:lvl9pPr>
          </a:lstStyle>
          <a:p>
            <a:pPr algn="l">
              <a:lnSpc>
                <a:spcPct val="100000"/>
              </a:lnSpc>
              <a:buNone/>
              <a:defRPr sz="1744" b="0" i="0" kern="0" spc="-10">
                <a:solidFill>
                  <a:srgbClr val="0A2540"/>
                </a:solidFill>
                <a:latin typeface="Inter"/>
                <a:ea typeface="Inter"/>
                <a:cs typeface="Inter"/>
              </a:defRPr>
            </a:pPr>
            <a:r>
              <a:rPr sz="1744" b="0" i="0" kern="0" spc="-10">
                <a:solidFill>
                  <a:srgbClr val="0A2540"/>
                </a:solidFill>
                <a:latin typeface="Inter"/>
                <a:ea typeface="Inter"/>
                <a:cs typeface="Inter"/>
              </a:rPr>
              <a:t>Quota rent</a:t>
            </a:r>
          </a:p>
        </p:txBody>
      </p:sp>
      <p:sp>
        <p:nvSpPr>
          <p:cNvPr id="77" name="s11 text 22">
            <a:extLst>
              <a:ext uri="{FF2B5EF4-FFF2-40B4-BE49-F238E27FC236}">
                <a16:creationId xmlns:a16="http://schemas.microsoft.com/office/drawing/2014/main" id="{7A4FD897-2C52-4193-8DA0-CABCC185DC38}"/>
              </a:ext>
            </a:extLst>
          </p:cNvPr>
          <p:cNvSpPr>
            <a:spLocks noGrp="1"/>
          </p:cNvSpPr>
          <p:nvPr/>
        </p:nvSpPr>
        <p:spPr>
          <a:xfrm>
            <a:off x="11426316" y="4402530"/>
            <a:ext cx="1831867" cy="316000"/>
          </a:xfrm>
          <a:prstGeom prst="rect">
            <a:avLst/>
          </a:prstGeom>
          <a:noFill/>
          <a:ln w="0">
            <a:noFill/>
            <a:prstDash val="solid"/>
          </a:ln>
        </p:spPr>
        <p:txBody>
          <a:bodyPr wrap="none" lIns="0" tIns="0" rIns="0" bIns="0" anchor="t">
            <a:noAutofit/>
          </a:bodyPr>
          <a:lstStyle>
            <a:defPPr algn="l">
              <a:defRPr sz="1639" b="0" i="0" kern="0" spc="-9">
                <a:solidFill>
                  <a:srgbClr val="0A2540"/>
                </a:solidFill>
                <a:latin typeface="JetBrains Mono"/>
                <a:ea typeface="JetBrains Mono"/>
                <a:cs typeface="JetBrains Mono"/>
              </a:defRPr>
            </a:defPPr>
            <a:lvl1pPr algn="l">
              <a:defRPr sz="1639" b="0" i="0" kern="0" spc="-9">
                <a:solidFill>
                  <a:srgbClr val="0A2540"/>
                </a:solidFill>
                <a:latin typeface="JetBrains Mono"/>
                <a:ea typeface="JetBrains Mono"/>
                <a:cs typeface="JetBrains Mono"/>
              </a:defRPr>
            </a:lvl1pPr>
            <a:lvl2pPr algn="l">
              <a:defRPr sz="1639" b="0" i="0" kern="0" spc="-9">
                <a:solidFill>
                  <a:srgbClr val="0A2540"/>
                </a:solidFill>
                <a:latin typeface="JetBrains Mono"/>
                <a:ea typeface="JetBrains Mono"/>
                <a:cs typeface="JetBrains Mono"/>
              </a:defRPr>
            </a:lvl2pPr>
            <a:lvl3pPr algn="l">
              <a:defRPr sz="1639" b="0" i="0" kern="0" spc="-9">
                <a:solidFill>
                  <a:srgbClr val="0A2540"/>
                </a:solidFill>
                <a:latin typeface="JetBrains Mono"/>
                <a:ea typeface="JetBrains Mono"/>
                <a:cs typeface="JetBrains Mono"/>
              </a:defRPr>
            </a:lvl3pPr>
            <a:lvl4pPr algn="l">
              <a:defRPr sz="1639" b="0" i="0" kern="0" spc="-9">
                <a:solidFill>
                  <a:srgbClr val="0A2540"/>
                </a:solidFill>
                <a:latin typeface="JetBrains Mono"/>
                <a:ea typeface="JetBrains Mono"/>
                <a:cs typeface="JetBrains Mono"/>
              </a:defRPr>
            </a:lvl4pPr>
            <a:lvl5pPr algn="l">
              <a:defRPr sz="1639" b="0" i="0" kern="0" spc="-9">
                <a:solidFill>
                  <a:srgbClr val="0A2540"/>
                </a:solidFill>
                <a:latin typeface="JetBrains Mono"/>
                <a:ea typeface="JetBrains Mono"/>
                <a:cs typeface="JetBrains Mono"/>
              </a:defRPr>
            </a:lvl5pPr>
            <a:lvl6pPr algn="l">
              <a:defRPr sz="1639" b="0" i="0" kern="0" spc="-9">
                <a:solidFill>
                  <a:srgbClr val="0A2540"/>
                </a:solidFill>
                <a:latin typeface="JetBrains Mono"/>
                <a:ea typeface="JetBrains Mono"/>
                <a:cs typeface="JetBrains Mono"/>
              </a:defRPr>
            </a:lvl6pPr>
            <a:lvl7pPr algn="l">
              <a:defRPr sz="1639" b="0" i="0" kern="0" spc="-9">
                <a:solidFill>
                  <a:srgbClr val="0A2540"/>
                </a:solidFill>
                <a:latin typeface="JetBrains Mono"/>
                <a:ea typeface="JetBrains Mono"/>
                <a:cs typeface="JetBrains Mono"/>
              </a:defRPr>
            </a:lvl7pPr>
            <a:lvl8pPr algn="l">
              <a:defRPr sz="1639" b="0" i="0" kern="0" spc="-9">
                <a:solidFill>
                  <a:srgbClr val="0A2540"/>
                </a:solidFill>
                <a:latin typeface="JetBrains Mono"/>
                <a:ea typeface="JetBrains Mono"/>
                <a:cs typeface="JetBrains Mono"/>
              </a:defRPr>
            </a:lvl8pPr>
            <a:lvl9pPr algn="l">
              <a:defRPr sz="1639" b="0" i="0" kern="0" spc="-9">
                <a:solidFill>
                  <a:srgbClr val="0A2540"/>
                </a:solidFill>
                <a:latin typeface="JetBrains Mono"/>
                <a:ea typeface="JetBrains Mono"/>
                <a:cs typeface="JetBrains Mono"/>
              </a:defRPr>
            </a:lvl9pPr>
          </a:lstStyle>
          <a:p>
            <a:pPr algn="l">
              <a:lnSpc>
                <a:spcPct val="100000"/>
              </a:lnSpc>
              <a:buNone/>
              <a:defRPr sz="1639" b="0" i="0" kern="0" spc="-9">
                <a:solidFill>
                  <a:srgbClr val="0A2540"/>
                </a:solidFill>
                <a:latin typeface="JetBrains Mono"/>
                <a:ea typeface="JetBrains Mono"/>
                <a:cs typeface="JetBrains Mono"/>
              </a:defRPr>
            </a:pPr>
            <a:r>
              <a:rPr sz="1639" b="0" i="0" kern="0" spc="-9">
                <a:solidFill>
                  <a:srgbClr val="0A2540"/>
                </a:solidFill>
                <a:latin typeface="JetBrains Mono"/>
                <a:ea typeface="JetBrains Mono"/>
                <a:cs typeface="JetBrains Mono"/>
              </a:rPr>
              <a:t>= ($125 − $75)</a:t>
            </a:r>
          </a:p>
        </p:txBody>
      </p:sp>
      <p:sp>
        <p:nvSpPr>
          <p:cNvPr id="78" name="s11 text 23">
            <a:extLst>
              <a:ext uri="{FF2B5EF4-FFF2-40B4-BE49-F238E27FC236}">
                <a16:creationId xmlns:a16="http://schemas.microsoft.com/office/drawing/2014/main" id="{235D1018-6F33-4EEA-8013-1629D39CDD09}"/>
              </a:ext>
            </a:extLst>
          </p:cNvPr>
          <p:cNvSpPr>
            <a:spLocks noGrp="1"/>
          </p:cNvSpPr>
          <p:nvPr/>
        </p:nvSpPr>
        <p:spPr>
          <a:xfrm>
            <a:off x="10271261" y="4709711"/>
            <a:ext cx="1082440" cy="316000"/>
          </a:xfrm>
          <a:prstGeom prst="rect">
            <a:avLst/>
          </a:prstGeom>
          <a:noFill/>
          <a:ln w="0">
            <a:noFill/>
            <a:prstDash val="solid"/>
          </a:ln>
        </p:spPr>
        <p:txBody>
          <a:bodyPr wrap="none" lIns="0" tIns="0" rIns="0" bIns="0" anchor="t">
            <a:noAutofit/>
          </a:bodyPr>
          <a:lstStyle>
            <a:defPPr algn="l">
              <a:defRPr sz="1639" b="0" i="0" kern="0" spc="-9">
                <a:solidFill>
                  <a:srgbClr val="0A2540"/>
                </a:solidFill>
                <a:latin typeface="JetBrains Mono"/>
                <a:ea typeface="JetBrains Mono"/>
                <a:cs typeface="JetBrains Mono"/>
              </a:defRPr>
            </a:defPPr>
            <a:lvl1pPr algn="l">
              <a:defRPr sz="1639" b="0" i="0" kern="0" spc="-9">
                <a:solidFill>
                  <a:srgbClr val="0A2540"/>
                </a:solidFill>
                <a:latin typeface="JetBrains Mono"/>
                <a:ea typeface="JetBrains Mono"/>
                <a:cs typeface="JetBrains Mono"/>
              </a:defRPr>
            </a:lvl1pPr>
            <a:lvl2pPr algn="l">
              <a:defRPr sz="1639" b="0" i="0" kern="0" spc="-9">
                <a:solidFill>
                  <a:srgbClr val="0A2540"/>
                </a:solidFill>
                <a:latin typeface="JetBrains Mono"/>
                <a:ea typeface="JetBrains Mono"/>
                <a:cs typeface="JetBrains Mono"/>
              </a:defRPr>
            </a:lvl2pPr>
            <a:lvl3pPr algn="l">
              <a:defRPr sz="1639" b="0" i="0" kern="0" spc="-9">
                <a:solidFill>
                  <a:srgbClr val="0A2540"/>
                </a:solidFill>
                <a:latin typeface="JetBrains Mono"/>
                <a:ea typeface="JetBrains Mono"/>
                <a:cs typeface="JetBrains Mono"/>
              </a:defRPr>
            </a:lvl3pPr>
            <a:lvl4pPr algn="l">
              <a:defRPr sz="1639" b="0" i="0" kern="0" spc="-9">
                <a:solidFill>
                  <a:srgbClr val="0A2540"/>
                </a:solidFill>
                <a:latin typeface="JetBrains Mono"/>
                <a:ea typeface="JetBrains Mono"/>
                <a:cs typeface="JetBrains Mono"/>
              </a:defRPr>
            </a:lvl4pPr>
            <a:lvl5pPr algn="l">
              <a:defRPr sz="1639" b="0" i="0" kern="0" spc="-9">
                <a:solidFill>
                  <a:srgbClr val="0A2540"/>
                </a:solidFill>
                <a:latin typeface="JetBrains Mono"/>
                <a:ea typeface="JetBrains Mono"/>
                <a:cs typeface="JetBrains Mono"/>
              </a:defRPr>
            </a:lvl5pPr>
            <a:lvl6pPr algn="l">
              <a:defRPr sz="1639" b="0" i="0" kern="0" spc="-9">
                <a:solidFill>
                  <a:srgbClr val="0A2540"/>
                </a:solidFill>
                <a:latin typeface="JetBrains Mono"/>
                <a:ea typeface="JetBrains Mono"/>
                <a:cs typeface="JetBrains Mono"/>
              </a:defRPr>
            </a:lvl6pPr>
            <a:lvl7pPr algn="l">
              <a:defRPr sz="1639" b="0" i="0" kern="0" spc="-9">
                <a:solidFill>
                  <a:srgbClr val="0A2540"/>
                </a:solidFill>
                <a:latin typeface="JetBrains Mono"/>
                <a:ea typeface="JetBrains Mono"/>
                <a:cs typeface="JetBrains Mono"/>
              </a:defRPr>
            </a:lvl7pPr>
            <a:lvl8pPr algn="l">
              <a:defRPr sz="1639" b="0" i="0" kern="0" spc="-9">
                <a:solidFill>
                  <a:srgbClr val="0A2540"/>
                </a:solidFill>
                <a:latin typeface="JetBrains Mono"/>
                <a:ea typeface="JetBrains Mono"/>
                <a:cs typeface="JetBrains Mono"/>
              </a:defRPr>
            </a:lvl8pPr>
            <a:lvl9pPr algn="l">
              <a:defRPr sz="1639" b="0" i="0" kern="0" spc="-9">
                <a:solidFill>
                  <a:srgbClr val="0A2540"/>
                </a:solidFill>
                <a:latin typeface="JetBrains Mono"/>
                <a:ea typeface="JetBrains Mono"/>
                <a:cs typeface="JetBrains Mono"/>
              </a:defRPr>
            </a:lvl9pPr>
          </a:lstStyle>
          <a:p>
            <a:pPr algn="l">
              <a:lnSpc>
                <a:spcPct val="100000"/>
              </a:lnSpc>
              <a:buNone/>
              <a:defRPr sz="1639" b="0" i="0" kern="0" spc="-9">
                <a:solidFill>
                  <a:srgbClr val="0A2540"/>
                </a:solidFill>
                <a:latin typeface="JetBrains Mono"/>
                <a:ea typeface="JetBrains Mono"/>
                <a:cs typeface="JetBrains Mono"/>
              </a:defRPr>
            </a:pPr>
            <a:r>
              <a:rPr sz="1639" b="0" i="0" kern="0" spc="-9">
                <a:solidFill>
                  <a:srgbClr val="0A2540"/>
                </a:solidFill>
                <a:latin typeface="JetBrains Mono"/>
                <a:ea typeface="JetBrains Mono"/>
                <a:cs typeface="JetBrains Mono"/>
              </a:rPr>
              <a:t>× 20,000</a:t>
            </a:r>
          </a:p>
        </p:txBody>
      </p:sp>
      <p:sp>
        <p:nvSpPr>
          <p:cNvPr id="79" name="s11 text 24">
            <a:extLst>
              <a:ext uri="{FF2B5EF4-FFF2-40B4-BE49-F238E27FC236}">
                <a16:creationId xmlns:a16="http://schemas.microsoft.com/office/drawing/2014/main" id="{4099C87D-A3BE-49B8-A753-6537AE5AEE09}"/>
              </a:ext>
            </a:extLst>
          </p:cNvPr>
          <p:cNvSpPr>
            <a:spLocks noGrp="1"/>
          </p:cNvSpPr>
          <p:nvPr/>
        </p:nvSpPr>
        <p:spPr>
          <a:xfrm>
            <a:off x="9964080" y="5147215"/>
            <a:ext cx="1303020" cy="260261"/>
          </a:xfrm>
          <a:prstGeom prst="rect">
            <a:avLst/>
          </a:prstGeom>
          <a:noFill/>
          <a:ln w="0">
            <a:noFill/>
            <a:prstDash val="solid"/>
          </a:ln>
        </p:spPr>
        <p:txBody>
          <a:bodyPr wrap="none" lIns="0" tIns="0" rIns="0" bIns="0" anchor="t">
            <a:noAutofit/>
          </a:bodyPr>
          <a:lstStyle>
            <a:defPPr algn="l">
              <a:defRPr sz="1350" b="0" i="0" kern="0" spc="-10">
                <a:solidFill>
                  <a:srgbClr val="0A2540"/>
                </a:solidFill>
                <a:latin typeface="JetBrains Mono"/>
                <a:ea typeface="JetBrains Mono"/>
                <a:cs typeface="JetBrains Mono"/>
              </a:defRPr>
            </a:defPPr>
            <a:lvl1pPr algn="l">
              <a:defRPr sz="1350" b="0" i="0" kern="0" spc="-10">
                <a:solidFill>
                  <a:srgbClr val="0A2540"/>
                </a:solidFill>
                <a:latin typeface="JetBrains Mono"/>
                <a:ea typeface="JetBrains Mono"/>
                <a:cs typeface="JetBrains Mono"/>
              </a:defRPr>
            </a:lvl1pPr>
            <a:lvl2pPr algn="l">
              <a:defRPr sz="1350" b="0" i="0" kern="0" spc="-10">
                <a:solidFill>
                  <a:srgbClr val="0A2540"/>
                </a:solidFill>
                <a:latin typeface="JetBrains Mono"/>
                <a:ea typeface="JetBrains Mono"/>
                <a:cs typeface="JetBrains Mono"/>
              </a:defRPr>
            </a:lvl2pPr>
            <a:lvl3pPr algn="l">
              <a:defRPr sz="1350" b="0" i="0" kern="0" spc="-10">
                <a:solidFill>
                  <a:srgbClr val="0A2540"/>
                </a:solidFill>
                <a:latin typeface="JetBrains Mono"/>
                <a:ea typeface="JetBrains Mono"/>
                <a:cs typeface="JetBrains Mono"/>
              </a:defRPr>
            </a:lvl3pPr>
            <a:lvl4pPr algn="l">
              <a:defRPr sz="1350" b="0" i="0" kern="0" spc="-10">
                <a:solidFill>
                  <a:srgbClr val="0A2540"/>
                </a:solidFill>
                <a:latin typeface="JetBrains Mono"/>
                <a:ea typeface="JetBrains Mono"/>
                <a:cs typeface="JetBrains Mono"/>
              </a:defRPr>
            </a:lvl4pPr>
            <a:lvl5pPr algn="l">
              <a:defRPr sz="1350" b="0" i="0" kern="0" spc="-10">
                <a:solidFill>
                  <a:srgbClr val="0A2540"/>
                </a:solidFill>
                <a:latin typeface="JetBrains Mono"/>
                <a:ea typeface="JetBrains Mono"/>
                <a:cs typeface="JetBrains Mono"/>
              </a:defRPr>
            </a:lvl5pPr>
            <a:lvl6pPr algn="l">
              <a:defRPr sz="1350" b="0" i="0" kern="0" spc="-10">
                <a:solidFill>
                  <a:srgbClr val="0A2540"/>
                </a:solidFill>
                <a:latin typeface="JetBrains Mono"/>
                <a:ea typeface="JetBrains Mono"/>
                <a:cs typeface="JetBrains Mono"/>
              </a:defRPr>
            </a:lvl6pPr>
            <a:lvl7pPr algn="l">
              <a:defRPr sz="1350" b="0" i="0" kern="0" spc="-10">
                <a:solidFill>
                  <a:srgbClr val="0A2540"/>
                </a:solidFill>
                <a:latin typeface="JetBrains Mono"/>
                <a:ea typeface="JetBrains Mono"/>
                <a:cs typeface="JetBrains Mono"/>
              </a:defRPr>
            </a:lvl7pPr>
            <a:lvl8pPr algn="l">
              <a:defRPr sz="1350" b="0" i="0" kern="0" spc="-10">
                <a:solidFill>
                  <a:srgbClr val="0A2540"/>
                </a:solidFill>
                <a:latin typeface="JetBrains Mono"/>
                <a:ea typeface="JetBrains Mono"/>
                <a:cs typeface="JetBrains Mono"/>
              </a:defRPr>
            </a:lvl8pPr>
            <a:lvl9pPr algn="l">
              <a:defRPr sz="1350" b="0" i="0" kern="0" spc="-10">
                <a:solidFill>
                  <a:srgbClr val="0A2540"/>
                </a:solidFill>
                <a:latin typeface="JetBrains Mono"/>
                <a:ea typeface="JetBrains Mono"/>
                <a:cs typeface="JetBrains Mono"/>
              </a:defRPr>
            </a:lvl9pPr>
          </a:lstStyle>
          <a:p>
            <a:pPr algn="l">
              <a:lnSpc>
                <a:spcPct val="100000"/>
              </a:lnSpc>
              <a:buNone/>
              <a:defRPr sz="1350" b="0" i="0" kern="0" spc="-10">
                <a:solidFill>
                  <a:srgbClr val="0A2540"/>
                </a:solidFill>
                <a:latin typeface="JetBrains Mono"/>
                <a:ea typeface="JetBrains Mono"/>
                <a:cs typeface="JetBrains Mono"/>
              </a:defRPr>
            </a:pPr>
            <a:r>
              <a:rPr sz="1350" b="0" i="0" kern="0" spc="-10">
                <a:solidFill>
                  <a:srgbClr val="0A2540"/>
                </a:solidFill>
                <a:latin typeface="JetBrains Mono"/>
                <a:ea typeface="JetBrains Mono"/>
                <a:cs typeface="JetBrains Mono"/>
              </a:rPr>
              <a:t>Quota rent =</a:t>
            </a:r>
          </a:p>
        </p:txBody>
      </p:sp>
      <p:sp>
        <p:nvSpPr>
          <p:cNvPr id="80" name="s11 text 25">
            <a:extLst>
              <a:ext uri="{FF2B5EF4-FFF2-40B4-BE49-F238E27FC236}">
                <a16:creationId xmlns:a16="http://schemas.microsoft.com/office/drawing/2014/main" id="{550227C6-9282-4E69-BFF4-E10E4788D5C6}"/>
              </a:ext>
            </a:extLst>
          </p:cNvPr>
          <p:cNvSpPr>
            <a:spLocks noGrp="1"/>
          </p:cNvSpPr>
          <p:nvPr/>
        </p:nvSpPr>
        <p:spPr>
          <a:xfrm>
            <a:off x="11286566" y="5147215"/>
            <a:ext cx="1097280" cy="260261"/>
          </a:xfrm>
          <a:prstGeom prst="rect">
            <a:avLst/>
          </a:prstGeom>
          <a:noFill/>
          <a:ln w="0">
            <a:noFill/>
            <a:prstDash val="solid"/>
          </a:ln>
        </p:spPr>
        <p:txBody>
          <a:bodyPr wrap="none" lIns="0" tIns="0" rIns="0" bIns="0" anchor="t">
            <a:noAutofit/>
          </a:bodyPr>
          <a:lstStyle>
            <a:defPPr algn="l">
              <a:defRPr sz="1350" b="1" i="0" kern="0" spc="-9">
                <a:solidFill>
                  <a:srgbClr val="0A2540"/>
                </a:solidFill>
                <a:latin typeface="JetBrains Mono"/>
                <a:ea typeface="JetBrains Mono"/>
                <a:cs typeface="JetBrains Mono"/>
              </a:defRPr>
            </a:defPPr>
            <a:lvl1pPr algn="l">
              <a:defRPr sz="1350" b="1" i="0" kern="0" spc="-9">
                <a:solidFill>
                  <a:srgbClr val="0A2540"/>
                </a:solidFill>
                <a:latin typeface="JetBrains Mono"/>
                <a:ea typeface="JetBrains Mono"/>
                <a:cs typeface="JetBrains Mono"/>
              </a:defRPr>
            </a:lvl1pPr>
            <a:lvl2pPr algn="l">
              <a:defRPr sz="1350" b="1" i="0" kern="0" spc="-9">
                <a:solidFill>
                  <a:srgbClr val="0A2540"/>
                </a:solidFill>
                <a:latin typeface="JetBrains Mono"/>
                <a:ea typeface="JetBrains Mono"/>
                <a:cs typeface="JetBrains Mono"/>
              </a:defRPr>
            </a:lvl2pPr>
            <a:lvl3pPr algn="l">
              <a:defRPr sz="1350" b="1" i="0" kern="0" spc="-9">
                <a:solidFill>
                  <a:srgbClr val="0A2540"/>
                </a:solidFill>
                <a:latin typeface="JetBrains Mono"/>
                <a:ea typeface="JetBrains Mono"/>
                <a:cs typeface="JetBrains Mono"/>
              </a:defRPr>
            </a:lvl3pPr>
            <a:lvl4pPr algn="l">
              <a:defRPr sz="1350" b="1" i="0" kern="0" spc="-9">
                <a:solidFill>
                  <a:srgbClr val="0A2540"/>
                </a:solidFill>
                <a:latin typeface="JetBrains Mono"/>
                <a:ea typeface="JetBrains Mono"/>
                <a:cs typeface="JetBrains Mono"/>
              </a:defRPr>
            </a:lvl4pPr>
            <a:lvl5pPr algn="l">
              <a:defRPr sz="1350" b="1" i="0" kern="0" spc="-9">
                <a:solidFill>
                  <a:srgbClr val="0A2540"/>
                </a:solidFill>
                <a:latin typeface="JetBrains Mono"/>
                <a:ea typeface="JetBrains Mono"/>
                <a:cs typeface="JetBrains Mono"/>
              </a:defRPr>
            </a:lvl5pPr>
            <a:lvl6pPr algn="l">
              <a:defRPr sz="1350" b="1" i="0" kern="0" spc="-9">
                <a:solidFill>
                  <a:srgbClr val="0A2540"/>
                </a:solidFill>
                <a:latin typeface="JetBrains Mono"/>
                <a:ea typeface="JetBrains Mono"/>
                <a:cs typeface="JetBrains Mono"/>
              </a:defRPr>
            </a:lvl6pPr>
            <a:lvl7pPr algn="l">
              <a:defRPr sz="1350" b="1" i="0" kern="0" spc="-9">
                <a:solidFill>
                  <a:srgbClr val="0A2540"/>
                </a:solidFill>
                <a:latin typeface="JetBrains Mono"/>
                <a:ea typeface="JetBrains Mono"/>
                <a:cs typeface="JetBrains Mono"/>
              </a:defRPr>
            </a:lvl7pPr>
            <a:lvl8pPr algn="l">
              <a:defRPr sz="1350" b="1" i="0" kern="0" spc="-9">
                <a:solidFill>
                  <a:srgbClr val="0A2540"/>
                </a:solidFill>
                <a:latin typeface="JetBrains Mono"/>
                <a:ea typeface="JetBrains Mono"/>
                <a:cs typeface="JetBrains Mono"/>
              </a:defRPr>
            </a:lvl8pPr>
            <a:lvl9pPr algn="l">
              <a:defRPr sz="1350" b="1" i="0" kern="0" spc="-9">
                <a:solidFill>
                  <a:srgbClr val="0A2540"/>
                </a:solidFill>
                <a:latin typeface="JetBrains Mono"/>
                <a:ea typeface="JetBrains Mono"/>
                <a:cs typeface="JetBrains Mono"/>
              </a:defRPr>
            </a:lvl9pPr>
          </a:lstStyle>
          <a:p>
            <a:pPr algn="l">
              <a:lnSpc>
                <a:spcPct val="100000"/>
              </a:lnSpc>
              <a:buNone/>
              <a:defRPr sz="1350" b="1" i="0" kern="0" spc="-9">
                <a:solidFill>
                  <a:srgbClr val="0A2540"/>
                </a:solidFill>
                <a:latin typeface="JetBrains Mono"/>
                <a:ea typeface="JetBrains Mono"/>
                <a:cs typeface="JetBrains Mono"/>
              </a:defRPr>
            </a:pPr>
            <a:r>
              <a:rPr sz="1350" b="1" i="0" kern="0" spc="-9">
                <a:solidFill>
                  <a:srgbClr val="0A2540"/>
                </a:solidFill>
                <a:latin typeface="JetBrains Mono"/>
                <a:ea typeface="JetBrains Mono"/>
                <a:cs typeface="JetBrains Mono"/>
              </a:rPr>
              <a:t>$1,000,000</a:t>
            </a:r>
          </a:p>
        </p:txBody>
      </p:sp>
      <p:sp>
        <p:nvSpPr>
          <p:cNvPr id="81" name="s11 text 26">
            <a:extLst>
              <a:ext uri="{FF2B5EF4-FFF2-40B4-BE49-F238E27FC236}">
                <a16:creationId xmlns:a16="http://schemas.microsoft.com/office/drawing/2014/main" id="{12133C6B-B68F-49BD-B773-DBB35F38BF13}"/>
              </a:ext>
            </a:extLst>
          </p:cNvPr>
          <p:cNvSpPr>
            <a:spLocks noGrp="1"/>
          </p:cNvSpPr>
          <p:nvPr/>
        </p:nvSpPr>
        <p:spPr>
          <a:xfrm>
            <a:off x="9806917" y="5570116"/>
            <a:ext cx="3366802"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The rent goes to the licence holders — the</a:t>
            </a:r>
          </a:p>
        </p:txBody>
      </p:sp>
      <p:sp>
        <p:nvSpPr>
          <p:cNvPr id="82" name="s11 text 27">
            <a:extLst>
              <a:ext uri="{FF2B5EF4-FFF2-40B4-BE49-F238E27FC236}">
                <a16:creationId xmlns:a16="http://schemas.microsoft.com/office/drawing/2014/main" id="{8D87A085-0AA0-4131-A1A4-37B08DFA921E}"/>
              </a:ext>
            </a:extLst>
          </p:cNvPr>
          <p:cNvSpPr>
            <a:spLocks noGrp="1"/>
          </p:cNvSpPr>
          <p:nvPr/>
        </p:nvSpPr>
        <p:spPr>
          <a:xfrm>
            <a:off x="9806917" y="5834434"/>
            <a:ext cx="850011" cy="228625"/>
          </a:xfrm>
          <a:prstGeom prst="rect">
            <a:avLst/>
          </a:prstGeom>
          <a:noFill/>
          <a:ln w="0">
            <a:noFill/>
            <a:prstDash val="solid"/>
          </a:ln>
        </p:spPr>
        <p:txBody>
          <a:bodyPr wrap="none" lIns="0" tIns="0" rIns="0" bIns="0" anchor="t">
            <a:noAutofit/>
          </a:bodyPr>
          <a:lstStyle>
            <a:defPPr algn="l">
              <a:defRPr sz="1294" b="1" i="0" kern="0" spc="-9">
                <a:solidFill>
                  <a:srgbClr val="3D4D68"/>
                </a:solidFill>
                <a:latin typeface="Inter"/>
                <a:ea typeface="Inter"/>
                <a:cs typeface="Inter"/>
              </a:defRPr>
            </a:defPPr>
            <a:lvl1pPr algn="l">
              <a:defRPr sz="1294" b="1" i="0" kern="0" spc="-9">
                <a:solidFill>
                  <a:srgbClr val="3D4D68"/>
                </a:solidFill>
                <a:latin typeface="Inter"/>
                <a:ea typeface="Inter"/>
                <a:cs typeface="Inter"/>
              </a:defRPr>
            </a:lvl1pPr>
            <a:lvl2pPr algn="l">
              <a:defRPr sz="1294" b="1" i="0" kern="0" spc="-9">
                <a:solidFill>
                  <a:srgbClr val="3D4D68"/>
                </a:solidFill>
                <a:latin typeface="Inter"/>
                <a:ea typeface="Inter"/>
                <a:cs typeface="Inter"/>
              </a:defRPr>
            </a:lvl2pPr>
            <a:lvl3pPr algn="l">
              <a:defRPr sz="1294" b="1" i="0" kern="0" spc="-9">
                <a:solidFill>
                  <a:srgbClr val="3D4D68"/>
                </a:solidFill>
                <a:latin typeface="Inter"/>
                <a:ea typeface="Inter"/>
                <a:cs typeface="Inter"/>
              </a:defRPr>
            </a:lvl3pPr>
            <a:lvl4pPr algn="l">
              <a:defRPr sz="1294" b="1" i="0" kern="0" spc="-9">
                <a:solidFill>
                  <a:srgbClr val="3D4D68"/>
                </a:solidFill>
                <a:latin typeface="Inter"/>
                <a:ea typeface="Inter"/>
                <a:cs typeface="Inter"/>
              </a:defRPr>
            </a:lvl4pPr>
            <a:lvl5pPr algn="l">
              <a:defRPr sz="1294" b="1" i="0" kern="0" spc="-9">
                <a:solidFill>
                  <a:srgbClr val="3D4D68"/>
                </a:solidFill>
                <a:latin typeface="Inter"/>
                <a:ea typeface="Inter"/>
                <a:cs typeface="Inter"/>
              </a:defRPr>
            </a:lvl5pPr>
            <a:lvl6pPr algn="l">
              <a:defRPr sz="1294" b="1" i="0" kern="0" spc="-9">
                <a:solidFill>
                  <a:srgbClr val="3D4D68"/>
                </a:solidFill>
                <a:latin typeface="Inter"/>
                <a:ea typeface="Inter"/>
                <a:cs typeface="Inter"/>
              </a:defRPr>
            </a:lvl6pPr>
            <a:lvl7pPr algn="l">
              <a:defRPr sz="1294" b="1" i="0" kern="0" spc="-9">
                <a:solidFill>
                  <a:srgbClr val="3D4D68"/>
                </a:solidFill>
                <a:latin typeface="Inter"/>
                <a:ea typeface="Inter"/>
                <a:cs typeface="Inter"/>
              </a:defRPr>
            </a:lvl7pPr>
            <a:lvl8pPr algn="l">
              <a:defRPr sz="1294" b="1" i="0" kern="0" spc="-9">
                <a:solidFill>
                  <a:srgbClr val="3D4D68"/>
                </a:solidFill>
                <a:latin typeface="Inter"/>
                <a:ea typeface="Inter"/>
                <a:cs typeface="Inter"/>
              </a:defRPr>
            </a:lvl8pPr>
            <a:lvl9pPr algn="l">
              <a:defRPr sz="1294" b="1" i="0" kern="0" spc="-9">
                <a:solidFill>
                  <a:srgbClr val="3D4D68"/>
                </a:solidFill>
                <a:latin typeface="Inter"/>
                <a:ea typeface="Inter"/>
                <a:cs typeface="Inter"/>
              </a:defRPr>
            </a:lvl9pPr>
          </a:lstStyle>
          <a:p>
            <a:pPr algn="l">
              <a:lnSpc>
                <a:spcPct val="100000"/>
              </a:lnSpc>
              <a:buNone/>
              <a:defRPr sz="1294" b="1" i="0" kern="0" spc="-9">
                <a:solidFill>
                  <a:srgbClr val="3D4D68"/>
                </a:solidFill>
                <a:latin typeface="Inter"/>
                <a:ea typeface="Inter"/>
                <a:cs typeface="Inter"/>
              </a:defRPr>
            </a:pPr>
            <a:r>
              <a:rPr sz="1294" b="1" i="0" kern="0" spc="-9">
                <a:solidFill>
                  <a:srgbClr val="3D4D68"/>
                </a:solidFill>
                <a:latin typeface="Inter"/>
                <a:ea typeface="Inter"/>
                <a:cs typeface="Inter"/>
              </a:rPr>
              <a:t>importers</a:t>
            </a:r>
          </a:p>
        </p:txBody>
      </p:sp>
      <p:sp>
        <p:nvSpPr>
          <p:cNvPr id="83" name="s11 text 28">
            <a:extLst>
              <a:ext uri="{FF2B5EF4-FFF2-40B4-BE49-F238E27FC236}">
                <a16:creationId xmlns:a16="http://schemas.microsoft.com/office/drawing/2014/main" id="{D44EC699-C73F-4959-965F-8396BA393C87}"/>
              </a:ext>
            </a:extLst>
          </p:cNvPr>
          <p:cNvSpPr>
            <a:spLocks noGrp="1"/>
          </p:cNvSpPr>
          <p:nvPr/>
        </p:nvSpPr>
        <p:spPr>
          <a:xfrm>
            <a:off x="10581010" y="5834434"/>
            <a:ext cx="1728121"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 not the government.</a:t>
            </a:r>
          </a:p>
        </p:txBody>
      </p:sp>
      <p:sp>
        <p:nvSpPr>
          <p:cNvPr id="138" name="s11 text 74">
            <a:extLst>
              <a:ext uri="{FF2B5EF4-FFF2-40B4-BE49-F238E27FC236}">
                <a16:creationId xmlns:a16="http://schemas.microsoft.com/office/drawing/2014/main" id="{39512FF6-8BCE-4453-9036-22A93B8ED8FE}"/>
              </a:ext>
            </a:extLst>
          </p:cNvPr>
          <p:cNvSpPr>
            <a:spLocks noGrp="1"/>
          </p:cNvSpPr>
          <p:nvPr/>
        </p:nvSpPr>
        <p:spPr>
          <a:xfrm>
            <a:off x="664369" y="6434063"/>
            <a:ext cx="8219218" cy="208744"/>
          </a:xfrm>
          <a:prstGeom prst="rect">
            <a:avLst/>
          </a:prstGeom>
          <a:noFill/>
          <a:ln w="0">
            <a:noFill/>
            <a:prstDash val="solid"/>
          </a:ln>
        </p:spPr>
        <p:txBody>
          <a:bodyPr wrap="none" lIns="0" tIns="0" rIns="0" bIns="0" anchor="t">
            <a:noAutofit/>
          </a:bodyPr>
          <a:lstStyle>
            <a:defPPr algn="l">
              <a:defRPr sz="1181" b="0" i="0" kern="0" spc="-9">
                <a:solidFill>
                  <a:srgbClr val="3D4D68"/>
                </a:solidFill>
                <a:latin typeface="Inter"/>
                <a:ea typeface="Inter"/>
                <a:cs typeface="Inter"/>
              </a:defRPr>
            </a:defPPr>
            <a:lvl1pPr algn="l">
              <a:defRPr sz="1181" b="0" i="0" kern="0" spc="-9">
                <a:solidFill>
                  <a:srgbClr val="3D4D68"/>
                </a:solidFill>
                <a:latin typeface="Inter"/>
                <a:ea typeface="Inter"/>
                <a:cs typeface="Inter"/>
              </a:defRPr>
            </a:lvl1pPr>
            <a:lvl2pPr algn="l">
              <a:defRPr sz="1181" b="0" i="0" kern="0" spc="-9">
                <a:solidFill>
                  <a:srgbClr val="3D4D68"/>
                </a:solidFill>
                <a:latin typeface="Inter"/>
                <a:ea typeface="Inter"/>
                <a:cs typeface="Inter"/>
              </a:defRPr>
            </a:lvl2pPr>
            <a:lvl3pPr algn="l">
              <a:defRPr sz="1181" b="0" i="0" kern="0" spc="-9">
                <a:solidFill>
                  <a:srgbClr val="3D4D68"/>
                </a:solidFill>
                <a:latin typeface="Inter"/>
                <a:ea typeface="Inter"/>
                <a:cs typeface="Inter"/>
              </a:defRPr>
            </a:lvl3pPr>
            <a:lvl4pPr algn="l">
              <a:defRPr sz="1181" b="0" i="0" kern="0" spc="-9">
                <a:solidFill>
                  <a:srgbClr val="3D4D68"/>
                </a:solidFill>
                <a:latin typeface="Inter"/>
                <a:ea typeface="Inter"/>
                <a:cs typeface="Inter"/>
              </a:defRPr>
            </a:lvl4pPr>
            <a:lvl5pPr algn="l">
              <a:defRPr sz="1181" b="0" i="0" kern="0" spc="-9">
                <a:solidFill>
                  <a:srgbClr val="3D4D68"/>
                </a:solidFill>
                <a:latin typeface="Inter"/>
                <a:ea typeface="Inter"/>
                <a:cs typeface="Inter"/>
              </a:defRPr>
            </a:lvl5pPr>
            <a:lvl6pPr algn="l">
              <a:defRPr sz="1181" b="0" i="0" kern="0" spc="-9">
                <a:solidFill>
                  <a:srgbClr val="3D4D68"/>
                </a:solidFill>
                <a:latin typeface="Inter"/>
                <a:ea typeface="Inter"/>
                <a:cs typeface="Inter"/>
              </a:defRPr>
            </a:lvl6pPr>
            <a:lvl7pPr algn="l">
              <a:defRPr sz="1181" b="0" i="0" kern="0" spc="-9">
                <a:solidFill>
                  <a:srgbClr val="3D4D68"/>
                </a:solidFill>
                <a:latin typeface="Inter"/>
                <a:ea typeface="Inter"/>
                <a:cs typeface="Inter"/>
              </a:defRPr>
            </a:lvl7pPr>
            <a:lvl8pPr algn="l">
              <a:defRPr sz="1181" b="0" i="0" kern="0" spc="-9">
                <a:solidFill>
                  <a:srgbClr val="3D4D68"/>
                </a:solidFill>
                <a:latin typeface="Inter"/>
                <a:ea typeface="Inter"/>
                <a:cs typeface="Inter"/>
              </a:defRPr>
            </a:lvl8pPr>
            <a:lvl9pPr algn="l">
              <a:defRPr sz="1181" b="0" i="0" kern="0" spc="-9">
                <a:solidFill>
                  <a:srgbClr val="3D4D68"/>
                </a:solidFill>
                <a:latin typeface="Inter"/>
                <a:ea typeface="Inter"/>
                <a:cs typeface="Inter"/>
              </a:defRPr>
            </a:lvl9pPr>
          </a:lstStyle>
          <a:p>
            <a:pPr algn="l">
              <a:lnSpc>
                <a:spcPct val="100000"/>
              </a:lnSpc>
              <a:buNone/>
              <a:defRPr sz="1181" b="0" i="0" kern="0" spc="-9">
                <a:solidFill>
                  <a:srgbClr val="3D4D68"/>
                </a:solidFill>
                <a:latin typeface="Inter"/>
                <a:ea typeface="Inter"/>
                <a:cs typeface="Inter"/>
              </a:defRPr>
            </a:pPr>
            <a:r>
              <a:rPr sz="1181" b="0" i="0" kern="0" spc="-9">
                <a:solidFill>
                  <a:srgbClr val="3D4D68"/>
                </a:solidFill>
                <a:latin typeface="Inter"/>
                <a:ea typeface="Inter"/>
                <a:cs typeface="Inter"/>
              </a:rPr>
              <a:t>S + quota meets demand at $125: producers supply 60,000, imports are the 20,000 quota, and the rent rectangle is</a:t>
            </a:r>
          </a:p>
        </p:txBody>
      </p:sp>
      <p:sp>
        <p:nvSpPr>
          <p:cNvPr id="139" name="s11 text 75">
            <a:extLst>
              <a:ext uri="{FF2B5EF4-FFF2-40B4-BE49-F238E27FC236}">
                <a16:creationId xmlns:a16="http://schemas.microsoft.com/office/drawing/2014/main" id="{2D9CF9EF-B363-4403-A63A-3326C2C70359}"/>
              </a:ext>
            </a:extLst>
          </p:cNvPr>
          <p:cNvSpPr>
            <a:spLocks noGrp="1"/>
          </p:cNvSpPr>
          <p:nvPr/>
        </p:nvSpPr>
        <p:spPr>
          <a:xfrm>
            <a:off x="664369" y="6648375"/>
            <a:ext cx="899541" cy="208744"/>
          </a:xfrm>
          <a:prstGeom prst="rect">
            <a:avLst/>
          </a:prstGeom>
          <a:noFill/>
          <a:ln w="0">
            <a:noFill/>
            <a:prstDash val="solid"/>
          </a:ln>
        </p:spPr>
        <p:txBody>
          <a:bodyPr wrap="none" lIns="0" tIns="0" rIns="0" bIns="0" anchor="t">
            <a:noAutofit/>
          </a:bodyPr>
          <a:lstStyle>
            <a:defPPr algn="l">
              <a:defRPr sz="1181" b="0" i="0" kern="0" spc="-9">
                <a:solidFill>
                  <a:srgbClr val="3D4D68"/>
                </a:solidFill>
                <a:latin typeface="Inter"/>
                <a:ea typeface="Inter"/>
                <a:cs typeface="Inter"/>
              </a:defRPr>
            </a:defPPr>
            <a:lvl1pPr algn="l">
              <a:defRPr sz="1181" b="0" i="0" kern="0" spc="-9">
                <a:solidFill>
                  <a:srgbClr val="3D4D68"/>
                </a:solidFill>
                <a:latin typeface="Inter"/>
                <a:ea typeface="Inter"/>
                <a:cs typeface="Inter"/>
              </a:defRPr>
            </a:lvl1pPr>
            <a:lvl2pPr algn="l">
              <a:defRPr sz="1181" b="0" i="0" kern="0" spc="-9">
                <a:solidFill>
                  <a:srgbClr val="3D4D68"/>
                </a:solidFill>
                <a:latin typeface="Inter"/>
                <a:ea typeface="Inter"/>
                <a:cs typeface="Inter"/>
              </a:defRPr>
            </a:lvl2pPr>
            <a:lvl3pPr algn="l">
              <a:defRPr sz="1181" b="0" i="0" kern="0" spc="-9">
                <a:solidFill>
                  <a:srgbClr val="3D4D68"/>
                </a:solidFill>
                <a:latin typeface="Inter"/>
                <a:ea typeface="Inter"/>
                <a:cs typeface="Inter"/>
              </a:defRPr>
            </a:lvl3pPr>
            <a:lvl4pPr algn="l">
              <a:defRPr sz="1181" b="0" i="0" kern="0" spc="-9">
                <a:solidFill>
                  <a:srgbClr val="3D4D68"/>
                </a:solidFill>
                <a:latin typeface="Inter"/>
                <a:ea typeface="Inter"/>
                <a:cs typeface="Inter"/>
              </a:defRPr>
            </a:lvl4pPr>
            <a:lvl5pPr algn="l">
              <a:defRPr sz="1181" b="0" i="0" kern="0" spc="-9">
                <a:solidFill>
                  <a:srgbClr val="3D4D68"/>
                </a:solidFill>
                <a:latin typeface="Inter"/>
                <a:ea typeface="Inter"/>
                <a:cs typeface="Inter"/>
              </a:defRPr>
            </a:lvl5pPr>
            <a:lvl6pPr algn="l">
              <a:defRPr sz="1181" b="0" i="0" kern="0" spc="-9">
                <a:solidFill>
                  <a:srgbClr val="3D4D68"/>
                </a:solidFill>
                <a:latin typeface="Inter"/>
                <a:ea typeface="Inter"/>
                <a:cs typeface="Inter"/>
              </a:defRPr>
            </a:lvl6pPr>
            <a:lvl7pPr algn="l">
              <a:defRPr sz="1181" b="0" i="0" kern="0" spc="-9">
                <a:solidFill>
                  <a:srgbClr val="3D4D68"/>
                </a:solidFill>
                <a:latin typeface="Inter"/>
                <a:ea typeface="Inter"/>
                <a:cs typeface="Inter"/>
              </a:defRPr>
            </a:lvl7pPr>
            <a:lvl8pPr algn="l">
              <a:defRPr sz="1181" b="0" i="0" kern="0" spc="-9">
                <a:solidFill>
                  <a:srgbClr val="3D4D68"/>
                </a:solidFill>
                <a:latin typeface="Inter"/>
                <a:ea typeface="Inter"/>
                <a:cs typeface="Inter"/>
              </a:defRPr>
            </a:lvl8pPr>
            <a:lvl9pPr algn="l">
              <a:defRPr sz="1181" b="0" i="0" kern="0" spc="-9">
                <a:solidFill>
                  <a:srgbClr val="3D4D68"/>
                </a:solidFill>
                <a:latin typeface="Inter"/>
                <a:ea typeface="Inter"/>
                <a:cs typeface="Inter"/>
              </a:defRPr>
            </a:lvl9pPr>
          </a:lstStyle>
          <a:p>
            <a:pPr algn="l">
              <a:lnSpc>
                <a:spcPct val="100000"/>
              </a:lnSpc>
              <a:buNone/>
              <a:defRPr sz="1181" b="0" i="0" kern="0" spc="-9">
                <a:solidFill>
                  <a:srgbClr val="3D4D68"/>
                </a:solidFill>
                <a:latin typeface="Inter"/>
                <a:ea typeface="Inter"/>
                <a:cs typeface="Inter"/>
              </a:defRPr>
            </a:pPr>
            <a:r>
              <a:rPr sz="1181" b="0" i="0" kern="0" spc="-9">
                <a:solidFill>
                  <a:srgbClr val="3D4D68"/>
                </a:solidFill>
                <a:latin typeface="Inter"/>
                <a:ea typeface="Inter"/>
                <a:cs typeface="Inter"/>
              </a:rPr>
              <a:t>$1,000,000.</a:t>
            </a:r>
          </a:p>
        </p:txBody>
      </p:sp>
      <p:sp>
        <p:nvSpPr>
          <p:cNvPr id="140" name="s11 text 76">
            <a:extLst>
              <a:ext uri="{FF2B5EF4-FFF2-40B4-BE49-F238E27FC236}">
                <a16:creationId xmlns:a16="http://schemas.microsoft.com/office/drawing/2014/main" id="{F53A2014-35CE-489B-A6A0-679AFCE9F0CE}"/>
              </a:ext>
            </a:extLst>
          </p:cNvPr>
          <p:cNvSpPr>
            <a:spLocks noGrp="1"/>
          </p:cNvSpPr>
          <p:nvPr/>
        </p:nvSpPr>
        <p:spPr>
          <a:xfrm>
            <a:off x="628650" y="1341025"/>
            <a:ext cx="1975239" cy="151819"/>
          </a:xfrm>
          <a:prstGeom prst="rect">
            <a:avLst/>
          </a:prstGeom>
          <a:noFill/>
          <a:ln w="0">
            <a:noFill/>
            <a:prstDash val="solid"/>
          </a:ln>
        </p:spPr>
        <p:txBody>
          <a:bodyPr wrap="none" lIns="0" tIns="0" rIns="0" bIns="0" anchor="t">
            <a:noAutofit/>
          </a:bodyPr>
          <a:lstStyle>
            <a:defPPr algn="l">
              <a:defRPr sz="787" b="0" i="0" kern="0" spc="118">
                <a:solidFill>
                  <a:srgbClr val="FFFFFF"/>
                </a:solidFill>
                <a:latin typeface="JetBrains Mono"/>
                <a:ea typeface="JetBrains Mono"/>
                <a:cs typeface="JetBrains Mono"/>
              </a:defRPr>
            </a:defPPr>
            <a:lvl1pPr algn="l">
              <a:defRPr sz="787" b="0" i="0" kern="0" spc="118">
                <a:solidFill>
                  <a:srgbClr val="FFFFFF"/>
                </a:solidFill>
                <a:latin typeface="JetBrains Mono"/>
                <a:ea typeface="JetBrains Mono"/>
                <a:cs typeface="JetBrains Mono"/>
              </a:defRPr>
            </a:lvl1pPr>
            <a:lvl2pPr algn="l">
              <a:defRPr sz="787" b="0" i="0" kern="0" spc="118">
                <a:solidFill>
                  <a:srgbClr val="FFFFFF"/>
                </a:solidFill>
                <a:latin typeface="JetBrains Mono"/>
                <a:ea typeface="JetBrains Mono"/>
                <a:cs typeface="JetBrains Mono"/>
              </a:defRPr>
            </a:lvl2pPr>
            <a:lvl3pPr algn="l">
              <a:defRPr sz="787" b="0" i="0" kern="0" spc="118">
                <a:solidFill>
                  <a:srgbClr val="FFFFFF"/>
                </a:solidFill>
                <a:latin typeface="JetBrains Mono"/>
                <a:ea typeface="JetBrains Mono"/>
                <a:cs typeface="JetBrains Mono"/>
              </a:defRPr>
            </a:lvl3pPr>
            <a:lvl4pPr algn="l">
              <a:defRPr sz="787" b="0" i="0" kern="0" spc="118">
                <a:solidFill>
                  <a:srgbClr val="FFFFFF"/>
                </a:solidFill>
                <a:latin typeface="JetBrains Mono"/>
                <a:ea typeface="JetBrains Mono"/>
                <a:cs typeface="JetBrains Mono"/>
              </a:defRPr>
            </a:lvl4pPr>
            <a:lvl5pPr algn="l">
              <a:defRPr sz="787" b="0" i="0" kern="0" spc="118">
                <a:solidFill>
                  <a:srgbClr val="FFFFFF"/>
                </a:solidFill>
                <a:latin typeface="JetBrains Mono"/>
                <a:ea typeface="JetBrains Mono"/>
                <a:cs typeface="JetBrains Mono"/>
              </a:defRPr>
            </a:lvl5pPr>
            <a:lvl6pPr algn="l">
              <a:defRPr sz="787" b="0" i="0" kern="0" spc="118">
                <a:solidFill>
                  <a:srgbClr val="FFFFFF"/>
                </a:solidFill>
                <a:latin typeface="JetBrains Mono"/>
                <a:ea typeface="JetBrains Mono"/>
                <a:cs typeface="JetBrains Mono"/>
              </a:defRPr>
            </a:lvl6pPr>
            <a:lvl7pPr algn="l">
              <a:defRPr sz="787" b="0" i="0" kern="0" spc="118">
                <a:solidFill>
                  <a:srgbClr val="FFFFFF"/>
                </a:solidFill>
                <a:latin typeface="JetBrains Mono"/>
                <a:ea typeface="JetBrains Mono"/>
                <a:cs typeface="JetBrains Mono"/>
              </a:defRPr>
            </a:lvl7pPr>
            <a:lvl8pPr algn="l">
              <a:defRPr sz="787" b="0" i="0" kern="0" spc="118">
                <a:solidFill>
                  <a:srgbClr val="FFFFFF"/>
                </a:solidFill>
                <a:latin typeface="JetBrains Mono"/>
                <a:ea typeface="JetBrains Mono"/>
                <a:cs typeface="JetBrains Mono"/>
              </a:defRPr>
            </a:lvl8pPr>
            <a:lvl9pPr algn="l">
              <a:defRPr sz="787" b="0" i="0" kern="0" spc="118">
                <a:solidFill>
                  <a:srgbClr val="FFFFFF"/>
                </a:solidFill>
                <a:latin typeface="JetBrains Mono"/>
                <a:ea typeface="JetBrains Mono"/>
                <a:cs typeface="JetBrains Mono"/>
              </a:defRPr>
            </a:lvl9pPr>
          </a:lstStyle>
          <a:p>
            <a:pPr algn="l">
              <a:lnSpc>
                <a:spcPct val="100000"/>
              </a:lnSpc>
              <a:buNone/>
              <a:defRPr sz="787" b="0" i="0" kern="0" spc="118">
                <a:solidFill>
                  <a:srgbClr val="FFFFFF"/>
                </a:solidFill>
                <a:latin typeface="JetBrains Mono"/>
                <a:ea typeface="JetBrains Mono"/>
                <a:cs typeface="JetBrains Mono"/>
              </a:defRPr>
            </a:pPr>
            <a:r>
              <a:rPr sz="787" b="0" i="0" kern="0" spc="118">
                <a:solidFill>
                  <a:srgbClr val="FFFFFF"/>
                </a:solidFill>
                <a:latin typeface="JetBrains Mono"/>
                <a:ea typeface="JetBrains Mono"/>
                <a:cs typeface="JetBrains Mono"/>
              </a:rPr>
              <a:t>FIG. 6 · THE QUOTA AT WORK</a:t>
            </a:r>
          </a:p>
        </p:txBody>
      </p:sp>
      <p:sp>
        <p:nvSpPr>
          <p:cNvPr id="141" name="s11 text 77">
            <a:extLst>
              <a:ext uri="{FF2B5EF4-FFF2-40B4-BE49-F238E27FC236}">
                <a16:creationId xmlns:a16="http://schemas.microsoft.com/office/drawing/2014/main" id="{C98AF7A6-F334-4AED-8DE7-0BB7AF31C612}"/>
              </a:ext>
            </a:extLst>
          </p:cNvPr>
          <p:cNvSpPr>
            <a:spLocks noGrp="1"/>
          </p:cNvSpPr>
          <p:nvPr/>
        </p:nvSpPr>
        <p:spPr>
          <a:xfrm>
            <a:off x="514350" y="7370207"/>
            <a:ext cx="1906319"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QUESTION 5.1 · COUNTRY Z</a:t>
            </a:r>
          </a:p>
        </p:txBody>
      </p:sp>
      <p:sp>
        <p:nvSpPr>
          <p:cNvPr id="142" name="s11 text 78">
            <a:extLst>
              <a:ext uri="{FF2B5EF4-FFF2-40B4-BE49-F238E27FC236}">
                <a16:creationId xmlns:a16="http://schemas.microsoft.com/office/drawing/2014/main" id="{4602BB3D-039E-4B89-9426-B21D016BB584}"/>
              </a:ext>
            </a:extLst>
          </p:cNvPr>
          <p:cNvSpPr>
            <a:spLocks noGrp="1"/>
          </p:cNvSpPr>
          <p:nvPr/>
        </p:nvSpPr>
        <p:spPr>
          <a:xfrm>
            <a:off x="12654037" y="7370207"/>
            <a:ext cx="576503"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11 / 26</a:t>
            </a:r>
          </a:p>
        </p:txBody>
      </p:sp>
    </p:spTree>
    <p:extLst>
      <p:ext uri="{BB962C8B-B14F-4D97-AF65-F5344CB8AC3E}">
        <p14:creationId xmlns:p14="http://schemas.microsoft.com/office/powerpoint/2010/main" val="609421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 name="Blueprint grid">
            <a:extLst>
              <a:ext uri="{FF2B5EF4-FFF2-40B4-BE49-F238E27FC236}">
                <a16:creationId xmlns:a16="http://schemas.microsoft.com/office/drawing/2014/main" id="{33246AE8-F8DE-405C-95E3-DE06BF59C539}"/>
              </a:ext>
            </a:extLst>
          </p:cNvPr>
          <p:cNvSpPr>
            <a:spLocks noGrp="1"/>
          </p:cNvSpPr>
          <p:nvPr/>
        </p:nvSpPr>
        <p:spPr>
          <a:xfrm>
            <a:off x="7144" y="0"/>
            <a:ext cx="7144" cy="7715250"/>
          </a:xfrm>
          <a:prstGeom prst="rect">
            <a:avLst/>
          </a:prstGeom>
          <a:solidFill>
            <a:srgbClr val="0A2540">
              <a:alpha val="5000"/>
            </a:srgbClr>
          </a:solidFill>
          <a:ln w="0">
            <a:noFill/>
            <a:prstDash val="solid"/>
          </a:ln>
        </p:spPr>
      </p:sp>
      <p:sp>
        <p:nvSpPr>
          <p:cNvPr id="2" name="Blueprint grid">
            <a:extLst>
              <a:ext uri="{FF2B5EF4-FFF2-40B4-BE49-F238E27FC236}">
                <a16:creationId xmlns:a16="http://schemas.microsoft.com/office/drawing/2014/main" id="{4860CFD7-7294-4F8E-AA7F-C3E9CA231E0A}"/>
              </a:ext>
            </a:extLst>
          </p:cNvPr>
          <p:cNvSpPr>
            <a:spLocks noGrp="1"/>
          </p:cNvSpPr>
          <p:nvPr/>
        </p:nvSpPr>
        <p:spPr>
          <a:xfrm>
            <a:off x="578644" y="0"/>
            <a:ext cx="7144" cy="7715250"/>
          </a:xfrm>
          <a:prstGeom prst="rect">
            <a:avLst/>
          </a:prstGeom>
          <a:solidFill>
            <a:srgbClr val="0A2540">
              <a:alpha val="5000"/>
            </a:srgbClr>
          </a:solidFill>
          <a:ln w="0">
            <a:noFill/>
            <a:prstDash val="solid"/>
          </a:ln>
        </p:spPr>
      </p:sp>
      <p:sp>
        <p:nvSpPr>
          <p:cNvPr id="3" name="Blueprint grid">
            <a:extLst>
              <a:ext uri="{FF2B5EF4-FFF2-40B4-BE49-F238E27FC236}">
                <a16:creationId xmlns:a16="http://schemas.microsoft.com/office/drawing/2014/main" id="{E00D7180-3399-4793-BA7A-EE3CC73B9939}"/>
              </a:ext>
            </a:extLst>
          </p:cNvPr>
          <p:cNvSpPr>
            <a:spLocks noGrp="1"/>
          </p:cNvSpPr>
          <p:nvPr/>
        </p:nvSpPr>
        <p:spPr>
          <a:xfrm>
            <a:off x="9151144" y="0"/>
            <a:ext cx="7144" cy="7715250"/>
          </a:xfrm>
          <a:prstGeom prst="rect">
            <a:avLst/>
          </a:prstGeom>
          <a:solidFill>
            <a:srgbClr val="0A2540">
              <a:alpha val="5000"/>
            </a:srgbClr>
          </a:solidFill>
          <a:ln w="0">
            <a:noFill/>
            <a:prstDash val="solid"/>
          </a:ln>
        </p:spPr>
      </p:sp>
      <p:sp>
        <p:nvSpPr>
          <p:cNvPr id="4" name="Blueprint grid">
            <a:extLst>
              <a:ext uri="{FF2B5EF4-FFF2-40B4-BE49-F238E27FC236}">
                <a16:creationId xmlns:a16="http://schemas.microsoft.com/office/drawing/2014/main" id="{3C71CABA-23E5-47E4-A3C2-A2F01A5C0E35}"/>
              </a:ext>
            </a:extLst>
          </p:cNvPr>
          <p:cNvSpPr>
            <a:spLocks noGrp="1"/>
          </p:cNvSpPr>
          <p:nvPr/>
        </p:nvSpPr>
        <p:spPr>
          <a:xfrm>
            <a:off x="9436894" y="0"/>
            <a:ext cx="7144" cy="7715250"/>
          </a:xfrm>
          <a:prstGeom prst="rect">
            <a:avLst/>
          </a:prstGeom>
          <a:solidFill>
            <a:srgbClr val="0A2540">
              <a:alpha val="5000"/>
            </a:srgbClr>
          </a:solidFill>
          <a:ln w="0">
            <a:noFill/>
            <a:prstDash val="solid"/>
          </a:ln>
        </p:spPr>
      </p:sp>
      <p:sp>
        <p:nvSpPr>
          <p:cNvPr id="5" name="Blueprint grid">
            <a:extLst>
              <a:ext uri="{FF2B5EF4-FFF2-40B4-BE49-F238E27FC236}">
                <a16:creationId xmlns:a16="http://schemas.microsoft.com/office/drawing/2014/main" id="{D77F249F-36E9-44B1-AF17-4F71A54E833C}"/>
              </a:ext>
            </a:extLst>
          </p:cNvPr>
          <p:cNvSpPr>
            <a:spLocks noGrp="1"/>
          </p:cNvSpPr>
          <p:nvPr/>
        </p:nvSpPr>
        <p:spPr>
          <a:xfrm>
            <a:off x="9722644" y="0"/>
            <a:ext cx="7144" cy="7715250"/>
          </a:xfrm>
          <a:prstGeom prst="rect">
            <a:avLst/>
          </a:prstGeom>
          <a:solidFill>
            <a:srgbClr val="0A2540">
              <a:alpha val="5000"/>
            </a:srgbClr>
          </a:solidFill>
          <a:ln w="0">
            <a:noFill/>
            <a:prstDash val="solid"/>
          </a:ln>
        </p:spPr>
      </p:sp>
      <p:sp>
        <p:nvSpPr>
          <p:cNvPr id="6" name="Blueprint grid">
            <a:extLst>
              <a:ext uri="{FF2B5EF4-FFF2-40B4-BE49-F238E27FC236}">
                <a16:creationId xmlns:a16="http://schemas.microsoft.com/office/drawing/2014/main" id="{9DF35638-59EE-4D94-90D7-CD10E68AD670}"/>
              </a:ext>
            </a:extLst>
          </p:cNvPr>
          <p:cNvSpPr>
            <a:spLocks noGrp="1"/>
          </p:cNvSpPr>
          <p:nvPr/>
        </p:nvSpPr>
        <p:spPr>
          <a:xfrm>
            <a:off x="10008394" y="0"/>
            <a:ext cx="7144" cy="7715250"/>
          </a:xfrm>
          <a:prstGeom prst="rect">
            <a:avLst/>
          </a:prstGeom>
          <a:solidFill>
            <a:srgbClr val="0A2540">
              <a:alpha val="5000"/>
            </a:srgbClr>
          </a:solidFill>
          <a:ln w="0">
            <a:noFill/>
            <a:prstDash val="solid"/>
          </a:ln>
        </p:spPr>
      </p:sp>
      <p:sp>
        <p:nvSpPr>
          <p:cNvPr id="7" name="Blueprint grid">
            <a:extLst>
              <a:ext uri="{FF2B5EF4-FFF2-40B4-BE49-F238E27FC236}">
                <a16:creationId xmlns:a16="http://schemas.microsoft.com/office/drawing/2014/main" id="{F7931C78-7AF4-44C5-866A-39C63851C6A4}"/>
              </a:ext>
            </a:extLst>
          </p:cNvPr>
          <p:cNvSpPr>
            <a:spLocks noGrp="1"/>
          </p:cNvSpPr>
          <p:nvPr/>
        </p:nvSpPr>
        <p:spPr>
          <a:xfrm>
            <a:off x="10294144" y="0"/>
            <a:ext cx="7144" cy="7715250"/>
          </a:xfrm>
          <a:prstGeom prst="rect">
            <a:avLst/>
          </a:prstGeom>
          <a:solidFill>
            <a:srgbClr val="0A2540">
              <a:alpha val="5000"/>
            </a:srgbClr>
          </a:solidFill>
          <a:ln w="0">
            <a:noFill/>
            <a:prstDash val="solid"/>
          </a:ln>
        </p:spPr>
      </p:sp>
      <p:sp>
        <p:nvSpPr>
          <p:cNvPr id="8" name="Blueprint grid">
            <a:extLst>
              <a:ext uri="{FF2B5EF4-FFF2-40B4-BE49-F238E27FC236}">
                <a16:creationId xmlns:a16="http://schemas.microsoft.com/office/drawing/2014/main" id="{52256C1C-1384-4BB5-B289-CB8BCED6908A}"/>
              </a:ext>
            </a:extLst>
          </p:cNvPr>
          <p:cNvSpPr>
            <a:spLocks noGrp="1"/>
          </p:cNvSpPr>
          <p:nvPr/>
        </p:nvSpPr>
        <p:spPr>
          <a:xfrm>
            <a:off x="10579894" y="0"/>
            <a:ext cx="7144" cy="7715250"/>
          </a:xfrm>
          <a:prstGeom prst="rect">
            <a:avLst/>
          </a:prstGeom>
          <a:solidFill>
            <a:srgbClr val="0A2540">
              <a:alpha val="5000"/>
            </a:srgbClr>
          </a:solidFill>
          <a:ln w="0">
            <a:noFill/>
            <a:prstDash val="solid"/>
          </a:ln>
        </p:spPr>
      </p:sp>
      <p:sp>
        <p:nvSpPr>
          <p:cNvPr id="9" name="Blueprint grid">
            <a:extLst>
              <a:ext uri="{FF2B5EF4-FFF2-40B4-BE49-F238E27FC236}">
                <a16:creationId xmlns:a16="http://schemas.microsoft.com/office/drawing/2014/main" id="{02741648-D41F-4330-9E56-2D6BDD242109}"/>
              </a:ext>
            </a:extLst>
          </p:cNvPr>
          <p:cNvSpPr>
            <a:spLocks noGrp="1"/>
          </p:cNvSpPr>
          <p:nvPr/>
        </p:nvSpPr>
        <p:spPr>
          <a:xfrm>
            <a:off x="10865644" y="0"/>
            <a:ext cx="7144" cy="7715250"/>
          </a:xfrm>
          <a:prstGeom prst="rect">
            <a:avLst/>
          </a:prstGeom>
          <a:solidFill>
            <a:srgbClr val="0A2540">
              <a:alpha val="5000"/>
            </a:srgbClr>
          </a:solidFill>
          <a:ln w="0">
            <a:noFill/>
            <a:prstDash val="solid"/>
          </a:ln>
        </p:spPr>
      </p:sp>
      <p:sp>
        <p:nvSpPr>
          <p:cNvPr id="10" name="Layout surface">
            <a:extLst>
              <a:ext uri="{FF2B5EF4-FFF2-40B4-BE49-F238E27FC236}">
                <a16:creationId xmlns:a16="http://schemas.microsoft.com/office/drawing/2014/main" id="{C8BF2ABC-CB98-4CB0-B356-CFBE7AAE4795}"/>
              </a:ext>
            </a:extLst>
          </p:cNvPr>
          <p:cNvSpPr>
            <a:spLocks noGrp="1"/>
          </p:cNvSpPr>
          <p:nvPr/>
        </p:nvSpPr>
        <p:spPr>
          <a:xfrm>
            <a:off x="0" y="0"/>
            <a:ext cx="1428750" cy="35719"/>
          </a:xfrm>
          <a:prstGeom prst="rect">
            <a:avLst/>
          </a:prstGeom>
          <a:solidFill>
            <a:srgbClr val="0A2540"/>
          </a:solidFill>
          <a:ln w="0">
            <a:noFill/>
            <a:prstDash val="solid"/>
          </a:ln>
        </p:spPr>
      </p:sp>
      <p:sp>
        <p:nvSpPr>
          <p:cNvPr id="11" name="Layout surface">
            <a:extLst>
              <a:ext uri="{FF2B5EF4-FFF2-40B4-BE49-F238E27FC236}">
                <a16:creationId xmlns:a16="http://schemas.microsoft.com/office/drawing/2014/main" id="{287526C5-A4FE-44AE-8D3E-4F1920C56684}"/>
              </a:ext>
            </a:extLst>
          </p:cNvPr>
          <p:cNvSpPr>
            <a:spLocks noGrp="1"/>
          </p:cNvSpPr>
          <p:nvPr/>
        </p:nvSpPr>
        <p:spPr>
          <a:xfrm>
            <a:off x="1428750" y="0"/>
            <a:ext cx="1000125" cy="35719"/>
          </a:xfrm>
          <a:prstGeom prst="rect">
            <a:avLst/>
          </a:prstGeom>
          <a:solidFill>
            <a:srgbClr val="1D4ED8"/>
          </a:solidFill>
          <a:ln w="0">
            <a:noFill/>
            <a:prstDash val="solid"/>
          </a:ln>
        </p:spPr>
      </p:sp>
      <p:sp>
        <p:nvSpPr>
          <p:cNvPr id="12" name="Layout surface">
            <a:extLst>
              <a:ext uri="{FF2B5EF4-FFF2-40B4-BE49-F238E27FC236}">
                <a16:creationId xmlns:a16="http://schemas.microsoft.com/office/drawing/2014/main" id="{DA26CF94-E8DD-4BA6-B16C-5FC9F641C3F2}"/>
              </a:ext>
            </a:extLst>
          </p:cNvPr>
          <p:cNvSpPr>
            <a:spLocks noGrp="1"/>
          </p:cNvSpPr>
          <p:nvPr/>
        </p:nvSpPr>
        <p:spPr>
          <a:xfrm>
            <a:off x="2428875" y="0"/>
            <a:ext cx="11287125" cy="35719"/>
          </a:xfrm>
          <a:prstGeom prst="rect">
            <a:avLst/>
          </a:prstGeom>
          <a:solidFill>
            <a:srgbClr val="0A2540">
              <a:alpha val="16000"/>
            </a:srgbClr>
          </a:solidFill>
          <a:ln w="0">
            <a:noFill/>
            <a:prstDash val="solid"/>
          </a:ln>
        </p:spPr>
      </p:sp>
      <p:sp>
        <p:nvSpPr>
          <p:cNvPr id="13" name="s12 text 3">
            <a:extLst>
              <a:ext uri="{FF2B5EF4-FFF2-40B4-BE49-F238E27FC236}">
                <a16:creationId xmlns:a16="http://schemas.microsoft.com/office/drawing/2014/main" id="{21F09D36-9090-4F05-B0B6-42D064DCB4C4}"/>
              </a:ext>
            </a:extLst>
          </p:cNvPr>
          <p:cNvSpPr>
            <a:spLocks noGrp="1"/>
          </p:cNvSpPr>
          <p:nvPr/>
        </p:nvSpPr>
        <p:spPr>
          <a:xfrm>
            <a:off x="10447734" y="-71437"/>
            <a:ext cx="3929062" cy="2711053"/>
          </a:xfrm>
          <a:prstGeom prst="rect">
            <a:avLst/>
          </a:prstGeom>
          <a:noFill/>
          <a:ln w="0">
            <a:noFill/>
            <a:prstDash val="solid"/>
          </a:ln>
        </p:spPr>
        <p:txBody>
          <a:bodyPr wrap="none" lIns="0" tIns="0" rIns="0" bIns="0" anchor="t">
            <a:noAutofit/>
          </a:bodyPr>
          <a:lstStyle>
            <a:defPPr algn="l">
              <a:defRPr sz="14062" b="1" i="0" kern="0" spc="-984">
                <a:solidFill>
                  <a:srgbClr val="0A2540">
                    <a:alpha val="7500"/>
                  </a:srgbClr>
                </a:solidFill>
                <a:latin typeface="JetBrains Mono"/>
                <a:ea typeface="JetBrains Mono"/>
                <a:cs typeface="JetBrains Mono"/>
              </a:defRPr>
            </a:defPPr>
            <a:lvl1pPr algn="l">
              <a:defRPr sz="14062" b="1" i="0" kern="0" spc="-984">
                <a:solidFill>
                  <a:srgbClr val="0A2540">
                    <a:alpha val="7500"/>
                  </a:srgbClr>
                </a:solidFill>
                <a:latin typeface="JetBrains Mono"/>
                <a:ea typeface="JetBrains Mono"/>
                <a:cs typeface="JetBrains Mono"/>
              </a:defRPr>
            </a:lvl1pPr>
            <a:lvl2pPr algn="l">
              <a:defRPr sz="14062" b="1" i="0" kern="0" spc="-984">
                <a:solidFill>
                  <a:srgbClr val="0A2540">
                    <a:alpha val="7500"/>
                  </a:srgbClr>
                </a:solidFill>
                <a:latin typeface="JetBrains Mono"/>
                <a:ea typeface="JetBrains Mono"/>
                <a:cs typeface="JetBrains Mono"/>
              </a:defRPr>
            </a:lvl2pPr>
            <a:lvl3pPr algn="l">
              <a:defRPr sz="14062" b="1" i="0" kern="0" spc="-984">
                <a:solidFill>
                  <a:srgbClr val="0A2540">
                    <a:alpha val="7500"/>
                  </a:srgbClr>
                </a:solidFill>
                <a:latin typeface="JetBrains Mono"/>
                <a:ea typeface="JetBrains Mono"/>
                <a:cs typeface="JetBrains Mono"/>
              </a:defRPr>
            </a:lvl3pPr>
            <a:lvl4pPr algn="l">
              <a:defRPr sz="14062" b="1" i="0" kern="0" spc="-984">
                <a:solidFill>
                  <a:srgbClr val="0A2540">
                    <a:alpha val="7500"/>
                  </a:srgbClr>
                </a:solidFill>
                <a:latin typeface="JetBrains Mono"/>
                <a:ea typeface="JetBrains Mono"/>
                <a:cs typeface="JetBrains Mono"/>
              </a:defRPr>
            </a:lvl4pPr>
            <a:lvl5pPr algn="l">
              <a:defRPr sz="14062" b="1" i="0" kern="0" spc="-984">
                <a:solidFill>
                  <a:srgbClr val="0A2540">
                    <a:alpha val="7500"/>
                  </a:srgbClr>
                </a:solidFill>
                <a:latin typeface="JetBrains Mono"/>
                <a:ea typeface="JetBrains Mono"/>
                <a:cs typeface="JetBrains Mono"/>
              </a:defRPr>
            </a:lvl5pPr>
            <a:lvl6pPr algn="l">
              <a:defRPr sz="14062" b="1" i="0" kern="0" spc="-984">
                <a:solidFill>
                  <a:srgbClr val="0A2540">
                    <a:alpha val="7500"/>
                  </a:srgbClr>
                </a:solidFill>
                <a:latin typeface="JetBrains Mono"/>
                <a:ea typeface="JetBrains Mono"/>
                <a:cs typeface="JetBrains Mono"/>
              </a:defRPr>
            </a:lvl6pPr>
            <a:lvl7pPr algn="l">
              <a:defRPr sz="14062" b="1" i="0" kern="0" spc="-984">
                <a:solidFill>
                  <a:srgbClr val="0A2540">
                    <a:alpha val="7500"/>
                  </a:srgbClr>
                </a:solidFill>
                <a:latin typeface="JetBrains Mono"/>
                <a:ea typeface="JetBrains Mono"/>
                <a:cs typeface="JetBrains Mono"/>
              </a:defRPr>
            </a:lvl7pPr>
            <a:lvl8pPr algn="l">
              <a:defRPr sz="14062" b="1" i="0" kern="0" spc="-984">
                <a:solidFill>
                  <a:srgbClr val="0A2540">
                    <a:alpha val="7500"/>
                  </a:srgbClr>
                </a:solidFill>
                <a:latin typeface="JetBrains Mono"/>
                <a:ea typeface="JetBrains Mono"/>
                <a:cs typeface="JetBrains Mono"/>
              </a:defRPr>
            </a:lvl8pPr>
            <a:lvl9pPr algn="l">
              <a:defRPr sz="14062" b="1" i="0" kern="0" spc="-984">
                <a:solidFill>
                  <a:srgbClr val="0A2540">
                    <a:alpha val="7500"/>
                  </a:srgbClr>
                </a:solidFill>
                <a:latin typeface="JetBrains Mono"/>
                <a:ea typeface="JetBrains Mono"/>
                <a:cs typeface="JetBrains Mono"/>
              </a:defRPr>
            </a:lvl9pPr>
          </a:lstStyle>
          <a:p>
            <a:pPr algn="l">
              <a:lnSpc>
                <a:spcPct val="100000"/>
              </a:lnSpc>
              <a:buNone/>
              <a:defRPr sz="14062" b="1" i="0" kern="0" spc="-984">
                <a:solidFill>
                  <a:srgbClr val="0A2540">
                    <a:alpha val="7500"/>
                  </a:srgbClr>
                </a:solidFill>
                <a:latin typeface="JetBrains Mono"/>
                <a:ea typeface="JetBrains Mono"/>
                <a:cs typeface="JetBrains Mono"/>
              </a:defRPr>
            </a:pPr>
            <a:r>
              <a:rPr sz="14062" b="1" i="0" kern="0" spc="-984">
                <a:solidFill>
                  <a:srgbClr val="0A2540">
                    <a:alpha val="7500"/>
                  </a:srgbClr>
                </a:solidFill>
                <a:latin typeface="JetBrains Mono"/>
                <a:ea typeface="JetBrains Mono"/>
                <a:cs typeface="JetBrains Mono"/>
              </a:rPr>
              <a:t>5.2</a:t>
            </a:r>
          </a:p>
        </p:txBody>
      </p:sp>
      <p:sp>
        <p:nvSpPr>
          <p:cNvPr id="14" name="Source layout 5">
            <a:extLst>
              <a:ext uri="{FF2B5EF4-FFF2-40B4-BE49-F238E27FC236}">
                <a16:creationId xmlns:a16="http://schemas.microsoft.com/office/drawing/2014/main" id="{97651509-3D19-4F4D-8042-2720C6591A36}"/>
              </a:ext>
            </a:extLst>
          </p:cNvPr>
          <p:cNvSpPr>
            <a:spLocks noGrp="1"/>
          </p:cNvSpPr>
          <p:nvPr/>
        </p:nvSpPr>
        <p:spPr>
          <a:xfrm>
            <a:off x="514350" y="635794"/>
            <a:ext cx="78581" cy="78581"/>
          </a:xfrm>
          <a:custGeom>
            <a:avLst/>
            <a:gdLst/>
            <a:ahLst/>
            <a:cxnLst/>
            <a:rect l="0" t="0" r="0" b="0"/>
            <a:pathLst>
              <a:path w="78581" h="78581">
                <a:moveTo>
                  <a:pt x="0" y="0"/>
                </a:moveTo>
                <a:lnTo>
                  <a:pt x="78581" y="0"/>
                </a:lnTo>
                <a:lnTo>
                  <a:pt x="78581" y="78581"/>
                </a:lnTo>
                <a:lnTo>
                  <a:pt x="0" y="78581"/>
                </a:lnTo>
                <a:close/>
              </a:path>
            </a:pathLst>
          </a:custGeom>
          <a:solidFill>
            <a:srgbClr val="1D4ED8"/>
          </a:solidFill>
          <a:ln w="7144">
            <a:noFill/>
            <a:prstDash val="solid"/>
          </a:ln>
        </p:spPr>
      </p:sp>
      <p:sp>
        <p:nvSpPr>
          <p:cNvPr id="15" name="Source layout 6">
            <a:extLst>
              <a:ext uri="{FF2B5EF4-FFF2-40B4-BE49-F238E27FC236}">
                <a16:creationId xmlns:a16="http://schemas.microsoft.com/office/drawing/2014/main" id="{6B59EA31-84D5-4A37-918D-FE32F22AD23D}"/>
              </a:ext>
            </a:extLst>
          </p:cNvPr>
          <p:cNvSpPr>
            <a:spLocks noGrp="1"/>
          </p:cNvSpPr>
          <p:nvPr/>
        </p:nvSpPr>
        <p:spPr>
          <a:xfrm>
            <a:off x="514350" y="7250906"/>
            <a:ext cx="12687299" cy="7144"/>
          </a:xfrm>
          <a:custGeom>
            <a:avLst/>
            <a:gdLst/>
            <a:ahLst/>
            <a:cxnLst/>
            <a:rect l="0" t="0" r="0" b="0"/>
            <a:pathLst>
              <a:path w="12687299" h="7144">
                <a:moveTo>
                  <a:pt x="0" y="0"/>
                </a:moveTo>
                <a:lnTo>
                  <a:pt x="12687299" y="0"/>
                </a:lnTo>
                <a:lnTo>
                  <a:pt x="12687299" y="7144"/>
                </a:lnTo>
                <a:lnTo>
                  <a:pt x="0" y="7144"/>
                </a:lnTo>
                <a:close/>
              </a:path>
            </a:pathLst>
          </a:custGeom>
          <a:solidFill>
            <a:srgbClr val="0A2540">
              <a:alpha val="16080"/>
            </a:srgbClr>
          </a:solidFill>
          <a:ln w="7144">
            <a:noFill/>
            <a:prstDash val="solid"/>
          </a:ln>
        </p:spPr>
      </p:sp>
      <p:sp>
        <p:nvSpPr>
          <p:cNvPr id="16" name="Source layout 7">
            <a:extLst>
              <a:ext uri="{FF2B5EF4-FFF2-40B4-BE49-F238E27FC236}">
                <a16:creationId xmlns:a16="http://schemas.microsoft.com/office/drawing/2014/main" id="{F9615D4A-8D76-4DEC-81E7-7D18C36A8ED6}"/>
              </a:ext>
            </a:extLst>
          </p:cNvPr>
          <p:cNvSpPr>
            <a:spLocks noGrp="1"/>
          </p:cNvSpPr>
          <p:nvPr/>
        </p:nvSpPr>
        <p:spPr>
          <a:xfrm>
            <a:off x="514350" y="1521619"/>
            <a:ext cx="11715750" cy="5343525"/>
          </a:xfrm>
          <a:custGeom>
            <a:avLst/>
            <a:gdLst/>
            <a:ahLst/>
            <a:cxnLst/>
            <a:rect l="0" t="0" r="0" b="0"/>
            <a:pathLst>
              <a:path w="11715750" h="5343525">
                <a:moveTo>
                  <a:pt x="0" y="0"/>
                </a:moveTo>
                <a:lnTo>
                  <a:pt x="11715750" y="0"/>
                </a:lnTo>
                <a:lnTo>
                  <a:pt x="11715750" y="5343525"/>
                </a:lnTo>
                <a:lnTo>
                  <a:pt x="0" y="5343525"/>
                </a:lnTo>
                <a:close/>
              </a:path>
            </a:pathLst>
          </a:custGeom>
          <a:solidFill>
            <a:srgbClr val="FFFFFF"/>
          </a:solidFill>
          <a:ln w="7144">
            <a:noFill/>
            <a:prstDash val="solid"/>
          </a:ln>
        </p:spPr>
      </p:sp>
      <p:sp>
        <p:nvSpPr>
          <p:cNvPr id="17" name="Source layout 8">
            <a:extLst>
              <a:ext uri="{FF2B5EF4-FFF2-40B4-BE49-F238E27FC236}">
                <a16:creationId xmlns:a16="http://schemas.microsoft.com/office/drawing/2014/main" id="{F03CB6FB-ABE5-4A07-BBB6-E1167DE4A590}"/>
              </a:ext>
            </a:extLst>
          </p:cNvPr>
          <p:cNvSpPr>
            <a:spLocks noGrp="1"/>
          </p:cNvSpPr>
          <p:nvPr/>
        </p:nvSpPr>
        <p:spPr>
          <a:xfrm>
            <a:off x="514350" y="1521619"/>
            <a:ext cx="11715750" cy="7144"/>
          </a:xfrm>
          <a:custGeom>
            <a:avLst/>
            <a:gdLst/>
            <a:ahLst/>
            <a:cxnLst/>
            <a:rect l="0" t="0" r="0" b="0"/>
            <a:pathLst>
              <a:path w="11715750" h="7144">
                <a:moveTo>
                  <a:pt x="0" y="0"/>
                </a:moveTo>
                <a:lnTo>
                  <a:pt x="11715750" y="0"/>
                </a:lnTo>
                <a:lnTo>
                  <a:pt x="11715750" y="7144"/>
                </a:lnTo>
                <a:lnTo>
                  <a:pt x="0" y="7144"/>
                </a:lnTo>
                <a:close/>
              </a:path>
            </a:pathLst>
          </a:custGeom>
          <a:solidFill>
            <a:srgbClr val="0A2540">
              <a:alpha val="34120"/>
            </a:srgbClr>
          </a:solidFill>
          <a:ln w="7144">
            <a:noFill/>
            <a:prstDash val="solid"/>
          </a:ln>
        </p:spPr>
      </p:sp>
      <p:sp>
        <p:nvSpPr>
          <p:cNvPr id="18" name="Source layout 9">
            <a:extLst>
              <a:ext uri="{FF2B5EF4-FFF2-40B4-BE49-F238E27FC236}">
                <a16:creationId xmlns:a16="http://schemas.microsoft.com/office/drawing/2014/main" id="{C3BEE165-4B30-43D7-8C7C-73F2DA241147}"/>
              </a:ext>
            </a:extLst>
          </p:cNvPr>
          <p:cNvSpPr>
            <a:spLocks noGrp="1"/>
          </p:cNvSpPr>
          <p:nvPr/>
        </p:nvSpPr>
        <p:spPr>
          <a:xfrm>
            <a:off x="514350" y="6858000"/>
            <a:ext cx="11715750" cy="7144"/>
          </a:xfrm>
          <a:custGeom>
            <a:avLst/>
            <a:gdLst/>
            <a:ahLst/>
            <a:cxnLst/>
            <a:rect l="0" t="0" r="0" b="0"/>
            <a:pathLst>
              <a:path w="11715750" h="7144">
                <a:moveTo>
                  <a:pt x="0" y="0"/>
                </a:moveTo>
                <a:lnTo>
                  <a:pt x="11715750" y="0"/>
                </a:lnTo>
                <a:lnTo>
                  <a:pt x="11715750" y="7144"/>
                </a:lnTo>
                <a:lnTo>
                  <a:pt x="0" y="7144"/>
                </a:lnTo>
                <a:close/>
              </a:path>
            </a:pathLst>
          </a:custGeom>
          <a:solidFill>
            <a:srgbClr val="0A2540">
              <a:alpha val="34120"/>
            </a:srgbClr>
          </a:solidFill>
          <a:ln w="7144">
            <a:noFill/>
            <a:prstDash val="solid"/>
          </a:ln>
        </p:spPr>
      </p:sp>
      <p:sp>
        <p:nvSpPr>
          <p:cNvPr id="19" name="Source layout 10">
            <a:extLst>
              <a:ext uri="{FF2B5EF4-FFF2-40B4-BE49-F238E27FC236}">
                <a16:creationId xmlns:a16="http://schemas.microsoft.com/office/drawing/2014/main" id="{7B486A05-2D68-442C-A819-3C357297DB84}"/>
              </a:ext>
            </a:extLst>
          </p:cNvPr>
          <p:cNvSpPr>
            <a:spLocks noGrp="1"/>
          </p:cNvSpPr>
          <p:nvPr/>
        </p:nvSpPr>
        <p:spPr>
          <a:xfrm>
            <a:off x="12222956" y="1521619"/>
            <a:ext cx="7144" cy="5343525"/>
          </a:xfrm>
          <a:custGeom>
            <a:avLst/>
            <a:gdLst/>
            <a:ahLst/>
            <a:cxnLst/>
            <a:rect l="0" t="0" r="0" b="0"/>
            <a:pathLst>
              <a:path w="7144" h="5343525">
                <a:moveTo>
                  <a:pt x="0" y="0"/>
                </a:moveTo>
                <a:lnTo>
                  <a:pt x="7144" y="0"/>
                </a:lnTo>
                <a:lnTo>
                  <a:pt x="7144" y="5343525"/>
                </a:lnTo>
                <a:lnTo>
                  <a:pt x="0" y="5343525"/>
                </a:lnTo>
                <a:close/>
              </a:path>
            </a:pathLst>
          </a:custGeom>
          <a:solidFill>
            <a:srgbClr val="0A2540">
              <a:alpha val="34120"/>
            </a:srgbClr>
          </a:solidFill>
          <a:ln w="7144">
            <a:noFill/>
            <a:prstDash val="solid"/>
          </a:ln>
        </p:spPr>
      </p:sp>
      <p:sp>
        <p:nvSpPr>
          <p:cNvPr id="20" name="Source layout 11">
            <a:extLst>
              <a:ext uri="{FF2B5EF4-FFF2-40B4-BE49-F238E27FC236}">
                <a16:creationId xmlns:a16="http://schemas.microsoft.com/office/drawing/2014/main" id="{614217B0-E0F5-4DA1-B183-F9B532F5D770}"/>
              </a:ext>
            </a:extLst>
          </p:cNvPr>
          <p:cNvSpPr>
            <a:spLocks noGrp="1"/>
          </p:cNvSpPr>
          <p:nvPr/>
        </p:nvSpPr>
        <p:spPr>
          <a:xfrm>
            <a:off x="514350" y="1521619"/>
            <a:ext cx="42862" cy="5343525"/>
          </a:xfrm>
          <a:custGeom>
            <a:avLst/>
            <a:gdLst/>
            <a:ahLst/>
            <a:cxnLst/>
            <a:rect l="0" t="0" r="0" b="0"/>
            <a:pathLst>
              <a:path w="42862" h="5343525">
                <a:moveTo>
                  <a:pt x="0" y="0"/>
                </a:moveTo>
                <a:lnTo>
                  <a:pt x="0" y="5343525"/>
                </a:lnTo>
                <a:lnTo>
                  <a:pt x="42862" y="5336381"/>
                </a:lnTo>
                <a:lnTo>
                  <a:pt x="42862" y="7144"/>
                </a:lnTo>
              </a:path>
            </a:pathLst>
          </a:custGeom>
          <a:solidFill>
            <a:srgbClr val="0A2540"/>
          </a:solidFill>
          <a:ln w="7144">
            <a:noFill/>
            <a:prstDash val="solid"/>
          </a:ln>
        </p:spPr>
      </p:sp>
      <p:sp>
        <p:nvSpPr>
          <p:cNvPr id="21" name="Source layout 12">
            <a:extLst>
              <a:ext uri="{FF2B5EF4-FFF2-40B4-BE49-F238E27FC236}">
                <a16:creationId xmlns:a16="http://schemas.microsoft.com/office/drawing/2014/main" id="{08AE8120-64E3-4B71-B71E-283D633D2D33}"/>
              </a:ext>
            </a:extLst>
          </p:cNvPr>
          <p:cNvSpPr>
            <a:spLocks noGrp="1"/>
          </p:cNvSpPr>
          <p:nvPr/>
        </p:nvSpPr>
        <p:spPr>
          <a:xfrm>
            <a:off x="557212" y="1528762"/>
            <a:ext cx="1100137" cy="228600"/>
          </a:xfrm>
          <a:custGeom>
            <a:avLst/>
            <a:gdLst/>
            <a:ahLst/>
            <a:cxnLst/>
            <a:rect l="0" t="0" r="0" b="0"/>
            <a:pathLst>
              <a:path w="1100137" h="228600">
                <a:moveTo>
                  <a:pt x="0" y="0"/>
                </a:moveTo>
                <a:lnTo>
                  <a:pt x="1100137" y="0"/>
                </a:lnTo>
                <a:lnTo>
                  <a:pt x="1100137" y="228600"/>
                </a:lnTo>
                <a:lnTo>
                  <a:pt x="0" y="228600"/>
                </a:lnTo>
                <a:close/>
              </a:path>
            </a:pathLst>
          </a:custGeom>
          <a:solidFill>
            <a:srgbClr val="0A2540"/>
          </a:solidFill>
          <a:ln w="7144">
            <a:noFill/>
            <a:prstDash val="solid"/>
          </a:ln>
        </p:spPr>
      </p:sp>
      <p:sp>
        <p:nvSpPr>
          <p:cNvPr id="22" name="s12 text 1">
            <a:extLst>
              <a:ext uri="{FF2B5EF4-FFF2-40B4-BE49-F238E27FC236}">
                <a16:creationId xmlns:a16="http://schemas.microsoft.com/office/drawing/2014/main" id="{AB20DBAF-A0B9-4115-8D08-BB2A40430211}"/>
              </a:ext>
            </a:extLst>
          </p:cNvPr>
          <p:cNvSpPr>
            <a:spLocks noGrp="1"/>
          </p:cNvSpPr>
          <p:nvPr/>
        </p:nvSpPr>
        <p:spPr>
          <a:xfrm>
            <a:off x="678656" y="604933"/>
            <a:ext cx="2400303" cy="173507"/>
          </a:xfrm>
          <a:prstGeom prst="rect">
            <a:avLst/>
          </a:prstGeom>
          <a:noFill/>
          <a:ln w="0">
            <a:noFill/>
            <a:prstDash val="solid"/>
          </a:ln>
        </p:spPr>
        <p:txBody>
          <a:bodyPr wrap="none" lIns="0" tIns="0" rIns="0" bIns="0" anchor="t">
            <a:noAutofit/>
          </a:bodyPr>
          <a:lstStyle>
            <a:defPPr algn="l">
              <a:defRPr sz="900" b="0" i="0" kern="0" spc="180">
                <a:solidFill>
                  <a:srgbClr val="1D4ED8"/>
                </a:solidFill>
                <a:latin typeface="JetBrains Mono"/>
                <a:ea typeface="JetBrains Mono"/>
                <a:cs typeface="JetBrains Mono"/>
              </a:defRPr>
            </a:defPPr>
            <a:lvl1pPr algn="l">
              <a:defRPr sz="900" b="0" i="0" kern="0" spc="180">
                <a:solidFill>
                  <a:srgbClr val="1D4ED8"/>
                </a:solidFill>
                <a:latin typeface="JetBrains Mono"/>
                <a:ea typeface="JetBrains Mono"/>
                <a:cs typeface="JetBrains Mono"/>
              </a:defRPr>
            </a:lvl1pPr>
            <a:lvl2pPr algn="l">
              <a:defRPr sz="900" b="0" i="0" kern="0" spc="180">
                <a:solidFill>
                  <a:srgbClr val="1D4ED8"/>
                </a:solidFill>
                <a:latin typeface="JetBrains Mono"/>
                <a:ea typeface="JetBrains Mono"/>
                <a:cs typeface="JetBrains Mono"/>
              </a:defRPr>
            </a:lvl2pPr>
            <a:lvl3pPr algn="l">
              <a:defRPr sz="900" b="0" i="0" kern="0" spc="180">
                <a:solidFill>
                  <a:srgbClr val="1D4ED8"/>
                </a:solidFill>
                <a:latin typeface="JetBrains Mono"/>
                <a:ea typeface="JetBrains Mono"/>
                <a:cs typeface="JetBrains Mono"/>
              </a:defRPr>
            </a:lvl3pPr>
            <a:lvl4pPr algn="l">
              <a:defRPr sz="900" b="0" i="0" kern="0" spc="180">
                <a:solidFill>
                  <a:srgbClr val="1D4ED8"/>
                </a:solidFill>
                <a:latin typeface="JetBrains Mono"/>
                <a:ea typeface="JetBrains Mono"/>
                <a:cs typeface="JetBrains Mono"/>
              </a:defRPr>
            </a:lvl4pPr>
            <a:lvl5pPr algn="l">
              <a:defRPr sz="900" b="0" i="0" kern="0" spc="180">
                <a:solidFill>
                  <a:srgbClr val="1D4ED8"/>
                </a:solidFill>
                <a:latin typeface="JetBrains Mono"/>
                <a:ea typeface="JetBrains Mono"/>
                <a:cs typeface="JetBrains Mono"/>
              </a:defRPr>
            </a:lvl5pPr>
            <a:lvl6pPr algn="l">
              <a:defRPr sz="900" b="0" i="0" kern="0" spc="180">
                <a:solidFill>
                  <a:srgbClr val="1D4ED8"/>
                </a:solidFill>
                <a:latin typeface="JetBrains Mono"/>
                <a:ea typeface="JetBrains Mono"/>
                <a:cs typeface="JetBrains Mono"/>
              </a:defRPr>
            </a:lvl6pPr>
            <a:lvl7pPr algn="l">
              <a:defRPr sz="900" b="0" i="0" kern="0" spc="180">
                <a:solidFill>
                  <a:srgbClr val="1D4ED8"/>
                </a:solidFill>
                <a:latin typeface="JetBrains Mono"/>
                <a:ea typeface="JetBrains Mono"/>
                <a:cs typeface="JetBrains Mono"/>
              </a:defRPr>
            </a:lvl7pPr>
            <a:lvl8pPr algn="l">
              <a:defRPr sz="900" b="0" i="0" kern="0" spc="180">
                <a:solidFill>
                  <a:srgbClr val="1D4ED8"/>
                </a:solidFill>
                <a:latin typeface="JetBrains Mono"/>
                <a:ea typeface="JetBrains Mono"/>
                <a:cs typeface="JetBrains Mono"/>
              </a:defRPr>
            </a:lvl8pPr>
            <a:lvl9pPr algn="l">
              <a:defRPr sz="900" b="0" i="0" kern="0" spc="180">
                <a:solidFill>
                  <a:srgbClr val="1D4ED8"/>
                </a:solidFill>
                <a:latin typeface="JetBrains Mono"/>
                <a:ea typeface="JetBrains Mono"/>
                <a:cs typeface="JetBrains Mono"/>
              </a:defRPr>
            </a:lvl9pPr>
          </a:lstStyle>
          <a:p>
            <a:pPr algn="l">
              <a:lnSpc>
                <a:spcPct val="100000"/>
              </a:lnSpc>
              <a:buNone/>
              <a:defRPr sz="900" b="0" i="0" kern="0" spc="180">
                <a:solidFill>
                  <a:srgbClr val="1D4ED8"/>
                </a:solidFill>
                <a:latin typeface="JetBrains Mono"/>
                <a:ea typeface="JetBrains Mono"/>
                <a:cs typeface="JetBrains Mono"/>
              </a:defRPr>
            </a:pPr>
            <a:r>
              <a:rPr sz="900" b="0" i="0" kern="0" spc="180">
                <a:solidFill>
                  <a:srgbClr val="1D4ED8"/>
                </a:solidFill>
                <a:latin typeface="JetBrains Mono"/>
                <a:ea typeface="JetBrains Mono"/>
                <a:cs typeface="JetBrains Mono"/>
              </a:rPr>
              <a:t>PART 3 OF 5 · QUESTION 5.2</a:t>
            </a:r>
          </a:p>
        </p:txBody>
      </p:sp>
      <p:sp>
        <p:nvSpPr>
          <p:cNvPr id="23" name="s12 text 2">
            <a:extLst>
              <a:ext uri="{FF2B5EF4-FFF2-40B4-BE49-F238E27FC236}">
                <a16:creationId xmlns:a16="http://schemas.microsoft.com/office/drawing/2014/main" id="{072342C9-7D52-44BB-8457-8A8B79CE5C14}"/>
              </a:ext>
            </a:extLst>
          </p:cNvPr>
          <p:cNvSpPr>
            <a:spLocks noGrp="1"/>
          </p:cNvSpPr>
          <p:nvPr/>
        </p:nvSpPr>
        <p:spPr>
          <a:xfrm>
            <a:off x="514350" y="800100"/>
            <a:ext cx="7722204" cy="636173"/>
          </a:xfrm>
          <a:prstGeom prst="rect">
            <a:avLst/>
          </a:prstGeom>
          <a:noFill/>
          <a:ln w="0">
            <a:noFill/>
            <a:prstDash val="solid"/>
          </a:ln>
        </p:spPr>
        <p:txBody>
          <a:bodyPr wrap="none" lIns="0" tIns="0" rIns="0" bIns="0" anchor="t">
            <a:noAutofit/>
          </a:bodyPr>
          <a:lstStyle>
            <a:defPPr algn="l">
              <a:defRPr sz="3600" b="0" i="0" kern="0" spc="-115">
                <a:solidFill>
                  <a:srgbClr val="0A2540"/>
                </a:solidFill>
                <a:latin typeface="Inter ExtraBold"/>
                <a:ea typeface="Inter ExtraBold"/>
                <a:cs typeface="Inter ExtraBold"/>
              </a:defRPr>
            </a:defPPr>
            <a:lvl1pPr algn="l">
              <a:defRPr sz="3600" b="0" i="0" kern="0" spc="-115">
                <a:solidFill>
                  <a:srgbClr val="0A2540"/>
                </a:solidFill>
                <a:latin typeface="Inter ExtraBold"/>
                <a:ea typeface="Inter ExtraBold"/>
                <a:cs typeface="Inter ExtraBold"/>
              </a:defRPr>
            </a:lvl1pPr>
            <a:lvl2pPr algn="l">
              <a:defRPr sz="3600" b="0" i="0" kern="0" spc="-115">
                <a:solidFill>
                  <a:srgbClr val="0A2540"/>
                </a:solidFill>
                <a:latin typeface="Inter ExtraBold"/>
                <a:ea typeface="Inter ExtraBold"/>
                <a:cs typeface="Inter ExtraBold"/>
              </a:defRPr>
            </a:lvl2pPr>
            <a:lvl3pPr algn="l">
              <a:defRPr sz="3600" b="0" i="0" kern="0" spc="-115">
                <a:solidFill>
                  <a:srgbClr val="0A2540"/>
                </a:solidFill>
                <a:latin typeface="Inter ExtraBold"/>
                <a:ea typeface="Inter ExtraBold"/>
                <a:cs typeface="Inter ExtraBold"/>
              </a:defRPr>
            </a:lvl3pPr>
            <a:lvl4pPr algn="l">
              <a:defRPr sz="3600" b="0" i="0" kern="0" spc="-115">
                <a:solidFill>
                  <a:srgbClr val="0A2540"/>
                </a:solidFill>
                <a:latin typeface="Inter ExtraBold"/>
                <a:ea typeface="Inter ExtraBold"/>
                <a:cs typeface="Inter ExtraBold"/>
              </a:defRPr>
            </a:lvl4pPr>
            <a:lvl5pPr algn="l">
              <a:defRPr sz="3600" b="0" i="0" kern="0" spc="-115">
                <a:solidFill>
                  <a:srgbClr val="0A2540"/>
                </a:solidFill>
                <a:latin typeface="Inter ExtraBold"/>
                <a:ea typeface="Inter ExtraBold"/>
                <a:cs typeface="Inter ExtraBold"/>
              </a:defRPr>
            </a:lvl5pPr>
            <a:lvl6pPr algn="l">
              <a:defRPr sz="3600" b="0" i="0" kern="0" spc="-115">
                <a:solidFill>
                  <a:srgbClr val="0A2540"/>
                </a:solidFill>
                <a:latin typeface="Inter ExtraBold"/>
                <a:ea typeface="Inter ExtraBold"/>
                <a:cs typeface="Inter ExtraBold"/>
              </a:defRPr>
            </a:lvl6pPr>
            <a:lvl7pPr algn="l">
              <a:defRPr sz="3600" b="0" i="0" kern="0" spc="-115">
                <a:solidFill>
                  <a:srgbClr val="0A2540"/>
                </a:solidFill>
                <a:latin typeface="Inter ExtraBold"/>
                <a:ea typeface="Inter ExtraBold"/>
                <a:cs typeface="Inter ExtraBold"/>
              </a:defRPr>
            </a:lvl7pPr>
            <a:lvl8pPr algn="l">
              <a:defRPr sz="3600" b="0" i="0" kern="0" spc="-115">
                <a:solidFill>
                  <a:srgbClr val="0A2540"/>
                </a:solidFill>
                <a:latin typeface="Inter ExtraBold"/>
                <a:ea typeface="Inter ExtraBold"/>
                <a:cs typeface="Inter ExtraBold"/>
              </a:defRPr>
            </a:lvl8pPr>
            <a:lvl9pPr algn="l">
              <a:defRPr sz="3600" b="0" i="0" kern="0" spc="-115">
                <a:solidFill>
                  <a:srgbClr val="0A2540"/>
                </a:solidFill>
                <a:latin typeface="Inter ExtraBold"/>
                <a:ea typeface="Inter ExtraBold"/>
                <a:cs typeface="Inter ExtraBold"/>
              </a:defRPr>
            </a:lvl9pPr>
          </a:lstStyle>
          <a:p>
            <a:pPr algn="l">
              <a:lnSpc>
                <a:spcPct val="100000"/>
              </a:lnSpc>
              <a:buNone/>
              <a:defRPr sz="3600" b="0" i="0" kern="0" spc="-115">
                <a:solidFill>
                  <a:srgbClr val="0A2540"/>
                </a:solidFill>
                <a:latin typeface="Inter ExtraBold"/>
                <a:ea typeface="Inter ExtraBold"/>
                <a:cs typeface="Inter ExtraBold"/>
              </a:defRPr>
            </a:pPr>
            <a:r>
              <a:rPr sz="3600" b="0" i="0" kern="0" spc="-115">
                <a:solidFill>
                  <a:srgbClr val="0A2540"/>
                </a:solidFill>
                <a:latin typeface="Inter ExtraBold"/>
                <a:ea typeface="Inter ExtraBold"/>
                <a:cs typeface="Inter ExtraBold"/>
              </a:rPr>
              <a:t>The handbag market in country A</a:t>
            </a:r>
          </a:p>
        </p:txBody>
      </p:sp>
      <p:sp>
        <p:nvSpPr>
          <p:cNvPr id="24" name="s12 text 4">
            <a:extLst>
              <a:ext uri="{FF2B5EF4-FFF2-40B4-BE49-F238E27FC236}">
                <a16:creationId xmlns:a16="http://schemas.microsoft.com/office/drawing/2014/main" id="{FDF004E5-FD66-4E1C-9CC9-04233102D275}"/>
              </a:ext>
            </a:extLst>
          </p:cNvPr>
          <p:cNvSpPr>
            <a:spLocks noGrp="1"/>
          </p:cNvSpPr>
          <p:nvPr/>
        </p:nvSpPr>
        <p:spPr>
          <a:xfrm>
            <a:off x="514350" y="7370207"/>
            <a:ext cx="1906319"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QUESTION 5.2 · COUNTRY A</a:t>
            </a:r>
          </a:p>
        </p:txBody>
      </p:sp>
      <p:sp>
        <p:nvSpPr>
          <p:cNvPr id="25" name="s12 text 5">
            <a:extLst>
              <a:ext uri="{FF2B5EF4-FFF2-40B4-BE49-F238E27FC236}">
                <a16:creationId xmlns:a16="http://schemas.microsoft.com/office/drawing/2014/main" id="{F87F40D9-753F-4D79-8625-1EE0CE196560}"/>
              </a:ext>
            </a:extLst>
          </p:cNvPr>
          <p:cNvSpPr>
            <a:spLocks noGrp="1"/>
          </p:cNvSpPr>
          <p:nvPr/>
        </p:nvSpPr>
        <p:spPr>
          <a:xfrm>
            <a:off x="12654037" y="7370207"/>
            <a:ext cx="576503"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12 / 26</a:t>
            </a:r>
          </a:p>
        </p:txBody>
      </p:sp>
      <p:sp>
        <p:nvSpPr>
          <p:cNvPr id="26" name="s12 text 6">
            <a:extLst>
              <a:ext uri="{FF2B5EF4-FFF2-40B4-BE49-F238E27FC236}">
                <a16:creationId xmlns:a16="http://schemas.microsoft.com/office/drawing/2014/main" id="{49D36096-1678-40D7-ACEF-A122C95BD3A2}"/>
              </a:ext>
            </a:extLst>
          </p:cNvPr>
          <p:cNvSpPr>
            <a:spLocks noGrp="1"/>
          </p:cNvSpPr>
          <p:nvPr/>
        </p:nvSpPr>
        <p:spPr>
          <a:xfrm>
            <a:off x="800100" y="1864072"/>
            <a:ext cx="11230832" cy="298206"/>
          </a:xfrm>
          <a:prstGeom prst="rect">
            <a:avLst/>
          </a:prstGeom>
          <a:noFill/>
          <a:ln w="0">
            <a:noFill/>
            <a:prstDash val="solid"/>
          </a:ln>
        </p:spPr>
        <p:txBody>
          <a:bodyPr wrap="none" lIns="0" tIns="0" rIns="0" bIns="0" anchor="t">
            <a:noAutofit/>
          </a:bodyPr>
          <a:lstStyle>
            <a:defPPr algn="l">
              <a:defRPr sz="1687" b="0" i="0" kern="0" spc="-9">
                <a:solidFill>
                  <a:srgbClr val="0A2540"/>
                </a:solidFill>
                <a:latin typeface="Inter"/>
                <a:ea typeface="Inter"/>
                <a:cs typeface="Inter"/>
              </a:defRPr>
            </a:defPPr>
            <a:lvl1pPr algn="l">
              <a:defRPr sz="1687" b="0" i="0" kern="0" spc="-9">
                <a:solidFill>
                  <a:srgbClr val="0A2540"/>
                </a:solidFill>
                <a:latin typeface="Inter"/>
                <a:ea typeface="Inter"/>
                <a:cs typeface="Inter"/>
              </a:defRPr>
            </a:lvl1pPr>
            <a:lvl2pPr algn="l">
              <a:defRPr sz="1687" b="0" i="0" kern="0" spc="-9">
                <a:solidFill>
                  <a:srgbClr val="0A2540"/>
                </a:solidFill>
                <a:latin typeface="Inter"/>
                <a:ea typeface="Inter"/>
                <a:cs typeface="Inter"/>
              </a:defRPr>
            </a:lvl2pPr>
            <a:lvl3pPr algn="l">
              <a:defRPr sz="1687" b="0" i="0" kern="0" spc="-9">
                <a:solidFill>
                  <a:srgbClr val="0A2540"/>
                </a:solidFill>
                <a:latin typeface="Inter"/>
                <a:ea typeface="Inter"/>
                <a:cs typeface="Inter"/>
              </a:defRPr>
            </a:lvl3pPr>
            <a:lvl4pPr algn="l">
              <a:defRPr sz="1687" b="0" i="0" kern="0" spc="-9">
                <a:solidFill>
                  <a:srgbClr val="0A2540"/>
                </a:solidFill>
                <a:latin typeface="Inter"/>
                <a:ea typeface="Inter"/>
                <a:cs typeface="Inter"/>
              </a:defRPr>
            </a:lvl4pPr>
            <a:lvl5pPr algn="l">
              <a:defRPr sz="1687" b="0" i="0" kern="0" spc="-9">
                <a:solidFill>
                  <a:srgbClr val="0A2540"/>
                </a:solidFill>
                <a:latin typeface="Inter"/>
                <a:ea typeface="Inter"/>
                <a:cs typeface="Inter"/>
              </a:defRPr>
            </a:lvl5pPr>
            <a:lvl6pPr algn="l">
              <a:defRPr sz="1687" b="0" i="0" kern="0" spc="-9">
                <a:solidFill>
                  <a:srgbClr val="0A2540"/>
                </a:solidFill>
                <a:latin typeface="Inter"/>
                <a:ea typeface="Inter"/>
                <a:cs typeface="Inter"/>
              </a:defRPr>
            </a:lvl6pPr>
            <a:lvl7pPr algn="l">
              <a:defRPr sz="1687" b="0" i="0" kern="0" spc="-9">
                <a:solidFill>
                  <a:srgbClr val="0A2540"/>
                </a:solidFill>
                <a:latin typeface="Inter"/>
                <a:ea typeface="Inter"/>
                <a:cs typeface="Inter"/>
              </a:defRPr>
            </a:lvl7pPr>
            <a:lvl8pPr algn="l">
              <a:defRPr sz="1687" b="0" i="0" kern="0" spc="-9">
                <a:solidFill>
                  <a:srgbClr val="0A2540"/>
                </a:solidFill>
                <a:latin typeface="Inter"/>
                <a:ea typeface="Inter"/>
                <a:cs typeface="Inter"/>
              </a:defRPr>
            </a:lvl8pPr>
            <a:lvl9pPr algn="l">
              <a:defRPr sz="1687" b="0" i="0" kern="0" spc="-9">
                <a:solidFill>
                  <a:srgbClr val="0A2540"/>
                </a:solidFill>
                <a:latin typeface="Inter"/>
                <a:ea typeface="Inter"/>
                <a:cs typeface="Inter"/>
              </a:defRPr>
            </a:lvl9pPr>
          </a:lstStyle>
          <a:p>
            <a:pPr algn="l">
              <a:lnSpc>
                <a:spcPct val="100000"/>
              </a:lnSpc>
              <a:buNone/>
              <a:defRPr sz="1687" b="0" i="0" kern="0" spc="-9">
                <a:solidFill>
                  <a:srgbClr val="0A2540"/>
                </a:solidFill>
                <a:latin typeface="Inter"/>
                <a:ea typeface="Inter"/>
                <a:cs typeface="Inter"/>
              </a:defRPr>
            </a:pPr>
            <a:r>
              <a:rPr sz="1687" b="0" i="0" kern="0" spc="-9">
                <a:solidFill>
                  <a:srgbClr val="0A2540"/>
                </a:solidFill>
                <a:latin typeface="Inter"/>
                <a:ea typeface="Inter"/>
                <a:cs typeface="Inter"/>
              </a:rPr>
              <a:t>Suppose country A is a small country where all buyers and sellers there are price takers. Below are the market</a:t>
            </a:r>
          </a:p>
        </p:txBody>
      </p:sp>
      <p:sp>
        <p:nvSpPr>
          <p:cNvPr id="27" name="s12 text 7">
            <a:extLst>
              <a:ext uri="{FF2B5EF4-FFF2-40B4-BE49-F238E27FC236}">
                <a16:creationId xmlns:a16="http://schemas.microsoft.com/office/drawing/2014/main" id="{7179B8B3-156B-497B-9BB2-1CE30D3C40CF}"/>
              </a:ext>
            </a:extLst>
          </p:cNvPr>
          <p:cNvSpPr>
            <a:spLocks noGrp="1"/>
          </p:cNvSpPr>
          <p:nvPr/>
        </p:nvSpPr>
        <p:spPr>
          <a:xfrm>
            <a:off x="800100" y="2171253"/>
            <a:ext cx="11121390" cy="298206"/>
          </a:xfrm>
          <a:prstGeom prst="rect">
            <a:avLst/>
          </a:prstGeom>
          <a:noFill/>
          <a:ln w="0">
            <a:noFill/>
            <a:prstDash val="solid"/>
          </a:ln>
        </p:spPr>
        <p:txBody>
          <a:bodyPr wrap="none" lIns="0" tIns="0" rIns="0" bIns="0" anchor="t">
            <a:noAutofit/>
          </a:bodyPr>
          <a:lstStyle>
            <a:defPPr algn="l">
              <a:defRPr sz="1687" b="0" i="0" kern="0" spc="-9">
                <a:solidFill>
                  <a:srgbClr val="0A2540"/>
                </a:solidFill>
                <a:latin typeface="Inter"/>
                <a:ea typeface="Inter"/>
                <a:cs typeface="Inter"/>
              </a:defRPr>
            </a:defPPr>
            <a:lvl1pPr algn="l">
              <a:defRPr sz="1687" b="0" i="0" kern="0" spc="-9">
                <a:solidFill>
                  <a:srgbClr val="0A2540"/>
                </a:solidFill>
                <a:latin typeface="Inter"/>
                <a:ea typeface="Inter"/>
                <a:cs typeface="Inter"/>
              </a:defRPr>
            </a:lvl1pPr>
            <a:lvl2pPr algn="l">
              <a:defRPr sz="1687" b="0" i="0" kern="0" spc="-9">
                <a:solidFill>
                  <a:srgbClr val="0A2540"/>
                </a:solidFill>
                <a:latin typeface="Inter"/>
                <a:ea typeface="Inter"/>
                <a:cs typeface="Inter"/>
              </a:defRPr>
            </a:lvl2pPr>
            <a:lvl3pPr algn="l">
              <a:defRPr sz="1687" b="0" i="0" kern="0" spc="-9">
                <a:solidFill>
                  <a:srgbClr val="0A2540"/>
                </a:solidFill>
                <a:latin typeface="Inter"/>
                <a:ea typeface="Inter"/>
                <a:cs typeface="Inter"/>
              </a:defRPr>
            </a:lvl3pPr>
            <a:lvl4pPr algn="l">
              <a:defRPr sz="1687" b="0" i="0" kern="0" spc="-9">
                <a:solidFill>
                  <a:srgbClr val="0A2540"/>
                </a:solidFill>
                <a:latin typeface="Inter"/>
                <a:ea typeface="Inter"/>
                <a:cs typeface="Inter"/>
              </a:defRPr>
            </a:lvl4pPr>
            <a:lvl5pPr algn="l">
              <a:defRPr sz="1687" b="0" i="0" kern="0" spc="-9">
                <a:solidFill>
                  <a:srgbClr val="0A2540"/>
                </a:solidFill>
                <a:latin typeface="Inter"/>
                <a:ea typeface="Inter"/>
                <a:cs typeface="Inter"/>
              </a:defRPr>
            </a:lvl5pPr>
            <a:lvl6pPr algn="l">
              <a:defRPr sz="1687" b="0" i="0" kern="0" spc="-9">
                <a:solidFill>
                  <a:srgbClr val="0A2540"/>
                </a:solidFill>
                <a:latin typeface="Inter"/>
                <a:ea typeface="Inter"/>
                <a:cs typeface="Inter"/>
              </a:defRPr>
            </a:lvl6pPr>
            <a:lvl7pPr algn="l">
              <a:defRPr sz="1687" b="0" i="0" kern="0" spc="-9">
                <a:solidFill>
                  <a:srgbClr val="0A2540"/>
                </a:solidFill>
                <a:latin typeface="Inter"/>
                <a:ea typeface="Inter"/>
                <a:cs typeface="Inter"/>
              </a:defRPr>
            </a:lvl7pPr>
            <a:lvl8pPr algn="l">
              <a:defRPr sz="1687" b="0" i="0" kern="0" spc="-9">
                <a:solidFill>
                  <a:srgbClr val="0A2540"/>
                </a:solidFill>
                <a:latin typeface="Inter"/>
                <a:ea typeface="Inter"/>
                <a:cs typeface="Inter"/>
              </a:defRPr>
            </a:lvl8pPr>
            <a:lvl9pPr algn="l">
              <a:defRPr sz="1687" b="0" i="0" kern="0" spc="-9">
                <a:solidFill>
                  <a:srgbClr val="0A2540"/>
                </a:solidFill>
                <a:latin typeface="Inter"/>
                <a:ea typeface="Inter"/>
                <a:cs typeface="Inter"/>
              </a:defRPr>
            </a:lvl9pPr>
          </a:lstStyle>
          <a:p>
            <a:pPr algn="l">
              <a:lnSpc>
                <a:spcPct val="100000"/>
              </a:lnSpc>
              <a:buNone/>
              <a:defRPr sz="1687" b="0" i="0" kern="0" spc="-9">
                <a:solidFill>
                  <a:srgbClr val="0A2540"/>
                </a:solidFill>
                <a:latin typeface="Inter"/>
                <a:ea typeface="Inter"/>
                <a:cs typeface="Inter"/>
              </a:defRPr>
            </a:pPr>
            <a:r>
              <a:rPr sz="1687" b="0" i="0" kern="0" spc="-9">
                <a:solidFill>
                  <a:srgbClr val="0A2540"/>
                </a:solidFill>
                <a:latin typeface="Inter"/>
                <a:ea typeface="Inter"/>
                <a:cs typeface="Inter"/>
              </a:rPr>
              <a:t>demand and market supply equations of handbag in country A, which P is the price per handbag and Q is the</a:t>
            </a:r>
          </a:p>
        </p:txBody>
      </p:sp>
      <p:sp>
        <p:nvSpPr>
          <p:cNvPr id="28" name="s12 text 8">
            <a:extLst>
              <a:ext uri="{FF2B5EF4-FFF2-40B4-BE49-F238E27FC236}">
                <a16:creationId xmlns:a16="http://schemas.microsoft.com/office/drawing/2014/main" id="{EF42402C-2657-4035-9C8B-1E9A4D870483}"/>
              </a:ext>
            </a:extLst>
          </p:cNvPr>
          <p:cNvSpPr>
            <a:spLocks noGrp="1"/>
          </p:cNvSpPr>
          <p:nvPr/>
        </p:nvSpPr>
        <p:spPr>
          <a:xfrm>
            <a:off x="800100" y="2485578"/>
            <a:ext cx="3145250" cy="298206"/>
          </a:xfrm>
          <a:prstGeom prst="rect">
            <a:avLst/>
          </a:prstGeom>
          <a:noFill/>
          <a:ln w="0">
            <a:noFill/>
            <a:prstDash val="solid"/>
          </a:ln>
        </p:spPr>
        <p:txBody>
          <a:bodyPr wrap="none" lIns="0" tIns="0" rIns="0" bIns="0" anchor="t">
            <a:noAutofit/>
          </a:bodyPr>
          <a:lstStyle>
            <a:defPPr algn="l">
              <a:defRPr sz="1687" b="0" i="0" kern="0" spc="-9">
                <a:solidFill>
                  <a:srgbClr val="0A2540"/>
                </a:solidFill>
                <a:latin typeface="Inter"/>
                <a:ea typeface="Inter"/>
                <a:cs typeface="Inter"/>
              </a:defRPr>
            </a:defPPr>
            <a:lvl1pPr algn="l">
              <a:defRPr sz="1687" b="0" i="0" kern="0" spc="-9">
                <a:solidFill>
                  <a:srgbClr val="0A2540"/>
                </a:solidFill>
                <a:latin typeface="Inter"/>
                <a:ea typeface="Inter"/>
                <a:cs typeface="Inter"/>
              </a:defRPr>
            </a:lvl1pPr>
            <a:lvl2pPr algn="l">
              <a:defRPr sz="1687" b="0" i="0" kern="0" spc="-9">
                <a:solidFill>
                  <a:srgbClr val="0A2540"/>
                </a:solidFill>
                <a:latin typeface="Inter"/>
                <a:ea typeface="Inter"/>
                <a:cs typeface="Inter"/>
              </a:defRPr>
            </a:lvl2pPr>
            <a:lvl3pPr algn="l">
              <a:defRPr sz="1687" b="0" i="0" kern="0" spc="-9">
                <a:solidFill>
                  <a:srgbClr val="0A2540"/>
                </a:solidFill>
                <a:latin typeface="Inter"/>
                <a:ea typeface="Inter"/>
                <a:cs typeface="Inter"/>
              </a:defRPr>
            </a:lvl3pPr>
            <a:lvl4pPr algn="l">
              <a:defRPr sz="1687" b="0" i="0" kern="0" spc="-9">
                <a:solidFill>
                  <a:srgbClr val="0A2540"/>
                </a:solidFill>
                <a:latin typeface="Inter"/>
                <a:ea typeface="Inter"/>
                <a:cs typeface="Inter"/>
              </a:defRPr>
            </a:lvl4pPr>
            <a:lvl5pPr algn="l">
              <a:defRPr sz="1687" b="0" i="0" kern="0" spc="-9">
                <a:solidFill>
                  <a:srgbClr val="0A2540"/>
                </a:solidFill>
                <a:latin typeface="Inter"/>
                <a:ea typeface="Inter"/>
                <a:cs typeface="Inter"/>
              </a:defRPr>
            </a:lvl5pPr>
            <a:lvl6pPr algn="l">
              <a:defRPr sz="1687" b="0" i="0" kern="0" spc="-9">
                <a:solidFill>
                  <a:srgbClr val="0A2540"/>
                </a:solidFill>
                <a:latin typeface="Inter"/>
                <a:ea typeface="Inter"/>
                <a:cs typeface="Inter"/>
              </a:defRPr>
            </a:lvl6pPr>
            <a:lvl7pPr algn="l">
              <a:defRPr sz="1687" b="0" i="0" kern="0" spc="-9">
                <a:solidFill>
                  <a:srgbClr val="0A2540"/>
                </a:solidFill>
                <a:latin typeface="Inter"/>
                <a:ea typeface="Inter"/>
                <a:cs typeface="Inter"/>
              </a:defRPr>
            </a:lvl7pPr>
            <a:lvl8pPr algn="l">
              <a:defRPr sz="1687" b="0" i="0" kern="0" spc="-9">
                <a:solidFill>
                  <a:srgbClr val="0A2540"/>
                </a:solidFill>
                <a:latin typeface="Inter"/>
                <a:ea typeface="Inter"/>
                <a:cs typeface="Inter"/>
              </a:defRPr>
            </a:lvl8pPr>
            <a:lvl9pPr algn="l">
              <a:defRPr sz="1687" b="0" i="0" kern="0" spc="-9">
                <a:solidFill>
                  <a:srgbClr val="0A2540"/>
                </a:solidFill>
                <a:latin typeface="Inter"/>
                <a:ea typeface="Inter"/>
                <a:cs typeface="Inter"/>
              </a:defRPr>
            </a:lvl9pPr>
          </a:lstStyle>
          <a:p>
            <a:pPr algn="l">
              <a:lnSpc>
                <a:spcPct val="100000"/>
              </a:lnSpc>
              <a:buNone/>
              <a:defRPr sz="1687" b="0" i="0" kern="0" spc="-9">
                <a:solidFill>
                  <a:srgbClr val="0A2540"/>
                </a:solidFill>
                <a:latin typeface="Inter"/>
                <a:ea typeface="Inter"/>
                <a:cs typeface="Inter"/>
              </a:defRPr>
            </a:pPr>
            <a:r>
              <a:rPr sz="1687" b="0" i="0" kern="0" spc="-9">
                <a:solidFill>
                  <a:srgbClr val="0A2540"/>
                </a:solidFill>
                <a:latin typeface="Inter"/>
                <a:ea typeface="Inter"/>
                <a:cs typeface="Inter"/>
              </a:rPr>
              <a:t>number of handbags per year.</a:t>
            </a:r>
          </a:p>
        </p:txBody>
      </p:sp>
      <p:sp>
        <p:nvSpPr>
          <p:cNvPr id="29" name="s12 text 9">
            <a:extLst>
              <a:ext uri="{FF2B5EF4-FFF2-40B4-BE49-F238E27FC236}">
                <a16:creationId xmlns:a16="http://schemas.microsoft.com/office/drawing/2014/main" id="{753A5C26-F357-43ED-AFE0-D16B4361FCA0}"/>
              </a:ext>
            </a:extLst>
          </p:cNvPr>
          <p:cNvSpPr>
            <a:spLocks noGrp="1"/>
          </p:cNvSpPr>
          <p:nvPr/>
        </p:nvSpPr>
        <p:spPr>
          <a:xfrm>
            <a:off x="800100" y="2917507"/>
            <a:ext cx="214312" cy="325326"/>
          </a:xfrm>
          <a:prstGeom prst="rect">
            <a:avLst/>
          </a:prstGeom>
          <a:noFill/>
          <a:ln w="0">
            <a:noFill/>
            <a:prstDash val="solid"/>
          </a:ln>
        </p:spPr>
        <p:txBody>
          <a:bodyPr wrap="none" lIns="0" tIns="0" rIns="0" bIns="0" anchor="t">
            <a:noAutofit/>
          </a:bodyPr>
          <a:lstStyle>
            <a:defPPr algn="l">
              <a:defRPr sz="1687" b="0" i="0" kern="0" spc="0">
                <a:solidFill>
                  <a:srgbClr val="0A2540"/>
                </a:solidFill>
                <a:latin typeface="JetBrains Mono"/>
                <a:ea typeface="JetBrains Mono"/>
                <a:cs typeface="JetBrains Mono"/>
              </a:defRPr>
            </a:defPPr>
            <a:lvl1pPr algn="l">
              <a:defRPr sz="1687" b="0" i="0" kern="0" spc="0">
                <a:solidFill>
                  <a:srgbClr val="0A2540"/>
                </a:solidFill>
                <a:latin typeface="JetBrains Mono"/>
                <a:ea typeface="JetBrains Mono"/>
                <a:cs typeface="JetBrains Mono"/>
              </a:defRPr>
            </a:lvl1pPr>
            <a:lvl2pPr algn="l">
              <a:defRPr sz="1687" b="0" i="0" kern="0" spc="0">
                <a:solidFill>
                  <a:srgbClr val="0A2540"/>
                </a:solidFill>
                <a:latin typeface="JetBrains Mono"/>
                <a:ea typeface="JetBrains Mono"/>
                <a:cs typeface="JetBrains Mono"/>
              </a:defRPr>
            </a:lvl2pPr>
            <a:lvl3pPr algn="l">
              <a:defRPr sz="1687" b="0" i="0" kern="0" spc="0">
                <a:solidFill>
                  <a:srgbClr val="0A2540"/>
                </a:solidFill>
                <a:latin typeface="JetBrains Mono"/>
                <a:ea typeface="JetBrains Mono"/>
                <a:cs typeface="JetBrains Mono"/>
              </a:defRPr>
            </a:lvl3pPr>
            <a:lvl4pPr algn="l">
              <a:defRPr sz="1687" b="0" i="0" kern="0" spc="0">
                <a:solidFill>
                  <a:srgbClr val="0A2540"/>
                </a:solidFill>
                <a:latin typeface="JetBrains Mono"/>
                <a:ea typeface="JetBrains Mono"/>
                <a:cs typeface="JetBrains Mono"/>
              </a:defRPr>
            </a:lvl4pPr>
            <a:lvl5pPr algn="l">
              <a:defRPr sz="1687" b="0" i="0" kern="0" spc="0">
                <a:solidFill>
                  <a:srgbClr val="0A2540"/>
                </a:solidFill>
                <a:latin typeface="JetBrains Mono"/>
                <a:ea typeface="JetBrains Mono"/>
                <a:cs typeface="JetBrains Mono"/>
              </a:defRPr>
            </a:lvl5pPr>
            <a:lvl6pPr algn="l">
              <a:defRPr sz="1687" b="0" i="0" kern="0" spc="0">
                <a:solidFill>
                  <a:srgbClr val="0A2540"/>
                </a:solidFill>
                <a:latin typeface="JetBrains Mono"/>
                <a:ea typeface="JetBrains Mono"/>
                <a:cs typeface="JetBrains Mono"/>
              </a:defRPr>
            </a:lvl6pPr>
            <a:lvl7pPr algn="l">
              <a:defRPr sz="1687" b="0" i="0" kern="0" spc="0">
                <a:solidFill>
                  <a:srgbClr val="0A2540"/>
                </a:solidFill>
                <a:latin typeface="JetBrains Mono"/>
                <a:ea typeface="JetBrains Mono"/>
                <a:cs typeface="JetBrains Mono"/>
              </a:defRPr>
            </a:lvl7pPr>
            <a:lvl8pPr algn="l">
              <a:defRPr sz="1687" b="0" i="0" kern="0" spc="0">
                <a:solidFill>
                  <a:srgbClr val="0A2540"/>
                </a:solidFill>
                <a:latin typeface="JetBrains Mono"/>
                <a:ea typeface="JetBrains Mono"/>
                <a:cs typeface="JetBrains Mono"/>
              </a:defRPr>
            </a:lvl8pPr>
            <a:lvl9pPr algn="l">
              <a:defRPr sz="1687" b="0" i="0" kern="0" spc="0">
                <a:solidFill>
                  <a:srgbClr val="0A2540"/>
                </a:solidFill>
                <a:latin typeface="JetBrains Mono"/>
                <a:ea typeface="JetBrains Mono"/>
                <a:cs typeface="JetBrains Mono"/>
              </a:defRPr>
            </a:lvl9pPr>
          </a:lstStyle>
          <a:p>
            <a:pPr algn="l">
              <a:lnSpc>
                <a:spcPct val="100000"/>
              </a:lnSpc>
              <a:buNone/>
              <a:defRPr sz="1687" b="0" i="0" kern="0" spc="0">
                <a:solidFill>
                  <a:srgbClr val="0A2540"/>
                </a:solidFill>
                <a:latin typeface="JetBrains Mono"/>
                <a:ea typeface="JetBrains Mono"/>
                <a:cs typeface="JetBrains Mono"/>
              </a:defRPr>
            </a:pPr>
            <a:r>
              <a:rPr sz="1687" b="0" i="0" kern="0" spc="0">
                <a:solidFill>
                  <a:srgbClr val="0A2540"/>
                </a:solidFill>
                <a:latin typeface="JetBrains Mono"/>
                <a:ea typeface="JetBrains Mono"/>
                <a:cs typeface="JetBrains Mono"/>
              </a:rPr>
              <a:t>Q</a:t>
            </a:r>
          </a:p>
        </p:txBody>
      </p:sp>
      <p:sp>
        <p:nvSpPr>
          <p:cNvPr id="30" name="s12 text 10">
            <a:extLst>
              <a:ext uri="{FF2B5EF4-FFF2-40B4-BE49-F238E27FC236}">
                <a16:creationId xmlns:a16="http://schemas.microsoft.com/office/drawing/2014/main" id="{0CE387FB-6935-4BF8-9F54-6CFA784AC718}"/>
              </a:ext>
            </a:extLst>
          </p:cNvPr>
          <p:cNvSpPr>
            <a:spLocks noGrp="1"/>
          </p:cNvSpPr>
          <p:nvPr/>
        </p:nvSpPr>
        <p:spPr>
          <a:xfrm>
            <a:off x="927571" y="3003947"/>
            <a:ext cx="178594" cy="271105"/>
          </a:xfrm>
          <a:prstGeom prst="rect">
            <a:avLst/>
          </a:prstGeom>
          <a:noFill/>
          <a:ln w="0">
            <a:noFill/>
            <a:prstDash val="solid"/>
          </a:ln>
        </p:spPr>
        <p:txBody>
          <a:bodyPr wrap="none" lIns="0" tIns="0" rIns="0" bIns="0" anchor="t">
            <a:noAutofit/>
          </a:bodyPr>
          <a:lstStyle>
            <a:defPPr algn="l">
              <a:defRPr sz="1406" b="0" i="0" kern="0" spc="0">
                <a:solidFill>
                  <a:srgbClr val="0A2540"/>
                </a:solidFill>
                <a:latin typeface="JetBrains Mono"/>
                <a:ea typeface="JetBrains Mono"/>
                <a:cs typeface="JetBrains Mono"/>
              </a:defRPr>
            </a:defPPr>
            <a:lvl1pPr algn="l">
              <a:defRPr sz="1406" b="0" i="0" kern="0" spc="0">
                <a:solidFill>
                  <a:srgbClr val="0A2540"/>
                </a:solidFill>
                <a:latin typeface="JetBrains Mono"/>
                <a:ea typeface="JetBrains Mono"/>
                <a:cs typeface="JetBrains Mono"/>
              </a:defRPr>
            </a:lvl1pPr>
            <a:lvl2pPr algn="l">
              <a:defRPr sz="1406" b="0" i="0" kern="0" spc="0">
                <a:solidFill>
                  <a:srgbClr val="0A2540"/>
                </a:solidFill>
                <a:latin typeface="JetBrains Mono"/>
                <a:ea typeface="JetBrains Mono"/>
                <a:cs typeface="JetBrains Mono"/>
              </a:defRPr>
            </a:lvl2pPr>
            <a:lvl3pPr algn="l">
              <a:defRPr sz="1406" b="0" i="0" kern="0" spc="0">
                <a:solidFill>
                  <a:srgbClr val="0A2540"/>
                </a:solidFill>
                <a:latin typeface="JetBrains Mono"/>
                <a:ea typeface="JetBrains Mono"/>
                <a:cs typeface="JetBrains Mono"/>
              </a:defRPr>
            </a:lvl3pPr>
            <a:lvl4pPr algn="l">
              <a:defRPr sz="1406" b="0" i="0" kern="0" spc="0">
                <a:solidFill>
                  <a:srgbClr val="0A2540"/>
                </a:solidFill>
                <a:latin typeface="JetBrains Mono"/>
                <a:ea typeface="JetBrains Mono"/>
                <a:cs typeface="JetBrains Mono"/>
              </a:defRPr>
            </a:lvl4pPr>
            <a:lvl5pPr algn="l">
              <a:defRPr sz="1406" b="0" i="0" kern="0" spc="0">
                <a:solidFill>
                  <a:srgbClr val="0A2540"/>
                </a:solidFill>
                <a:latin typeface="JetBrains Mono"/>
                <a:ea typeface="JetBrains Mono"/>
                <a:cs typeface="JetBrains Mono"/>
              </a:defRPr>
            </a:lvl5pPr>
            <a:lvl6pPr algn="l">
              <a:defRPr sz="1406" b="0" i="0" kern="0" spc="0">
                <a:solidFill>
                  <a:srgbClr val="0A2540"/>
                </a:solidFill>
                <a:latin typeface="JetBrains Mono"/>
                <a:ea typeface="JetBrains Mono"/>
                <a:cs typeface="JetBrains Mono"/>
              </a:defRPr>
            </a:lvl6pPr>
            <a:lvl7pPr algn="l">
              <a:defRPr sz="1406" b="0" i="0" kern="0" spc="0">
                <a:solidFill>
                  <a:srgbClr val="0A2540"/>
                </a:solidFill>
                <a:latin typeface="JetBrains Mono"/>
                <a:ea typeface="JetBrains Mono"/>
                <a:cs typeface="JetBrains Mono"/>
              </a:defRPr>
            </a:lvl7pPr>
            <a:lvl8pPr algn="l">
              <a:defRPr sz="1406" b="0" i="0" kern="0" spc="0">
                <a:solidFill>
                  <a:srgbClr val="0A2540"/>
                </a:solidFill>
                <a:latin typeface="JetBrains Mono"/>
                <a:ea typeface="JetBrains Mono"/>
                <a:cs typeface="JetBrains Mono"/>
              </a:defRPr>
            </a:lvl8pPr>
            <a:lvl9pPr algn="l">
              <a:defRPr sz="1406" b="0" i="0" kern="0" spc="0">
                <a:solidFill>
                  <a:srgbClr val="0A2540"/>
                </a:solidFill>
                <a:latin typeface="JetBrains Mono"/>
                <a:ea typeface="JetBrains Mono"/>
                <a:cs typeface="JetBrains Mono"/>
              </a:defRPr>
            </a:lvl9pPr>
          </a:lstStyle>
          <a:p>
            <a:pPr algn="l">
              <a:lnSpc>
                <a:spcPct val="100000"/>
              </a:lnSpc>
              <a:buNone/>
              <a:defRPr sz="1406" b="0" i="0" kern="0" spc="0">
                <a:solidFill>
                  <a:srgbClr val="0A2540"/>
                </a:solidFill>
                <a:latin typeface="JetBrains Mono"/>
                <a:ea typeface="JetBrains Mono"/>
                <a:cs typeface="JetBrains Mono"/>
              </a:defRPr>
            </a:pPr>
            <a:r>
              <a:rPr sz="1406" b="0" i="0" kern="0" spc="0">
                <a:solidFill>
                  <a:srgbClr val="0A2540"/>
                </a:solidFill>
                <a:latin typeface="JetBrains Mono"/>
                <a:ea typeface="JetBrains Mono"/>
                <a:cs typeface="JetBrains Mono"/>
              </a:rPr>
              <a:t>d</a:t>
            </a:r>
          </a:p>
        </p:txBody>
      </p:sp>
      <p:sp>
        <p:nvSpPr>
          <p:cNvPr id="31" name="s12 text 11">
            <a:extLst>
              <a:ext uri="{FF2B5EF4-FFF2-40B4-BE49-F238E27FC236}">
                <a16:creationId xmlns:a16="http://schemas.microsoft.com/office/drawing/2014/main" id="{42692CCF-BC54-4158-90DA-AA1414552554}"/>
              </a:ext>
            </a:extLst>
          </p:cNvPr>
          <p:cNvSpPr>
            <a:spLocks noGrp="1"/>
          </p:cNvSpPr>
          <p:nvPr/>
        </p:nvSpPr>
        <p:spPr>
          <a:xfrm>
            <a:off x="1161056" y="2917507"/>
            <a:ext cx="1885950" cy="325326"/>
          </a:xfrm>
          <a:prstGeom prst="rect">
            <a:avLst/>
          </a:prstGeom>
          <a:noFill/>
          <a:ln w="0">
            <a:noFill/>
            <a:prstDash val="solid"/>
          </a:ln>
        </p:spPr>
        <p:txBody>
          <a:bodyPr wrap="none" lIns="0" tIns="0" rIns="0" bIns="0" anchor="t">
            <a:noAutofit/>
          </a:bodyPr>
          <a:lstStyle>
            <a:defPPr algn="l">
              <a:defRPr sz="1687" b="0" i="0" kern="0" spc="-9">
                <a:solidFill>
                  <a:srgbClr val="0A2540"/>
                </a:solidFill>
                <a:latin typeface="JetBrains Mono"/>
                <a:ea typeface="JetBrains Mono"/>
                <a:cs typeface="JetBrains Mono"/>
              </a:defRPr>
            </a:defPPr>
            <a:lvl1pPr algn="l">
              <a:defRPr sz="1687" b="0" i="0" kern="0" spc="-9">
                <a:solidFill>
                  <a:srgbClr val="0A2540"/>
                </a:solidFill>
                <a:latin typeface="JetBrains Mono"/>
                <a:ea typeface="JetBrains Mono"/>
                <a:cs typeface="JetBrains Mono"/>
              </a:defRPr>
            </a:lvl1pPr>
            <a:lvl2pPr algn="l">
              <a:defRPr sz="1687" b="0" i="0" kern="0" spc="-9">
                <a:solidFill>
                  <a:srgbClr val="0A2540"/>
                </a:solidFill>
                <a:latin typeface="JetBrains Mono"/>
                <a:ea typeface="JetBrains Mono"/>
                <a:cs typeface="JetBrains Mono"/>
              </a:defRPr>
            </a:lvl2pPr>
            <a:lvl3pPr algn="l">
              <a:defRPr sz="1687" b="0" i="0" kern="0" spc="-9">
                <a:solidFill>
                  <a:srgbClr val="0A2540"/>
                </a:solidFill>
                <a:latin typeface="JetBrains Mono"/>
                <a:ea typeface="JetBrains Mono"/>
                <a:cs typeface="JetBrains Mono"/>
              </a:defRPr>
            </a:lvl3pPr>
            <a:lvl4pPr algn="l">
              <a:defRPr sz="1687" b="0" i="0" kern="0" spc="-9">
                <a:solidFill>
                  <a:srgbClr val="0A2540"/>
                </a:solidFill>
                <a:latin typeface="JetBrains Mono"/>
                <a:ea typeface="JetBrains Mono"/>
                <a:cs typeface="JetBrains Mono"/>
              </a:defRPr>
            </a:lvl4pPr>
            <a:lvl5pPr algn="l">
              <a:defRPr sz="1687" b="0" i="0" kern="0" spc="-9">
                <a:solidFill>
                  <a:srgbClr val="0A2540"/>
                </a:solidFill>
                <a:latin typeface="JetBrains Mono"/>
                <a:ea typeface="JetBrains Mono"/>
                <a:cs typeface="JetBrains Mono"/>
              </a:defRPr>
            </a:lvl5pPr>
            <a:lvl6pPr algn="l">
              <a:defRPr sz="1687" b="0" i="0" kern="0" spc="-9">
                <a:solidFill>
                  <a:srgbClr val="0A2540"/>
                </a:solidFill>
                <a:latin typeface="JetBrains Mono"/>
                <a:ea typeface="JetBrains Mono"/>
                <a:cs typeface="JetBrains Mono"/>
              </a:defRPr>
            </a:lvl6pPr>
            <a:lvl7pPr algn="l">
              <a:defRPr sz="1687" b="0" i="0" kern="0" spc="-9">
                <a:solidFill>
                  <a:srgbClr val="0A2540"/>
                </a:solidFill>
                <a:latin typeface="JetBrains Mono"/>
                <a:ea typeface="JetBrains Mono"/>
                <a:cs typeface="JetBrains Mono"/>
              </a:defRPr>
            </a:lvl7pPr>
            <a:lvl8pPr algn="l">
              <a:defRPr sz="1687" b="0" i="0" kern="0" spc="-9">
                <a:solidFill>
                  <a:srgbClr val="0A2540"/>
                </a:solidFill>
                <a:latin typeface="JetBrains Mono"/>
                <a:ea typeface="JetBrains Mono"/>
                <a:cs typeface="JetBrains Mono"/>
              </a:defRPr>
            </a:lvl8pPr>
            <a:lvl9pPr algn="l">
              <a:defRPr sz="1687" b="0" i="0" kern="0" spc="-9">
                <a:solidFill>
                  <a:srgbClr val="0A2540"/>
                </a:solidFill>
                <a:latin typeface="JetBrains Mono"/>
                <a:ea typeface="JetBrains Mono"/>
                <a:cs typeface="JetBrains Mono"/>
              </a:defRPr>
            </a:lvl9pPr>
          </a:lstStyle>
          <a:p>
            <a:pPr algn="l">
              <a:lnSpc>
                <a:spcPct val="100000"/>
              </a:lnSpc>
              <a:buNone/>
              <a:defRPr sz="1687" b="0" i="0" kern="0" spc="-9">
                <a:solidFill>
                  <a:srgbClr val="0A2540"/>
                </a:solidFill>
                <a:latin typeface="JetBrains Mono"/>
                <a:ea typeface="JetBrains Mono"/>
                <a:cs typeface="JetBrains Mono"/>
              </a:defRPr>
            </a:pPr>
            <a:r>
              <a:rPr sz="1687" b="0" i="0" kern="0" spc="-9">
                <a:solidFill>
                  <a:srgbClr val="0A2540"/>
                </a:solidFill>
                <a:latin typeface="JetBrains Mono"/>
                <a:ea typeface="JetBrains Mono"/>
                <a:cs typeface="JetBrains Mono"/>
              </a:rPr>
              <a:t>= −2P + 40,000</a:t>
            </a:r>
          </a:p>
        </p:txBody>
      </p:sp>
      <p:sp>
        <p:nvSpPr>
          <p:cNvPr id="32" name="s12 text 12">
            <a:extLst>
              <a:ext uri="{FF2B5EF4-FFF2-40B4-BE49-F238E27FC236}">
                <a16:creationId xmlns:a16="http://schemas.microsoft.com/office/drawing/2014/main" id="{7A050268-D779-47E9-92C6-0FAA579E0302}"/>
              </a:ext>
            </a:extLst>
          </p:cNvPr>
          <p:cNvSpPr>
            <a:spLocks noGrp="1"/>
          </p:cNvSpPr>
          <p:nvPr/>
        </p:nvSpPr>
        <p:spPr>
          <a:xfrm>
            <a:off x="3259671" y="2917507"/>
            <a:ext cx="214312" cy="325326"/>
          </a:xfrm>
          <a:prstGeom prst="rect">
            <a:avLst/>
          </a:prstGeom>
          <a:noFill/>
          <a:ln w="0">
            <a:noFill/>
            <a:prstDash val="solid"/>
          </a:ln>
        </p:spPr>
        <p:txBody>
          <a:bodyPr wrap="none" lIns="0" tIns="0" rIns="0" bIns="0" anchor="t">
            <a:noAutofit/>
          </a:bodyPr>
          <a:lstStyle>
            <a:defPPr algn="l">
              <a:defRPr sz="1687" b="0" i="0" kern="0" spc="0">
                <a:solidFill>
                  <a:srgbClr val="0A2540"/>
                </a:solidFill>
                <a:latin typeface="JetBrains Mono"/>
                <a:ea typeface="JetBrains Mono"/>
                <a:cs typeface="JetBrains Mono"/>
              </a:defRPr>
            </a:defPPr>
            <a:lvl1pPr algn="l">
              <a:defRPr sz="1687" b="0" i="0" kern="0" spc="0">
                <a:solidFill>
                  <a:srgbClr val="0A2540"/>
                </a:solidFill>
                <a:latin typeface="JetBrains Mono"/>
                <a:ea typeface="JetBrains Mono"/>
                <a:cs typeface="JetBrains Mono"/>
              </a:defRPr>
            </a:lvl1pPr>
            <a:lvl2pPr algn="l">
              <a:defRPr sz="1687" b="0" i="0" kern="0" spc="0">
                <a:solidFill>
                  <a:srgbClr val="0A2540"/>
                </a:solidFill>
                <a:latin typeface="JetBrains Mono"/>
                <a:ea typeface="JetBrains Mono"/>
                <a:cs typeface="JetBrains Mono"/>
              </a:defRPr>
            </a:lvl2pPr>
            <a:lvl3pPr algn="l">
              <a:defRPr sz="1687" b="0" i="0" kern="0" spc="0">
                <a:solidFill>
                  <a:srgbClr val="0A2540"/>
                </a:solidFill>
                <a:latin typeface="JetBrains Mono"/>
                <a:ea typeface="JetBrains Mono"/>
                <a:cs typeface="JetBrains Mono"/>
              </a:defRPr>
            </a:lvl3pPr>
            <a:lvl4pPr algn="l">
              <a:defRPr sz="1687" b="0" i="0" kern="0" spc="0">
                <a:solidFill>
                  <a:srgbClr val="0A2540"/>
                </a:solidFill>
                <a:latin typeface="JetBrains Mono"/>
                <a:ea typeface="JetBrains Mono"/>
                <a:cs typeface="JetBrains Mono"/>
              </a:defRPr>
            </a:lvl4pPr>
            <a:lvl5pPr algn="l">
              <a:defRPr sz="1687" b="0" i="0" kern="0" spc="0">
                <a:solidFill>
                  <a:srgbClr val="0A2540"/>
                </a:solidFill>
                <a:latin typeface="JetBrains Mono"/>
                <a:ea typeface="JetBrains Mono"/>
                <a:cs typeface="JetBrains Mono"/>
              </a:defRPr>
            </a:lvl5pPr>
            <a:lvl6pPr algn="l">
              <a:defRPr sz="1687" b="0" i="0" kern="0" spc="0">
                <a:solidFill>
                  <a:srgbClr val="0A2540"/>
                </a:solidFill>
                <a:latin typeface="JetBrains Mono"/>
                <a:ea typeface="JetBrains Mono"/>
                <a:cs typeface="JetBrains Mono"/>
              </a:defRPr>
            </a:lvl6pPr>
            <a:lvl7pPr algn="l">
              <a:defRPr sz="1687" b="0" i="0" kern="0" spc="0">
                <a:solidFill>
                  <a:srgbClr val="0A2540"/>
                </a:solidFill>
                <a:latin typeface="JetBrains Mono"/>
                <a:ea typeface="JetBrains Mono"/>
                <a:cs typeface="JetBrains Mono"/>
              </a:defRPr>
            </a:lvl7pPr>
            <a:lvl8pPr algn="l">
              <a:defRPr sz="1687" b="0" i="0" kern="0" spc="0">
                <a:solidFill>
                  <a:srgbClr val="0A2540"/>
                </a:solidFill>
                <a:latin typeface="JetBrains Mono"/>
                <a:ea typeface="JetBrains Mono"/>
                <a:cs typeface="JetBrains Mono"/>
              </a:defRPr>
            </a:lvl8pPr>
            <a:lvl9pPr algn="l">
              <a:defRPr sz="1687" b="0" i="0" kern="0" spc="0">
                <a:solidFill>
                  <a:srgbClr val="0A2540"/>
                </a:solidFill>
                <a:latin typeface="JetBrains Mono"/>
                <a:ea typeface="JetBrains Mono"/>
                <a:cs typeface="JetBrains Mono"/>
              </a:defRPr>
            </a:lvl9pPr>
          </a:lstStyle>
          <a:p>
            <a:pPr algn="l">
              <a:lnSpc>
                <a:spcPct val="100000"/>
              </a:lnSpc>
              <a:buNone/>
              <a:defRPr sz="1687" b="0" i="0" kern="0" spc="0">
                <a:solidFill>
                  <a:srgbClr val="0A2540"/>
                </a:solidFill>
                <a:latin typeface="JetBrains Mono"/>
                <a:ea typeface="JetBrains Mono"/>
                <a:cs typeface="JetBrains Mono"/>
              </a:defRPr>
            </a:pPr>
            <a:r>
              <a:rPr sz="1687" b="0" i="0" kern="0" spc="0">
                <a:solidFill>
                  <a:srgbClr val="0A2540"/>
                </a:solidFill>
                <a:latin typeface="JetBrains Mono"/>
                <a:ea typeface="JetBrains Mono"/>
                <a:cs typeface="JetBrains Mono"/>
              </a:rPr>
              <a:t>Q</a:t>
            </a:r>
          </a:p>
        </p:txBody>
      </p:sp>
      <p:sp>
        <p:nvSpPr>
          <p:cNvPr id="33" name="s12 text 13">
            <a:extLst>
              <a:ext uri="{FF2B5EF4-FFF2-40B4-BE49-F238E27FC236}">
                <a16:creationId xmlns:a16="http://schemas.microsoft.com/office/drawing/2014/main" id="{BC66EF8D-0500-476A-98E8-098778153A5C}"/>
              </a:ext>
            </a:extLst>
          </p:cNvPr>
          <p:cNvSpPr>
            <a:spLocks noGrp="1"/>
          </p:cNvSpPr>
          <p:nvPr/>
        </p:nvSpPr>
        <p:spPr>
          <a:xfrm>
            <a:off x="3387142" y="3003947"/>
            <a:ext cx="178594" cy="271105"/>
          </a:xfrm>
          <a:prstGeom prst="rect">
            <a:avLst/>
          </a:prstGeom>
          <a:noFill/>
          <a:ln w="0">
            <a:noFill/>
            <a:prstDash val="solid"/>
          </a:ln>
        </p:spPr>
        <p:txBody>
          <a:bodyPr wrap="none" lIns="0" tIns="0" rIns="0" bIns="0" anchor="t">
            <a:noAutofit/>
          </a:bodyPr>
          <a:lstStyle>
            <a:defPPr algn="l">
              <a:defRPr sz="1406" b="0" i="0" kern="0" spc="0">
                <a:solidFill>
                  <a:srgbClr val="0A2540"/>
                </a:solidFill>
                <a:latin typeface="JetBrains Mono"/>
                <a:ea typeface="JetBrains Mono"/>
                <a:cs typeface="JetBrains Mono"/>
              </a:defRPr>
            </a:defPPr>
            <a:lvl1pPr algn="l">
              <a:defRPr sz="1406" b="0" i="0" kern="0" spc="0">
                <a:solidFill>
                  <a:srgbClr val="0A2540"/>
                </a:solidFill>
                <a:latin typeface="JetBrains Mono"/>
                <a:ea typeface="JetBrains Mono"/>
                <a:cs typeface="JetBrains Mono"/>
              </a:defRPr>
            </a:lvl1pPr>
            <a:lvl2pPr algn="l">
              <a:defRPr sz="1406" b="0" i="0" kern="0" spc="0">
                <a:solidFill>
                  <a:srgbClr val="0A2540"/>
                </a:solidFill>
                <a:latin typeface="JetBrains Mono"/>
                <a:ea typeface="JetBrains Mono"/>
                <a:cs typeface="JetBrains Mono"/>
              </a:defRPr>
            </a:lvl2pPr>
            <a:lvl3pPr algn="l">
              <a:defRPr sz="1406" b="0" i="0" kern="0" spc="0">
                <a:solidFill>
                  <a:srgbClr val="0A2540"/>
                </a:solidFill>
                <a:latin typeface="JetBrains Mono"/>
                <a:ea typeface="JetBrains Mono"/>
                <a:cs typeface="JetBrains Mono"/>
              </a:defRPr>
            </a:lvl3pPr>
            <a:lvl4pPr algn="l">
              <a:defRPr sz="1406" b="0" i="0" kern="0" spc="0">
                <a:solidFill>
                  <a:srgbClr val="0A2540"/>
                </a:solidFill>
                <a:latin typeface="JetBrains Mono"/>
                <a:ea typeface="JetBrains Mono"/>
                <a:cs typeface="JetBrains Mono"/>
              </a:defRPr>
            </a:lvl4pPr>
            <a:lvl5pPr algn="l">
              <a:defRPr sz="1406" b="0" i="0" kern="0" spc="0">
                <a:solidFill>
                  <a:srgbClr val="0A2540"/>
                </a:solidFill>
                <a:latin typeface="JetBrains Mono"/>
                <a:ea typeface="JetBrains Mono"/>
                <a:cs typeface="JetBrains Mono"/>
              </a:defRPr>
            </a:lvl5pPr>
            <a:lvl6pPr algn="l">
              <a:defRPr sz="1406" b="0" i="0" kern="0" spc="0">
                <a:solidFill>
                  <a:srgbClr val="0A2540"/>
                </a:solidFill>
                <a:latin typeface="JetBrains Mono"/>
                <a:ea typeface="JetBrains Mono"/>
                <a:cs typeface="JetBrains Mono"/>
              </a:defRPr>
            </a:lvl6pPr>
            <a:lvl7pPr algn="l">
              <a:defRPr sz="1406" b="0" i="0" kern="0" spc="0">
                <a:solidFill>
                  <a:srgbClr val="0A2540"/>
                </a:solidFill>
                <a:latin typeface="JetBrains Mono"/>
                <a:ea typeface="JetBrains Mono"/>
                <a:cs typeface="JetBrains Mono"/>
              </a:defRPr>
            </a:lvl7pPr>
            <a:lvl8pPr algn="l">
              <a:defRPr sz="1406" b="0" i="0" kern="0" spc="0">
                <a:solidFill>
                  <a:srgbClr val="0A2540"/>
                </a:solidFill>
                <a:latin typeface="JetBrains Mono"/>
                <a:ea typeface="JetBrains Mono"/>
                <a:cs typeface="JetBrains Mono"/>
              </a:defRPr>
            </a:lvl8pPr>
            <a:lvl9pPr algn="l">
              <a:defRPr sz="1406" b="0" i="0" kern="0" spc="0">
                <a:solidFill>
                  <a:srgbClr val="0A2540"/>
                </a:solidFill>
                <a:latin typeface="JetBrains Mono"/>
                <a:ea typeface="JetBrains Mono"/>
                <a:cs typeface="JetBrains Mono"/>
              </a:defRPr>
            </a:lvl9pPr>
          </a:lstStyle>
          <a:p>
            <a:pPr algn="l">
              <a:lnSpc>
                <a:spcPct val="100000"/>
              </a:lnSpc>
              <a:buNone/>
              <a:defRPr sz="1406" b="0" i="0" kern="0" spc="0">
                <a:solidFill>
                  <a:srgbClr val="0A2540"/>
                </a:solidFill>
                <a:latin typeface="JetBrains Mono"/>
                <a:ea typeface="JetBrains Mono"/>
                <a:cs typeface="JetBrains Mono"/>
              </a:defRPr>
            </a:pPr>
            <a:r>
              <a:rPr sz="1406" b="0" i="0" kern="0" spc="0">
                <a:solidFill>
                  <a:srgbClr val="0A2540"/>
                </a:solidFill>
                <a:latin typeface="JetBrains Mono"/>
                <a:ea typeface="JetBrains Mono"/>
                <a:cs typeface="JetBrains Mono"/>
              </a:rPr>
              <a:t>s</a:t>
            </a:r>
          </a:p>
        </p:txBody>
      </p:sp>
      <p:sp>
        <p:nvSpPr>
          <p:cNvPr id="34" name="s12 text 14">
            <a:extLst>
              <a:ext uri="{FF2B5EF4-FFF2-40B4-BE49-F238E27FC236}">
                <a16:creationId xmlns:a16="http://schemas.microsoft.com/office/drawing/2014/main" id="{CE98068F-846B-4ECD-BF4C-DAAB335AABAD}"/>
              </a:ext>
            </a:extLst>
          </p:cNvPr>
          <p:cNvSpPr>
            <a:spLocks noGrp="1"/>
          </p:cNvSpPr>
          <p:nvPr/>
        </p:nvSpPr>
        <p:spPr>
          <a:xfrm>
            <a:off x="3620626" y="2917507"/>
            <a:ext cx="1757362" cy="325326"/>
          </a:xfrm>
          <a:prstGeom prst="rect">
            <a:avLst/>
          </a:prstGeom>
          <a:noFill/>
          <a:ln w="0">
            <a:noFill/>
            <a:prstDash val="solid"/>
          </a:ln>
        </p:spPr>
        <p:txBody>
          <a:bodyPr wrap="none" lIns="0" tIns="0" rIns="0" bIns="0" anchor="t">
            <a:noAutofit/>
          </a:bodyPr>
          <a:lstStyle>
            <a:defPPr algn="l">
              <a:defRPr sz="1687" b="0" i="0" kern="0" spc="-9">
                <a:solidFill>
                  <a:srgbClr val="0A2540"/>
                </a:solidFill>
                <a:latin typeface="JetBrains Mono"/>
                <a:ea typeface="JetBrains Mono"/>
                <a:cs typeface="JetBrains Mono"/>
              </a:defRPr>
            </a:defPPr>
            <a:lvl1pPr algn="l">
              <a:defRPr sz="1687" b="0" i="0" kern="0" spc="-9">
                <a:solidFill>
                  <a:srgbClr val="0A2540"/>
                </a:solidFill>
                <a:latin typeface="JetBrains Mono"/>
                <a:ea typeface="JetBrains Mono"/>
                <a:cs typeface="JetBrains Mono"/>
              </a:defRPr>
            </a:lvl1pPr>
            <a:lvl2pPr algn="l">
              <a:defRPr sz="1687" b="0" i="0" kern="0" spc="-9">
                <a:solidFill>
                  <a:srgbClr val="0A2540"/>
                </a:solidFill>
                <a:latin typeface="JetBrains Mono"/>
                <a:ea typeface="JetBrains Mono"/>
                <a:cs typeface="JetBrains Mono"/>
              </a:defRPr>
            </a:lvl2pPr>
            <a:lvl3pPr algn="l">
              <a:defRPr sz="1687" b="0" i="0" kern="0" spc="-9">
                <a:solidFill>
                  <a:srgbClr val="0A2540"/>
                </a:solidFill>
                <a:latin typeface="JetBrains Mono"/>
                <a:ea typeface="JetBrains Mono"/>
                <a:cs typeface="JetBrains Mono"/>
              </a:defRPr>
            </a:lvl3pPr>
            <a:lvl4pPr algn="l">
              <a:defRPr sz="1687" b="0" i="0" kern="0" spc="-9">
                <a:solidFill>
                  <a:srgbClr val="0A2540"/>
                </a:solidFill>
                <a:latin typeface="JetBrains Mono"/>
                <a:ea typeface="JetBrains Mono"/>
                <a:cs typeface="JetBrains Mono"/>
              </a:defRPr>
            </a:lvl4pPr>
            <a:lvl5pPr algn="l">
              <a:defRPr sz="1687" b="0" i="0" kern="0" spc="-9">
                <a:solidFill>
                  <a:srgbClr val="0A2540"/>
                </a:solidFill>
                <a:latin typeface="JetBrains Mono"/>
                <a:ea typeface="JetBrains Mono"/>
                <a:cs typeface="JetBrains Mono"/>
              </a:defRPr>
            </a:lvl5pPr>
            <a:lvl6pPr algn="l">
              <a:defRPr sz="1687" b="0" i="0" kern="0" spc="-9">
                <a:solidFill>
                  <a:srgbClr val="0A2540"/>
                </a:solidFill>
                <a:latin typeface="JetBrains Mono"/>
                <a:ea typeface="JetBrains Mono"/>
                <a:cs typeface="JetBrains Mono"/>
              </a:defRPr>
            </a:lvl6pPr>
            <a:lvl7pPr algn="l">
              <a:defRPr sz="1687" b="0" i="0" kern="0" spc="-9">
                <a:solidFill>
                  <a:srgbClr val="0A2540"/>
                </a:solidFill>
                <a:latin typeface="JetBrains Mono"/>
                <a:ea typeface="JetBrains Mono"/>
                <a:cs typeface="JetBrains Mono"/>
              </a:defRPr>
            </a:lvl7pPr>
            <a:lvl8pPr algn="l">
              <a:defRPr sz="1687" b="0" i="0" kern="0" spc="-9">
                <a:solidFill>
                  <a:srgbClr val="0A2540"/>
                </a:solidFill>
                <a:latin typeface="JetBrains Mono"/>
                <a:ea typeface="JetBrains Mono"/>
                <a:cs typeface="JetBrains Mono"/>
              </a:defRPr>
            </a:lvl8pPr>
            <a:lvl9pPr algn="l">
              <a:defRPr sz="1687" b="0" i="0" kern="0" spc="-9">
                <a:solidFill>
                  <a:srgbClr val="0A2540"/>
                </a:solidFill>
                <a:latin typeface="JetBrains Mono"/>
                <a:ea typeface="JetBrains Mono"/>
                <a:cs typeface="JetBrains Mono"/>
              </a:defRPr>
            </a:lvl9pPr>
          </a:lstStyle>
          <a:p>
            <a:pPr algn="l">
              <a:lnSpc>
                <a:spcPct val="100000"/>
              </a:lnSpc>
              <a:buNone/>
              <a:defRPr sz="1687" b="0" i="0" kern="0" spc="-9">
                <a:solidFill>
                  <a:srgbClr val="0A2540"/>
                </a:solidFill>
                <a:latin typeface="JetBrains Mono"/>
                <a:ea typeface="JetBrains Mono"/>
                <a:cs typeface="JetBrains Mono"/>
              </a:defRPr>
            </a:pPr>
            <a:r>
              <a:rPr sz="1687" b="0" i="0" kern="0" spc="-9">
                <a:solidFill>
                  <a:srgbClr val="0A2540"/>
                </a:solidFill>
                <a:latin typeface="JetBrains Mono"/>
                <a:ea typeface="JetBrains Mono"/>
                <a:cs typeface="JetBrains Mono"/>
              </a:rPr>
              <a:t>= 46P + 6,400</a:t>
            </a:r>
          </a:p>
        </p:txBody>
      </p:sp>
      <p:sp>
        <p:nvSpPr>
          <p:cNvPr id="35" name="s12 text 15">
            <a:extLst>
              <a:ext uri="{FF2B5EF4-FFF2-40B4-BE49-F238E27FC236}">
                <a16:creationId xmlns:a16="http://schemas.microsoft.com/office/drawing/2014/main" id="{3FDFA020-8E69-40B2-AFD1-2AA0D91BB8E8}"/>
              </a:ext>
            </a:extLst>
          </p:cNvPr>
          <p:cNvSpPr>
            <a:spLocks noGrp="1"/>
          </p:cNvSpPr>
          <p:nvPr/>
        </p:nvSpPr>
        <p:spPr>
          <a:xfrm>
            <a:off x="800100" y="3418570"/>
            <a:ext cx="262890" cy="249417"/>
          </a:xfrm>
          <a:prstGeom prst="rect">
            <a:avLst/>
          </a:prstGeom>
          <a:noFill/>
          <a:ln w="0">
            <a:noFill/>
            <a:prstDash val="solid"/>
          </a:ln>
        </p:spPr>
        <p:txBody>
          <a:bodyPr wrap="none" lIns="0" tIns="0" rIns="0" bIns="0" anchor="t">
            <a:noAutofit/>
          </a:bodyPr>
          <a:lstStyle>
            <a:defPPr algn="l">
              <a:defRPr sz="1294" b="1" i="0" kern="0" spc="-9">
                <a:solidFill>
                  <a:srgbClr val="1D4ED8"/>
                </a:solidFill>
                <a:latin typeface="JetBrains Mono"/>
                <a:ea typeface="JetBrains Mono"/>
                <a:cs typeface="JetBrains Mono"/>
              </a:defRPr>
            </a:defPPr>
            <a:lvl1pPr algn="l">
              <a:defRPr sz="1294" b="1" i="0" kern="0" spc="-9">
                <a:solidFill>
                  <a:srgbClr val="1D4ED8"/>
                </a:solidFill>
                <a:latin typeface="JetBrains Mono"/>
                <a:ea typeface="JetBrains Mono"/>
                <a:cs typeface="JetBrains Mono"/>
              </a:defRPr>
            </a:lvl1pPr>
            <a:lvl2pPr algn="l">
              <a:defRPr sz="1294" b="1" i="0" kern="0" spc="-9">
                <a:solidFill>
                  <a:srgbClr val="1D4ED8"/>
                </a:solidFill>
                <a:latin typeface="JetBrains Mono"/>
                <a:ea typeface="JetBrains Mono"/>
                <a:cs typeface="JetBrains Mono"/>
              </a:defRPr>
            </a:lvl2pPr>
            <a:lvl3pPr algn="l">
              <a:defRPr sz="1294" b="1" i="0" kern="0" spc="-9">
                <a:solidFill>
                  <a:srgbClr val="1D4ED8"/>
                </a:solidFill>
                <a:latin typeface="JetBrains Mono"/>
                <a:ea typeface="JetBrains Mono"/>
                <a:cs typeface="JetBrains Mono"/>
              </a:defRPr>
            </a:lvl3pPr>
            <a:lvl4pPr algn="l">
              <a:defRPr sz="1294" b="1" i="0" kern="0" spc="-9">
                <a:solidFill>
                  <a:srgbClr val="1D4ED8"/>
                </a:solidFill>
                <a:latin typeface="JetBrains Mono"/>
                <a:ea typeface="JetBrains Mono"/>
                <a:cs typeface="JetBrains Mono"/>
              </a:defRPr>
            </a:lvl4pPr>
            <a:lvl5pPr algn="l">
              <a:defRPr sz="1294" b="1" i="0" kern="0" spc="-9">
                <a:solidFill>
                  <a:srgbClr val="1D4ED8"/>
                </a:solidFill>
                <a:latin typeface="JetBrains Mono"/>
                <a:ea typeface="JetBrains Mono"/>
                <a:cs typeface="JetBrains Mono"/>
              </a:defRPr>
            </a:lvl5pPr>
            <a:lvl6pPr algn="l">
              <a:defRPr sz="1294" b="1" i="0" kern="0" spc="-9">
                <a:solidFill>
                  <a:srgbClr val="1D4ED8"/>
                </a:solidFill>
                <a:latin typeface="JetBrains Mono"/>
                <a:ea typeface="JetBrains Mono"/>
                <a:cs typeface="JetBrains Mono"/>
              </a:defRPr>
            </a:lvl6pPr>
            <a:lvl7pPr algn="l">
              <a:defRPr sz="1294" b="1" i="0" kern="0" spc="-9">
                <a:solidFill>
                  <a:srgbClr val="1D4ED8"/>
                </a:solidFill>
                <a:latin typeface="JetBrains Mono"/>
                <a:ea typeface="JetBrains Mono"/>
                <a:cs typeface="JetBrains Mono"/>
              </a:defRPr>
            </a:lvl7pPr>
            <a:lvl8pPr algn="l">
              <a:defRPr sz="1294" b="1" i="0" kern="0" spc="-9">
                <a:solidFill>
                  <a:srgbClr val="1D4ED8"/>
                </a:solidFill>
                <a:latin typeface="JetBrains Mono"/>
                <a:ea typeface="JetBrains Mono"/>
                <a:cs typeface="JetBrains Mono"/>
              </a:defRPr>
            </a:lvl8pPr>
            <a:lvl9pPr algn="l">
              <a:defRPr sz="1294" b="1" i="0" kern="0" spc="-9">
                <a:solidFill>
                  <a:srgbClr val="1D4ED8"/>
                </a:solidFill>
                <a:latin typeface="JetBrains Mono"/>
                <a:ea typeface="JetBrains Mono"/>
                <a:cs typeface="JetBrains Mono"/>
              </a:defRPr>
            </a:lvl9pPr>
          </a:lstStyle>
          <a:p>
            <a:pPr algn="l">
              <a:lnSpc>
                <a:spcPct val="100000"/>
              </a:lnSpc>
              <a:buNone/>
              <a:defRPr sz="1294" b="1" i="0" kern="0" spc="-9">
                <a:solidFill>
                  <a:srgbClr val="1D4ED8"/>
                </a:solidFill>
                <a:latin typeface="JetBrains Mono"/>
                <a:ea typeface="JetBrains Mono"/>
                <a:cs typeface="JetBrains Mono"/>
              </a:defRPr>
            </a:pPr>
            <a:r>
              <a:rPr sz="1294" b="1" i="0" kern="0" spc="-9">
                <a:solidFill>
                  <a:srgbClr val="1D4ED8"/>
                </a:solidFill>
                <a:latin typeface="JetBrains Mono"/>
                <a:ea typeface="JetBrains Mono"/>
                <a:cs typeface="JetBrains Mono"/>
              </a:rPr>
              <a:t>a)</a:t>
            </a:r>
          </a:p>
        </p:txBody>
      </p:sp>
      <p:sp>
        <p:nvSpPr>
          <p:cNvPr id="36" name="s12 text 16">
            <a:extLst>
              <a:ext uri="{FF2B5EF4-FFF2-40B4-BE49-F238E27FC236}">
                <a16:creationId xmlns:a16="http://schemas.microsoft.com/office/drawing/2014/main" id="{CFD7A800-D9B2-41E6-8BDE-9F1A88B91785}"/>
              </a:ext>
            </a:extLst>
          </p:cNvPr>
          <p:cNvSpPr>
            <a:spLocks noGrp="1"/>
          </p:cNvSpPr>
          <p:nvPr/>
        </p:nvSpPr>
        <p:spPr>
          <a:xfrm>
            <a:off x="1328737" y="3434804"/>
            <a:ext cx="10752963" cy="258445"/>
          </a:xfrm>
          <a:prstGeom prst="rect">
            <a:avLst/>
          </a:prstGeom>
          <a:noFill/>
          <a:ln w="0">
            <a:noFill/>
            <a:prstDash val="solid"/>
          </a:ln>
        </p:spPr>
        <p:txBody>
          <a:bodyPr wrap="none" lIns="0" tIns="0" rIns="0" bIns="0" anchor="t">
            <a:noAutofit/>
          </a:bodyPr>
          <a:lstStyle>
            <a:defPPr algn="l">
              <a:defRPr sz="1462" b="0" i="0" kern="0" spc="-9">
                <a:solidFill>
                  <a:srgbClr val="0A2540"/>
                </a:solidFill>
                <a:latin typeface="Inter"/>
                <a:ea typeface="Inter"/>
                <a:cs typeface="Inter"/>
              </a:defRPr>
            </a:defPPr>
            <a:lvl1pPr algn="l">
              <a:defRPr sz="1462" b="0" i="0" kern="0" spc="-9">
                <a:solidFill>
                  <a:srgbClr val="0A2540"/>
                </a:solidFill>
                <a:latin typeface="Inter"/>
                <a:ea typeface="Inter"/>
                <a:cs typeface="Inter"/>
              </a:defRPr>
            </a:lvl1pPr>
            <a:lvl2pPr algn="l">
              <a:defRPr sz="1462" b="0" i="0" kern="0" spc="-9">
                <a:solidFill>
                  <a:srgbClr val="0A2540"/>
                </a:solidFill>
                <a:latin typeface="Inter"/>
                <a:ea typeface="Inter"/>
                <a:cs typeface="Inter"/>
              </a:defRPr>
            </a:lvl2pPr>
            <a:lvl3pPr algn="l">
              <a:defRPr sz="1462" b="0" i="0" kern="0" spc="-9">
                <a:solidFill>
                  <a:srgbClr val="0A2540"/>
                </a:solidFill>
                <a:latin typeface="Inter"/>
                <a:ea typeface="Inter"/>
                <a:cs typeface="Inter"/>
              </a:defRPr>
            </a:lvl3pPr>
            <a:lvl4pPr algn="l">
              <a:defRPr sz="1462" b="0" i="0" kern="0" spc="-9">
                <a:solidFill>
                  <a:srgbClr val="0A2540"/>
                </a:solidFill>
                <a:latin typeface="Inter"/>
                <a:ea typeface="Inter"/>
                <a:cs typeface="Inter"/>
              </a:defRPr>
            </a:lvl4pPr>
            <a:lvl5pPr algn="l">
              <a:defRPr sz="1462" b="0" i="0" kern="0" spc="-9">
                <a:solidFill>
                  <a:srgbClr val="0A2540"/>
                </a:solidFill>
                <a:latin typeface="Inter"/>
                <a:ea typeface="Inter"/>
                <a:cs typeface="Inter"/>
              </a:defRPr>
            </a:lvl5pPr>
            <a:lvl6pPr algn="l">
              <a:defRPr sz="1462" b="0" i="0" kern="0" spc="-9">
                <a:solidFill>
                  <a:srgbClr val="0A2540"/>
                </a:solidFill>
                <a:latin typeface="Inter"/>
                <a:ea typeface="Inter"/>
                <a:cs typeface="Inter"/>
              </a:defRPr>
            </a:lvl6pPr>
            <a:lvl7pPr algn="l">
              <a:defRPr sz="1462" b="0" i="0" kern="0" spc="-9">
                <a:solidFill>
                  <a:srgbClr val="0A2540"/>
                </a:solidFill>
                <a:latin typeface="Inter"/>
                <a:ea typeface="Inter"/>
                <a:cs typeface="Inter"/>
              </a:defRPr>
            </a:lvl7pPr>
            <a:lvl8pPr algn="l">
              <a:defRPr sz="1462" b="0" i="0" kern="0" spc="-9">
                <a:solidFill>
                  <a:srgbClr val="0A2540"/>
                </a:solidFill>
                <a:latin typeface="Inter"/>
                <a:ea typeface="Inter"/>
                <a:cs typeface="Inter"/>
              </a:defRPr>
            </a:lvl8pPr>
            <a:lvl9pPr algn="l">
              <a:defRPr sz="1462" b="0" i="0" kern="0" spc="-9">
                <a:solidFill>
                  <a:srgbClr val="0A2540"/>
                </a:solidFill>
                <a:latin typeface="Inter"/>
                <a:ea typeface="Inter"/>
                <a:cs typeface="Inter"/>
              </a:defRPr>
            </a:lvl9pPr>
          </a:lstStyle>
          <a:p>
            <a:pPr algn="l">
              <a:lnSpc>
                <a:spcPct val="100000"/>
              </a:lnSpc>
              <a:buNone/>
              <a:defRPr sz="1462" b="0" i="0" kern="0" spc="-9">
                <a:solidFill>
                  <a:srgbClr val="0A2540"/>
                </a:solidFill>
                <a:latin typeface="Inter"/>
                <a:ea typeface="Inter"/>
                <a:cs typeface="Inter"/>
              </a:defRPr>
            </a:pPr>
            <a:r>
              <a:rPr sz="1462" b="0" i="0" kern="0" spc="-9">
                <a:solidFill>
                  <a:srgbClr val="0A2540"/>
                </a:solidFill>
                <a:latin typeface="Inter"/>
                <a:ea typeface="Inter"/>
                <a:cs typeface="Inter"/>
              </a:rPr>
              <a:t>Without international trade, what are the equilibrium price and equilibrium quantity of handbags in country A? Show all the</a:t>
            </a:r>
          </a:p>
        </p:txBody>
      </p:sp>
      <p:sp>
        <p:nvSpPr>
          <p:cNvPr id="37" name="s12 text 17">
            <a:extLst>
              <a:ext uri="{FF2B5EF4-FFF2-40B4-BE49-F238E27FC236}">
                <a16:creationId xmlns:a16="http://schemas.microsoft.com/office/drawing/2014/main" id="{EC31C56C-46BA-4808-9FBB-1946E1D3B406}"/>
              </a:ext>
            </a:extLst>
          </p:cNvPr>
          <p:cNvSpPr>
            <a:spLocks noGrp="1"/>
          </p:cNvSpPr>
          <p:nvPr/>
        </p:nvSpPr>
        <p:spPr>
          <a:xfrm>
            <a:off x="1328737" y="3684835"/>
            <a:ext cx="1838706" cy="258445"/>
          </a:xfrm>
          <a:prstGeom prst="rect">
            <a:avLst/>
          </a:prstGeom>
          <a:noFill/>
          <a:ln w="0">
            <a:noFill/>
            <a:prstDash val="solid"/>
          </a:ln>
        </p:spPr>
        <p:txBody>
          <a:bodyPr wrap="none" lIns="0" tIns="0" rIns="0" bIns="0" anchor="t">
            <a:noAutofit/>
          </a:bodyPr>
          <a:lstStyle>
            <a:defPPr algn="l">
              <a:defRPr sz="1462" b="0" i="0" kern="0" spc="-9">
                <a:solidFill>
                  <a:srgbClr val="0A2540"/>
                </a:solidFill>
                <a:latin typeface="Inter"/>
                <a:ea typeface="Inter"/>
                <a:cs typeface="Inter"/>
              </a:defRPr>
            </a:defPPr>
            <a:lvl1pPr algn="l">
              <a:defRPr sz="1462" b="0" i="0" kern="0" spc="-9">
                <a:solidFill>
                  <a:srgbClr val="0A2540"/>
                </a:solidFill>
                <a:latin typeface="Inter"/>
                <a:ea typeface="Inter"/>
                <a:cs typeface="Inter"/>
              </a:defRPr>
            </a:lvl1pPr>
            <a:lvl2pPr algn="l">
              <a:defRPr sz="1462" b="0" i="0" kern="0" spc="-9">
                <a:solidFill>
                  <a:srgbClr val="0A2540"/>
                </a:solidFill>
                <a:latin typeface="Inter"/>
                <a:ea typeface="Inter"/>
                <a:cs typeface="Inter"/>
              </a:defRPr>
            </a:lvl2pPr>
            <a:lvl3pPr algn="l">
              <a:defRPr sz="1462" b="0" i="0" kern="0" spc="-9">
                <a:solidFill>
                  <a:srgbClr val="0A2540"/>
                </a:solidFill>
                <a:latin typeface="Inter"/>
                <a:ea typeface="Inter"/>
                <a:cs typeface="Inter"/>
              </a:defRPr>
            </a:lvl3pPr>
            <a:lvl4pPr algn="l">
              <a:defRPr sz="1462" b="0" i="0" kern="0" spc="-9">
                <a:solidFill>
                  <a:srgbClr val="0A2540"/>
                </a:solidFill>
                <a:latin typeface="Inter"/>
                <a:ea typeface="Inter"/>
                <a:cs typeface="Inter"/>
              </a:defRPr>
            </a:lvl4pPr>
            <a:lvl5pPr algn="l">
              <a:defRPr sz="1462" b="0" i="0" kern="0" spc="-9">
                <a:solidFill>
                  <a:srgbClr val="0A2540"/>
                </a:solidFill>
                <a:latin typeface="Inter"/>
                <a:ea typeface="Inter"/>
                <a:cs typeface="Inter"/>
              </a:defRPr>
            </a:lvl5pPr>
            <a:lvl6pPr algn="l">
              <a:defRPr sz="1462" b="0" i="0" kern="0" spc="-9">
                <a:solidFill>
                  <a:srgbClr val="0A2540"/>
                </a:solidFill>
                <a:latin typeface="Inter"/>
                <a:ea typeface="Inter"/>
                <a:cs typeface="Inter"/>
              </a:defRPr>
            </a:lvl6pPr>
            <a:lvl7pPr algn="l">
              <a:defRPr sz="1462" b="0" i="0" kern="0" spc="-9">
                <a:solidFill>
                  <a:srgbClr val="0A2540"/>
                </a:solidFill>
                <a:latin typeface="Inter"/>
                <a:ea typeface="Inter"/>
                <a:cs typeface="Inter"/>
              </a:defRPr>
            </a:lvl7pPr>
            <a:lvl8pPr algn="l">
              <a:defRPr sz="1462" b="0" i="0" kern="0" spc="-9">
                <a:solidFill>
                  <a:srgbClr val="0A2540"/>
                </a:solidFill>
                <a:latin typeface="Inter"/>
                <a:ea typeface="Inter"/>
                <a:cs typeface="Inter"/>
              </a:defRPr>
            </a:lvl8pPr>
            <a:lvl9pPr algn="l">
              <a:defRPr sz="1462" b="0" i="0" kern="0" spc="-9">
                <a:solidFill>
                  <a:srgbClr val="0A2540"/>
                </a:solidFill>
                <a:latin typeface="Inter"/>
                <a:ea typeface="Inter"/>
                <a:cs typeface="Inter"/>
              </a:defRPr>
            </a:lvl9pPr>
          </a:lstStyle>
          <a:p>
            <a:pPr algn="l">
              <a:lnSpc>
                <a:spcPct val="100000"/>
              </a:lnSpc>
              <a:buNone/>
              <a:defRPr sz="1462" b="0" i="0" kern="0" spc="-9">
                <a:solidFill>
                  <a:srgbClr val="0A2540"/>
                </a:solidFill>
                <a:latin typeface="Inter"/>
                <a:ea typeface="Inter"/>
                <a:cs typeface="Inter"/>
              </a:defRPr>
            </a:pPr>
            <a:r>
              <a:rPr sz="1462" b="0" i="0" kern="0" spc="-9">
                <a:solidFill>
                  <a:srgbClr val="0A2540"/>
                </a:solidFill>
                <a:latin typeface="Inter"/>
                <a:ea typeface="Inter"/>
                <a:cs typeface="Inter"/>
              </a:rPr>
              <a:t>steps of calculation.</a:t>
            </a:r>
          </a:p>
        </p:txBody>
      </p:sp>
      <p:sp>
        <p:nvSpPr>
          <p:cNvPr id="38" name="s12 text 18">
            <a:extLst>
              <a:ext uri="{FF2B5EF4-FFF2-40B4-BE49-F238E27FC236}">
                <a16:creationId xmlns:a16="http://schemas.microsoft.com/office/drawing/2014/main" id="{F7DA74AD-E7CA-4B72-9B91-C8AD9B77A243}"/>
              </a:ext>
            </a:extLst>
          </p:cNvPr>
          <p:cNvSpPr>
            <a:spLocks noGrp="1"/>
          </p:cNvSpPr>
          <p:nvPr/>
        </p:nvSpPr>
        <p:spPr>
          <a:xfrm>
            <a:off x="1443037" y="4012555"/>
            <a:ext cx="6289548" cy="218685"/>
          </a:xfrm>
          <a:prstGeom prst="rect">
            <a:avLst/>
          </a:prstGeom>
          <a:noFill/>
          <a:ln w="0">
            <a:noFill/>
            <a:prstDash val="solid"/>
          </a:ln>
        </p:spPr>
        <p:txBody>
          <a:bodyPr wrap="none" lIns="0" tIns="0" rIns="0" bIns="0" anchor="t">
            <a:noAutofit/>
          </a:bodyPr>
          <a:lstStyle>
            <a:defPPr algn="l">
              <a:defRPr sz="1237" b="0" i="1" kern="0" spc="-9">
                <a:solidFill>
                  <a:srgbClr val="3D4D68"/>
                </a:solidFill>
                <a:latin typeface="Inter"/>
                <a:ea typeface="Inter"/>
                <a:cs typeface="Inter"/>
              </a:defRPr>
            </a:defPPr>
            <a:lvl1pPr algn="l">
              <a:defRPr sz="1237" b="0" i="1" kern="0" spc="-9">
                <a:solidFill>
                  <a:srgbClr val="3D4D68"/>
                </a:solidFill>
                <a:latin typeface="Inter"/>
                <a:ea typeface="Inter"/>
                <a:cs typeface="Inter"/>
              </a:defRPr>
            </a:lvl1pPr>
            <a:lvl2pPr algn="l">
              <a:defRPr sz="1237" b="0" i="1" kern="0" spc="-9">
                <a:solidFill>
                  <a:srgbClr val="3D4D68"/>
                </a:solidFill>
                <a:latin typeface="Inter"/>
                <a:ea typeface="Inter"/>
                <a:cs typeface="Inter"/>
              </a:defRPr>
            </a:lvl2pPr>
            <a:lvl3pPr algn="l">
              <a:defRPr sz="1237" b="0" i="1" kern="0" spc="-9">
                <a:solidFill>
                  <a:srgbClr val="3D4D68"/>
                </a:solidFill>
                <a:latin typeface="Inter"/>
                <a:ea typeface="Inter"/>
                <a:cs typeface="Inter"/>
              </a:defRPr>
            </a:lvl3pPr>
            <a:lvl4pPr algn="l">
              <a:defRPr sz="1237" b="0" i="1" kern="0" spc="-9">
                <a:solidFill>
                  <a:srgbClr val="3D4D68"/>
                </a:solidFill>
                <a:latin typeface="Inter"/>
                <a:ea typeface="Inter"/>
                <a:cs typeface="Inter"/>
              </a:defRPr>
            </a:lvl4pPr>
            <a:lvl5pPr algn="l">
              <a:defRPr sz="1237" b="0" i="1" kern="0" spc="-9">
                <a:solidFill>
                  <a:srgbClr val="3D4D68"/>
                </a:solidFill>
                <a:latin typeface="Inter"/>
                <a:ea typeface="Inter"/>
                <a:cs typeface="Inter"/>
              </a:defRPr>
            </a:lvl5pPr>
            <a:lvl6pPr algn="l">
              <a:defRPr sz="1237" b="0" i="1" kern="0" spc="-9">
                <a:solidFill>
                  <a:srgbClr val="3D4D68"/>
                </a:solidFill>
                <a:latin typeface="Inter"/>
                <a:ea typeface="Inter"/>
                <a:cs typeface="Inter"/>
              </a:defRPr>
            </a:lvl6pPr>
            <a:lvl7pPr algn="l">
              <a:defRPr sz="1237" b="0" i="1" kern="0" spc="-9">
                <a:solidFill>
                  <a:srgbClr val="3D4D68"/>
                </a:solidFill>
                <a:latin typeface="Inter"/>
                <a:ea typeface="Inter"/>
                <a:cs typeface="Inter"/>
              </a:defRPr>
            </a:lvl7pPr>
            <a:lvl8pPr algn="l">
              <a:defRPr sz="1237" b="0" i="1" kern="0" spc="-9">
                <a:solidFill>
                  <a:srgbClr val="3D4D68"/>
                </a:solidFill>
                <a:latin typeface="Inter"/>
                <a:ea typeface="Inter"/>
                <a:cs typeface="Inter"/>
              </a:defRPr>
            </a:lvl8pPr>
            <a:lvl9pPr algn="l">
              <a:defRPr sz="1237" b="0" i="1" kern="0" spc="-9">
                <a:solidFill>
                  <a:srgbClr val="3D4D68"/>
                </a:solidFill>
                <a:latin typeface="Inter"/>
                <a:ea typeface="Inter"/>
                <a:cs typeface="Inter"/>
              </a:defRPr>
            </a:lvl9pPr>
          </a:lstStyle>
          <a:p>
            <a:pPr algn="l">
              <a:lnSpc>
                <a:spcPct val="100000"/>
              </a:lnSpc>
              <a:buNone/>
              <a:defRPr sz="1237" b="0" i="1" kern="0" spc="-9">
                <a:solidFill>
                  <a:srgbClr val="3D4D68"/>
                </a:solidFill>
                <a:latin typeface="Inter"/>
                <a:ea typeface="Inter"/>
                <a:cs typeface="Inter"/>
              </a:defRPr>
            </a:pPr>
            <a:r>
              <a:rPr sz="1237" b="0" i="1" kern="0" spc="-9">
                <a:solidFill>
                  <a:srgbClr val="3D4D68"/>
                </a:solidFill>
                <a:latin typeface="Inter"/>
                <a:ea typeface="Inter"/>
                <a:cs typeface="Inter"/>
              </a:rPr>
              <a:t>Now country A is open for international trade. The world price per handbag is $600.</a:t>
            </a:r>
          </a:p>
        </p:txBody>
      </p:sp>
      <p:sp>
        <p:nvSpPr>
          <p:cNvPr id="39" name="s12 text 19">
            <a:extLst>
              <a:ext uri="{FF2B5EF4-FFF2-40B4-BE49-F238E27FC236}">
                <a16:creationId xmlns:a16="http://schemas.microsoft.com/office/drawing/2014/main" id="{E921B6FA-F430-4EAE-81F1-2DA8E641C222}"/>
              </a:ext>
            </a:extLst>
          </p:cNvPr>
          <p:cNvSpPr>
            <a:spLocks noGrp="1"/>
          </p:cNvSpPr>
          <p:nvPr/>
        </p:nvSpPr>
        <p:spPr>
          <a:xfrm>
            <a:off x="800100" y="4297251"/>
            <a:ext cx="262890" cy="249417"/>
          </a:xfrm>
          <a:prstGeom prst="rect">
            <a:avLst/>
          </a:prstGeom>
          <a:noFill/>
          <a:ln w="0">
            <a:noFill/>
            <a:prstDash val="solid"/>
          </a:ln>
        </p:spPr>
        <p:txBody>
          <a:bodyPr wrap="none" lIns="0" tIns="0" rIns="0" bIns="0" anchor="t">
            <a:noAutofit/>
          </a:bodyPr>
          <a:lstStyle>
            <a:defPPr algn="l">
              <a:defRPr sz="1294" b="1" i="0" kern="0" spc="-9">
                <a:solidFill>
                  <a:srgbClr val="1D4ED8"/>
                </a:solidFill>
                <a:latin typeface="JetBrains Mono"/>
                <a:ea typeface="JetBrains Mono"/>
                <a:cs typeface="JetBrains Mono"/>
              </a:defRPr>
            </a:defPPr>
            <a:lvl1pPr algn="l">
              <a:defRPr sz="1294" b="1" i="0" kern="0" spc="-9">
                <a:solidFill>
                  <a:srgbClr val="1D4ED8"/>
                </a:solidFill>
                <a:latin typeface="JetBrains Mono"/>
                <a:ea typeface="JetBrains Mono"/>
                <a:cs typeface="JetBrains Mono"/>
              </a:defRPr>
            </a:lvl1pPr>
            <a:lvl2pPr algn="l">
              <a:defRPr sz="1294" b="1" i="0" kern="0" spc="-9">
                <a:solidFill>
                  <a:srgbClr val="1D4ED8"/>
                </a:solidFill>
                <a:latin typeface="JetBrains Mono"/>
                <a:ea typeface="JetBrains Mono"/>
                <a:cs typeface="JetBrains Mono"/>
              </a:defRPr>
            </a:lvl2pPr>
            <a:lvl3pPr algn="l">
              <a:defRPr sz="1294" b="1" i="0" kern="0" spc="-9">
                <a:solidFill>
                  <a:srgbClr val="1D4ED8"/>
                </a:solidFill>
                <a:latin typeface="JetBrains Mono"/>
                <a:ea typeface="JetBrains Mono"/>
                <a:cs typeface="JetBrains Mono"/>
              </a:defRPr>
            </a:lvl3pPr>
            <a:lvl4pPr algn="l">
              <a:defRPr sz="1294" b="1" i="0" kern="0" spc="-9">
                <a:solidFill>
                  <a:srgbClr val="1D4ED8"/>
                </a:solidFill>
                <a:latin typeface="JetBrains Mono"/>
                <a:ea typeface="JetBrains Mono"/>
                <a:cs typeface="JetBrains Mono"/>
              </a:defRPr>
            </a:lvl4pPr>
            <a:lvl5pPr algn="l">
              <a:defRPr sz="1294" b="1" i="0" kern="0" spc="-9">
                <a:solidFill>
                  <a:srgbClr val="1D4ED8"/>
                </a:solidFill>
                <a:latin typeface="JetBrains Mono"/>
                <a:ea typeface="JetBrains Mono"/>
                <a:cs typeface="JetBrains Mono"/>
              </a:defRPr>
            </a:lvl5pPr>
            <a:lvl6pPr algn="l">
              <a:defRPr sz="1294" b="1" i="0" kern="0" spc="-9">
                <a:solidFill>
                  <a:srgbClr val="1D4ED8"/>
                </a:solidFill>
                <a:latin typeface="JetBrains Mono"/>
                <a:ea typeface="JetBrains Mono"/>
                <a:cs typeface="JetBrains Mono"/>
              </a:defRPr>
            </a:lvl6pPr>
            <a:lvl7pPr algn="l">
              <a:defRPr sz="1294" b="1" i="0" kern="0" spc="-9">
                <a:solidFill>
                  <a:srgbClr val="1D4ED8"/>
                </a:solidFill>
                <a:latin typeface="JetBrains Mono"/>
                <a:ea typeface="JetBrains Mono"/>
                <a:cs typeface="JetBrains Mono"/>
              </a:defRPr>
            </a:lvl7pPr>
            <a:lvl8pPr algn="l">
              <a:defRPr sz="1294" b="1" i="0" kern="0" spc="-9">
                <a:solidFill>
                  <a:srgbClr val="1D4ED8"/>
                </a:solidFill>
                <a:latin typeface="JetBrains Mono"/>
                <a:ea typeface="JetBrains Mono"/>
                <a:cs typeface="JetBrains Mono"/>
              </a:defRPr>
            </a:lvl8pPr>
            <a:lvl9pPr algn="l">
              <a:defRPr sz="1294" b="1" i="0" kern="0" spc="-9">
                <a:solidFill>
                  <a:srgbClr val="1D4ED8"/>
                </a:solidFill>
                <a:latin typeface="JetBrains Mono"/>
                <a:ea typeface="JetBrains Mono"/>
                <a:cs typeface="JetBrains Mono"/>
              </a:defRPr>
            </a:lvl9pPr>
          </a:lstStyle>
          <a:p>
            <a:pPr algn="l">
              <a:lnSpc>
                <a:spcPct val="100000"/>
              </a:lnSpc>
              <a:buNone/>
              <a:defRPr sz="1294" b="1" i="0" kern="0" spc="-9">
                <a:solidFill>
                  <a:srgbClr val="1D4ED8"/>
                </a:solidFill>
                <a:latin typeface="JetBrains Mono"/>
                <a:ea typeface="JetBrains Mono"/>
                <a:cs typeface="JetBrains Mono"/>
              </a:defRPr>
            </a:pPr>
            <a:r>
              <a:rPr sz="1294" b="1" i="0" kern="0" spc="-9">
                <a:solidFill>
                  <a:srgbClr val="1D4ED8"/>
                </a:solidFill>
                <a:latin typeface="JetBrains Mono"/>
                <a:ea typeface="JetBrains Mono"/>
                <a:cs typeface="JetBrains Mono"/>
              </a:rPr>
              <a:t>b)</a:t>
            </a:r>
          </a:p>
        </p:txBody>
      </p:sp>
      <p:sp>
        <p:nvSpPr>
          <p:cNvPr id="40" name="s12 text 20">
            <a:extLst>
              <a:ext uri="{FF2B5EF4-FFF2-40B4-BE49-F238E27FC236}">
                <a16:creationId xmlns:a16="http://schemas.microsoft.com/office/drawing/2014/main" id="{A9306147-E0C6-4750-8E81-8900C1D9702C}"/>
              </a:ext>
            </a:extLst>
          </p:cNvPr>
          <p:cNvSpPr>
            <a:spLocks noGrp="1"/>
          </p:cNvSpPr>
          <p:nvPr/>
        </p:nvSpPr>
        <p:spPr>
          <a:xfrm>
            <a:off x="1328737" y="4313485"/>
            <a:ext cx="9579578" cy="258445"/>
          </a:xfrm>
          <a:prstGeom prst="rect">
            <a:avLst/>
          </a:prstGeom>
          <a:noFill/>
          <a:ln w="0">
            <a:noFill/>
            <a:prstDash val="solid"/>
          </a:ln>
        </p:spPr>
        <p:txBody>
          <a:bodyPr wrap="none" lIns="0" tIns="0" rIns="0" bIns="0" anchor="t">
            <a:noAutofit/>
          </a:bodyPr>
          <a:lstStyle>
            <a:defPPr algn="l">
              <a:defRPr sz="1462" b="0" i="0" kern="0" spc="-9">
                <a:solidFill>
                  <a:srgbClr val="0A2540"/>
                </a:solidFill>
                <a:latin typeface="Inter"/>
                <a:ea typeface="Inter"/>
                <a:cs typeface="Inter"/>
              </a:defRPr>
            </a:defPPr>
            <a:lvl1pPr algn="l">
              <a:defRPr sz="1462" b="0" i="0" kern="0" spc="-9">
                <a:solidFill>
                  <a:srgbClr val="0A2540"/>
                </a:solidFill>
                <a:latin typeface="Inter"/>
                <a:ea typeface="Inter"/>
                <a:cs typeface="Inter"/>
              </a:defRPr>
            </a:lvl1pPr>
            <a:lvl2pPr algn="l">
              <a:defRPr sz="1462" b="0" i="0" kern="0" spc="-9">
                <a:solidFill>
                  <a:srgbClr val="0A2540"/>
                </a:solidFill>
                <a:latin typeface="Inter"/>
                <a:ea typeface="Inter"/>
                <a:cs typeface="Inter"/>
              </a:defRPr>
            </a:lvl2pPr>
            <a:lvl3pPr algn="l">
              <a:defRPr sz="1462" b="0" i="0" kern="0" spc="-9">
                <a:solidFill>
                  <a:srgbClr val="0A2540"/>
                </a:solidFill>
                <a:latin typeface="Inter"/>
                <a:ea typeface="Inter"/>
                <a:cs typeface="Inter"/>
              </a:defRPr>
            </a:lvl3pPr>
            <a:lvl4pPr algn="l">
              <a:defRPr sz="1462" b="0" i="0" kern="0" spc="-9">
                <a:solidFill>
                  <a:srgbClr val="0A2540"/>
                </a:solidFill>
                <a:latin typeface="Inter"/>
                <a:ea typeface="Inter"/>
                <a:cs typeface="Inter"/>
              </a:defRPr>
            </a:lvl4pPr>
            <a:lvl5pPr algn="l">
              <a:defRPr sz="1462" b="0" i="0" kern="0" spc="-9">
                <a:solidFill>
                  <a:srgbClr val="0A2540"/>
                </a:solidFill>
                <a:latin typeface="Inter"/>
                <a:ea typeface="Inter"/>
                <a:cs typeface="Inter"/>
              </a:defRPr>
            </a:lvl5pPr>
            <a:lvl6pPr algn="l">
              <a:defRPr sz="1462" b="0" i="0" kern="0" spc="-9">
                <a:solidFill>
                  <a:srgbClr val="0A2540"/>
                </a:solidFill>
                <a:latin typeface="Inter"/>
                <a:ea typeface="Inter"/>
                <a:cs typeface="Inter"/>
              </a:defRPr>
            </a:lvl6pPr>
            <a:lvl7pPr algn="l">
              <a:defRPr sz="1462" b="0" i="0" kern="0" spc="-9">
                <a:solidFill>
                  <a:srgbClr val="0A2540"/>
                </a:solidFill>
                <a:latin typeface="Inter"/>
                <a:ea typeface="Inter"/>
                <a:cs typeface="Inter"/>
              </a:defRPr>
            </a:lvl7pPr>
            <a:lvl8pPr algn="l">
              <a:defRPr sz="1462" b="0" i="0" kern="0" spc="-9">
                <a:solidFill>
                  <a:srgbClr val="0A2540"/>
                </a:solidFill>
                <a:latin typeface="Inter"/>
                <a:ea typeface="Inter"/>
                <a:cs typeface="Inter"/>
              </a:defRPr>
            </a:lvl8pPr>
            <a:lvl9pPr algn="l">
              <a:defRPr sz="1462" b="0" i="0" kern="0" spc="-9">
                <a:solidFill>
                  <a:srgbClr val="0A2540"/>
                </a:solidFill>
                <a:latin typeface="Inter"/>
                <a:ea typeface="Inter"/>
                <a:cs typeface="Inter"/>
              </a:defRPr>
            </a:lvl9pPr>
          </a:lstStyle>
          <a:p>
            <a:pPr algn="l">
              <a:lnSpc>
                <a:spcPct val="100000"/>
              </a:lnSpc>
              <a:buNone/>
              <a:defRPr sz="1462" b="0" i="0" kern="0" spc="-9">
                <a:solidFill>
                  <a:srgbClr val="0A2540"/>
                </a:solidFill>
                <a:latin typeface="Inter"/>
                <a:ea typeface="Inter"/>
                <a:cs typeface="Inter"/>
              </a:defRPr>
            </a:pPr>
            <a:r>
              <a:rPr sz="1462" b="0" i="0" kern="0" spc="-9">
                <a:solidFill>
                  <a:srgbClr val="0A2540"/>
                </a:solidFill>
                <a:latin typeface="Inter"/>
                <a:ea typeface="Inter"/>
                <a:cs typeface="Inter"/>
              </a:rPr>
              <a:t>How many handbags does country A import under international free trade? Show all the steps of calculation.</a:t>
            </a:r>
          </a:p>
        </p:txBody>
      </p:sp>
      <p:sp>
        <p:nvSpPr>
          <p:cNvPr id="41" name="s12 text 21">
            <a:extLst>
              <a:ext uri="{FF2B5EF4-FFF2-40B4-BE49-F238E27FC236}">
                <a16:creationId xmlns:a16="http://schemas.microsoft.com/office/drawing/2014/main" id="{2F8C07EE-4733-4C86-94C3-7807A20A4DF7}"/>
              </a:ext>
            </a:extLst>
          </p:cNvPr>
          <p:cNvSpPr>
            <a:spLocks noGrp="1"/>
          </p:cNvSpPr>
          <p:nvPr/>
        </p:nvSpPr>
        <p:spPr>
          <a:xfrm>
            <a:off x="1443037" y="4634061"/>
            <a:ext cx="9294209" cy="218685"/>
          </a:xfrm>
          <a:prstGeom prst="rect">
            <a:avLst/>
          </a:prstGeom>
          <a:noFill/>
          <a:ln w="0">
            <a:noFill/>
            <a:prstDash val="solid"/>
          </a:ln>
        </p:spPr>
        <p:txBody>
          <a:bodyPr wrap="none" lIns="0" tIns="0" rIns="0" bIns="0" anchor="t">
            <a:noAutofit/>
          </a:bodyPr>
          <a:lstStyle>
            <a:defPPr algn="l">
              <a:defRPr sz="1237" b="0" i="1" kern="0" spc="-9">
                <a:solidFill>
                  <a:srgbClr val="3D4D68"/>
                </a:solidFill>
                <a:latin typeface="Inter"/>
                <a:ea typeface="Inter"/>
                <a:cs typeface="Inter"/>
              </a:defRPr>
            </a:defPPr>
            <a:lvl1pPr algn="l">
              <a:defRPr sz="1237" b="0" i="1" kern="0" spc="-9">
                <a:solidFill>
                  <a:srgbClr val="3D4D68"/>
                </a:solidFill>
                <a:latin typeface="Inter"/>
                <a:ea typeface="Inter"/>
                <a:cs typeface="Inter"/>
              </a:defRPr>
            </a:lvl1pPr>
            <a:lvl2pPr algn="l">
              <a:defRPr sz="1237" b="0" i="1" kern="0" spc="-9">
                <a:solidFill>
                  <a:srgbClr val="3D4D68"/>
                </a:solidFill>
                <a:latin typeface="Inter"/>
                <a:ea typeface="Inter"/>
                <a:cs typeface="Inter"/>
              </a:defRPr>
            </a:lvl2pPr>
            <a:lvl3pPr algn="l">
              <a:defRPr sz="1237" b="0" i="1" kern="0" spc="-9">
                <a:solidFill>
                  <a:srgbClr val="3D4D68"/>
                </a:solidFill>
                <a:latin typeface="Inter"/>
                <a:ea typeface="Inter"/>
                <a:cs typeface="Inter"/>
              </a:defRPr>
            </a:lvl3pPr>
            <a:lvl4pPr algn="l">
              <a:defRPr sz="1237" b="0" i="1" kern="0" spc="-9">
                <a:solidFill>
                  <a:srgbClr val="3D4D68"/>
                </a:solidFill>
                <a:latin typeface="Inter"/>
                <a:ea typeface="Inter"/>
                <a:cs typeface="Inter"/>
              </a:defRPr>
            </a:lvl4pPr>
            <a:lvl5pPr algn="l">
              <a:defRPr sz="1237" b="0" i="1" kern="0" spc="-9">
                <a:solidFill>
                  <a:srgbClr val="3D4D68"/>
                </a:solidFill>
                <a:latin typeface="Inter"/>
                <a:ea typeface="Inter"/>
                <a:cs typeface="Inter"/>
              </a:defRPr>
            </a:lvl5pPr>
            <a:lvl6pPr algn="l">
              <a:defRPr sz="1237" b="0" i="1" kern="0" spc="-9">
                <a:solidFill>
                  <a:srgbClr val="3D4D68"/>
                </a:solidFill>
                <a:latin typeface="Inter"/>
                <a:ea typeface="Inter"/>
                <a:cs typeface="Inter"/>
              </a:defRPr>
            </a:lvl6pPr>
            <a:lvl7pPr algn="l">
              <a:defRPr sz="1237" b="0" i="1" kern="0" spc="-9">
                <a:solidFill>
                  <a:srgbClr val="3D4D68"/>
                </a:solidFill>
                <a:latin typeface="Inter"/>
                <a:ea typeface="Inter"/>
                <a:cs typeface="Inter"/>
              </a:defRPr>
            </a:lvl7pPr>
            <a:lvl8pPr algn="l">
              <a:defRPr sz="1237" b="0" i="1" kern="0" spc="-9">
                <a:solidFill>
                  <a:srgbClr val="3D4D68"/>
                </a:solidFill>
                <a:latin typeface="Inter"/>
                <a:ea typeface="Inter"/>
                <a:cs typeface="Inter"/>
              </a:defRPr>
            </a:lvl8pPr>
            <a:lvl9pPr algn="l">
              <a:defRPr sz="1237" b="0" i="1" kern="0" spc="-9">
                <a:solidFill>
                  <a:srgbClr val="3D4D68"/>
                </a:solidFill>
                <a:latin typeface="Inter"/>
                <a:ea typeface="Inter"/>
                <a:cs typeface="Inter"/>
              </a:defRPr>
            </a:lvl9pPr>
          </a:lstStyle>
          <a:p>
            <a:pPr algn="l">
              <a:lnSpc>
                <a:spcPct val="100000"/>
              </a:lnSpc>
              <a:buNone/>
              <a:defRPr sz="1237" b="0" i="1" kern="0" spc="-9">
                <a:solidFill>
                  <a:srgbClr val="3D4D68"/>
                </a:solidFill>
                <a:latin typeface="Inter"/>
                <a:ea typeface="Inter"/>
                <a:cs typeface="Inter"/>
              </a:defRPr>
            </a:pPr>
            <a:r>
              <a:rPr sz="1237" b="0" i="1" kern="0" spc="-9">
                <a:solidFill>
                  <a:srgbClr val="3D4D68"/>
                </a:solidFill>
                <a:latin typeface="Inter"/>
                <a:ea typeface="Inter"/>
                <a:cs typeface="Inter"/>
              </a:rPr>
              <a:t>To protect the local producers under international trade, country A government plans to impose tariff on imported handbags.</a:t>
            </a:r>
          </a:p>
        </p:txBody>
      </p:sp>
      <p:sp>
        <p:nvSpPr>
          <p:cNvPr id="42" name="s12 text 22">
            <a:extLst>
              <a:ext uri="{FF2B5EF4-FFF2-40B4-BE49-F238E27FC236}">
                <a16:creationId xmlns:a16="http://schemas.microsoft.com/office/drawing/2014/main" id="{B76C683A-87C6-4671-98BC-BFE826836422}"/>
              </a:ext>
            </a:extLst>
          </p:cNvPr>
          <p:cNvSpPr>
            <a:spLocks noGrp="1"/>
          </p:cNvSpPr>
          <p:nvPr/>
        </p:nvSpPr>
        <p:spPr>
          <a:xfrm>
            <a:off x="800100" y="4918757"/>
            <a:ext cx="262890" cy="249417"/>
          </a:xfrm>
          <a:prstGeom prst="rect">
            <a:avLst/>
          </a:prstGeom>
          <a:noFill/>
          <a:ln w="0">
            <a:noFill/>
            <a:prstDash val="solid"/>
          </a:ln>
        </p:spPr>
        <p:txBody>
          <a:bodyPr wrap="none" lIns="0" tIns="0" rIns="0" bIns="0" anchor="t">
            <a:noAutofit/>
          </a:bodyPr>
          <a:lstStyle>
            <a:defPPr algn="l">
              <a:defRPr sz="1294" b="1" i="0" kern="0" spc="-9">
                <a:solidFill>
                  <a:srgbClr val="1D4ED8"/>
                </a:solidFill>
                <a:latin typeface="JetBrains Mono"/>
                <a:ea typeface="JetBrains Mono"/>
                <a:cs typeface="JetBrains Mono"/>
              </a:defRPr>
            </a:defPPr>
            <a:lvl1pPr algn="l">
              <a:defRPr sz="1294" b="1" i="0" kern="0" spc="-9">
                <a:solidFill>
                  <a:srgbClr val="1D4ED8"/>
                </a:solidFill>
                <a:latin typeface="JetBrains Mono"/>
                <a:ea typeface="JetBrains Mono"/>
                <a:cs typeface="JetBrains Mono"/>
              </a:defRPr>
            </a:lvl1pPr>
            <a:lvl2pPr algn="l">
              <a:defRPr sz="1294" b="1" i="0" kern="0" spc="-9">
                <a:solidFill>
                  <a:srgbClr val="1D4ED8"/>
                </a:solidFill>
                <a:latin typeface="JetBrains Mono"/>
                <a:ea typeface="JetBrains Mono"/>
                <a:cs typeface="JetBrains Mono"/>
              </a:defRPr>
            </a:lvl2pPr>
            <a:lvl3pPr algn="l">
              <a:defRPr sz="1294" b="1" i="0" kern="0" spc="-9">
                <a:solidFill>
                  <a:srgbClr val="1D4ED8"/>
                </a:solidFill>
                <a:latin typeface="JetBrains Mono"/>
                <a:ea typeface="JetBrains Mono"/>
                <a:cs typeface="JetBrains Mono"/>
              </a:defRPr>
            </a:lvl3pPr>
            <a:lvl4pPr algn="l">
              <a:defRPr sz="1294" b="1" i="0" kern="0" spc="-9">
                <a:solidFill>
                  <a:srgbClr val="1D4ED8"/>
                </a:solidFill>
                <a:latin typeface="JetBrains Mono"/>
                <a:ea typeface="JetBrains Mono"/>
                <a:cs typeface="JetBrains Mono"/>
              </a:defRPr>
            </a:lvl4pPr>
            <a:lvl5pPr algn="l">
              <a:defRPr sz="1294" b="1" i="0" kern="0" spc="-9">
                <a:solidFill>
                  <a:srgbClr val="1D4ED8"/>
                </a:solidFill>
                <a:latin typeface="JetBrains Mono"/>
                <a:ea typeface="JetBrains Mono"/>
                <a:cs typeface="JetBrains Mono"/>
              </a:defRPr>
            </a:lvl5pPr>
            <a:lvl6pPr algn="l">
              <a:defRPr sz="1294" b="1" i="0" kern="0" spc="-9">
                <a:solidFill>
                  <a:srgbClr val="1D4ED8"/>
                </a:solidFill>
                <a:latin typeface="JetBrains Mono"/>
                <a:ea typeface="JetBrains Mono"/>
                <a:cs typeface="JetBrains Mono"/>
              </a:defRPr>
            </a:lvl6pPr>
            <a:lvl7pPr algn="l">
              <a:defRPr sz="1294" b="1" i="0" kern="0" spc="-9">
                <a:solidFill>
                  <a:srgbClr val="1D4ED8"/>
                </a:solidFill>
                <a:latin typeface="JetBrains Mono"/>
                <a:ea typeface="JetBrains Mono"/>
                <a:cs typeface="JetBrains Mono"/>
              </a:defRPr>
            </a:lvl7pPr>
            <a:lvl8pPr algn="l">
              <a:defRPr sz="1294" b="1" i="0" kern="0" spc="-9">
                <a:solidFill>
                  <a:srgbClr val="1D4ED8"/>
                </a:solidFill>
                <a:latin typeface="JetBrains Mono"/>
                <a:ea typeface="JetBrains Mono"/>
                <a:cs typeface="JetBrains Mono"/>
              </a:defRPr>
            </a:lvl8pPr>
            <a:lvl9pPr algn="l">
              <a:defRPr sz="1294" b="1" i="0" kern="0" spc="-9">
                <a:solidFill>
                  <a:srgbClr val="1D4ED8"/>
                </a:solidFill>
                <a:latin typeface="JetBrains Mono"/>
                <a:ea typeface="JetBrains Mono"/>
                <a:cs typeface="JetBrains Mono"/>
              </a:defRPr>
            </a:lvl9pPr>
          </a:lstStyle>
          <a:p>
            <a:pPr algn="l">
              <a:lnSpc>
                <a:spcPct val="100000"/>
              </a:lnSpc>
              <a:buNone/>
              <a:defRPr sz="1294" b="1" i="0" kern="0" spc="-9">
                <a:solidFill>
                  <a:srgbClr val="1D4ED8"/>
                </a:solidFill>
                <a:latin typeface="JetBrains Mono"/>
                <a:ea typeface="JetBrains Mono"/>
                <a:cs typeface="JetBrains Mono"/>
              </a:defRPr>
            </a:pPr>
            <a:r>
              <a:rPr sz="1294" b="1" i="0" kern="0" spc="-9">
                <a:solidFill>
                  <a:srgbClr val="1D4ED8"/>
                </a:solidFill>
                <a:latin typeface="JetBrains Mono"/>
                <a:ea typeface="JetBrains Mono"/>
                <a:cs typeface="JetBrains Mono"/>
              </a:rPr>
              <a:t>c)</a:t>
            </a:r>
          </a:p>
        </p:txBody>
      </p:sp>
      <p:sp>
        <p:nvSpPr>
          <p:cNvPr id="43" name="s12 text 23">
            <a:extLst>
              <a:ext uri="{FF2B5EF4-FFF2-40B4-BE49-F238E27FC236}">
                <a16:creationId xmlns:a16="http://schemas.microsoft.com/office/drawing/2014/main" id="{86DDE61F-B53D-4A1C-8F30-D9E8DCE7168D}"/>
              </a:ext>
            </a:extLst>
          </p:cNvPr>
          <p:cNvSpPr>
            <a:spLocks noGrp="1"/>
          </p:cNvSpPr>
          <p:nvPr/>
        </p:nvSpPr>
        <p:spPr>
          <a:xfrm>
            <a:off x="1328737" y="4934992"/>
            <a:ext cx="10683145" cy="258445"/>
          </a:xfrm>
          <a:prstGeom prst="rect">
            <a:avLst/>
          </a:prstGeom>
          <a:noFill/>
          <a:ln w="0">
            <a:noFill/>
            <a:prstDash val="solid"/>
          </a:ln>
        </p:spPr>
        <p:txBody>
          <a:bodyPr wrap="none" lIns="0" tIns="0" rIns="0" bIns="0" anchor="t">
            <a:noAutofit/>
          </a:bodyPr>
          <a:lstStyle>
            <a:defPPr algn="l">
              <a:defRPr sz="1462" b="0" i="0" kern="0" spc="-9">
                <a:solidFill>
                  <a:srgbClr val="0A2540"/>
                </a:solidFill>
                <a:latin typeface="Inter"/>
                <a:ea typeface="Inter"/>
                <a:cs typeface="Inter"/>
              </a:defRPr>
            </a:defPPr>
            <a:lvl1pPr algn="l">
              <a:defRPr sz="1462" b="0" i="0" kern="0" spc="-9">
                <a:solidFill>
                  <a:srgbClr val="0A2540"/>
                </a:solidFill>
                <a:latin typeface="Inter"/>
                <a:ea typeface="Inter"/>
                <a:cs typeface="Inter"/>
              </a:defRPr>
            </a:lvl1pPr>
            <a:lvl2pPr algn="l">
              <a:defRPr sz="1462" b="0" i="0" kern="0" spc="-9">
                <a:solidFill>
                  <a:srgbClr val="0A2540"/>
                </a:solidFill>
                <a:latin typeface="Inter"/>
                <a:ea typeface="Inter"/>
                <a:cs typeface="Inter"/>
              </a:defRPr>
            </a:lvl2pPr>
            <a:lvl3pPr algn="l">
              <a:defRPr sz="1462" b="0" i="0" kern="0" spc="-9">
                <a:solidFill>
                  <a:srgbClr val="0A2540"/>
                </a:solidFill>
                <a:latin typeface="Inter"/>
                <a:ea typeface="Inter"/>
                <a:cs typeface="Inter"/>
              </a:defRPr>
            </a:lvl3pPr>
            <a:lvl4pPr algn="l">
              <a:defRPr sz="1462" b="0" i="0" kern="0" spc="-9">
                <a:solidFill>
                  <a:srgbClr val="0A2540"/>
                </a:solidFill>
                <a:latin typeface="Inter"/>
                <a:ea typeface="Inter"/>
                <a:cs typeface="Inter"/>
              </a:defRPr>
            </a:lvl4pPr>
            <a:lvl5pPr algn="l">
              <a:defRPr sz="1462" b="0" i="0" kern="0" spc="-9">
                <a:solidFill>
                  <a:srgbClr val="0A2540"/>
                </a:solidFill>
                <a:latin typeface="Inter"/>
                <a:ea typeface="Inter"/>
                <a:cs typeface="Inter"/>
              </a:defRPr>
            </a:lvl5pPr>
            <a:lvl6pPr algn="l">
              <a:defRPr sz="1462" b="0" i="0" kern="0" spc="-9">
                <a:solidFill>
                  <a:srgbClr val="0A2540"/>
                </a:solidFill>
                <a:latin typeface="Inter"/>
                <a:ea typeface="Inter"/>
                <a:cs typeface="Inter"/>
              </a:defRPr>
            </a:lvl6pPr>
            <a:lvl7pPr algn="l">
              <a:defRPr sz="1462" b="0" i="0" kern="0" spc="-9">
                <a:solidFill>
                  <a:srgbClr val="0A2540"/>
                </a:solidFill>
                <a:latin typeface="Inter"/>
                <a:ea typeface="Inter"/>
                <a:cs typeface="Inter"/>
              </a:defRPr>
            </a:lvl7pPr>
            <a:lvl8pPr algn="l">
              <a:defRPr sz="1462" b="0" i="0" kern="0" spc="-9">
                <a:solidFill>
                  <a:srgbClr val="0A2540"/>
                </a:solidFill>
                <a:latin typeface="Inter"/>
                <a:ea typeface="Inter"/>
                <a:cs typeface="Inter"/>
              </a:defRPr>
            </a:lvl8pPr>
            <a:lvl9pPr algn="l">
              <a:defRPr sz="1462" b="0" i="0" kern="0" spc="-9">
                <a:solidFill>
                  <a:srgbClr val="0A2540"/>
                </a:solidFill>
                <a:latin typeface="Inter"/>
                <a:ea typeface="Inter"/>
                <a:cs typeface="Inter"/>
              </a:defRPr>
            </a:lvl9pPr>
          </a:lstStyle>
          <a:p>
            <a:pPr algn="l">
              <a:lnSpc>
                <a:spcPct val="100000"/>
              </a:lnSpc>
              <a:buNone/>
              <a:defRPr sz="1462" b="0" i="0" kern="0" spc="-9">
                <a:solidFill>
                  <a:srgbClr val="0A2540"/>
                </a:solidFill>
                <a:latin typeface="Inter"/>
                <a:ea typeface="Inter"/>
                <a:cs typeface="Inter"/>
              </a:defRPr>
            </a:pPr>
            <a:r>
              <a:rPr sz="1462" b="0" i="0" kern="0" spc="-9">
                <a:solidFill>
                  <a:srgbClr val="0A2540"/>
                </a:solidFill>
                <a:latin typeface="Inter"/>
                <a:ea typeface="Inter"/>
                <a:cs typeface="Inter"/>
              </a:rPr>
              <a:t>In order to decrease the import amount by 25% per year, what is the amount of per-unit tariff that the government should</a:t>
            </a:r>
          </a:p>
        </p:txBody>
      </p:sp>
      <p:sp>
        <p:nvSpPr>
          <p:cNvPr id="44" name="s12 text 24">
            <a:extLst>
              <a:ext uri="{FF2B5EF4-FFF2-40B4-BE49-F238E27FC236}">
                <a16:creationId xmlns:a16="http://schemas.microsoft.com/office/drawing/2014/main" id="{04B48DF8-807E-4742-BF36-D57DD9407E14}"/>
              </a:ext>
            </a:extLst>
          </p:cNvPr>
          <p:cNvSpPr>
            <a:spLocks noGrp="1"/>
          </p:cNvSpPr>
          <p:nvPr/>
        </p:nvSpPr>
        <p:spPr>
          <a:xfrm>
            <a:off x="1328737" y="5185023"/>
            <a:ext cx="5777675" cy="258445"/>
          </a:xfrm>
          <a:prstGeom prst="rect">
            <a:avLst/>
          </a:prstGeom>
          <a:noFill/>
          <a:ln w="0">
            <a:noFill/>
            <a:prstDash val="solid"/>
          </a:ln>
        </p:spPr>
        <p:txBody>
          <a:bodyPr wrap="none" lIns="0" tIns="0" rIns="0" bIns="0" anchor="t">
            <a:noAutofit/>
          </a:bodyPr>
          <a:lstStyle>
            <a:defPPr algn="l">
              <a:defRPr sz="1462" b="0" i="0" kern="0" spc="-9">
                <a:solidFill>
                  <a:srgbClr val="0A2540"/>
                </a:solidFill>
                <a:latin typeface="Inter"/>
                <a:ea typeface="Inter"/>
                <a:cs typeface="Inter"/>
              </a:defRPr>
            </a:defPPr>
            <a:lvl1pPr algn="l">
              <a:defRPr sz="1462" b="0" i="0" kern="0" spc="-9">
                <a:solidFill>
                  <a:srgbClr val="0A2540"/>
                </a:solidFill>
                <a:latin typeface="Inter"/>
                <a:ea typeface="Inter"/>
                <a:cs typeface="Inter"/>
              </a:defRPr>
            </a:lvl1pPr>
            <a:lvl2pPr algn="l">
              <a:defRPr sz="1462" b="0" i="0" kern="0" spc="-9">
                <a:solidFill>
                  <a:srgbClr val="0A2540"/>
                </a:solidFill>
                <a:latin typeface="Inter"/>
                <a:ea typeface="Inter"/>
                <a:cs typeface="Inter"/>
              </a:defRPr>
            </a:lvl2pPr>
            <a:lvl3pPr algn="l">
              <a:defRPr sz="1462" b="0" i="0" kern="0" spc="-9">
                <a:solidFill>
                  <a:srgbClr val="0A2540"/>
                </a:solidFill>
                <a:latin typeface="Inter"/>
                <a:ea typeface="Inter"/>
                <a:cs typeface="Inter"/>
              </a:defRPr>
            </a:lvl3pPr>
            <a:lvl4pPr algn="l">
              <a:defRPr sz="1462" b="0" i="0" kern="0" spc="-9">
                <a:solidFill>
                  <a:srgbClr val="0A2540"/>
                </a:solidFill>
                <a:latin typeface="Inter"/>
                <a:ea typeface="Inter"/>
                <a:cs typeface="Inter"/>
              </a:defRPr>
            </a:lvl4pPr>
            <a:lvl5pPr algn="l">
              <a:defRPr sz="1462" b="0" i="0" kern="0" spc="-9">
                <a:solidFill>
                  <a:srgbClr val="0A2540"/>
                </a:solidFill>
                <a:latin typeface="Inter"/>
                <a:ea typeface="Inter"/>
                <a:cs typeface="Inter"/>
              </a:defRPr>
            </a:lvl5pPr>
            <a:lvl6pPr algn="l">
              <a:defRPr sz="1462" b="0" i="0" kern="0" spc="-9">
                <a:solidFill>
                  <a:srgbClr val="0A2540"/>
                </a:solidFill>
                <a:latin typeface="Inter"/>
                <a:ea typeface="Inter"/>
                <a:cs typeface="Inter"/>
              </a:defRPr>
            </a:lvl6pPr>
            <a:lvl7pPr algn="l">
              <a:defRPr sz="1462" b="0" i="0" kern="0" spc="-9">
                <a:solidFill>
                  <a:srgbClr val="0A2540"/>
                </a:solidFill>
                <a:latin typeface="Inter"/>
                <a:ea typeface="Inter"/>
                <a:cs typeface="Inter"/>
              </a:defRPr>
            </a:lvl7pPr>
            <a:lvl8pPr algn="l">
              <a:defRPr sz="1462" b="0" i="0" kern="0" spc="-9">
                <a:solidFill>
                  <a:srgbClr val="0A2540"/>
                </a:solidFill>
                <a:latin typeface="Inter"/>
                <a:ea typeface="Inter"/>
                <a:cs typeface="Inter"/>
              </a:defRPr>
            </a:lvl8pPr>
            <a:lvl9pPr algn="l">
              <a:defRPr sz="1462" b="0" i="0" kern="0" spc="-9">
                <a:solidFill>
                  <a:srgbClr val="0A2540"/>
                </a:solidFill>
                <a:latin typeface="Inter"/>
                <a:ea typeface="Inter"/>
                <a:cs typeface="Inter"/>
              </a:defRPr>
            </a:lvl9pPr>
          </a:lstStyle>
          <a:p>
            <a:pPr algn="l">
              <a:lnSpc>
                <a:spcPct val="100000"/>
              </a:lnSpc>
              <a:buNone/>
              <a:defRPr sz="1462" b="0" i="0" kern="0" spc="-9">
                <a:solidFill>
                  <a:srgbClr val="0A2540"/>
                </a:solidFill>
                <a:latin typeface="Inter"/>
                <a:ea typeface="Inter"/>
                <a:cs typeface="Inter"/>
              </a:defRPr>
            </a:pPr>
            <a:r>
              <a:rPr sz="1462" b="0" i="0" kern="0" spc="-9">
                <a:solidFill>
                  <a:srgbClr val="0A2540"/>
                </a:solidFill>
                <a:latin typeface="Inter"/>
                <a:ea typeface="Inter"/>
                <a:cs typeface="Inter"/>
              </a:rPr>
              <a:t>impose on imported handbags? Show all the steps of calculation.</a:t>
            </a:r>
          </a:p>
        </p:txBody>
      </p:sp>
      <p:sp>
        <p:nvSpPr>
          <p:cNvPr id="45" name="s12 text 25">
            <a:extLst>
              <a:ext uri="{FF2B5EF4-FFF2-40B4-BE49-F238E27FC236}">
                <a16:creationId xmlns:a16="http://schemas.microsoft.com/office/drawing/2014/main" id="{9A86A3C1-AA21-43A7-A02A-01E0A6400ABA}"/>
              </a:ext>
            </a:extLst>
          </p:cNvPr>
          <p:cNvSpPr>
            <a:spLocks noGrp="1"/>
          </p:cNvSpPr>
          <p:nvPr/>
        </p:nvSpPr>
        <p:spPr>
          <a:xfrm>
            <a:off x="800100" y="5504545"/>
            <a:ext cx="262890" cy="249417"/>
          </a:xfrm>
          <a:prstGeom prst="rect">
            <a:avLst/>
          </a:prstGeom>
          <a:noFill/>
          <a:ln w="0">
            <a:noFill/>
            <a:prstDash val="solid"/>
          </a:ln>
        </p:spPr>
        <p:txBody>
          <a:bodyPr wrap="none" lIns="0" tIns="0" rIns="0" bIns="0" anchor="t">
            <a:noAutofit/>
          </a:bodyPr>
          <a:lstStyle>
            <a:defPPr algn="l">
              <a:defRPr sz="1294" b="1" i="0" kern="0" spc="-9">
                <a:solidFill>
                  <a:srgbClr val="1D4ED8"/>
                </a:solidFill>
                <a:latin typeface="JetBrains Mono"/>
                <a:ea typeface="JetBrains Mono"/>
                <a:cs typeface="JetBrains Mono"/>
              </a:defRPr>
            </a:defPPr>
            <a:lvl1pPr algn="l">
              <a:defRPr sz="1294" b="1" i="0" kern="0" spc="-9">
                <a:solidFill>
                  <a:srgbClr val="1D4ED8"/>
                </a:solidFill>
                <a:latin typeface="JetBrains Mono"/>
                <a:ea typeface="JetBrains Mono"/>
                <a:cs typeface="JetBrains Mono"/>
              </a:defRPr>
            </a:lvl1pPr>
            <a:lvl2pPr algn="l">
              <a:defRPr sz="1294" b="1" i="0" kern="0" spc="-9">
                <a:solidFill>
                  <a:srgbClr val="1D4ED8"/>
                </a:solidFill>
                <a:latin typeface="JetBrains Mono"/>
                <a:ea typeface="JetBrains Mono"/>
                <a:cs typeface="JetBrains Mono"/>
              </a:defRPr>
            </a:lvl2pPr>
            <a:lvl3pPr algn="l">
              <a:defRPr sz="1294" b="1" i="0" kern="0" spc="-9">
                <a:solidFill>
                  <a:srgbClr val="1D4ED8"/>
                </a:solidFill>
                <a:latin typeface="JetBrains Mono"/>
                <a:ea typeface="JetBrains Mono"/>
                <a:cs typeface="JetBrains Mono"/>
              </a:defRPr>
            </a:lvl3pPr>
            <a:lvl4pPr algn="l">
              <a:defRPr sz="1294" b="1" i="0" kern="0" spc="-9">
                <a:solidFill>
                  <a:srgbClr val="1D4ED8"/>
                </a:solidFill>
                <a:latin typeface="JetBrains Mono"/>
                <a:ea typeface="JetBrains Mono"/>
                <a:cs typeface="JetBrains Mono"/>
              </a:defRPr>
            </a:lvl4pPr>
            <a:lvl5pPr algn="l">
              <a:defRPr sz="1294" b="1" i="0" kern="0" spc="-9">
                <a:solidFill>
                  <a:srgbClr val="1D4ED8"/>
                </a:solidFill>
                <a:latin typeface="JetBrains Mono"/>
                <a:ea typeface="JetBrains Mono"/>
                <a:cs typeface="JetBrains Mono"/>
              </a:defRPr>
            </a:lvl5pPr>
            <a:lvl6pPr algn="l">
              <a:defRPr sz="1294" b="1" i="0" kern="0" spc="-9">
                <a:solidFill>
                  <a:srgbClr val="1D4ED8"/>
                </a:solidFill>
                <a:latin typeface="JetBrains Mono"/>
                <a:ea typeface="JetBrains Mono"/>
                <a:cs typeface="JetBrains Mono"/>
              </a:defRPr>
            </a:lvl6pPr>
            <a:lvl7pPr algn="l">
              <a:defRPr sz="1294" b="1" i="0" kern="0" spc="-9">
                <a:solidFill>
                  <a:srgbClr val="1D4ED8"/>
                </a:solidFill>
                <a:latin typeface="JetBrains Mono"/>
                <a:ea typeface="JetBrains Mono"/>
                <a:cs typeface="JetBrains Mono"/>
              </a:defRPr>
            </a:lvl7pPr>
            <a:lvl8pPr algn="l">
              <a:defRPr sz="1294" b="1" i="0" kern="0" spc="-9">
                <a:solidFill>
                  <a:srgbClr val="1D4ED8"/>
                </a:solidFill>
                <a:latin typeface="JetBrains Mono"/>
                <a:ea typeface="JetBrains Mono"/>
                <a:cs typeface="JetBrains Mono"/>
              </a:defRPr>
            </a:lvl8pPr>
            <a:lvl9pPr algn="l">
              <a:defRPr sz="1294" b="1" i="0" kern="0" spc="-9">
                <a:solidFill>
                  <a:srgbClr val="1D4ED8"/>
                </a:solidFill>
                <a:latin typeface="JetBrains Mono"/>
                <a:ea typeface="JetBrains Mono"/>
                <a:cs typeface="JetBrains Mono"/>
              </a:defRPr>
            </a:lvl9pPr>
          </a:lstStyle>
          <a:p>
            <a:pPr algn="l">
              <a:lnSpc>
                <a:spcPct val="100000"/>
              </a:lnSpc>
              <a:buNone/>
              <a:defRPr sz="1294" b="1" i="0" kern="0" spc="-9">
                <a:solidFill>
                  <a:srgbClr val="1D4ED8"/>
                </a:solidFill>
                <a:latin typeface="JetBrains Mono"/>
                <a:ea typeface="JetBrains Mono"/>
                <a:cs typeface="JetBrains Mono"/>
              </a:defRPr>
            </a:pPr>
            <a:r>
              <a:rPr sz="1294" b="1" i="0" kern="0" spc="-9">
                <a:solidFill>
                  <a:srgbClr val="1D4ED8"/>
                </a:solidFill>
                <a:latin typeface="JetBrains Mono"/>
                <a:ea typeface="JetBrains Mono"/>
                <a:cs typeface="JetBrains Mono"/>
              </a:rPr>
              <a:t>d)</a:t>
            </a:r>
          </a:p>
        </p:txBody>
      </p:sp>
      <p:sp>
        <p:nvSpPr>
          <p:cNvPr id="46" name="s12 text 26">
            <a:extLst>
              <a:ext uri="{FF2B5EF4-FFF2-40B4-BE49-F238E27FC236}">
                <a16:creationId xmlns:a16="http://schemas.microsoft.com/office/drawing/2014/main" id="{ABDB00E6-7084-4ED4-B42A-89BE49CCC663}"/>
              </a:ext>
            </a:extLst>
          </p:cNvPr>
          <p:cNvSpPr>
            <a:spLocks noGrp="1"/>
          </p:cNvSpPr>
          <p:nvPr/>
        </p:nvSpPr>
        <p:spPr>
          <a:xfrm>
            <a:off x="1328737" y="5520779"/>
            <a:ext cx="6258115" cy="258445"/>
          </a:xfrm>
          <a:prstGeom prst="rect">
            <a:avLst/>
          </a:prstGeom>
          <a:noFill/>
          <a:ln w="0">
            <a:noFill/>
            <a:prstDash val="solid"/>
          </a:ln>
        </p:spPr>
        <p:txBody>
          <a:bodyPr wrap="none" lIns="0" tIns="0" rIns="0" bIns="0" anchor="t">
            <a:noAutofit/>
          </a:bodyPr>
          <a:lstStyle>
            <a:defPPr algn="l">
              <a:defRPr sz="1462" b="0" i="0" kern="0" spc="-9">
                <a:solidFill>
                  <a:srgbClr val="0A2540"/>
                </a:solidFill>
                <a:latin typeface="Inter"/>
                <a:ea typeface="Inter"/>
                <a:cs typeface="Inter"/>
              </a:defRPr>
            </a:defPPr>
            <a:lvl1pPr algn="l">
              <a:defRPr sz="1462" b="0" i="0" kern="0" spc="-9">
                <a:solidFill>
                  <a:srgbClr val="0A2540"/>
                </a:solidFill>
                <a:latin typeface="Inter"/>
                <a:ea typeface="Inter"/>
                <a:cs typeface="Inter"/>
              </a:defRPr>
            </a:lvl1pPr>
            <a:lvl2pPr algn="l">
              <a:defRPr sz="1462" b="0" i="0" kern="0" spc="-9">
                <a:solidFill>
                  <a:srgbClr val="0A2540"/>
                </a:solidFill>
                <a:latin typeface="Inter"/>
                <a:ea typeface="Inter"/>
                <a:cs typeface="Inter"/>
              </a:defRPr>
            </a:lvl2pPr>
            <a:lvl3pPr algn="l">
              <a:defRPr sz="1462" b="0" i="0" kern="0" spc="-9">
                <a:solidFill>
                  <a:srgbClr val="0A2540"/>
                </a:solidFill>
                <a:latin typeface="Inter"/>
                <a:ea typeface="Inter"/>
                <a:cs typeface="Inter"/>
              </a:defRPr>
            </a:lvl3pPr>
            <a:lvl4pPr algn="l">
              <a:defRPr sz="1462" b="0" i="0" kern="0" spc="-9">
                <a:solidFill>
                  <a:srgbClr val="0A2540"/>
                </a:solidFill>
                <a:latin typeface="Inter"/>
                <a:ea typeface="Inter"/>
                <a:cs typeface="Inter"/>
              </a:defRPr>
            </a:lvl4pPr>
            <a:lvl5pPr algn="l">
              <a:defRPr sz="1462" b="0" i="0" kern="0" spc="-9">
                <a:solidFill>
                  <a:srgbClr val="0A2540"/>
                </a:solidFill>
                <a:latin typeface="Inter"/>
                <a:ea typeface="Inter"/>
                <a:cs typeface="Inter"/>
              </a:defRPr>
            </a:lvl5pPr>
            <a:lvl6pPr algn="l">
              <a:defRPr sz="1462" b="0" i="0" kern="0" spc="-9">
                <a:solidFill>
                  <a:srgbClr val="0A2540"/>
                </a:solidFill>
                <a:latin typeface="Inter"/>
                <a:ea typeface="Inter"/>
                <a:cs typeface="Inter"/>
              </a:defRPr>
            </a:lvl6pPr>
            <a:lvl7pPr algn="l">
              <a:defRPr sz="1462" b="0" i="0" kern="0" spc="-9">
                <a:solidFill>
                  <a:srgbClr val="0A2540"/>
                </a:solidFill>
                <a:latin typeface="Inter"/>
                <a:ea typeface="Inter"/>
                <a:cs typeface="Inter"/>
              </a:defRPr>
            </a:lvl7pPr>
            <a:lvl8pPr algn="l">
              <a:defRPr sz="1462" b="0" i="0" kern="0" spc="-9">
                <a:solidFill>
                  <a:srgbClr val="0A2540"/>
                </a:solidFill>
                <a:latin typeface="Inter"/>
                <a:ea typeface="Inter"/>
                <a:cs typeface="Inter"/>
              </a:defRPr>
            </a:lvl8pPr>
            <a:lvl9pPr algn="l">
              <a:defRPr sz="1462" b="0" i="0" kern="0" spc="-9">
                <a:solidFill>
                  <a:srgbClr val="0A2540"/>
                </a:solidFill>
                <a:latin typeface="Inter"/>
                <a:ea typeface="Inter"/>
                <a:cs typeface="Inter"/>
              </a:defRPr>
            </a:lvl9pPr>
          </a:lstStyle>
          <a:p>
            <a:pPr algn="l">
              <a:lnSpc>
                <a:spcPct val="100000"/>
              </a:lnSpc>
              <a:buNone/>
              <a:defRPr sz="1462" b="0" i="0" kern="0" spc="-9">
                <a:solidFill>
                  <a:srgbClr val="0A2540"/>
                </a:solidFill>
                <a:latin typeface="Inter"/>
                <a:ea typeface="Inter"/>
                <a:cs typeface="Inter"/>
              </a:defRPr>
            </a:pPr>
            <a:r>
              <a:rPr sz="1462" b="0" i="0" kern="0" spc="-9">
                <a:solidFill>
                  <a:srgbClr val="0A2540"/>
                </a:solidFill>
                <a:latin typeface="Inter"/>
                <a:ea typeface="Inter"/>
                <a:cs typeface="Inter"/>
              </a:rPr>
              <a:t>What is the amount of tariff revenue? Show all the steps of calculation.</a:t>
            </a:r>
          </a:p>
        </p:txBody>
      </p:sp>
      <p:sp>
        <p:nvSpPr>
          <p:cNvPr id="47" name="s12 text 27">
            <a:extLst>
              <a:ext uri="{FF2B5EF4-FFF2-40B4-BE49-F238E27FC236}">
                <a16:creationId xmlns:a16="http://schemas.microsoft.com/office/drawing/2014/main" id="{D7191AA6-3781-45AA-B356-5E989C8C0974}"/>
              </a:ext>
            </a:extLst>
          </p:cNvPr>
          <p:cNvSpPr>
            <a:spLocks noGrp="1"/>
          </p:cNvSpPr>
          <p:nvPr/>
        </p:nvSpPr>
        <p:spPr>
          <a:xfrm>
            <a:off x="800100" y="5833157"/>
            <a:ext cx="262890" cy="249417"/>
          </a:xfrm>
          <a:prstGeom prst="rect">
            <a:avLst/>
          </a:prstGeom>
          <a:noFill/>
          <a:ln w="0">
            <a:noFill/>
            <a:prstDash val="solid"/>
          </a:ln>
        </p:spPr>
        <p:txBody>
          <a:bodyPr wrap="none" lIns="0" tIns="0" rIns="0" bIns="0" anchor="t">
            <a:noAutofit/>
          </a:bodyPr>
          <a:lstStyle>
            <a:defPPr algn="l">
              <a:defRPr sz="1294" b="1" i="0" kern="0" spc="-9">
                <a:solidFill>
                  <a:srgbClr val="1D4ED8"/>
                </a:solidFill>
                <a:latin typeface="JetBrains Mono"/>
                <a:ea typeface="JetBrains Mono"/>
                <a:cs typeface="JetBrains Mono"/>
              </a:defRPr>
            </a:defPPr>
            <a:lvl1pPr algn="l">
              <a:defRPr sz="1294" b="1" i="0" kern="0" spc="-9">
                <a:solidFill>
                  <a:srgbClr val="1D4ED8"/>
                </a:solidFill>
                <a:latin typeface="JetBrains Mono"/>
                <a:ea typeface="JetBrains Mono"/>
                <a:cs typeface="JetBrains Mono"/>
              </a:defRPr>
            </a:lvl1pPr>
            <a:lvl2pPr algn="l">
              <a:defRPr sz="1294" b="1" i="0" kern="0" spc="-9">
                <a:solidFill>
                  <a:srgbClr val="1D4ED8"/>
                </a:solidFill>
                <a:latin typeface="JetBrains Mono"/>
                <a:ea typeface="JetBrains Mono"/>
                <a:cs typeface="JetBrains Mono"/>
              </a:defRPr>
            </a:lvl2pPr>
            <a:lvl3pPr algn="l">
              <a:defRPr sz="1294" b="1" i="0" kern="0" spc="-9">
                <a:solidFill>
                  <a:srgbClr val="1D4ED8"/>
                </a:solidFill>
                <a:latin typeface="JetBrains Mono"/>
                <a:ea typeface="JetBrains Mono"/>
                <a:cs typeface="JetBrains Mono"/>
              </a:defRPr>
            </a:lvl3pPr>
            <a:lvl4pPr algn="l">
              <a:defRPr sz="1294" b="1" i="0" kern="0" spc="-9">
                <a:solidFill>
                  <a:srgbClr val="1D4ED8"/>
                </a:solidFill>
                <a:latin typeface="JetBrains Mono"/>
                <a:ea typeface="JetBrains Mono"/>
                <a:cs typeface="JetBrains Mono"/>
              </a:defRPr>
            </a:lvl4pPr>
            <a:lvl5pPr algn="l">
              <a:defRPr sz="1294" b="1" i="0" kern="0" spc="-9">
                <a:solidFill>
                  <a:srgbClr val="1D4ED8"/>
                </a:solidFill>
                <a:latin typeface="JetBrains Mono"/>
                <a:ea typeface="JetBrains Mono"/>
                <a:cs typeface="JetBrains Mono"/>
              </a:defRPr>
            </a:lvl5pPr>
            <a:lvl6pPr algn="l">
              <a:defRPr sz="1294" b="1" i="0" kern="0" spc="-9">
                <a:solidFill>
                  <a:srgbClr val="1D4ED8"/>
                </a:solidFill>
                <a:latin typeface="JetBrains Mono"/>
                <a:ea typeface="JetBrains Mono"/>
                <a:cs typeface="JetBrains Mono"/>
              </a:defRPr>
            </a:lvl6pPr>
            <a:lvl7pPr algn="l">
              <a:defRPr sz="1294" b="1" i="0" kern="0" spc="-9">
                <a:solidFill>
                  <a:srgbClr val="1D4ED8"/>
                </a:solidFill>
                <a:latin typeface="JetBrains Mono"/>
                <a:ea typeface="JetBrains Mono"/>
                <a:cs typeface="JetBrains Mono"/>
              </a:defRPr>
            </a:lvl7pPr>
            <a:lvl8pPr algn="l">
              <a:defRPr sz="1294" b="1" i="0" kern="0" spc="-9">
                <a:solidFill>
                  <a:srgbClr val="1D4ED8"/>
                </a:solidFill>
                <a:latin typeface="JetBrains Mono"/>
                <a:ea typeface="JetBrains Mono"/>
                <a:cs typeface="JetBrains Mono"/>
              </a:defRPr>
            </a:lvl8pPr>
            <a:lvl9pPr algn="l">
              <a:defRPr sz="1294" b="1" i="0" kern="0" spc="-9">
                <a:solidFill>
                  <a:srgbClr val="1D4ED8"/>
                </a:solidFill>
                <a:latin typeface="JetBrains Mono"/>
                <a:ea typeface="JetBrains Mono"/>
                <a:cs typeface="JetBrains Mono"/>
              </a:defRPr>
            </a:lvl9pPr>
          </a:lstStyle>
          <a:p>
            <a:pPr algn="l">
              <a:lnSpc>
                <a:spcPct val="100000"/>
              </a:lnSpc>
              <a:buNone/>
              <a:defRPr sz="1294" b="1" i="0" kern="0" spc="-9">
                <a:solidFill>
                  <a:srgbClr val="1D4ED8"/>
                </a:solidFill>
                <a:latin typeface="JetBrains Mono"/>
                <a:ea typeface="JetBrains Mono"/>
                <a:cs typeface="JetBrains Mono"/>
              </a:defRPr>
            </a:pPr>
            <a:r>
              <a:rPr sz="1294" b="1" i="0" kern="0" spc="-9">
                <a:solidFill>
                  <a:srgbClr val="1D4ED8"/>
                </a:solidFill>
                <a:latin typeface="JetBrains Mono"/>
                <a:ea typeface="JetBrains Mono"/>
                <a:cs typeface="JetBrains Mono"/>
              </a:rPr>
              <a:t>e)</a:t>
            </a:r>
          </a:p>
        </p:txBody>
      </p:sp>
      <p:sp>
        <p:nvSpPr>
          <p:cNvPr id="48" name="s12 text 28">
            <a:extLst>
              <a:ext uri="{FF2B5EF4-FFF2-40B4-BE49-F238E27FC236}">
                <a16:creationId xmlns:a16="http://schemas.microsoft.com/office/drawing/2014/main" id="{8880E5DE-C002-4CC8-98A4-2B119592D381}"/>
              </a:ext>
            </a:extLst>
          </p:cNvPr>
          <p:cNvSpPr>
            <a:spLocks noGrp="1"/>
          </p:cNvSpPr>
          <p:nvPr/>
        </p:nvSpPr>
        <p:spPr>
          <a:xfrm>
            <a:off x="1328737" y="5849392"/>
            <a:ext cx="7688961" cy="258445"/>
          </a:xfrm>
          <a:prstGeom prst="rect">
            <a:avLst/>
          </a:prstGeom>
          <a:noFill/>
          <a:ln w="0">
            <a:noFill/>
            <a:prstDash val="solid"/>
          </a:ln>
        </p:spPr>
        <p:txBody>
          <a:bodyPr wrap="none" lIns="0" tIns="0" rIns="0" bIns="0" anchor="t">
            <a:noAutofit/>
          </a:bodyPr>
          <a:lstStyle>
            <a:defPPr algn="l">
              <a:defRPr sz="1462" b="0" i="0" kern="0" spc="-9">
                <a:solidFill>
                  <a:srgbClr val="0A2540"/>
                </a:solidFill>
                <a:latin typeface="Inter"/>
                <a:ea typeface="Inter"/>
                <a:cs typeface="Inter"/>
              </a:defRPr>
            </a:defPPr>
            <a:lvl1pPr algn="l">
              <a:defRPr sz="1462" b="0" i="0" kern="0" spc="-9">
                <a:solidFill>
                  <a:srgbClr val="0A2540"/>
                </a:solidFill>
                <a:latin typeface="Inter"/>
                <a:ea typeface="Inter"/>
                <a:cs typeface="Inter"/>
              </a:defRPr>
            </a:lvl1pPr>
            <a:lvl2pPr algn="l">
              <a:defRPr sz="1462" b="0" i="0" kern="0" spc="-9">
                <a:solidFill>
                  <a:srgbClr val="0A2540"/>
                </a:solidFill>
                <a:latin typeface="Inter"/>
                <a:ea typeface="Inter"/>
                <a:cs typeface="Inter"/>
              </a:defRPr>
            </a:lvl2pPr>
            <a:lvl3pPr algn="l">
              <a:defRPr sz="1462" b="0" i="0" kern="0" spc="-9">
                <a:solidFill>
                  <a:srgbClr val="0A2540"/>
                </a:solidFill>
                <a:latin typeface="Inter"/>
                <a:ea typeface="Inter"/>
                <a:cs typeface="Inter"/>
              </a:defRPr>
            </a:lvl3pPr>
            <a:lvl4pPr algn="l">
              <a:defRPr sz="1462" b="0" i="0" kern="0" spc="-9">
                <a:solidFill>
                  <a:srgbClr val="0A2540"/>
                </a:solidFill>
                <a:latin typeface="Inter"/>
                <a:ea typeface="Inter"/>
                <a:cs typeface="Inter"/>
              </a:defRPr>
            </a:lvl4pPr>
            <a:lvl5pPr algn="l">
              <a:defRPr sz="1462" b="0" i="0" kern="0" spc="-9">
                <a:solidFill>
                  <a:srgbClr val="0A2540"/>
                </a:solidFill>
                <a:latin typeface="Inter"/>
                <a:ea typeface="Inter"/>
                <a:cs typeface="Inter"/>
              </a:defRPr>
            </a:lvl5pPr>
            <a:lvl6pPr algn="l">
              <a:defRPr sz="1462" b="0" i="0" kern="0" spc="-9">
                <a:solidFill>
                  <a:srgbClr val="0A2540"/>
                </a:solidFill>
                <a:latin typeface="Inter"/>
                <a:ea typeface="Inter"/>
                <a:cs typeface="Inter"/>
              </a:defRPr>
            </a:lvl6pPr>
            <a:lvl7pPr algn="l">
              <a:defRPr sz="1462" b="0" i="0" kern="0" spc="-9">
                <a:solidFill>
                  <a:srgbClr val="0A2540"/>
                </a:solidFill>
                <a:latin typeface="Inter"/>
                <a:ea typeface="Inter"/>
                <a:cs typeface="Inter"/>
              </a:defRPr>
            </a:lvl7pPr>
            <a:lvl8pPr algn="l">
              <a:defRPr sz="1462" b="0" i="0" kern="0" spc="-9">
                <a:solidFill>
                  <a:srgbClr val="0A2540"/>
                </a:solidFill>
                <a:latin typeface="Inter"/>
                <a:ea typeface="Inter"/>
                <a:cs typeface="Inter"/>
              </a:defRPr>
            </a:lvl8pPr>
            <a:lvl9pPr algn="l">
              <a:defRPr sz="1462" b="0" i="0" kern="0" spc="-9">
                <a:solidFill>
                  <a:srgbClr val="0A2540"/>
                </a:solidFill>
                <a:latin typeface="Inter"/>
                <a:ea typeface="Inter"/>
                <a:cs typeface="Inter"/>
              </a:defRPr>
            </a:lvl9pPr>
          </a:lstStyle>
          <a:p>
            <a:pPr algn="l">
              <a:lnSpc>
                <a:spcPct val="100000"/>
              </a:lnSpc>
              <a:buNone/>
              <a:defRPr sz="1462" b="0" i="0" kern="0" spc="-9">
                <a:solidFill>
                  <a:srgbClr val="0A2540"/>
                </a:solidFill>
                <a:latin typeface="Inter"/>
                <a:ea typeface="Inter"/>
                <a:cs typeface="Inter"/>
              </a:defRPr>
            </a:pPr>
            <a:r>
              <a:rPr sz="1462" b="0" i="0" kern="0" spc="-9">
                <a:solidFill>
                  <a:srgbClr val="0A2540"/>
                </a:solidFill>
                <a:latin typeface="Inter"/>
                <a:ea typeface="Inter"/>
                <a:cs typeface="Inter"/>
              </a:rPr>
              <a:t>What is the amount of consumer surplus under tariff? Show all the steps of calculation.</a:t>
            </a:r>
          </a:p>
        </p:txBody>
      </p:sp>
      <p:sp>
        <p:nvSpPr>
          <p:cNvPr id="49" name="s12 text 29">
            <a:extLst>
              <a:ext uri="{FF2B5EF4-FFF2-40B4-BE49-F238E27FC236}">
                <a16:creationId xmlns:a16="http://schemas.microsoft.com/office/drawing/2014/main" id="{21341403-3794-4C57-AE8D-0CA8BB6C0B4B}"/>
              </a:ext>
            </a:extLst>
          </p:cNvPr>
          <p:cNvSpPr>
            <a:spLocks noGrp="1"/>
          </p:cNvSpPr>
          <p:nvPr/>
        </p:nvSpPr>
        <p:spPr>
          <a:xfrm>
            <a:off x="800100" y="6161770"/>
            <a:ext cx="262890" cy="249417"/>
          </a:xfrm>
          <a:prstGeom prst="rect">
            <a:avLst/>
          </a:prstGeom>
          <a:noFill/>
          <a:ln w="0">
            <a:noFill/>
            <a:prstDash val="solid"/>
          </a:ln>
        </p:spPr>
        <p:txBody>
          <a:bodyPr wrap="none" lIns="0" tIns="0" rIns="0" bIns="0" anchor="t">
            <a:noAutofit/>
          </a:bodyPr>
          <a:lstStyle>
            <a:defPPr algn="l">
              <a:defRPr sz="1294" b="1" i="0" kern="0" spc="-9">
                <a:solidFill>
                  <a:srgbClr val="1D4ED8"/>
                </a:solidFill>
                <a:latin typeface="JetBrains Mono"/>
                <a:ea typeface="JetBrains Mono"/>
                <a:cs typeface="JetBrains Mono"/>
              </a:defRPr>
            </a:defPPr>
            <a:lvl1pPr algn="l">
              <a:defRPr sz="1294" b="1" i="0" kern="0" spc="-9">
                <a:solidFill>
                  <a:srgbClr val="1D4ED8"/>
                </a:solidFill>
                <a:latin typeface="JetBrains Mono"/>
                <a:ea typeface="JetBrains Mono"/>
                <a:cs typeface="JetBrains Mono"/>
              </a:defRPr>
            </a:lvl1pPr>
            <a:lvl2pPr algn="l">
              <a:defRPr sz="1294" b="1" i="0" kern="0" spc="-9">
                <a:solidFill>
                  <a:srgbClr val="1D4ED8"/>
                </a:solidFill>
                <a:latin typeface="JetBrains Mono"/>
                <a:ea typeface="JetBrains Mono"/>
                <a:cs typeface="JetBrains Mono"/>
              </a:defRPr>
            </a:lvl2pPr>
            <a:lvl3pPr algn="l">
              <a:defRPr sz="1294" b="1" i="0" kern="0" spc="-9">
                <a:solidFill>
                  <a:srgbClr val="1D4ED8"/>
                </a:solidFill>
                <a:latin typeface="JetBrains Mono"/>
                <a:ea typeface="JetBrains Mono"/>
                <a:cs typeface="JetBrains Mono"/>
              </a:defRPr>
            </a:lvl3pPr>
            <a:lvl4pPr algn="l">
              <a:defRPr sz="1294" b="1" i="0" kern="0" spc="-9">
                <a:solidFill>
                  <a:srgbClr val="1D4ED8"/>
                </a:solidFill>
                <a:latin typeface="JetBrains Mono"/>
                <a:ea typeface="JetBrains Mono"/>
                <a:cs typeface="JetBrains Mono"/>
              </a:defRPr>
            </a:lvl4pPr>
            <a:lvl5pPr algn="l">
              <a:defRPr sz="1294" b="1" i="0" kern="0" spc="-9">
                <a:solidFill>
                  <a:srgbClr val="1D4ED8"/>
                </a:solidFill>
                <a:latin typeface="JetBrains Mono"/>
                <a:ea typeface="JetBrains Mono"/>
                <a:cs typeface="JetBrains Mono"/>
              </a:defRPr>
            </a:lvl5pPr>
            <a:lvl6pPr algn="l">
              <a:defRPr sz="1294" b="1" i="0" kern="0" spc="-9">
                <a:solidFill>
                  <a:srgbClr val="1D4ED8"/>
                </a:solidFill>
                <a:latin typeface="JetBrains Mono"/>
                <a:ea typeface="JetBrains Mono"/>
                <a:cs typeface="JetBrains Mono"/>
              </a:defRPr>
            </a:lvl6pPr>
            <a:lvl7pPr algn="l">
              <a:defRPr sz="1294" b="1" i="0" kern="0" spc="-9">
                <a:solidFill>
                  <a:srgbClr val="1D4ED8"/>
                </a:solidFill>
                <a:latin typeface="JetBrains Mono"/>
                <a:ea typeface="JetBrains Mono"/>
                <a:cs typeface="JetBrains Mono"/>
              </a:defRPr>
            </a:lvl7pPr>
            <a:lvl8pPr algn="l">
              <a:defRPr sz="1294" b="1" i="0" kern="0" spc="-9">
                <a:solidFill>
                  <a:srgbClr val="1D4ED8"/>
                </a:solidFill>
                <a:latin typeface="JetBrains Mono"/>
                <a:ea typeface="JetBrains Mono"/>
                <a:cs typeface="JetBrains Mono"/>
              </a:defRPr>
            </a:lvl8pPr>
            <a:lvl9pPr algn="l">
              <a:defRPr sz="1294" b="1" i="0" kern="0" spc="-9">
                <a:solidFill>
                  <a:srgbClr val="1D4ED8"/>
                </a:solidFill>
                <a:latin typeface="JetBrains Mono"/>
                <a:ea typeface="JetBrains Mono"/>
                <a:cs typeface="JetBrains Mono"/>
              </a:defRPr>
            </a:lvl9pPr>
          </a:lstStyle>
          <a:p>
            <a:pPr algn="l">
              <a:lnSpc>
                <a:spcPct val="100000"/>
              </a:lnSpc>
              <a:buNone/>
              <a:defRPr sz="1294" b="1" i="0" kern="0" spc="-9">
                <a:solidFill>
                  <a:srgbClr val="1D4ED8"/>
                </a:solidFill>
                <a:latin typeface="JetBrains Mono"/>
                <a:ea typeface="JetBrains Mono"/>
                <a:cs typeface="JetBrains Mono"/>
              </a:defRPr>
            </a:pPr>
            <a:r>
              <a:rPr sz="1294" b="1" i="0" kern="0" spc="-9">
                <a:solidFill>
                  <a:srgbClr val="1D4ED8"/>
                </a:solidFill>
                <a:latin typeface="JetBrains Mono"/>
                <a:ea typeface="JetBrains Mono"/>
                <a:cs typeface="JetBrains Mono"/>
              </a:rPr>
              <a:t>f)</a:t>
            </a:r>
          </a:p>
        </p:txBody>
      </p:sp>
      <p:sp>
        <p:nvSpPr>
          <p:cNvPr id="50" name="s12 text 30">
            <a:extLst>
              <a:ext uri="{FF2B5EF4-FFF2-40B4-BE49-F238E27FC236}">
                <a16:creationId xmlns:a16="http://schemas.microsoft.com/office/drawing/2014/main" id="{E9B5E5C8-B9F8-4329-AA2C-F67AD8BC07FF}"/>
              </a:ext>
            </a:extLst>
          </p:cNvPr>
          <p:cNvSpPr>
            <a:spLocks noGrp="1"/>
          </p:cNvSpPr>
          <p:nvPr/>
        </p:nvSpPr>
        <p:spPr>
          <a:xfrm>
            <a:off x="1328737" y="6178004"/>
            <a:ext cx="10712482" cy="258445"/>
          </a:xfrm>
          <a:prstGeom prst="rect">
            <a:avLst/>
          </a:prstGeom>
          <a:noFill/>
          <a:ln w="0">
            <a:noFill/>
            <a:prstDash val="solid"/>
          </a:ln>
        </p:spPr>
        <p:txBody>
          <a:bodyPr wrap="none" lIns="0" tIns="0" rIns="0" bIns="0" anchor="t">
            <a:noAutofit/>
          </a:bodyPr>
          <a:lstStyle>
            <a:defPPr algn="l">
              <a:defRPr sz="1462" b="0" i="0" kern="0" spc="-9">
                <a:solidFill>
                  <a:srgbClr val="0A2540"/>
                </a:solidFill>
                <a:latin typeface="Inter"/>
                <a:ea typeface="Inter"/>
                <a:cs typeface="Inter"/>
              </a:defRPr>
            </a:defPPr>
            <a:lvl1pPr algn="l">
              <a:defRPr sz="1462" b="0" i="0" kern="0" spc="-9">
                <a:solidFill>
                  <a:srgbClr val="0A2540"/>
                </a:solidFill>
                <a:latin typeface="Inter"/>
                <a:ea typeface="Inter"/>
                <a:cs typeface="Inter"/>
              </a:defRPr>
            </a:lvl1pPr>
            <a:lvl2pPr algn="l">
              <a:defRPr sz="1462" b="0" i="0" kern="0" spc="-9">
                <a:solidFill>
                  <a:srgbClr val="0A2540"/>
                </a:solidFill>
                <a:latin typeface="Inter"/>
                <a:ea typeface="Inter"/>
                <a:cs typeface="Inter"/>
              </a:defRPr>
            </a:lvl2pPr>
            <a:lvl3pPr algn="l">
              <a:defRPr sz="1462" b="0" i="0" kern="0" spc="-9">
                <a:solidFill>
                  <a:srgbClr val="0A2540"/>
                </a:solidFill>
                <a:latin typeface="Inter"/>
                <a:ea typeface="Inter"/>
                <a:cs typeface="Inter"/>
              </a:defRPr>
            </a:lvl3pPr>
            <a:lvl4pPr algn="l">
              <a:defRPr sz="1462" b="0" i="0" kern="0" spc="-9">
                <a:solidFill>
                  <a:srgbClr val="0A2540"/>
                </a:solidFill>
                <a:latin typeface="Inter"/>
                <a:ea typeface="Inter"/>
                <a:cs typeface="Inter"/>
              </a:defRPr>
            </a:lvl4pPr>
            <a:lvl5pPr algn="l">
              <a:defRPr sz="1462" b="0" i="0" kern="0" spc="-9">
                <a:solidFill>
                  <a:srgbClr val="0A2540"/>
                </a:solidFill>
                <a:latin typeface="Inter"/>
                <a:ea typeface="Inter"/>
                <a:cs typeface="Inter"/>
              </a:defRPr>
            </a:lvl5pPr>
            <a:lvl6pPr algn="l">
              <a:defRPr sz="1462" b="0" i="0" kern="0" spc="-9">
                <a:solidFill>
                  <a:srgbClr val="0A2540"/>
                </a:solidFill>
                <a:latin typeface="Inter"/>
                <a:ea typeface="Inter"/>
                <a:cs typeface="Inter"/>
              </a:defRPr>
            </a:lvl6pPr>
            <a:lvl7pPr algn="l">
              <a:defRPr sz="1462" b="0" i="0" kern="0" spc="-9">
                <a:solidFill>
                  <a:srgbClr val="0A2540"/>
                </a:solidFill>
                <a:latin typeface="Inter"/>
                <a:ea typeface="Inter"/>
                <a:cs typeface="Inter"/>
              </a:defRPr>
            </a:lvl7pPr>
            <a:lvl8pPr algn="l">
              <a:defRPr sz="1462" b="0" i="0" kern="0" spc="-9">
                <a:solidFill>
                  <a:srgbClr val="0A2540"/>
                </a:solidFill>
                <a:latin typeface="Inter"/>
                <a:ea typeface="Inter"/>
                <a:cs typeface="Inter"/>
              </a:defRPr>
            </a:lvl8pPr>
            <a:lvl9pPr algn="l">
              <a:defRPr sz="1462" b="0" i="0" kern="0" spc="-9">
                <a:solidFill>
                  <a:srgbClr val="0A2540"/>
                </a:solidFill>
                <a:latin typeface="Inter"/>
                <a:ea typeface="Inter"/>
                <a:cs typeface="Inter"/>
              </a:defRPr>
            </a:lvl9pPr>
          </a:lstStyle>
          <a:p>
            <a:pPr algn="l">
              <a:lnSpc>
                <a:spcPct val="100000"/>
              </a:lnSpc>
              <a:buNone/>
              <a:defRPr sz="1462" b="0" i="0" kern="0" spc="-9">
                <a:solidFill>
                  <a:srgbClr val="0A2540"/>
                </a:solidFill>
                <a:latin typeface="Inter"/>
                <a:ea typeface="Inter"/>
                <a:cs typeface="Inter"/>
              </a:defRPr>
            </a:pPr>
            <a:r>
              <a:rPr sz="1462" b="0" i="0" kern="0" spc="-9">
                <a:solidFill>
                  <a:srgbClr val="0A2540"/>
                </a:solidFill>
                <a:latin typeface="Inter"/>
                <a:ea typeface="Inter"/>
                <a:cs typeface="Inter"/>
              </a:rPr>
              <a:t>“The imposition of tariff is beneficial to country A as a whole because the government can receive tariff revenue.” Explain</a:t>
            </a:r>
          </a:p>
        </p:txBody>
      </p:sp>
      <p:sp>
        <p:nvSpPr>
          <p:cNvPr id="51" name="s12 text 31">
            <a:extLst>
              <a:ext uri="{FF2B5EF4-FFF2-40B4-BE49-F238E27FC236}">
                <a16:creationId xmlns:a16="http://schemas.microsoft.com/office/drawing/2014/main" id="{ECC231FA-323C-4613-A529-EBBF3D110407}"/>
              </a:ext>
            </a:extLst>
          </p:cNvPr>
          <p:cNvSpPr>
            <a:spLocks noGrp="1"/>
          </p:cNvSpPr>
          <p:nvPr/>
        </p:nvSpPr>
        <p:spPr>
          <a:xfrm>
            <a:off x="1328737" y="6435179"/>
            <a:ext cx="3406331" cy="258445"/>
          </a:xfrm>
          <a:prstGeom prst="rect">
            <a:avLst/>
          </a:prstGeom>
          <a:noFill/>
          <a:ln w="0">
            <a:noFill/>
            <a:prstDash val="solid"/>
          </a:ln>
        </p:spPr>
        <p:txBody>
          <a:bodyPr wrap="none" lIns="0" tIns="0" rIns="0" bIns="0" anchor="t">
            <a:noAutofit/>
          </a:bodyPr>
          <a:lstStyle>
            <a:defPPr algn="l">
              <a:defRPr sz="1462" b="0" i="0" kern="0" spc="-9">
                <a:solidFill>
                  <a:srgbClr val="0A2540"/>
                </a:solidFill>
                <a:latin typeface="Inter"/>
                <a:ea typeface="Inter"/>
                <a:cs typeface="Inter"/>
              </a:defRPr>
            </a:defPPr>
            <a:lvl1pPr algn="l">
              <a:defRPr sz="1462" b="0" i="0" kern="0" spc="-9">
                <a:solidFill>
                  <a:srgbClr val="0A2540"/>
                </a:solidFill>
                <a:latin typeface="Inter"/>
                <a:ea typeface="Inter"/>
                <a:cs typeface="Inter"/>
              </a:defRPr>
            </a:lvl1pPr>
            <a:lvl2pPr algn="l">
              <a:defRPr sz="1462" b="0" i="0" kern="0" spc="-9">
                <a:solidFill>
                  <a:srgbClr val="0A2540"/>
                </a:solidFill>
                <a:latin typeface="Inter"/>
                <a:ea typeface="Inter"/>
                <a:cs typeface="Inter"/>
              </a:defRPr>
            </a:lvl2pPr>
            <a:lvl3pPr algn="l">
              <a:defRPr sz="1462" b="0" i="0" kern="0" spc="-9">
                <a:solidFill>
                  <a:srgbClr val="0A2540"/>
                </a:solidFill>
                <a:latin typeface="Inter"/>
                <a:ea typeface="Inter"/>
                <a:cs typeface="Inter"/>
              </a:defRPr>
            </a:lvl3pPr>
            <a:lvl4pPr algn="l">
              <a:defRPr sz="1462" b="0" i="0" kern="0" spc="-9">
                <a:solidFill>
                  <a:srgbClr val="0A2540"/>
                </a:solidFill>
                <a:latin typeface="Inter"/>
                <a:ea typeface="Inter"/>
                <a:cs typeface="Inter"/>
              </a:defRPr>
            </a:lvl4pPr>
            <a:lvl5pPr algn="l">
              <a:defRPr sz="1462" b="0" i="0" kern="0" spc="-9">
                <a:solidFill>
                  <a:srgbClr val="0A2540"/>
                </a:solidFill>
                <a:latin typeface="Inter"/>
                <a:ea typeface="Inter"/>
                <a:cs typeface="Inter"/>
              </a:defRPr>
            </a:lvl5pPr>
            <a:lvl6pPr algn="l">
              <a:defRPr sz="1462" b="0" i="0" kern="0" spc="-9">
                <a:solidFill>
                  <a:srgbClr val="0A2540"/>
                </a:solidFill>
                <a:latin typeface="Inter"/>
                <a:ea typeface="Inter"/>
                <a:cs typeface="Inter"/>
              </a:defRPr>
            </a:lvl6pPr>
            <a:lvl7pPr algn="l">
              <a:defRPr sz="1462" b="0" i="0" kern="0" spc="-9">
                <a:solidFill>
                  <a:srgbClr val="0A2540"/>
                </a:solidFill>
                <a:latin typeface="Inter"/>
                <a:ea typeface="Inter"/>
                <a:cs typeface="Inter"/>
              </a:defRPr>
            </a:lvl7pPr>
            <a:lvl8pPr algn="l">
              <a:defRPr sz="1462" b="0" i="0" kern="0" spc="-9">
                <a:solidFill>
                  <a:srgbClr val="0A2540"/>
                </a:solidFill>
                <a:latin typeface="Inter"/>
                <a:ea typeface="Inter"/>
                <a:cs typeface="Inter"/>
              </a:defRPr>
            </a:lvl8pPr>
            <a:lvl9pPr algn="l">
              <a:defRPr sz="1462" b="0" i="0" kern="0" spc="-9">
                <a:solidFill>
                  <a:srgbClr val="0A2540"/>
                </a:solidFill>
                <a:latin typeface="Inter"/>
                <a:ea typeface="Inter"/>
                <a:cs typeface="Inter"/>
              </a:defRPr>
            </a:lvl9pPr>
          </a:lstStyle>
          <a:p>
            <a:pPr algn="l">
              <a:lnSpc>
                <a:spcPct val="100000"/>
              </a:lnSpc>
              <a:buNone/>
              <a:defRPr sz="1462" b="0" i="0" kern="0" spc="-9">
                <a:solidFill>
                  <a:srgbClr val="0A2540"/>
                </a:solidFill>
                <a:latin typeface="Inter"/>
                <a:ea typeface="Inter"/>
                <a:cs typeface="Inter"/>
              </a:defRPr>
            </a:pPr>
            <a:r>
              <a:rPr sz="1462" b="0" i="0" kern="0" spc="-9">
                <a:solidFill>
                  <a:srgbClr val="0A2540"/>
                </a:solidFill>
                <a:latin typeface="Inter"/>
                <a:ea typeface="Inter"/>
                <a:cs typeface="Inter"/>
              </a:rPr>
              <a:t>whether the statement is true or false.</a:t>
            </a:r>
          </a:p>
        </p:txBody>
      </p:sp>
      <p:sp>
        <p:nvSpPr>
          <p:cNvPr id="52" name="s12 text 32">
            <a:extLst>
              <a:ext uri="{FF2B5EF4-FFF2-40B4-BE49-F238E27FC236}">
                <a16:creationId xmlns:a16="http://schemas.microsoft.com/office/drawing/2014/main" id="{8D62CF45-5338-4C1B-9277-5BD4B0F2BB90}"/>
              </a:ext>
            </a:extLst>
          </p:cNvPr>
          <p:cNvSpPr>
            <a:spLocks noGrp="1"/>
          </p:cNvSpPr>
          <p:nvPr/>
        </p:nvSpPr>
        <p:spPr>
          <a:xfrm>
            <a:off x="650081" y="1576768"/>
            <a:ext cx="936113" cy="151819"/>
          </a:xfrm>
          <a:prstGeom prst="rect">
            <a:avLst/>
          </a:prstGeom>
          <a:noFill/>
          <a:ln w="0">
            <a:noFill/>
            <a:prstDash val="solid"/>
          </a:ln>
        </p:spPr>
        <p:txBody>
          <a:bodyPr wrap="none" lIns="0" tIns="0" rIns="0" bIns="0" anchor="t">
            <a:noAutofit/>
          </a:bodyPr>
          <a:lstStyle>
            <a:defPPr algn="l">
              <a:defRPr sz="787" b="0" i="0" kern="0" spc="126">
                <a:solidFill>
                  <a:srgbClr val="FFFFFF"/>
                </a:solidFill>
                <a:latin typeface="JetBrains Mono"/>
                <a:ea typeface="JetBrains Mono"/>
                <a:cs typeface="JetBrains Mono"/>
              </a:defRPr>
            </a:defPPr>
            <a:lvl1pPr algn="l">
              <a:defRPr sz="787" b="0" i="0" kern="0" spc="126">
                <a:solidFill>
                  <a:srgbClr val="FFFFFF"/>
                </a:solidFill>
                <a:latin typeface="JetBrains Mono"/>
                <a:ea typeface="JetBrains Mono"/>
                <a:cs typeface="JetBrains Mono"/>
              </a:defRPr>
            </a:lvl1pPr>
            <a:lvl2pPr algn="l">
              <a:defRPr sz="787" b="0" i="0" kern="0" spc="126">
                <a:solidFill>
                  <a:srgbClr val="FFFFFF"/>
                </a:solidFill>
                <a:latin typeface="JetBrains Mono"/>
                <a:ea typeface="JetBrains Mono"/>
                <a:cs typeface="JetBrains Mono"/>
              </a:defRPr>
            </a:lvl2pPr>
            <a:lvl3pPr algn="l">
              <a:defRPr sz="787" b="0" i="0" kern="0" spc="126">
                <a:solidFill>
                  <a:srgbClr val="FFFFFF"/>
                </a:solidFill>
                <a:latin typeface="JetBrains Mono"/>
                <a:ea typeface="JetBrains Mono"/>
                <a:cs typeface="JetBrains Mono"/>
              </a:defRPr>
            </a:lvl3pPr>
            <a:lvl4pPr algn="l">
              <a:defRPr sz="787" b="0" i="0" kern="0" spc="126">
                <a:solidFill>
                  <a:srgbClr val="FFFFFF"/>
                </a:solidFill>
                <a:latin typeface="JetBrains Mono"/>
                <a:ea typeface="JetBrains Mono"/>
                <a:cs typeface="JetBrains Mono"/>
              </a:defRPr>
            </a:lvl4pPr>
            <a:lvl5pPr algn="l">
              <a:defRPr sz="787" b="0" i="0" kern="0" spc="126">
                <a:solidFill>
                  <a:srgbClr val="FFFFFF"/>
                </a:solidFill>
                <a:latin typeface="JetBrains Mono"/>
                <a:ea typeface="JetBrains Mono"/>
                <a:cs typeface="JetBrains Mono"/>
              </a:defRPr>
            </a:lvl5pPr>
            <a:lvl6pPr algn="l">
              <a:defRPr sz="787" b="0" i="0" kern="0" spc="126">
                <a:solidFill>
                  <a:srgbClr val="FFFFFF"/>
                </a:solidFill>
                <a:latin typeface="JetBrains Mono"/>
                <a:ea typeface="JetBrains Mono"/>
                <a:cs typeface="JetBrains Mono"/>
              </a:defRPr>
            </a:lvl6pPr>
            <a:lvl7pPr algn="l">
              <a:defRPr sz="787" b="0" i="0" kern="0" spc="126">
                <a:solidFill>
                  <a:srgbClr val="FFFFFF"/>
                </a:solidFill>
                <a:latin typeface="JetBrains Mono"/>
                <a:ea typeface="JetBrains Mono"/>
                <a:cs typeface="JetBrains Mono"/>
              </a:defRPr>
            </a:lvl7pPr>
            <a:lvl8pPr algn="l">
              <a:defRPr sz="787" b="0" i="0" kern="0" spc="126">
                <a:solidFill>
                  <a:srgbClr val="FFFFFF"/>
                </a:solidFill>
                <a:latin typeface="JetBrains Mono"/>
                <a:ea typeface="JetBrains Mono"/>
                <a:cs typeface="JetBrains Mono"/>
              </a:defRPr>
            </a:lvl8pPr>
            <a:lvl9pPr algn="l">
              <a:defRPr sz="787" b="0" i="0" kern="0" spc="126">
                <a:solidFill>
                  <a:srgbClr val="FFFFFF"/>
                </a:solidFill>
                <a:latin typeface="JetBrains Mono"/>
                <a:ea typeface="JetBrains Mono"/>
                <a:cs typeface="JetBrains Mono"/>
              </a:defRPr>
            </a:lvl9pPr>
          </a:lstStyle>
          <a:p>
            <a:pPr algn="l">
              <a:lnSpc>
                <a:spcPct val="100000"/>
              </a:lnSpc>
              <a:buNone/>
              <a:defRPr sz="787" b="0" i="0" kern="0" spc="126">
                <a:solidFill>
                  <a:srgbClr val="FFFFFF"/>
                </a:solidFill>
                <a:latin typeface="JetBrains Mono"/>
                <a:ea typeface="JetBrains Mono"/>
                <a:cs typeface="JetBrains Mono"/>
              </a:defRPr>
            </a:pPr>
            <a:r>
              <a:rPr sz="787" b="0" i="0" kern="0" spc="126">
                <a:solidFill>
                  <a:srgbClr val="FFFFFF"/>
                </a:solidFill>
                <a:latin typeface="JetBrains Mono"/>
                <a:ea typeface="JetBrains Mono"/>
                <a:cs typeface="JetBrains Mono"/>
              </a:rPr>
              <a:t>QUESTION 5.2</a:t>
            </a:r>
          </a:p>
        </p:txBody>
      </p:sp>
    </p:spTree>
    <p:extLst>
      <p:ext uri="{BB962C8B-B14F-4D97-AF65-F5344CB8AC3E}">
        <p14:creationId xmlns:p14="http://schemas.microsoft.com/office/powerpoint/2010/main" val="1021322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 name="Blueprint grid">
            <a:extLst>
              <a:ext uri="{FF2B5EF4-FFF2-40B4-BE49-F238E27FC236}">
                <a16:creationId xmlns:a16="http://schemas.microsoft.com/office/drawing/2014/main" id="{ED63AD48-2E9B-4BA4-AB52-CC8F81781146}"/>
              </a:ext>
            </a:extLst>
          </p:cNvPr>
          <p:cNvSpPr>
            <a:spLocks noGrp="1"/>
          </p:cNvSpPr>
          <p:nvPr/>
        </p:nvSpPr>
        <p:spPr>
          <a:xfrm>
            <a:off x="7144" y="0"/>
            <a:ext cx="7144" cy="7715250"/>
          </a:xfrm>
          <a:prstGeom prst="rect">
            <a:avLst/>
          </a:prstGeom>
          <a:solidFill>
            <a:srgbClr val="0A2540">
              <a:alpha val="5000"/>
            </a:srgbClr>
          </a:solidFill>
          <a:ln w="0">
            <a:noFill/>
            <a:prstDash val="solid"/>
          </a:ln>
        </p:spPr>
      </p:sp>
      <p:sp>
        <p:nvSpPr>
          <p:cNvPr id="2" name="Blueprint grid">
            <a:extLst>
              <a:ext uri="{FF2B5EF4-FFF2-40B4-BE49-F238E27FC236}">
                <a16:creationId xmlns:a16="http://schemas.microsoft.com/office/drawing/2014/main" id="{B06E7429-2FF4-41BA-866B-C8C4050ACC5C}"/>
              </a:ext>
            </a:extLst>
          </p:cNvPr>
          <p:cNvSpPr>
            <a:spLocks noGrp="1"/>
          </p:cNvSpPr>
          <p:nvPr/>
        </p:nvSpPr>
        <p:spPr>
          <a:xfrm>
            <a:off x="578644" y="0"/>
            <a:ext cx="7144" cy="7715250"/>
          </a:xfrm>
          <a:prstGeom prst="rect">
            <a:avLst/>
          </a:prstGeom>
          <a:solidFill>
            <a:srgbClr val="0A2540">
              <a:alpha val="5000"/>
            </a:srgbClr>
          </a:solidFill>
          <a:ln w="0">
            <a:noFill/>
            <a:prstDash val="solid"/>
          </a:ln>
        </p:spPr>
      </p:sp>
      <p:sp>
        <p:nvSpPr>
          <p:cNvPr id="3" name="Blueprint grid">
            <a:extLst>
              <a:ext uri="{FF2B5EF4-FFF2-40B4-BE49-F238E27FC236}">
                <a16:creationId xmlns:a16="http://schemas.microsoft.com/office/drawing/2014/main" id="{F71AE517-BA49-49BE-8BAE-6D75FB718AFE}"/>
              </a:ext>
            </a:extLst>
          </p:cNvPr>
          <p:cNvSpPr>
            <a:spLocks noGrp="1"/>
          </p:cNvSpPr>
          <p:nvPr/>
        </p:nvSpPr>
        <p:spPr>
          <a:xfrm>
            <a:off x="9151144" y="0"/>
            <a:ext cx="7144" cy="7715250"/>
          </a:xfrm>
          <a:prstGeom prst="rect">
            <a:avLst/>
          </a:prstGeom>
          <a:solidFill>
            <a:srgbClr val="0A2540">
              <a:alpha val="5000"/>
            </a:srgbClr>
          </a:solidFill>
          <a:ln w="0">
            <a:noFill/>
            <a:prstDash val="solid"/>
          </a:ln>
        </p:spPr>
      </p:sp>
      <p:sp>
        <p:nvSpPr>
          <p:cNvPr id="4" name="Blueprint grid">
            <a:extLst>
              <a:ext uri="{FF2B5EF4-FFF2-40B4-BE49-F238E27FC236}">
                <a16:creationId xmlns:a16="http://schemas.microsoft.com/office/drawing/2014/main" id="{7B11987C-624A-45EF-9E53-5F7E73FDB813}"/>
              </a:ext>
            </a:extLst>
          </p:cNvPr>
          <p:cNvSpPr>
            <a:spLocks noGrp="1"/>
          </p:cNvSpPr>
          <p:nvPr/>
        </p:nvSpPr>
        <p:spPr>
          <a:xfrm>
            <a:off x="9436894" y="0"/>
            <a:ext cx="7144" cy="7715250"/>
          </a:xfrm>
          <a:prstGeom prst="rect">
            <a:avLst/>
          </a:prstGeom>
          <a:solidFill>
            <a:srgbClr val="0A2540">
              <a:alpha val="5000"/>
            </a:srgbClr>
          </a:solidFill>
          <a:ln w="0">
            <a:noFill/>
            <a:prstDash val="solid"/>
          </a:ln>
        </p:spPr>
      </p:sp>
      <p:sp>
        <p:nvSpPr>
          <p:cNvPr id="5" name="Blueprint grid">
            <a:extLst>
              <a:ext uri="{FF2B5EF4-FFF2-40B4-BE49-F238E27FC236}">
                <a16:creationId xmlns:a16="http://schemas.microsoft.com/office/drawing/2014/main" id="{8417FAE5-67E0-4278-9987-D86002A8816C}"/>
              </a:ext>
            </a:extLst>
          </p:cNvPr>
          <p:cNvSpPr>
            <a:spLocks noGrp="1"/>
          </p:cNvSpPr>
          <p:nvPr/>
        </p:nvSpPr>
        <p:spPr>
          <a:xfrm>
            <a:off x="9722644" y="0"/>
            <a:ext cx="7144" cy="7715250"/>
          </a:xfrm>
          <a:prstGeom prst="rect">
            <a:avLst/>
          </a:prstGeom>
          <a:solidFill>
            <a:srgbClr val="0A2540">
              <a:alpha val="5000"/>
            </a:srgbClr>
          </a:solidFill>
          <a:ln w="0">
            <a:noFill/>
            <a:prstDash val="solid"/>
          </a:ln>
        </p:spPr>
      </p:sp>
      <p:sp>
        <p:nvSpPr>
          <p:cNvPr id="6" name="Blueprint grid">
            <a:extLst>
              <a:ext uri="{FF2B5EF4-FFF2-40B4-BE49-F238E27FC236}">
                <a16:creationId xmlns:a16="http://schemas.microsoft.com/office/drawing/2014/main" id="{DDAB4A6F-BA08-4812-A757-F96465DD23F4}"/>
              </a:ext>
            </a:extLst>
          </p:cNvPr>
          <p:cNvSpPr>
            <a:spLocks noGrp="1"/>
          </p:cNvSpPr>
          <p:nvPr/>
        </p:nvSpPr>
        <p:spPr>
          <a:xfrm>
            <a:off x="10008394" y="0"/>
            <a:ext cx="7144" cy="7715250"/>
          </a:xfrm>
          <a:prstGeom prst="rect">
            <a:avLst/>
          </a:prstGeom>
          <a:solidFill>
            <a:srgbClr val="0A2540">
              <a:alpha val="5000"/>
            </a:srgbClr>
          </a:solidFill>
          <a:ln w="0">
            <a:noFill/>
            <a:prstDash val="solid"/>
          </a:ln>
        </p:spPr>
      </p:sp>
      <p:sp>
        <p:nvSpPr>
          <p:cNvPr id="7" name="Blueprint grid">
            <a:extLst>
              <a:ext uri="{FF2B5EF4-FFF2-40B4-BE49-F238E27FC236}">
                <a16:creationId xmlns:a16="http://schemas.microsoft.com/office/drawing/2014/main" id="{EC8C652E-B831-43CF-B576-D5338BBCD291}"/>
              </a:ext>
            </a:extLst>
          </p:cNvPr>
          <p:cNvSpPr>
            <a:spLocks noGrp="1"/>
          </p:cNvSpPr>
          <p:nvPr/>
        </p:nvSpPr>
        <p:spPr>
          <a:xfrm>
            <a:off x="10294144" y="0"/>
            <a:ext cx="7144" cy="7715250"/>
          </a:xfrm>
          <a:prstGeom prst="rect">
            <a:avLst/>
          </a:prstGeom>
          <a:solidFill>
            <a:srgbClr val="0A2540">
              <a:alpha val="5000"/>
            </a:srgbClr>
          </a:solidFill>
          <a:ln w="0">
            <a:noFill/>
            <a:prstDash val="solid"/>
          </a:ln>
        </p:spPr>
      </p:sp>
      <p:sp>
        <p:nvSpPr>
          <p:cNvPr id="8" name="Blueprint grid">
            <a:extLst>
              <a:ext uri="{FF2B5EF4-FFF2-40B4-BE49-F238E27FC236}">
                <a16:creationId xmlns:a16="http://schemas.microsoft.com/office/drawing/2014/main" id="{282CB6BD-4603-4CE0-AA7D-8348C3A19973}"/>
              </a:ext>
            </a:extLst>
          </p:cNvPr>
          <p:cNvSpPr>
            <a:spLocks noGrp="1"/>
          </p:cNvSpPr>
          <p:nvPr/>
        </p:nvSpPr>
        <p:spPr>
          <a:xfrm>
            <a:off x="10579894" y="0"/>
            <a:ext cx="7144" cy="7715250"/>
          </a:xfrm>
          <a:prstGeom prst="rect">
            <a:avLst/>
          </a:prstGeom>
          <a:solidFill>
            <a:srgbClr val="0A2540">
              <a:alpha val="5000"/>
            </a:srgbClr>
          </a:solidFill>
          <a:ln w="0">
            <a:noFill/>
            <a:prstDash val="solid"/>
          </a:ln>
        </p:spPr>
      </p:sp>
      <p:sp>
        <p:nvSpPr>
          <p:cNvPr id="9" name="Blueprint grid">
            <a:extLst>
              <a:ext uri="{FF2B5EF4-FFF2-40B4-BE49-F238E27FC236}">
                <a16:creationId xmlns:a16="http://schemas.microsoft.com/office/drawing/2014/main" id="{6F661240-CABA-4F35-B47A-DD8949DD2886}"/>
              </a:ext>
            </a:extLst>
          </p:cNvPr>
          <p:cNvSpPr>
            <a:spLocks noGrp="1"/>
          </p:cNvSpPr>
          <p:nvPr/>
        </p:nvSpPr>
        <p:spPr>
          <a:xfrm>
            <a:off x="10865644" y="0"/>
            <a:ext cx="7144" cy="7715250"/>
          </a:xfrm>
          <a:prstGeom prst="rect">
            <a:avLst/>
          </a:prstGeom>
          <a:solidFill>
            <a:srgbClr val="0A2540">
              <a:alpha val="5000"/>
            </a:srgbClr>
          </a:solidFill>
          <a:ln w="0">
            <a:noFill/>
            <a:prstDash val="solid"/>
          </a:ln>
        </p:spPr>
      </p:sp>
      <p:sp>
        <p:nvSpPr>
          <p:cNvPr id="10" name="Layout surface">
            <a:extLst>
              <a:ext uri="{FF2B5EF4-FFF2-40B4-BE49-F238E27FC236}">
                <a16:creationId xmlns:a16="http://schemas.microsoft.com/office/drawing/2014/main" id="{59DDB3A2-9E5C-468C-BCCA-D31FBE300DA8}"/>
              </a:ext>
            </a:extLst>
          </p:cNvPr>
          <p:cNvSpPr>
            <a:spLocks noGrp="1"/>
          </p:cNvSpPr>
          <p:nvPr/>
        </p:nvSpPr>
        <p:spPr>
          <a:xfrm>
            <a:off x="0" y="0"/>
            <a:ext cx="1428750" cy="35719"/>
          </a:xfrm>
          <a:prstGeom prst="rect">
            <a:avLst/>
          </a:prstGeom>
          <a:solidFill>
            <a:srgbClr val="0A2540"/>
          </a:solidFill>
          <a:ln w="0">
            <a:noFill/>
            <a:prstDash val="solid"/>
          </a:ln>
        </p:spPr>
      </p:sp>
      <p:sp>
        <p:nvSpPr>
          <p:cNvPr id="11" name="Layout surface">
            <a:extLst>
              <a:ext uri="{FF2B5EF4-FFF2-40B4-BE49-F238E27FC236}">
                <a16:creationId xmlns:a16="http://schemas.microsoft.com/office/drawing/2014/main" id="{2FAF6921-7AFE-4BA8-AF85-EAE2B2FAFE8A}"/>
              </a:ext>
            </a:extLst>
          </p:cNvPr>
          <p:cNvSpPr>
            <a:spLocks noGrp="1"/>
          </p:cNvSpPr>
          <p:nvPr/>
        </p:nvSpPr>
        <p:spPr>
          <a:xfrm>
            <a:off x="1428750" y="0"/>
            <a:ext cx="1000125" cy="35719"/>
          </a:xfrm>
          <a:prstGeom prst="rect">
            <a:avLst/>
          </a:prstGeom>
          <a:solidFill>
            <a:srgbClr val="1D4ED8"/>
          </a:solidFill>
          <a:ln w="0">
            <a:noFill/>
            <a:prstDash val="solid"/>
          </a:ln>
        </p:spPr>
      </p:sp>
      <p:sp>
        <p:nvSpPr>
          <p:cNvPr id="12" name="Layout surface">
            <a:extLst>
              <a:ext uri="{FF2B5EF4-FFF2-40B4-BE49-F238E27FC236}">
                <a16:creationId xmlns:a16="http://schemas.microsoft.com/office/drawing/2014/main" id="{425A13B2-774D-4B2F-8190-E01ED34CD26E}"/>
              </a:ext>
            </a:extLst>
          </p:cNvPr>
          <p:cNvSpPr>
            <a:spLocks noGrp="1"/>
          </p:cNvSpPr>
          <p:nvPr/>
        </p:nvSpPr>
        <p:spPr>
          <a:xfrm>
            <a:off x="2428875" y="0"/>
            <a:ext cx="11287125" cy="35719"/>
          </a:xfrm>
          <a:prstGeom prst="rect">
            <a:avLst/>
          </a:prstGeom>
          <a:solidFill>
            <a:srgbClr val="0A2540">
              <a:alpha val="16000"/>
            </a:srgbClr>
          </a:solidFill>
          <a:ln w="0">
            <a:noFill/>
            <a:prstDash val="solid"/>
          </a:ln>
        </p:spPr>
      </p:sp>
      <p:sp>
        <p:nvSpPr>
          <p:cNvPr id="13" name="Source layout 5">
            <a:extLst>
              <a:ext uri="{FF2B5EF4-FFF2-40B4-BE49-F238E27FC236}">
                <a16:creationId xmlns:a16="http://schemas.microsoft.com/office/drawing/2014/main" id="{7156606B-29B4-4B4C-B330-2A5568059DB1}"/>
              </a:ext>
            </a:extLst>
          </p:cNvPr>
          <p:cNvSpPr>
            <a:spLocks noGrp="1"/>
          </p:cNvSpPr>
          <p:nvPr/>
        </p:nvSpPr>
        <p:spPr>
          <a:xfrm>
            <a:off x="514350" y="1807369"/>
            <a:ext cx="78581" cy="78581"/>
          </a:xfrm>
          <a:custGeom>
            <a:avLst/>
            <a:gdLst/>
            <a:ahLst/>
            <a:cxnLst/>
            <a:rect l="0" t="0" r="0" b="0"/>
            <a:pathLst>
              <a:path w="78581" h="78581">
                <a:moveTo>
                  <a:pt x="0" y="0"/>
                </a:moveTo>
                <a:lnTo>
                  <a:pt x="78581" y="0"/>
                </a:lnTo>
                <a:lnTo>
                  <a:pt x="78581" y="78581"/>
                </a:lnTo>
                <a:lnTo>
                  <a:pt x="0" y="78581"/>
                </a:lnTo>
                <a:close/>
              </a:path>
            </a:pathLst>
          </a:custGeom>
          <a:solidFill>
            <a:srgbClr val="1D4ED8"/>
          </a:solidFill>
          <a:ln w="7144">
            <a:noFill/>
            <a:prstDash val="solid"/>
          </a:ln>
        </p:spPr>
      </p:sp>
      <p:sp>
        <p:nvSpPr>
          <p:cNvPr id="14" name="Source layout 6">
            <a:extLst>
              <a:ext uri="{FF2B5EF4-FFF2-40B4-BE49-F238E27FC236}">
                <a16:creationId xmlns:a16="http://schemas.microsoft.com/office/drawing/2014/main" id="{96712B7C-EBEC-4F09-A44E-79D82414D14E}"/>
              </a:ext>
            </a:extLst>
          </p:cNvPr>
          <p:cNvSpPr>
            <a:spLocks noGrp="1"/>
          </p:cNvSpPr>
          <p:nvPr/>
        </p:nvSpPr>
        <p:spPr>
          <a:xfrm>
            <a:off x="514350" y="5243512"/>
            <a:ext cx="12687299" cy="450056"/>
          </a:xfrm>
          <a:custGeom>
            <a:avLst/>
            <a:gdLst/>
            <a:ahLst/>
            <a:cxnLst/>
            <a:rect l="0" t="0" r="0" b="0"/>
            <a:pathLst>
              <a:path w="12687299" h="450056">
                <a:moveTo>
                  <a:pt x="0" y="0"/>
                </a:moveTo>
                <a:lnTo>
                  <a:pt x="12687299" y="0"/>
                </a:lnTo>
                <a:lnTo>
                  <a:pt x="12687299" y="450056"/>
                </a:lnTo>
                <a:lnTo>
                  <a:pt x="0" y="450056"/>
                </a:lnTo>
                <a:close/>
              </a:path>
            </a:pathLst>
          </a:custGeom>
          <a:solidFill>
            <a:srgbClr val="F1F5FA"/>
          </a:solidFill>
          <a:ln w="7144">
            <a:noFill/>
            <a:prstDash val="solid"/>
          </a:ln>
        </p:spPr>
      </p:sp>
      <p:sp>
        <p:nvSpPr>
          <p:cNvPr id="15" name="Source layout 7">
            <a:extLst>
              <a:ext uri="{FF2B5EF4-FFF2-40B4-BE49-F238E27FC236}">
                <a16:creationId xmlns:a16="http://schemas.microsoft.com/office/drawing/2014/main" id="{E11FE168-D868-4323-BDC1-9B987A454CE7}"/>
              </a:ext>
            </a:extLst>
          </p:cNvPr>
          <p:cNvSpPr>
            <a:spLocks noGrp="1"/>
          </p:cNvSpPr>
          <p:nvPr/>
        </p:nvSpPr>
        <p:spPr>
          <a:xfrm>
            <a:off x="514350" y="5243512"/>
            <a:ext cx="28575" cy="450056"/>
          </a:xfrm>
          <a:custGeom>
            <a:avLst/>
            <a:gdLst/>
            <a:ahLst/>
            <a:cxnLst/>
            <a:rect l="0" t="0" r="0" b="0"/>
            <a:pathLst>
              <a:path w="28575" h="450056">
                <a:moveTo>
                  <a:pt x="0" y="0"/>
                </a:moveTo>
                <a:lnTo>
                  <a:pt x="28575" y="0"/>
                </a:lnTo>
                <a:lnTo>
                  <a:pt x="28575" y="450056"/>
                </a:lnTo>
                <a:lnTo>
                  <a:pt x="0" y="450056"/>
                </a:lnTo>
                <a:close/>
              </a:path>
            </a:pathLst>
          </a:custGeom>
          <a:solidFill>
            <a:srgbClr val="1D4ED8"/>
          </a:solidFill>
          <a:ln w="7144">
            <a:noFill/>
            <a:prstDash val="solid"/>
          </a:ln>
        </p:spPr>
      </p:sp>
      <p:sp>
        <p:nvSpPr>
          <p:cNvPr id="16" name="Source layout 8">
            <a:extLst>
              <a:ext uri="{FF2B5EF4-FFF2-40B4-BE49-F238E27FC236}">
                <a16:creationId xmlns:a16="http://schemas.microsoft.com/office/drawing/2014/main" id="{4054CFE0-2700-48F3-A763-D63275BB28C0}"/>
              </a:ext>
            </a:extLst>
          </p:cNvPr>
          <p:cNvSpPr>
            <a:spLocks noGrp="1"/>
          </p:cNvSpPr>
          <p:nvPr/>
        </p:nvSpPr>
        <p:spPr>
          <a:xfrm>
            <a:off x="514350" y="2728912"/>
            <a:ext cx="6257925" cy="2471737"/>
          </a:xfrm>
          <a:custGeom>
            <a:avLst/>
            <a:gdLst/>
            <a:ahLst/>
            <a:cxnLst/>
            <a:rect l="0" t="0" r="0" b="0"/>
            <a:pathLst>
              <a:path w="6257925" h="2471737">
                <a:moveTo>
                  <a:pt x="0" y="0"/>
                </a:moveTo>
                <a:lnTo>
                  <a:pt x="6257925" y="0"/>
                </a:lnTo>
                <a:lnTo>
                  <a:pt x="6257925" y="2471737"/>
                </a:lnTo>
                <a:lnTo>
                  <a:pt x="0" y="2471737"/>
                </a:lnTo>
                <a:close/>
              </a:path>
            </a:pathLst>
          </a:custGeom>
          <a:solidFill>
            <a:srgbClr val="FFFFFF"/>
          </a:solidFill>
          <a:ln w="7144">
            <a:noFill/>
            <a:prstDash val="solid"/>
          </a:ln>
        </p:spPr>
      </p:sp>
      <p:sp>
        <p:nvSpPr>
          <p:cNvPr id="17" name="Source layout 9">
            <a:extLst>
              <a:ext uri="{FF2B5EF4-FFF2-40B4-BE49-F238E27FC236}">
                <a16:creationId xmlns:a16="http://schemas.microsoft.com/office/drawing/2014/main" id="{41269443-AD6F-4381-90DD-A9F91C49F632}"/>
              </a:ext>
            </a:extLst>
          </p:cNvPr>
          <p:cNvSpPr>
            <a:spLocks noGrp="1"/>
          </p:cNvSpPr>
          <p:nvPr/>
        </p:nvSpPr>
        <p:spPr>
          <a:xfrm>
            <a:off x="517922" y="2732484"/>
            <a:ext cx="6250781" cy="2464594"/>
          </a:xfrm>
          <a:custGeom>
            <a:avLst/>
            <a:gdLst/>
            <a:ahLst/>
            <a:cxnLst/>
            <a:rect l="0" t="0" r="0" b="0"/>
            <a:pathLst>
              <a:path w="6250781" h="2464594">
                <a:moveTo>
                  <a:pt x="0" y="0"/>
                </a:moveTo>
                <a:lnTo>
                  <a:pt x="6250781" y="0"/>
                </a:lnTo>
                <a:lnTo>
                  <a:pt x="6250781" y="2464594"/>
                </a:lnTo>
                <a:lnTo>
                  <a:pt x="0" y="2464594"/>
                </a:lnTo>
                <a:close/>
              </a:path>
            </a:pathLst>
          </a:custGeom>
          <a:noFill/>
          <a:ln w="7144">
            <a:solidFill>
              <a:srgbClr val="0A2540">
                <a:alpha val="34120"/>
              </a:srgbClr>
            </a:solidFill>
            <a:prstDash val="solid"/>
          </a:ln>
        </p:spPr>
      </p:sp>
      <p:sp>
        <p:nvSpPr>
          <p:cNvPr id="18" name="Source layout 10">
            <a:extLst>
              <a:ext uri="{FF2B5EF4-FFF2-40B4-BE49-F238E27FC236}">
                <a16:creationId xmlns:a16="http://schemas.microsoft.com/office/drawing/2014/main" id="{D540BF8C-E088-4ACA-9F2D-A4AE188A01A0}"/>
              </a:ext>
            </a:extLst>
          </p:cNvPr>
          <p:cNvSpPr>
            <a:spLocks noGrp="1"/>
          </p:cNvSpPr>
          <p:nvPr/>
        </p:nvSpPr>
        <p:spPr>
          <a:xfrm>
            <a:off x="721519" y="3243262"/>
            <a:ext cx="1857375" cy="450056"/>
          </a:xfrm>
          <a:custGeom>
            <a:avLst/>
            <a:gdLst/>
            <a:ahLst/>
            <a:cxnLst/>
            <a:rect l="0" t="0" r="0" b="0"/>
            <a:pathLst>
              <a:path w="1857375" h="450056">
                <a:moveTo>
                  <a:pt x="0" y="0"/>
                </a:moveTo>
                <a:lnTo>
                  <a:pt x="1857375" y="0"/>
                </a:lnTo>
                <a:lnTo>
                  <a:pt x="1857375" y="450056"/>
                </a:lnTo>
                <a:lnTo>
                  <a:pt x="0" y="450056"/>
                </a:lnTo>
                <a:close/>
              </a:path>
            </a:pathLst>
          </a:custGeom>
          <a:solidFill>
            <a:srgbClr val="F1F5FA"/>
          </a:solidFill>
          <a:ln w="7144">
            <a:noFill/>
            <a:prstDash val="solid"/>
          </a:ln>
        </p:spPr>
      </p:sp>
      <p:sp>
        <p:nvSpPr>
          <p:cNvPr id="19" name="Source layout 11">
            <a:extLst>
              <a:ext uri="{FF2B5EF4-FFF2-40B4-BE49-F238E27FC236}">
                <a16:creationId xmlns:a16="http://schemas.microsoft.com/office/drawing/2014/main" id="{37BFEDA7-717A-453C-9040-4225C88E3A7B}"/>
              </a:ext>
            </a:extLst>
          </p:cNvPr>
          <p:cNvSpPr>
            <a:spLocks noGrp="1"/>
          </p:cNvSpPr>
          <p:nvPr/>
        </p:nvSpPr>
        <p:spPr>
          <a:xfrm>
            <a:off x="721519" y="3243262"/>
            <a:ext cx="28575" cy="450056"/>
          </a:xfrm>
          <a:custGeom>
            <a:avLst/>
            <a:gdLst/>
            <a:ahLst/>
            <a:cxnLst/>
            <a:rect l="0" t="0" r="0" b="0"/>
            <a:pathLst>
              <a:path w="28575" h="450056">
                <a:moveTo>
                  <a:pt x="0" y="0"/>
                </a:moveTo>
                <a:lnTo>
                  <a:pt x="28575" y="0"/>
                </a:lnTo>
                <a:lnTo>
                  <a:pt x="28575" y="450056"/>
                </a:lnTo>
                <a:lnTo>
                  <a:pt x="0" y="450056"/>
                </a:lnTo>
                <a:close/>
              </a:path>
            </a:pathLst>
          </a:custGeom>
          <a:solidFill>
            <a:srgbClr val="1D4ED8"/>
          </a:solidFill>
          <a:ln w="7144">
            <a:noFill/>
            <a:prstDash val="solid"/>
          </a:ln>
        </p:spPr>
      </p:sp>
      <p:sp>
        <p:nvSpPr>
          <p:cNvPr id="20" name="Source layout 12">
            <a:extLst>
              <a:ext uri="{FF2B5EF4-FFF2-40B4-BE49-F238E27FC236}">
                <a16:creationId xmlns:a16="http://schemas.microsoft.com/office/drawing/2014/main" id="{1FEBD480-5866-4029-8054-C63EEEB9BE77}"/>
              </a:ext>
            </a:extLst>
          </p:cNvPr>
          <p:cNvSpPr>
            <a:spLocks noGrp="1"/>
          </p:cNvSpPr>
          <p:nvPr/>
        </p:nvSpPr>
        <p:spPr>
          <a:xfrm>
            <a:off x="721519" y="3736181"/>
            <a:ext cx="1757362" cy="442912"/>
          </a:xfrm>
          <a:custGeom>
            <a:avLst/>
            <a:gdLst/>
            <a:ahLst/>
            <a:cxnLst/>
            <a:rect l="0" t="0" r="0" b="0"/>
            <a:pathLst>
              <a:path w="1757362" h="442912">
                <a:moveTo>
                  <a:pt x="0" y="0"/>
                </a:moveTo>
                <a:lnTo>
                  <a:pt x="1757362" y="0"/>
                </a:lnTo>
                <a:lnTo>
                  <a:pt x="1757362" y="442912"/>
                </a:lnTo>
                <a:lnTo>
                  <a:pt x="0" y="442912"/>
                </a:lnTo>
                <a:close/>
              </a:path>
            </a:pathLst>
          </a:custGeom>
          <a:solidFill>
            <a:srgbClr val="F1F5FA"/>
          </a:solidFill>
          <a:ln w="7144">
            <a:noFill/>
            <a:prstDash val="solid"/>
          </a:ln>
        </p:spPr>
      </p:sp>
      <p:sp>
        <p:nvSpPr>
          <p:cNvPr id="21" name="Source layout 13">
            <a:extLst>
              <a:ext uri="{FF2B5EF4-FFF2-40B4-BE49-F238E27FC236}">
                <a16:creationId xmlns:a16="http://schemas.microsoft.com/office/drawing/2014/main" id="{27C4CC7E-0DAC-4E9B-8E03-F26C6F0C17EB}"/>
              </a:ext>
            </a:extLst>
          </p:cNvPr>
          <p:cNvSpPr>
            <a:spLocks noGrp="1"/>
          </p:cNvSpPr>
          <p:nvPr/>
        </p:nvSpPr>
        <p:spPr>
          <a:xfrm>
            <a:off x="721519" y="3736181"/>
            <a:ext cx="28575" cy="442912"/>
          </a:xfrm>
          <a:custGeom>
            <a:avLst/>
            <a:gdLst/>
            <a:ahLst/>
            <a:cxnLst/>
            <a:rect l="0" t="0" r="0" b="0"/>
            <a:pathLst>
              <a:path w="28575" h="442912">
                <a:moveTo>
                  <a:pt x="0" y="0"/>
                </a:moveTo>
                <a:lnTo>
                  <a:pt x="28575" y="0"/>
                </a:lnTo>
                <a:lnTo>
                  <a:pt x="28575" y="442912"/>
                </a:lnTo>
                <a:lnTo>
                  <a:pt x="0" y="442912"/>
                </a:lnTo>
                <a:close/>
              </a:path>
            </a:pathLst>
          </a:custGeom>
          <a:solidFill>
            <a:srgbClr val="1D4ED8"/>
          </a:solidFill>
          <a:ln w="7144">
            <a:noFill/>
            <a:prstDash val="solid"/>
          </a:ln>
        </p:spPr>
      </p:sp>
      <p:sp>
        <p:nvSpPr>
          <p:cNvPr id="22" name="Source layout 14">
            <a:extLst>
              <a:ext uri="{FF2B5EF4-FFF2-40B4-BE49-F238E27FC236}">
                <a16:creationId xmlns:a16="http://schemas.microsoft.com/office/drawing/2014/main" id="{0241C915-FFB2-456F-AD9A-EE9BA78CAB23}"/>
              </a:ext>
            </a:extLst>
          </p:cNvPr>
          <p:cNvSpPr>
            <a:spLocks noGrp="1"/>
          </p:cNvSpPr>
          <p:nvPr/>
        </p:nvSpPr>
        <p:spPr>
          <a:xfrm>
            <a:off x="6943725" y="2728912"/>
            <a:ext cx="6257925" cy="2471737"/>
          </a:xfrm>
          <a:custGeom>
            <a:avLst/>
            <a:gdLst/>
            <a:ahLst/>
            <a:cxnLst/>
            <a:rect l="0" t="0" r="0" b="0"/>
            <a:pathLst>
              <a:path w="6257925" h="2471737">
                <a:moveTo>
                  <a:pt x="0" y="0"/>
                </a:moveTo>
                <a:lnTo>
                  <a:pt x="6257925" y="0"/>
                </a:lnTo>
                <a:lnTo>
                  <a:pt x="6257925" y="2471737"/>
                </a:lnTo>
                <a:lnTo>
                  <a:pt x="0" y="2471737"/>
                </a:lnTo>
                <a:close/>
              </a:path>
            </a:pathLst>
          </a:custGeom>
          <a:solidFill>
            <a:srgbClr val="FFFFFF"/>
          </a:solidFill>
          <a:ln w="7144">
            <a:noFill/>
            <a:prstDash val="solid"/>
          </a:ln>
        </p:spPr>
      </p:sp>
      <p:sp>
        <p:nvSpPr>
          <p:cNvPr id="23" name="Source layout 15">
            <a:extLst>
              <a:ext uri="{FF2B5EF4-FFF2-40B4-BE49-F238E27FC236}">
                <a16:creationId xmlns:a16="http://schemas.microsoft.com/office/drawing/2014/main" id="{CFBDBBC3-8DAE-4D04-B4C3-78EADD6E05D6}"/>
              </a:ext>
            </a:extLst>
          </p:cNvPr>
          <p:cNvSpPr>
            <a:spLocks noGrp="1"/>
          </p:cNvSpPr>
          <p:nvPr/>
        </p:nvSpPr>
        <p:spPr>
          <a:xfrm>
            <a:off x="6947297" y="2732484"/>
            <a:ext cx="6250781" cy="2464594"/>
          </a:xfrm>
          <a:custGeom>
            <a:avLst/>
            <a:gdLst/>
            <a:ahLst/>
            <a:cxnLst/>
            <a:rect l="0" t="0" r="0" b="0"/>
            <a:pathLst>
              <a:path w="6250781" h="2464594">
                <a:moveTo>
                  <a:pt x="0" y="0"/>
                </a:moveTo>
                <a:lnTo>
                  <a:pt x="6250781" y="0"/>
                </a:lnTo>
                <a:lnTo>
                  <a:pt x="6250781" y="2464594"/>
                </a:lnTo>
                <a:lnTo>
                  <a:pt x="0" y="2464594"/>
                </a:lnTo>
                <a:close/>
              </a:path>
            </a:pathLst>
          </a:custGeom>
          <a:noFill/>
          <a:ln w="7144">
            <a:solidFill>
              <a:srgbClr val="0A2540">
                <a:alpha val="34120"/>
              </a:srgbClr>
            </a:solidFill>
            <a:prstDash val="solid"/>
          </a:ln>
        </p:spPr>
      </p:sp>
      <p:sp>
        <p:nvSpPr>
          <p:cNvPr id="24" name="Source layout 16">
            <a:extLst>
              <a:ext uri="{FF2B5EF4-FFF2-40B4-BE49-F238E27FC236}">
                <a16:creationId xmlns:a16="http://schemas.microsoft.com/office/drawing/2014/main" id="{1129063E-B3AD-4F07-97CC-671C612F276F}"/>
              </a:ext>
            </a:extLst>
          </p:cNvPr>
          <p:cNvSpPr>
            <a:spLocks noGrp="1"/>
          </p:cNvSpPr>
          <p:nvPr/>
        </p:nvSpPr>
        <p:spPr>
          <a:xfrm>
            <a:off x="7100887" y="3321844"/>
            <a:ext cx="71438" cy="71437"/>
          </a:xfrm>
          <a:custGeom>
            <a:avLst/>
            <a:gdLst/>
            <a:ahLst/>
            <a:cxnLst/>
            <a:rect l="0" t="0" r="0" b="0"/>
            <a:pathLst>
              <a:path w="71438" h="71437">
                <a:moveTo>
                  <a:pt x="71438" y="35719"/>
                </a:moveTo>
                <a:cubicBezTo>
                  <a:pt x="71437" y="40449"/>
                  <a:pt x="70531" y="45004"/>
                  <a:pt x="68718" y="49378"/>
                </a:cubicBezTo>
                <a:cubicBezTo>
                  <a:pt x="66905" y="53752"/>
                  <a:pt x="64325" y="57617"/>
                  <a:pt x="60976" y="60973"/>
                </a:cubicBezTo>
                <a:cubicBezTo>
                  <a:pt x="57626" y="64322"/>
                  <a:pt x="53763" y="66903"/>
                  <a:pt x="49387" y="68710"/>
                </a:cubicBezTo>
                <a:cubicBezTo>
                  <a:pt x="45011" y="70524"/>
                  <a:pt x="40455" y="71430"/>
                  <a:pt x="35719" y="71437"/>
                </a:cubicBezTo>
                <a:cubicBezTo>
                  <a:pt x="30982" y="71430"/>
                  <a:pt x="26426" y="70524"/>
                  <a:pt x="22050" y="68710"/>
                </a:cubicBezTo>
                <a:cubicBezTo>
                  <a:pt x="17673" y="66903"/>
                  <a:pt x="13811" y="64322"/>
                  <a:pt x="10462" y="60973"/>
                </a:cubicBezTo>
                <a:cubicBezTo>
                  <a:pt x="7112" y="57617"/>
                  <a:pt x="4531" y="53752"/>
                  <a:pt x="2719" y="49378"/>
                </a:cubicBezTo>
                <a:cubicBezTo>
                  <a:pt x="906" y="45004"/>
                  <a:pt x="0" y="40449"/>
                  <a:pt x="0" y="35719"/>
                </a:cubicBezTo>
                <a:cubicBezTo>
                  <a:pt x="0" y="30982"/>
                  <a:pt x="906" y="26419"/>
                  <a:pt x="2718" y="22045"/>
                </a:cubicBezTo>
                <a:cubicBezTo>
                  <a:pt x="4531" y="17664"/>
                  <a:pt x="7112" y="13799"/>
                  <a:pt x="10462" y="10458"/>
                </a:cubicBezTo>
                <a:cubicBezTo>
                  <a:pt x="13811" y="7102"/>
                  <a:pt x="17673" y="4521"/>
                  <a:pt x="22050" y="2707"/>
                </a:cubicBezTo>
                <a:cubicBezTo>
                  <a:pt x="26426" y="900"/>
                  <a:pt x="30982" y="0"/>
                  <a:pt x="35719" y="0"/>
                </a:cubicBezTo>
                <a:cubicBezTo>
                  <a:pt x="40455" y="0"/>
                  <a:pt x="45011" y="900"/>
                  <a:pt x="49387" y="2707"/>
                </a:cubicBezTo>
                <a:cubicBezTo>
                  <a:pt x="53763" y="4521"/>
                  <a:pt x="57626" y="7102"/>
                  <a:pt x="60976" y="10458"/>
                </a:cubicBezTo>
                <a:cubicBezTo>
                  <a:pt x="64325" y="13799"/>
                  <a:pt x="66906" y="17664"/>
                  <a:pt x="68718" y="22038"/>
                </a:cubicBezTo>
                <a:cubicBezTo>
                  <a:pt x="70531" y="26419"/>
                  <a:pt x="71437" y="30982"/>
                  <a:pt x="71438" y="35719"/>
                </a:cubicBezTo>
                <a:close/>
              </a:path>
            </a:pathLst>
          </a:custGeom>
          <a:solidFill>
            <a:srgbClr val="1D4ED8"/>
          </a:solidFill>
          <a:ln w="7144">
            <a:noFill/>
            <a:prstDash val="solid"/>
          </a:ln>
        </p:spPr>
      </p:sp>
      <p:sp>
        <p:nvSpPr>
          <p:cNvPr id="25" name="Source layout 17">
            <a:extLst>
              <a:ext uri="{FF2B5EF4-FFF2-40B4-BE49-F238E27FC236}">
                <a16:creationId xmlns:a16="http://schemas.microsoft.com/office/drawing/2014/main" id="{33C04876-9508-439D-BADB-8123A8DDB9C7}"/>
              </a:ext>
            </a:extLst>
          </p:cNvPr>
          <p:cNvSpPr>
            <a:spLocks noGrp="1"/>
          </p:cNvSpPr>
          <p:nvPr/>
        </p:nvSpPr>
        <p:spPr>
          <a:xfrm>
            <a:off x="7100887" y="3714750"/>
            <a:ext cx="71438" cy="71437"/>
          </a:xfrm>
          <a:custGeom>
            <a:avLst/>
            <a:gdLst/>
            <a:ahLst/>
            <a:cxnLst/>
            <a:rect l="0" t="0" r="0" b="0"/>
            <a:pathLst>
              <a:path w="71438" h="71437">
                <a:moveTo>
                  <a:pt x="71438" y="35719"/>
                </a:moveTo>
                <a:cubicBezTo>
                  <a:pt x="71437" y="40456"/>
                  <a:pt x="70531" y="45004"/>
                  <a:pt x="68718" y="49378"/>
                </a:cubicBezTo>
                <a:cubicBezTo>
                  <a:pt x="66905" y="53752"/>
                  <a:pt x="64325" y="57617"/>
                  <a:pt x="60976" y="60973"/>
                </a:cubicBezTo>
                <a:cubicBezTo>
                  <a:pt x="57626" y="64322"/>
                  <a:pt x="53763" y="66903"/>
                  <a:pt x="49387" y="68710"/>
                </a:cubicBezTo>
                <a:cubicBezTo>
                  <a:pt x="45011" y="70530"/>
                  <a:pt x="40455" y="71437"/>
                  <a:pt x="35719" y="71437"/>
                </a:cubicBezTo>
                <a:cubicBezTo>
                  <a:pt x="30982" y="71437"/>
                  <a:pt x="26426" y="70530"/>
                  <a:pt x="22050" y="68716"/>
                </a:cubicBezTo>
                <a:cubicBezTo>
                  <a:pt x="17673" y="66903"/>
                  <a:pt x="13811" y="64322"/>
                  <a:pt x="10462" y="60973"/>
                </a:cubicBezTo>
                <a:cubicBezTo>
                  <a:pt x="7112" y="57617"/>
                  <a:pt x="4531" y="53752"/>
                  <a:pt x="2719" y="49371"/>
                </a:cubicBezTo>
                <a:cubicBezTo>
                  <a:pt x="906" y="45004"/>
                  <a:pt x="0" y="40456"/>
                  <a:pt x="0" y="35719"/>
                </a:cubicBezTo>
                <a:cubicBezTo>
                  <a:pt x="0" y="30975"/>
                  <a:pt x="906" y="26413"/>
                  <a:pt x="2718" y="22031"/>
                </a:cubicBezTo>
                <a:cubicBezTo>
                  <a:pt x="4531" y="17657"/>
                  <a:pt x="7112" y="13792"/>
                  <a:pt x="10462" y="10451"/>
                </a:cubicBezTo>
                <a:cubicBezTo>
                  <a:pt x="13811" y="7102"/>
                  <a:pt x="17673" y="4521"/>
                  <a:pt x="22050" y="2714"/>
                </a:cubicBezTo>
                <a:cubicBezTo>
                  <a:pt x="26426" y="907"/>
                  <a:pt x="30982" y="0"/>
                  <a:pt x="35719" y="0"/>
                </a:cubicBezTo>
                <a:cubicBezTo>
                  <a:pt x="40455" y="0"/>
                  <a:pt x="45011" y="907"/>
                  <a:pt x="49387" y="2714"/>
                </a:cubicBezTo>
                <a:cubicBezTo>
                  <a:pt x="53763" y="4521"/>
                  <a:pt x="57626" y="7102"/>
                  <a:pt x="60976" y="10451"/>
                </a:cubicBezTo>
                <a:cubicBezTo>
                  <a:pt x="64325" y="13792"/>
                  <a:pt x="66906" y="17657"/>
                  <a:pt x="68718" y="22031"/>
                </a:cubicBezTo>
                <a:cubicBezTo>
                  <a:pt x="70531" y="26413"/>
                  <a:pt x="71437" y="30975"/>
                  <a:pt x="71438" y="35719"/>
                </a:cubicBezTo>
                <a:close/>
              </a:path>
            </a:pathLst>
          </a:custGeom>
          <a:solidFill>
            <a:srgbClr val="1D4ED8"/>
          </a:solidFill>
          <a:ln w="7144">
            <a:noFill/>
            <a:prstDash val="solid"/>
          </a:ln>
        </p:spPr>
      </p:sp>
      <p:sp>
        <p:nvSpPr>
          <p:cNvPr id="26" name="Source layout 18">
            <a:extLst>
              <a:ext uri="{FF2B5EF4-FFF2-40B4-BE49-F238E27FC236}">
                <a16:creationId xmlns:a16="http://schemas.microsoft.com/office/drawing/2014/main" id="{B46FEA43-615F-4EA0-B071-F2D0E8383E68}"/>
              </a:ext>
            </a:extLst>
          </p:cNvPr>
          <p:cNvSpPr>
            <a:spLocks noGrp="1"/>
          </p:cNvSpPr>
          <p:nvPr/>
        </p:nvSpPr>
        <p:spPr>
          <a:xfrm>
            <a:off x="7100887" y="4407694"/>
            <a:ext cx="71438" cy="71437"/>
          </a:xfrm>
          <a:custGeom>
            <a:avLst/>
            <a:gdLst/>
            <a:ahLst/>
            <a:cxnLst/>
            <a:rect l="0" t="0" r="0" b="0"/>
            <a:pathLst>
              <a:path w="71438" h="71437">
                <a:moveTo>
                  <a:pt x="71438" y="35719"/>
                </a:moveTo>
                <a:cubicBezTo>
                  <a:pt x="71437" y="40456"/>
                  <a:pt x="70531" y="45011"/>
                  <a:pt x="68718" y="49385"/>
                </a:cubicBezTo>
                <a:cubicBezTo>
                  <a:pt x="66905" y="53760"/>
                  <a:pt x="64325" y="57624"/>
                  <a:pt x="60976" y="60973"/>
                </a:cubicBezTo>
                <a:cubicBezTo>
                  <a:pt x="57626" y="64322"/>
                  <a:pt x="53763" y="66903"/>
                  <a:pt x="49387" y="68710"/>
                </a:cubicBezTo>
                <a:cubicBezTo>
                  <a:pt x="45011" y="70524"/>
                  <a:pt x="40455" y="71430"/>
                  <a:pt x="35719" y="71437"/>
                </a:cubicBezTo>
                <a:cubicBezTo>
                  <a:pt x="30982" y="71430"/>
                  <a:pt x="26426" y="70524"/>
                  <a:pt x="22050" y="68710"/>
                </a:cubicBezTo>
                <a:cubicBezTo>
                  <a:pt x="17673" y="66903"/>
                  <a:pt x="13811" y="64322"/>
                  <a:pt x="10462" y="60973"/>
                </a:cubicBezTo>
                <a:cubicBezTo>
                  <a:pt x="7112" y="57624"/>
                  <a:pt x="4531" y="53760"/>
                  <a:pt x="2719" y="49378"/>
                </a:cubicBezTo>
                <a:cubicBezTo>
                  <a:pt x="906" y="45004"/>
                  <a:pt x="0" y="40456"/>
                  <a:pt x="0" y="35719"/>
                </a:cubicBezTo>
                <a:cubicBezTo>
                  <a:pt x="0" y="30982"/>
                  <a:pt x="906" y="26419"/>
                  <a:pt x="2718" y="22045"/>
                </a:cubicBezTo>
                <a:cubicBezTo>
                  <a:pt x="4531" y="17664"/>
                  <a:pt x="7112" y="13799"/>
                  <a:pt x="10462" y="10458"/>
                </a:cubicBezTo>
                <a:cubicBezTo>
                  <a:pt x="13811" y="7102"/>
                  <a:pt x="17673" y="4521"/>
                  <a:pt x="22050" y="2707"/>
                </a:cubicBezTo>
                <a:cubicBezTo>
                  <a:pt x="26426" y="900"/>
                  <a:pt x="30982" y="0"/>
                  <a:pt x="35719" y="0"/>
                </a:cubicBezTo>
                <a:cubicBezTo>
                  <a:pt x="40455" y="0"/>
                  <a:pt x="45011" y="900"/>
                  <a:pt x="49387" y="2707"/>
                </a:cubicBezTo>
                <a:cubicBezTo>
                  <a:pt x="53763" y="4521"/>
                  <a:pt x="57626" y="7102"/>
                  <a:pt x="60976" y="10458"/>
                </a:cubicBezTo>
                <a:cubicBezTo>
                  <a:pt x="64325" y="13799"/>
                  <a:pt x="66906" y="17664"/>
                  <a:pt x="68718" y="22038"/>
                </a:cubicBezTo>
                <a:cubicBezTo>
                  <a:pt x="70531" y="26419"/>
                  <a:pt x="71437" y="30982"/>
                  <a:pt x="71438" y="35719"/>
                </a:cubicBezTo>
                <a:close/>
              </a:path>
            </a:pathLst>
          </a:custGeom>
          <a:solidFill>
            <a:srgbClr val="1D4ED8"/>
          </a:solidFill>
          <a:ln w="7144">
            <a:noFill/>
            <a:prstDash val="solid"/>
          </a:ln>
        </p:spPr>
      </p:sp>
      <p:sp>
        <p:nvSpPr>
          <p:cNvPr id="27" name="Source layout 19">
            <a:extLst>
              <a:ext uri="{FF2B5EF4-FFF2-40B4-BE49-F238E27FC236}">
                <a16:creationId xmlns:a16="http://schemas.microsoft.com/office/drawing/2014/main" id="{0C2FFA8A-77E0-4D32-BB78-D3189F245C83}"/>
              </a:ext>
            </a:extLst>
          </p:cNvPr>
          <p:cNvSpPr>
            <a:spLocks noGrp="1"/>
          </p:cNvSpPr>
          <p:nvPr/>
        </p:nvSpPr>
        <p:spPr>
          <a:xfrm>
            <a:off x="514350" y="7250906"/>
            <a:ext cx="12687299" cy="7144"/>
          </a:xfrm>
          <a:custGeom>
            <a:avLst/>
            <a:gdLst/>
            <a:ahLst/>
            <a:cxnLst/>
            <a:rect l="0" t="0" r="0" b="0"/>
            <a:pathLst>
              <a:path w="12687299" h="7144">
                <a:moveTo>
                  <a:pt x="0" y="0"/>
                </a:moveTo>
                <a:lnTo>
                  <a:pt x="12687299" y="0"/>
                </a:lnTo>
                <a:lnTo>
                  <a:pt x="12687299" y="7144"/>
                </a:lnTo>
                <a:lnTo>
                  <a:pt x="0" y="7144"/>
                </a:lnTo>
                <a:close/>
              </a:path>
            </a:pathLst>
          </a:custGeom>
          <a:solidFill>
            <a:srgbClr val="0A2540">
              <a:alpha val="16080"/>
            </a:srgbClr>
          </a:solidFill>
          <a:ln w="7144">
            <a:noFill/>
            <a:prstDash val="solid"/>
          </a:ln>
        </p:spPr>
      </p:sp>
      <p:sp>
        <p:nvSpPr>
          <p:cNvPr id="28" name="s13 text 1">
            <a:extLst>
              <a:ext uri="{FF2B5EF4-FFF2-40B4-BE49-F238E27FC236}">
                <a16:creationId xmlns:a16="http://schemas.microsoft.com/office/drawing/2014/main" id="{15281186-ADC7-4CBF-9C7E-D62C976F221C}"/>
              </a:ext>
            </a:extLst>
          </p:cNvPr>
          <p:cNvSpPr>
            <a:spLocks noGrp="1"/>
          </p:cNvSpPr>
          <p:nvPr/>
        </p:nvSpPr>
        <p:spPr>
          <a:xfrm>
            <a:off x="678656" y="1776508"/>
            <a:ext cx="4229106" cy="173507"/>
          </a:xfrm>
          <a:prstGeom prst="rect">
            <a:avLst/>
          </a:prstGeom>
          <a:noFill/>
          <a:ln w="0">
            <a:noFill/>
            <a:prstDash val="solid"/>
          </a:ln>
        </p:spPr>
        <p:txBody>
          <a:bodyPr wrap="none" lIns="0" tIns="0" rIns="0" bIns="0" anchor="t">
            <a:noAutofit/>
          </a:bodyPr>
          <a:lstStyle>
            <a:defPPr algn="l">
              <a:defRPr sz="900" b="0" i="0" kern="0" spc="180">
                <a:solidFill>
                  <a:srgbClr val="1D4ED8"/>
                </a:solidFill>
                <a:latin typeface="JetBrains Mono"/>
                <a:ea typeface="JetBrains Mono"/>
                <a:cs typeface="JetBrains Mono"/>
              </a:defRPr>
            </a:defPPr>
            <a:lvl1pPr algn="l">
              <a:defRPr sz="900" b="0" i="0" kern="0" spc="180">
                <a:solidFill>
                  <a:srgbClr val="1D4ED8"/>
                </a:solidFill>
                <a:latin typeface="JetBrains Mono"/>
                <a:ea typeface="JetBrains Mono"/>
                <a:cs typeface="JetBrains Mono"/>
              </a:defRPr>
            </a:lvl1pPr>
            <a:lvl2pPr algn="l">
              <a:defRPr sz="900" b="0" i="0" kern="0" spc="180">
                <a:solidFill>
                  <a:srgbClr val="1D4ED8"/>
                </a:solidFill>
                <a:latin typeface="JetBrains Mono"/>
                <a:ea typeface="JetBrains Mono"/>
                <a:cs typeface="JetBrains Mono"/>
              </a:defRPr>
            </a:lvl2pPr>
            <a:lvl3pPr algn="l">
              <a:defRPr sz="900" b="0" i="0" kern="0" spc="180">
                <a:solidFill>
                  <a:srgbClr val="1D4ED8"/>
                </a:solidFill>
                <a:latin typeface="JetBrains Mono"/>
                <a:ea typeface="JetBrains Mono"/>
                <a:cs typeface="JetBrains Mono"/>
              </a:defRPr>
            </a:lvl3pPr>
            <a:lvl4pPr algn="l">
              <a:defRPr sz="900" b="0" i="0" kern="0" spc="180">
                <a:solidFill>
                  <a:srgbClr val="1D4ED8"/>
                </a:solidFill>
                <a:latin typeface="JetBrains Mono"/>
                <a:ea typeface="JetBrains Mono"/>
                <a:cs typeface="JetBrains Mono"/>
              </a:defRPr>
            </a:lvl4pPr>
            <a:lvl5pPr algn="l">
              <a:defRPr sz="900" b="0" i="0" kern="0" spc="180">
                <a:solidFill>
                  <a:srgbClr val="1D4ED8"/>
                </a:solidFill>
                <a:latin typeface="JetBrains Mono"/>
                <a:ea typeface="JetBrains Mono"/>
                <a:cs typeface="JetBrains Mono"/>
              </a:defRPr>
            </a:lvl5pPr>
            <a:lvl6pPr algn="l">
              <a:defRPr sz="900" b="0" i="0" kern="0" spc="180">
                <a:solidFill>
                  <a:srgbClr val="1D4ED8"/>
                </a:solidFill>
                <a:latin typeface="JetBrains Mono"/>
                <a:ea typeface="JetBrains Mono"/>
                <a:cs typeface="JetBrains Mono"/>
              </a:defRPr>
            </a:lvl6pPr>
            <a:lvl7pPr algn="l">
              <a:defRPr sz="900" b="0" i="0" kern="0" spc="180">
                <a:solidFill>
                  <a:srgbClr val="1D4ED8"/>
                </a:solidFill>
                <a:latin typeface="JetBrains Mono"/>
                <a:ea typeface="JetBrains Mono"/>
                <a:cs typeface="JetBrains Mono"/>
              </a:defRPr>
            </a:lvl7pPr>
            <a:lvl8pPr algn="l">
              <a:defRPr sz="900" b="0" i="0" kern="0" spc="180">
                <a:solidFill>
                  <a:srgbClr val="1D4ED8"/>
                </a:solidFill>
                <a:latin typeface="JetBrains Mono"/>
                <a:ea typeface="JetBrains Mono"/>
                <a:cs typeface="JetBrains Mono"/>
              </a:defRPr>
            </a:lvl8pPr>
            <a:lvl9pPr algn="l">
              <a:defRPr sz="900" b="0" i="0" kern="0" spc="180">
                <a:solidFill>
                  <a:srgbClr val="1D4ED8"/>
                </a:solidFill>
                <a:latin typeface="JetBrains Mono"/>
                <a:ea typeface="JetBrains Mono"/>
                <a:cs typeface="JetBrains Mono"/>
              </a:defRPr>
            </a:lvl9pPr>
          </a:lstStyle>
          <a:p>
            <a:pPr algn="l">
              <a:lnSpc>
                <a:spcPct val="100000"/>
              </a:lnSpc>
              <a:buNone/>
              <a:defRPr sz="900" b="0" i="0" kern="0" spc="180">
                <a:solidFill>
                  <a:srgbClr val="1D4ED8"/>
                </a:solidFill>
                <a:latin typeface="JetBrains Mono"/>
                <a:ea typeface="JetBrains Mono"/>
                <a:cs typeface="JetBrains Mono"/>
              </a:defRPr>
            </a:pPr>
            <a:r>
              <a:rPr sz="900" b="0" i="0" kern="0" spc="180">
                <a:solidFill>
                  <a:srgbClr val="1D4ED8"/>
                </a:solidFill>
                <a:latin typeface="JetBrains Mono"/>
                <a:ea typeface="JetBrains Mono"/>
                <a:cs typeface="JetBrains Mono"/>
              </a:rPr>
              <a:t>QUESTION 5.2 · THE HANDBAG MARKET IN COUNTRY A</a:t>
            </a:r>
          </a:p>
        </p:txBody>
      </p:sp>
      <p:sp>
        <p:nvSpPr>
          <p:cNvPr id="29" name="s13 text 2">
            <a:extLst>
              <a:ext uri="{FF2B5EF4-FFF2-40B4-BE49-F238E27FC236}">
                <a16:creationId xmlns:a16="http://schemas.microsoft.com/office/drawing/2014/main" id="{9010C3DC-B089-48C0-8712-B5B8F6870D11}"/>
              </a:ext>
            </a:extLst>
          </p:cNvPr>
          <p:cNvSpPr>
            <a:spLocks noGrp="1"/>
          </p:cNvSpPr>
          <p:nvPr/>
        </p:nvSpPr>
        <p:spPr>
          <a:xfrm>
            <a:off x="514350" y="1970335"/>
            <a:ext cx="4663726" cy="576532"/>
          </a:xfrm>
          <a:prstGeom prst="rect">
            <a:avLst/>
          </a:prstGeom>
          <a:noFill/>
          <a:ln w="0">
            <a:noFill/>
            <a:prstDash val="solid"/>
          </a:ln>
        </p:spPr>
        <p:txBody>
          <a:bodyPr wrap="none" lIns="0" tIns="0" rIns="0" bIns="0" anchor="t">
            <a:noAutofit/>
          </a:bodyPr>
          <a:lstStyle>
            <a:defPPr algn="l">
              <a:defRPr sz="3262" b="0" i="0" kern="0" spc="-104">
                <a:solidFill>
                  <a:srgbClr val="0A2540"/>
                </a:solidFill>
                <a:latin typeface="Inter ExtraBold"/>
                <a:ea typeface="Inter ExtraBold"/>
                <a:cs typeface="Inter ExtraBold"/>
              </a:defRPr>
            </a:defPPr>
            <a:lvl1pPr algn="l">
              <a:defRPr sz="3262" b="0" i="0" kern="0" spc="-104">
                <a:solidFill>
                  <a:srgbClr val="0A2540"/>
                </a:solidFill>
                <a:latin typeface="Inter ExtraBold"/>
                <a:ea typeface="Inter ExtraBold"/>
                <a:cs typeface="Inter ExtraBold"/>
              </a:defRPr>
            </a:lvl1pPr>
            <a:lvl2pPr algn="l">
              <a:defRPr sz="3262" b="0" i="0" kern="0" spc="-104">
                <a:solidFill>
                  <a:srgbClr val="0A2540"/>
                </a:solidFill>
                <a:latin typeface="Inter ExtraBold"/>
                <a:ea typeface="Inter ExtraBold"/>
                <a:cs typeface="Inter ExtraBold"/>
              </a:defRPr>
            </a:lvl2pPr>
            <a:lvl3pPr algn="l">
              <a:defRPr sz="3262" b="0" i="0" kern="0" spc="-104">
                <a:solidFill>
                  <a:srgbClr val="0A2540"/>
                </a:solidFill>
                <a:latin typeface="Inter ExtraBold"/>
                <a:ea typeface="Inter ExtraBold"/>
                <a:cs typeface="Inter ExtraBold"/>
              </a:defRPr>
            </a:lvl3pPr>
            <a:lvl4pPr algn="l">
              <a:defRPr sz="3262" b="0" i="0" kern="0" spc="-104">
                <a:solidFill>
                  <a:srgbClr val="0A2540"/>
                </a:solidFill>
                <a:latin typeface="Inter ExtraBold"/>
                <a:ea typeface="Inter ExtraBold"/>
                <a:cs typeface="Inter ExtraBold"/>
              </a:defRPr>
            </a:lvl4pPr>
            <a:lvl5pPr algn="l">
              <a:defRPr sz="3262" b="0" i="0" kern="0" spc="-104">
                <a:solidFill>
                  <a:srgbClr val="0A2540"/>
                </a:solidFill>
                <a:latin typeface="Inter ExtraBold"/>
                <a:ea typeface="Inter ExtraBold"/>
                <a:cs typeface="Inter ExtraBold"/>
              </a:defRPr>
            </a:lvl5pPr>
            <a:lvl6pPr algn="l">
              <a:defRPr sz="3262" b="0" i="0" kern="0" spc="-104">
                <a:solidFill>
                  <a:srgbClr val="0A2540"/>
                </a:solidFill>
                <a:latin typeface="Inter ExtraBold"/>
                <a:ea typeface="Inter ExtraBold"/>
                <a:cs typeface="Inter ExtraBold"/>
              </a:defRPr>
            </a:lvl6pPr>
            <a:lvl7pPr algn="l">
              <a:defRPr sz="3262" b="0" i="0" kern="0" spc="-104">
                <a:solidFill>
                  <a:srgbClr val="0A2540"/>
                </a:solidFill>
                <a:latin typeface="Inter ExtraBold"/>
                <a:ea typeface="Inter ExtraBold"/>
                <a:cs typeface="Inter ExtraBold"/>
              </a:defRPr>
            </a:lvl7pPr>
            <a:lvl8pPr algn="l">
              <a:defRPr sz="3262" b="0" i="0" kern="0" spc="-104">
                <a:solidFill>
                  <a:srgbClr val="0A2540"/>
                </a:solidFill>
                <a:latin typeface="Inter ExtraBold"/>
                <a:ea typeface="Inter ExtraBold"/>
                <a:cs typeface="Inter ExtraBold"/>
              </a:defRPr>
            </a:lvl8pPr>
            <a:lvl9pPr algn="l">
              <a:defRPr sz="3262" b="0" i="0" kern="0" spc="-104">
                <a:solidFill>
                  <a:srgbClr val="0A2540"/>
                </a:solidFill>
                <a:latin typeface="Inter ExtraBold"/>
                <a:ea typeface="Inter ExtraBold"/>
                <a:cs typeface="Inter ExtraBold"/>
              </a:defRPr>
            </a:lvl9pPr>
          </a:lstStyle>
          <a:p>
            <a:pPr algn="l">
              <a:lnSpc>
                <a:spcPct val="100000"/>
              </a:lnSpc>
              <a:buNone/>
              <a:defRPr sz="3262" b="0" i="0" kern="0" spc="-104">
                <a:solidFill>
                  <a:srgbClr val="0A2540"/>
                </a:solidFill>
                <a:latin typeface="Inter ExtraBold"/>
                <a:ea typeface="Inter ExtraBold"/>
                <a:cs typeface="Inter ExtraBold"/>
              </a:defRPr>
            </a:pPr>
            <a:r>
              <a:rPr sz="3262" b="0" i="0" kern="0" spc="-104">
                <a:solidFill>
                  <a:srgbClr val="0A2540"/>
                </a:solidFill>
                <a:latin typeface="Inter ExtraBold"/>
                <a:ea typeface="Inter ExtraBold"/>
                <a:cs typeface="Inter ExtraBold"/>
              </a:rPr>
              <a:t>Setting up the algebra</a:t>
            </a:r>
          </a:p>
        </p:txBody>
      </p:sp>
      <p:sp>
        <p:nvSpPr>
          <p:cNvPr id="30" name="s13 text 3">
            <a:extLst>
              <a:ext uri="{FF2B5EF4-FFF2-40B4-BE49-F238E27FC236}">
                <a16:creationId xmlns:a16="http://schemas.microsoft.com/office/drawing/2014/main" id="{6C32291F-94DA-400E-8301-7A972D4A1ABC}"/>
              </a:ext>
            </a:extLst>
          </p:cNvPr>
          <p:cNvSpPr>
            <a:spLocks noGrp="1"/>
          </p:cNvSpPr>
          <p:nvPr/>
        </p:nvSpPr>
        <p:spPr>
          <a:xfrm>
            <a:off x="671512" y="5347525"/>
            <a:ext cx="1100138" cy="238573"/>
          </a:xfrm>
          <a:prstGeom prst="rect">
            <a:avLst/>
          </a:prstGeom>
          <a:noFill/>
          <a:ln w="0">
            <a:noFill/>
            <a:prstDash val="solid"/>
          </a:ln>
        </p:spPr>
        <p:txBody>
          <a:bodyPr wrap="none" lIns="0" tIns="0" rIns="0" bIns="0" anchor="t">
            <a:noAutofit/>
          </a:bodyPr>
          <a:lstStyle>
            <a:defPPr algn="l">
              <a:defRPr sz="1237" b="0" i="0" kern="0" spc="-9">
                <a:solidFill>
                  <a:srgbClr val="0A2540"/>
                </a:solidFill>
                <a:latin typeface="JetBrains Mono"/>
                <a:ea typeface="JetBrains Mono"/>
                <a:cs typeface="JetBrains Mono"/>
              </a:defRPr>
            </a:defPPr>
            <a:lvl1pPr algn="l">
              <a:defRPr sz="1237" b="0" i="0" kern="0" spc="-9">
                <a:solidFill>
                  <a:srgbClr val="0A2540"/>
                </a:solidFill>
                <a:latin typeface="JetBrains Mono"/>
                <a:ea typeface="JetBrains Mono"/>
                <a:cs typeface="JetBrains Mono"/>
              </a:defRPr>
            </a:lvl1pPr>
            <a:lvl2pPr algn="l">
              <a:defRPr sz="1237" b="0" i="0" kern="0" spc="-9">
                <a:solidFill>
                  <a:srgbClr val="0A2540"/>
                </a:solidFill>
                <a:latin typeface="JetBrains Mono"/>
                <a:ea typeface="JetBrains Mono"/>
                <a:cs typeface="JetBrains Mono"/>
              </a:defRPr>
            </a:lvl2pPr>
            <a:lvl3pPr algn="l">
              <a:defRPr sz="1237" b="0" i="0" kern="0" spc="-9">
                <a:solidFill>
                  <a:srgbClr val="0A2540"/>
                </a:solidFill>
                <a:latin typeface="JetBrains Mono"/>
                <a:ea typeface="JetBrains Mono"/>
                <a:cs typeface="JetBrains Mono"/>
              </a:defRPr>
            </a:lvl3pPr>
            <a:lvl4pPr algn="l">
              <a:defRPr sz="1237" b="0" i="0" kern="0" spc="-9">
                <a:solidFill>
                  <a:srgbClr val="0A2540"/>
                </a:solidFill>
                <a:latin typeface="JetBrains Mono"/>
                <a:ea typeface="JetBrains Mono"/>
                <a:cs typeface="JetBrains Mono"/>
              </a:defRPr>
            </a:lvl4pPr>
            <a:lvl5pPr algn="l">
              <a:defRPr sz="1237" b="0" i="0" kern="0" spc="-9">
                <a:solidFill>
                  <a:srgbClr val="0A2540"/>
                </a:solidFill>
                <a:latin typeface="JetBrains Mono"/>
                <a:ea typeface="JetBrains Mono"/>
                <a:cs typeface="JetBrains Mono"/>
              </a:defRPr>
            </a:lvl5pPr>
            <a:lvl6pPr algn="l">
              <a:defRPr sz="1237" b="0" i="0" kern="0" spc="-9">
                <a:solidFill>
                  <a:srgbClr val="0A2540"/>
                </a:solidFill>
                <a:latin typeface="JetBrains Mono"/>
                <a:ea typeface="JetBrains Mono"/>
                <a:cs typeface="JetBrains Mono"/>
              </a:defRPr>
            </a:lvl6pPr>
            <a:lvl7pPr algn="l">
              <a:defRPr sz="1237" b="0" i="0" kern="0" spc="-9">
                <a:solidFill>
                  <a:srgbClr val="0A2540"/>
                </a:solidFill>
                <a:latin typeface="JetBrains Mono"/>
                <a:ea typeface="JetBrains Mono"/>
                <a:cs typeface="JetBrains Mono"/>
              </a:defRPr>
            </a:lvl7pPr>
            <a:lvl8pPr algn="l">
              <a:defRPr sz="1237" b="0" i="0" kern="0" spc="-9">
                <a:solidFill>
                  <a:srgbClr val="0A2540"/>
                </a:solidFill>
                <a:latin typeface="JetBrains Mono"/>
                <a:ea typeface="JetBrains Mono"/>
                <a:cs typeface="JetBrains Mono"/>
              </a:defRPr>
            </a:lvl8pPr>
            <a:lvl9pPr algn="l">
              <a:defRPr sz="1237" b="0" i="0" kern="0" spc="-9">
                <a:solidFill>
                  <a:srgbClr val="0A2540"/>
                </a:solidFill>
                <a:latin typeface="JetBrains Mono"/>
                <a:ea typeface="JetBrains Mono"/>
                <a:cs typeface="JetBrains Mono"/>
              </a:defRPr>
            </a:lvl9pPr>
          </a:lstStyle>
          <a:p>
            <a:pPr algn="l">
              <a:lnSpc>
                <a:spcPct val="100000"/>
              </a:lnSpc>
              <a:buNone/>
              <a:defRPr sz="1237" b="0" i="0" kern="0" spc="-9">
                <a:solidFill>
                  <a:srgbClr val="0A2540"/>
                </a:solidFill>
                <a:latin typeface="JetBrains Mono"/>
                <a:ea typeface="JetBrains Mono"/>
                <a:cs typeface="JetBrains Mono"/>
              </a:defRPr>
            </a:pPr>
            <a:r>
              <a:rPr sz="1237" b="0" i="0" kern="0" spc="-9">
                <a:solidFill>
                  <a:srgbClr val="0A2540"/>
                </a:solidFill>
                <a:latin typeface="JetBrains Mono"/>
                <a:ea typeface="JetBrains Mono"/>
                <a:cs typeface="JetBrains Mono"/>
              </a:rPr>
              <a:t>Imports = Q</a:t>
            </a:r>
          </a:p>
        </p:txBody>
      </p:sp>
      <p:sp>
        <p:nvSpPr>
          <p:cNvPr id="31" name="s13 text 4">
            <a:extLst>
              <a:ext uri="{FF2B5EF4-FFF2-40B4-BE49-F238E27FC236}">
                <a16:creationId xmlns:a16="http://schemas.microsoft.com/office/drawing/2014/main" id="{B7443F1E-F9E3-4CEA-B87F-581390F3F39B}"/>
              </a:ext>
            </a:extLst>
          </p:cNvPr>
          <p:cNvSpPr>
            <a:spLocks noGrp="1"/>
          </p:cNvSpPr>
          <p:nvPr/>
        </p:nvSpPr>
        <p:spPr>
          <a:xfrm>
            <a:off x="1696306" y="5412776"/>
            <a:ext cx="130959" cy="198774"/>
          </a:xfrm>
          <a:prstGeom prst="rect">
            <a:avLst/>
          </a:prstGeom>
          <a:noFill/>
          <a:ln w="0">
            <a:noFill/>
            <a:prstDash val="solid"/>
          </a:ln>
        </p:spPr>
        <p:txBody>
          <a:bodyPr wrap="none" lIns="0" tIns="0" rIns="0" bIns="0" anchor="t">
            <a:noAutofit/>
          </a:bodyPr>
          <a:lstStyle>
            <a:defPPr algn="l">
              <a:defRPr sz="1031" b="0" i="0" kern="0" spc="0">
                <a:solidFill>
                  <a:srgbClr val="0A2540"/>
                </a:solidFill>
                <a:latin typeface="JetBrains Mono"/>
                <a:ea typeface="JetBrains Mono"/>
                <a:cs typeface="JetBrains Mono"/>
              </a:defRPr>
            </a:defPPr>
            <a:lvl1pPr algn="l">
              <a:defRPr sz="1031" b="0" i="0" kern="0" spc="0">
                <a:solidFill>
                  <a:srgbClr val="0A2540"/>
                </a:solidFill>
                <a:latin typeface="JetBrains Mono"/>
                <a:ea typeface="JetBrains Mono"/>
                <a:cs typeface="JetBrains Mono"/>
              </a:defRPr>
            </a:lvl1pPr>
            <a:lvl2pPr algn="l">
              <a:defRPr sz="1031" b="0" i="0" kern="0" spc="0">
                <a:solidFill>
                  <a:srgbClr val="0A2540"/>
                </a:solidFill>
                <a:latin typeface="JetBrains Mono"/>
                <a:ea typeface="JetBrains Mono"/>
                <a:cs typeface="JetBrains Mono"/>
              </a:defRPr>
            </a:lvl2pPr>
            <a:lvl3pPr algn="l">
              <a:defRPr sz="1031" b="0" i="0" kern="0" spc="0">
                <a:solidFill>
                  <a:srgbClr val="0A2540"/>
                </a:solidFill>
                <a:latin typeface="JetBrains Mono"/>
                <a:ea typeface="JetBrains Mono"/>
                <a:cs typeface="JetBrains Mono"/>
              </a:defRPr>
            </a:lvl3pPr>
            <a:lvl4pPr algn="l">
              <a:defRPr sz="1031" b="0" i="0" kern="0" spc="0">
                <a:solidFill>
                  <a:srgbClr val="0A2540"/>
                </a:solidFill>
                <a:latin typeface="JetBrains Mono"/>
                <a:ea typeface="JetBrains Mono"/>
                <a:cs typeface="JetBrains Mono"/>
              </a:defRPr>
            </a:lvl4pPr>
            <a:lvl5pPr algn="l">
              <a:defRPr sz="1031" b="0" i="0" kern="0" spc="0">
                <a:solidFill>
                  <a:srgbClr val="0A2540"/>
                </a:solidFill>
                <a:latin typeface="JetBrains Mono"/>
                <a:ea typeface="JetBrains Mono"/>
                <a:cs typeface="JetBrains Mono"/>
              </a:defRPr>
            </a:lvl5pPr>
            <a:lvl6pPr algn="l">
              <a:defRPr sz="1031" b="0" i="0" kern="0" spc="0">
                <a:solidFill>
                  <a:srgbClr val="0A2540"/>
                </a:solidFill>
                <a:latin typeface="JetBrains Mono"/>
                <a:ea typeface="JetBrains Mono"/>
                <a:cs typeface="JetBrains Mono"/>
              </a:defRPr>
            </a:lvl6pPr>
            <a:lvl7pPr algn="l">
              <a:defRPr sz="1031" b="0" i="0" kern="0" spc="0">
                <a:solidFill>
                  <a:srgbClr val="0A2540"/>
                </a:solidFill>
                <a:latin typeface="JetBrains Mono"/>
                <a:ea typeface="JetBrains Mono"/>
                <a:cs typeface="JetBrains Mono"/>
              </a:defRPr>
            </a:lvl7pPr>
            <a:lvl8pPr algn="l">
              <a:defRPr sz="1031" b="0" i="0" kern="0" spc="0">
                <a:solidFill>
                  <a:srgbClr val="0A2540"/>
                </a:solidFill>
                <a:latin typeface="JetBrains Mono"/>
                <a:ea typeface="JetBrains Mono"/>
                <a:cs typeface="JetBrains Mono"/>
              </a:defRPr>
            </a:lvl8pPr>
            <a:lvl9pPr algn="l">
              <a:defRPr sz="1031" b="0" i="0" kern="0" spc="0">
                <a:solidFill>
                  <a:srgbClr val="0A2540"/>
                </a:solidFill>
                <a:latin typeface="JetBrains Mono"/>
                <a:ea typeface="JetBrains Mono"/>
                <a:cs typeface="JetBrains Mono"/>
              </a:defRPr>
            </a:lvl9pPr>
          </a:lstStyle>
          <a:p>
            <a:pPr algn="l">
              <a:lnSpc>
                <a:spcPct val="100000"/>
              </a:lnSpc>
              <a:buNone/>
              <a:defRPr sz="1031" b="0" i="0" kern="0" spc="0">
                <a:solidFill>
                  <a:srgbClr val="0A2540"/>
                </a:solidFill>
                <a:latin typeface="JetBrains Mono"/>
                <a:ea typeface="JetBrains Mono"/>
                <a:cs typeface="JetBrains Mono"/>
              </a:defRPr>
            </a:pPr>
            <a:r>
              <a:rPr sz="1031" b="0" i="0" kern="0" spc="0">
                <a:solidFill>
                  <a:srgbClr val="0A2540"/>
                </a:solidFill>
                <a:latin typeface="JetBrains Mono"/>
                <a:ea typeface="JetBrains Mono"/>
                <a:cs typeface="JetBrains Mono"/>
              </a:rPr>
              <a:t>d</a:t>
            </a:r>
          </a:p>
        </p:txBody>
      </p:sp>
      <p:sp>
        <p:nvSpPr>
          <p:cNvPr id="32" name="s13 text 5">
            <a:extLst>
              <a:ext uri="{FF2B5EF4-FFF2-40B4-BE49-F238E27FC236}">
                <a16:creationId xmlns:a16="http://schemas.microsoft.com/office/drawing/2014/main" id="{F2A5359D-A2BB-49F9-82CB-CF2E653CF46D}"/>
              </a:ext>
            </a:extLst>
          </p:cNvPr>
          <p:cNvSpPr>
            <a:spLocks noGrp="1"/>
          </p:cNvSpPr>
          <p:nvPr/>
        </p:nvSpPr>
        <p:spPr>
          <a:xfrm>
            <a:off x="1866926" y="5347525"/>
            <a:ext cx="345758" cy="238573"/>
          </a:xfrm>
          <a:prstGeom prst="rect">
            <a:avLst/>
          </a:prstGeom>
          <a:noFill/>
          <a:ln w="0">
            <a:noFill/>
            <a:prstDash val="solid"/>
          </a:ln>
        </p:spPr>
        <p:txBody>
          <a:bodyPr wrap="none" lIns="0" tIns="0" rIns="0" bIns="0" anchor="t">
            <a:noAutofit/>
          </a:bodyPr>
          <a:lstStyle>
            <a:defPPr algn="l">
              <a:defRPr sz="1237" b="0" i="0" kern="0" spc="-9">
                <a:solidFill>
                  <a:srgbClr val="0A2540"/>
                </a:solidFill>
                <a:latin typeface="JetBrains Mono"/>
                <a:ea typeface="JetBrains Mono"/>
                <a:cs typeface="JetBrains Mono"/>
              </a:defRPr>
            </a:defPPr>
            <a:lvl1pPr algn="l">
              <a:defRPr sz="1237" b="0" i="0" kern="0" spc="-9">
                <a:solidFill>
                  <a:srgbClr val="0A2540"/>
                </a:solidFill>
                <a:latin typeface="JetBrains Mono"/>
                <a:ea typeface="JetBrains Mono"/>
                <a:cs typeface="JetBrains Mono"/>
              </a:defRPr>
            </a:lvl1pPr>
            <a:lvl2pPr algn="l">
              <a:defRPr sz="1237" b="0" i="0" kern="0" spc="-9">
                <a:solidFill>
                  <a:srgbClr val="0A2540"/>
                </a:solidFill>
                <a:latin typeface="JetBrains Mono"/>
                <a:ea typeface="JetBrains Mono"/>
                <a:cs typeface="JetBrains Mono"/>
              </a:defRPr>
            </a:lvl2pPr>
            <a:lvl3pPr algn="l">
              <a:defRPr sz="1237" b="0" i="0" kern="0" spc="-9">
                <a:solidFill>
                  <a:srgbClr val="0A2540"/>
                </a:solidFill>
                <a:latin typeface="JetBrains Mono"/>
                <a:ea typeface="JetBrains Mono"/>
                <a:cs typeface="JetBrains Mono"/>
              </a:defRPr>
            </a:lvl3pPr>
            <a:lvl4pPr algn="l">
              <a:defRPr sz="1237" b="0" i="0" kern="0" spc="-9">
                <a:solidFill>
                  <a:srgbClr val="0A2540"/>
                </a:solidFill>
                <a:latin typeface="JetBrains Mono"/>
                <a:ea typeface="JetBrains Mono"/>
                <a:cs typeface="JetBrains Mono"/>
              </a:defRPr>
            </a:lvl4pPr>
            <a:lvl5pPr algn="l">
              <a:defRPr sz="1237" b="0" i="0" kern="0" spc="-9">
                <a:solidFill>
                  <a:srgbClr val="0A2540"/>
                </a:solidFill>
                <a:latin typeface="JetBrains Mono"/>
                <a:ea typeface="JetBrains Mono"/>
                <a:cs typeface="JetBrains Mono"/>
              </a:defRPr>
            </a:lvl5pPr>
            <a:lvl6pPr algn="l">
              <a:defRPr sz="1237" b="0" i="0" kern="0" spc="-9">
                <a:solidFill>
                  <a:srgbClr val="0A2540"/>
                </a:solidFill>
                <a:latin typeface="JetBrains Mono"/>
                <a:ea typeface="JetBrains Mono"/>
                <a:cs typeface="JetBrains Mono"/>
              </a:defRPr>
            </a:lvl6pPr>
            <a:lvl7pPr algn="l">
              <a:defRPr sz="1237" b="0" i="0" kern="0" spc="-9">
                <a:solidFill>
                  <a:srgbClr val="0A2540"/>
                </a:solidFill>
                <a:latin typeface="JetBrains Mono"/>
                <a:ea typeface="JetBrains Mono"/>
                <a:cs typeface="JetBrains Mono"/>
              </a:defRPr>
            </a:lvl7pPr>
            <a:lvl8pPr algn="l">
              <a:defRPr sz="1237" b="0" i="0" kern="0" spc="-9">
                <a:solidFill>
                  <a:srgbClr val="0A2540"/>
                </a:solidFill>
                <a:latin typeface="JetBrains Mono"/>
                <a:ea typeface="JetBrains Mono"/>
                <a:cs typeface="JetBrains Mono"/>
              </a:defRPr>
            </a:lvl8pPr>
            <a:lvl9pPr algn="l">
              <a:defRPr sz="1237" b="0" i="0" kern="0" spc="-9">
                <a:solidFill>
                  <a:srgbClr val="0A2540"/>
                </a:solidFill>
                <a:latin typeface="JetBrains Mono"/>
                <a:ea typeface="JetBrains Mono"/>
                <a:cs typeface="JetBrains Mono"/>
              </a:defRPr>
            </a:lvl9pPr>
          </a:lstStyle>
          <a:p>
            <a:pPr algn="l">
              <a:lnSpc>
                <a:spcPct val="100000"/>
              </a:lnSpc>
              <a:buNone/>
              <a:defRPr sz="1237" b="0" i="0" kern="0" spc="-9">
                <a:solidFill>
                  <a:srgbClr val="0A2540"/>
                </a:solidFill>
                <a:latin typeface="JetBrains Mono"/>
                <a:ea typeface="JetBrains Mono"/>
                <a:cs typeface="JetBrains Mono"/>
              </a:defRPr>
            </a:pPr>
            <a:r>
              <a:rPr sz="1237" b="0" i="0" kern="0" spc="-9">
                <a:solidFill>
                  <a:srgbClr val="0A2540"/>
                </a:solidFill>
                <a:latin typeface="JetBrains Mono"/>
                <a:ea typeface="JetBrains Mono"/>
                <a:cs typeface="JetBrains Mono"/>
              </a:rPr>
              <a:t>− Q</a:t>
            </a:r>
          </a:p>
        </p:txBody>
      </p:sp>
      <p:sp>
        <p:nvSpPr>
          <p:cNvPr id="33" name="s13 text 6">
            <a:extLst>
              <a:ext uri="{FF2B5EF4-FFF2-40B4-BE49-F238E27FC236}">
                <a16:creationId xmlns:a16="http://schemas.microsoft.com/office/drawing/2014/main" id="{0651A265-F0E6-4AB5-927D-AFF5CC5C5223}"/>
              </a:ext>
            </a:extLst>
          </p:cNvPr>
          <p:cNvSpPr>
            <a:spLocks noGrp="1"/>
          </p:cNvSpPr>
          <p:nvPr/>
        </p:nvSpPr>
        <p:spPr>
          <a:xfrm>
            <a:off x="2146474" y="5412776"/>
            <a:ext cx="130959" cy="198774"/>
          </a:xfrm>
          <a:prstGeom prst="rect">
            <a:avLst/>
          </a:prstGeom>
          <a:noFill/>
          <a:ln w="0">
            <a:noFill/>
            <a:prstDash val="solid"/>
          </a:ln>
        </p:spPr>
        <p:txBody>
          <a:bodyPr wrap="none" lIns="0" tIns="0" rIns="0" bIns="0" anchor="t">
            <a:noAutofit/>
          </a:bodyPr>
          <a:lstStyle>
            <a:defPPr algn="l">
              <a:defRPr sz="1031" b="0" i="0" kern="0" spc="0">
                <a:solidFill>
                  <a:srgbClr val="0A2540"/>
                </a:solidFill>
                <a:latin typeface="JetBrains Mono"/>
                <a:ea typeface="JetBrains Mono"/>
                <a:cs typeface="JetBrains Mono"/>
              </a:defRPr>
            </a:defPPr>
            <a:lvl1pPr algn="l">
              <a:defRPr sz="1031" b="0" i="0" kern="0" spc="0">
                <a:solidFill>
                  <a:srgbClr val="0A2540"/>
                </a:solidFill>
                <a:latin typeface="JetBrains Mono"/>
                <a:ea typeface="JetBrains Mono"/>
                <a:cs typeface="JetBrains Mono"/>
              </a:defRPr>
            </a:lvl1pPr>
            <a:lvl2pPr algn="l">
              <a:defRPr sz="1031" b="0" i="0" kern="0" spc="0">
                <a:solidFill>
                  <a:srgbClr val="0A2540"/>
                </a:solidFill>
                <a:latin typeface="JetBrains Mono"/>
                <a:ea typeface="JetBrains Mono"/>
                <a:cs typeface="JetBrains Mono"/>
              </a:defRPr>
            </a:lvl2pPr>
            <a:lvl3pPr algn="l">
              <a:defRPr sz="1031" b="0" i="0" kern="0" spc="0">
                <a:solidFill>
                  <a:srgbClr val="0A2540"/>
                </a:solidFill>
                <a:latin typeface="JetBrains Mono"/>
                <a:ea typeface="JetBrains Mono"/>
                <a:cs typeface="JetBrains Mono"/>
              </a:defRPr>
            </a:lvl3pPr>
            <a:lvl4pPr algn="l">
              <a:defRPr sz="1031" b="0" i="0" kern="0" spc="0">
                <a:solidFill>
                  <a:srgbClr val="0A2540"/>
                </a:solidFill>
                <a:latin typeface="JetBrains Mono"/>
                <a:ea typeface="JetBrains Mono"/>
                <a:cs typeface="JetBrains Mono"/>
              </a:defRPr>
            </a:lvl4pPr>
            <a:lvl5pPr algn="l">
              <a:defRPr sz="1031" b="0" i="0" kern="0" spc="0">
                <a:solidFill>
                  <a:srgbClr val="0A2540"/>
                </a:solidFill>
                <a:latin typeface="JetBrains Mono"/>
                <a:ea typeface="JetBrains Mono"/>
                <a:cs typeface="JetBrains Mono"/>
              </a:defRPr>
            </a:lvl5pPr>
            <a:lvl6pPr algn="l">
              <a:defRPr sz="1031" b="0" i="0" kern="0" spc="0">
                <a:solidFill>
                  <a:srgbClr val="0A2540"/>
                </a:solidFill>
                <a:latin typeface="JetBrains Mono"/>
                <a:ea typeface="JetBrains Mono"/>
                <a:cs typeface="JetBrains Mono"/>
              </a:defRPr>
            </a:lvl6pPr>
            <a:lvl7pPr algn="l">
              <a:defRPr sz="1031" b="0" i="0" kern="0" spc="0">
                <a:solidFill>
                  <a:srgbClr val="0A2540"/>
                </a:solidFill>
                <a:latin typeface="JetBrains Mono"/>
                <a:ea typeface="JetBrains Mono"/>
                <a:cs typeface="JetBrains Mono"/>
              </a:defRPr>
            </a:lvl7pPr>
            <a:lvl8pPr algn="l">
              <a:defRPr sz="1031" b="0" i="0" kern="0" spc="0">
                <a:solidFill>
                  <a:srgbClr val="0A2540"/>
                </a:solidFill>
                <a:latin typeface="JetBrains Mono"/>
                <a:ea typeface="JetBrains Mono"/>
                <a:cs typeface="JetBrains Mono"/>
              </a:defRPr>
            </a:lvl8pPr>
            <a:lvl9pPr algn="l">
              <a:defRPr sz="1031" b="0" i="0" kern="0" spc="0">
                <a:solidFill>
                  <a:srgbClr val="0A2540"/>
                </a:solidFill>
                <a:latin typeface="JetBrains Mono"/>
                <a:ea typeface="JetBrains Mono"/>
                <a:cs typeface="JetBrains Mono"/>
              </a:defRPr>
            </a:lvl9pPr>
          </a:lstStyle>
          <a:p>
            <a:pPr algn="l">
              <a:lnSpc>
                <a:spcPct val="100000"/>
              </a:lnSpc>
              <a:buNone/>
              <a:defRPr sz="1031" b="0" i="0" kern="0" spc="0">
                <a:solidFill>
                  <a:srgbClr val="0A2540"/>
                </a:solidFill>
                <a:latin typeface="JetBrains Mono"/>
                <a:ea typeface="JetBrains Mono"/>
                <a:cs typeface="JetBrains Mono"/>
              </a:defRPr>
            </a:pPr>
            <a:r>
              <a:rPr sz="1031" b="0" i="0" kern="0" spc="0">
                <a:solidFill>
                  <a:srgbClr val="0A2540"/>
                </a:solidFill>
                <a:latin typeface="JetBrains Mono"/>
                <a:ea typeface="JetBrains Mono"/>
                <a:cs typeface="JetBrains Mono"/>
              </a:rPr>
              <a:t>s</a:t>
            </a:r>
          </a:p>
        </p:txBody>
      </p:sp>
      <p:sp>
        <p:nvSpPr>
          <p:cNvPr id="34" name="s13 text 7">
            <a:extLst>
              <a:ext uri="{FF2B5EF4-FFF2-40B4-BE49-F238E27FC236}">
                <a16:creationId xmlns:a16="http://schemas.microsoft.com/office/drawing/2014/main" id="{D30B99D0-A81F-4565-9707-9FBDE797305A}"/>
              </a:ext>
            </a:extLst>
          </p:cNvPr>
          <p:cNvSpPr>
            <a:spLocks noGrp="1"/>
          </p:cNvSpPr>
          <p:nvPr/>
        </p:nvSpPr>
        <p:spPr>
          <a:xfrm>
            <a:off x="2317093" y="5347525"/>
            <a:ext cx="3268980" cy="238573"/>
          </a:xfrm>
          <a:prstGeom prst="rect">
            <a:avLst/>
          </a:prstGeom>
          <a:noFill/>
          <a:ln w="0">
            <a:noFill/>
            <a:prstDash val="solid"/>
          </a:ln>
        </p:spPr>
        <p:txBody>
          <a:bodyPr wrap="none" lIns="0" tIns="0" rIns="0" bIns="0" anchor="t">
            <a:noAutofit/>
          </a:bodyPr>
          <a:lstStyle>
            <a:defPPr algn="l">
              <a:defRPr sz="1237" b="0" i="0" kern="0" spc="-9">
                <a:solidFill>
                  <a:srgbClr val="0A2540"/>
                </a:solidFill>
                <a:latin typeface="JetBrains Mono"/>
                <a:ea typeface="JetBrains Mono"/>
                <a:cs typeface="JetBrains Mono"/>
              </a:defRPr>
            </a:defPPr>
            <a:lvl1pPr algn="l">
              <a:defRPr sz="1237" b="0" i="0" kern="0" spc="-9">
                <a:solidFill>
                  <a:srgbClr val="0A2540"/>
                </a:solidFill>
                <a:latin typeface="JetBrains Mono"/>
                <a:ea typeface="JetBrains Mono"/>
                <a:cs typeface="JetBrains Mono"/>
              </a:defRPr>
            </a:lvl1pPr>
            <a:lvl2pPr algn="l">
              <a:defRPr sz="1237" b="0" i="0" kern="0" spc="-9">
                <a:solidFill>
                  <a:srgbClr val="0A2540"/>
                </a:solidFill>
                <a:latin typeface="JetBrains Mono"/>
                <a:ea typeface="JetBrains Mono"/>
                <a:cs typeface="JetBrains Mono"/>
              </a:defRPr>
            </a:lvl2pPr>
            <a:lvl3pPr algn="l">
              <a:defRPr sz="1237" b="0" i="0" kern="0" spc="-9">
                <a:solidFill>
                  <a:srgbClr val="0A2540"/>
                </a:solidFill>
                <a:latin typeface="JetBrains Mono"/>
                <a:ea typeface="JetBrains Mono"/>
                <a:cs typeface="JetBrains Mono"/>
              </a:defRPr>
            </a:lvl3pPr>
            <a:lvl4pPr algn="l">
              <a:defRPr sz="1237" b="0" i="0" kern="0" spc="-9">
                <a:solidFill>
                  <a:srgbClr val="0A2540"/>
                </a:solidFill>
                <a:latin typeface="JetBrains Mono"/>
                <a:ea typeface="JetBrains Mono"/>
                <a:cs typeface="JetBrains Mono"/>
              </a:defRPr>
            </a:lvl4pPr>
            <a:lvl5pPr algn="l">
              <a:defRPr sz="1237" b="0" i="0" kern="0" spc="-9">
                <a:solidFill>
                  <a:srgbClr val="0A2540"/>
                </a:solidFill>
                <a:latin typeface="JetBrains Mono"/>
                <a:ea typeface="JetBrains Mono"/>
                <a:cs typeface="JetBrains Mono"/>
              </a:defRPr>
            </a:lvl5pPr>
            <a:lvl6pPr algn="l">
              <a:defRPr sz="1237" b="0" i="0" kern="0" spc="-9">
                <a:solidFill>
                  <a:srgbClr val="0A2540"/>
                </a:solidFill>
                <a:latin typeface="JetBrains Mono"/>
                <a:ea typeface="JetBrains Mono"/>
                <a:cs typeface="JetBrains Mono"/>
              </a:defRPr>
            </a:lvl6pPr>
            <a:lvl7pPr algn="l">
              <a:defRPr sz="1237" b="0" i="0" kern="0" spc="-9">
                <a:solidFill>
                  <a:srgbClr val="0A2540"/>
                </a:solidFill>
                <a:latin typeface="JetBrains Mono"/>
                <a:ea typeface="JetBrains Mono"/>
                <a:cs typeface="JetBrains Mono"/>
              </a:defRPr>
            </a:lvl7pPr>
            <a:lvl8pPr algn="l">
              <a:defRPr sz="1237" b="0" i="0" kern="0" spc="-9">
                <a:solidFill>
                  <a:srgbClr val="0A2540"/>
                </a:solidFill>
                <a:latin typeface="JetBrains Mono"/>
                <a:ea typeface="JetBrains Mono"/>
                <a:cs typeface="JetBrains Mono"/>
              </a:defRPr>
            </a:lvl8pPr>
            <a:lvl9pPr algn="l">
              <a:defRPr sz="1237" b="0" i="0" kern="0" spc="-9">
                <a:solidFill>
                  <a:srgbClr val="0A2540"/>
                </a:solidFill>
                <a:latin typeface="JetBrains Mono"/>
                <a:ea typeface="JetBrains Mono"/>
                <a:cs typeface="JetBrains Mono"/>
              </a:defRPr>
            </a:lvl9pPr>
          </a:lstStyle>
          <a:p>
            <a:pPr algn="l">
              <a:lnSpc>
                <a:spcPct val="100000"/>
              </a:lnSpc>
              <a:buNone/>
              <a:defRPr sz="1237" b="0" i="0" kern="0" spc="-9">
                <a:solidFill>
                  <a:srgbClr val="0A2540"/>
                </a:solidFill>
                <a:latin typeface="JetBrains Mono"/>
                <a:ea typeface="JetBrains Mono"/>
                <a:cs typeface="JetBrains Mono"/>
              </a:defRPr>
            </a:pPr>
            <a:r>
              <a:rPr sz="1237" b="0" i="0" kern="0" spc="-9">
                <a:solidFill>
                  <a:srgbClr val="0A2540"/>
                </a:solidFill>
                <a:latin typeface="JetBrains Mono"/>
                <a:ea typeface="JetBrains Mono"/>
                <a:cs typeface="JetBrains Mono"/>
              </a:rPr>
              <a:t>= (−2P + 40,000) − (46P + 6,400) =</a:t>
            </a:r>
          </a:p>
        </p:txBody>
      </p:sp>
      <p:sp>
        <p:nvSpPr>
          <p:cNvPr id="35" name="s13 text 8">
            <a:extLst>
              <a:ext uri="{FF2B5EF4-FFF2-40B4-BE49-F238E27FC236}">
                <a16:creationId xmlns:a16="http://schemas.microsoft.com/office/drawing/2014/main" id="{2ABBC379-EE86-4B06-8F79-BE4C2B15429C}"/>
              </a:ext>
            </a:extLst>
          </p:cNvPr>
          <p:cNvSpPr>
            <a:spLocks noGrp="1"/>
          </p:cNvSpPr>
          <p:nvPr/>
        </p:nvSpPr>
        <p:spPr>
          <a:xfrm>
            <a:off x="5577594" y="5347525"/>
            <a:ext cx="1194435" cy="238573"/>
          </a:xfrm>
          <a:prstGeom prst="rect">
            <a:avLst/>
          </a:prstGeom>
          <a:noFill/>
          <a:ln w="0">
            <a:noFill/>
            <a:prstDash val="solid"/>
          </a:ln>
        </p:spPr>
        <p:txBody>
          <a:bodyPr wrap="none" lIns="0" tIns="0" rIns="0" bIns="0" anchor="t">
            <a:noAutofit/>
          </a:bodyPr>
          <a:lstStyle>
            <a:defPPr algn="l">
              <a:defRPr sz="1237" b="1" i="0" kern="0" spc="-9">
                <a:solidFill>
                  <a:srgbClr val="0A2540"/>
                </a:solidFill>
                <a:latin typeface="JetBrains Mono"/>
                <a:ea typeface="JetBrains Mono"/>
                <a:cs typeface="JetBrains Mono"/>
              </a:defRPr>
            </a:defPPr>
            <a:lvl1pPr algn="l">
              <a:defRPr sz="1237" b="1" i="0" kern="0" spc="-9">
                <a:solidFill>
                  <a:srgbClr val="0A2540"/>
                </a:solidFill>
                <a:latin typeface="JetBrains Mono"/>
                <a:ea typeface="JetBrains Mono"/>
                <a:cs typeface="JetBrains Mono"/>
              </a:defRPr>
            </a:lvl1pPr>
            <a:lvl2pPr algn="l">
              <a:defRPr sz="1237" b="1" i="0" kern="0" spc="-9">
                <a:solidFill>
                  <a:srgbClr val="0A2540"/>
                </a:solidFill>
                <a:latin typeface="JetBrains Mono"/>
                <a:ea typeface="JetBrains Mono"/>
                <a:cs typeface="JetBrains Mono"/>
              </a:defRPr>
            </a:lvl2pPr>
            <a:lvl3pPr algn="l">
              <a:defRPr sz="1237" b="1" i="0" kern="0" spc="-9">
                <a:solidFill>
                  <a:srgbClr val="0A2540"/>
                </a:solidFill>
                <a:latin typeface="JetBrains Mono"/>
                <a:ea typeface="JetBrains Mono"/>
                <a:cs typeface="JetBrains Mono"/>
              </a:defRPr>
            </a:lvl3pPr>
            <a:lvl4pPr algn="l">
              <a:defRPr sz="1237" b="1" i="0" kern="0" spc="-9">
                <a:solidFill>
                  <a:srgbClr val="0A2540"/>
                </a:solidFill>
                <a:latin typeface="JetBrains Mono"/>
                <a:ea typeface="JetBrains Mono"/>
                <a:cs typeface="JetBrains Mono"/>
              </a:defRPr>
            </a:lvl4pPr>
            <a:lvl5pPr algn="l">
              <a:defRPr sz="1237" b="1" i="0" kern="0" spc="-9">
                <a:solidFill>
                  <a:srgbClr val="0A2540"/>
                </a:solidFill>
                <a:latin typeface="JetBrains Mono"/>
                <a:ea typeface="JetBrains Mono"/>
                <a:cs typeface="JetBrains Mono"/>
              </a:defRPr>
            </a:lvl5pPr>
            <a:lvl6pPr algn="l">
              <a:defRPr sz="1237" b="1" i="0" kern="0" spc="-9">
                <a:solidFill>
                  <a:srgbClr val="0A2540"/>
                </a:solidFill>
                <a:latin typeface="JetBrains Mono"/>
                <a:ea typeface="JetBrains Mono"/>
                <a:cs typeface="JetBrains Mono"/>
              </a:defRPr>
            </a:lvl6pPr>
            <a:lvl7pPr algn="l">
              <a:defRPr sz="1237" b="1" i="0" kern="0" spc="-9">
                <a:solidFill>
                  <a:srgbClr val="0A2540"/>
                </a:solidFill>
                <a:latin typeface="JetBrains Mono"/>
                <a:ea typeface="JetBrains Mono"/>
                <a:cs typeface="JetBrains Mono"/>
              </a:defRPr>
            </a:lvl7pPr>
            <a:lvl8pPr algn="l">
              <a:defRPr sz="1237" b="1" i="0" kern="0" spc="-9">
                <a:solidFill>
                  <a:srgbClr val="0A2540"/>
                </a:solidFill>
                <a:latin typeface="JetBrains Mono"/>
                <a:ea typeface="JetBrains Mono"/>
                <a:cs typeface="JetBrains Mono"/>
              </a:defRPr>
            </a:lvl8pPr>
            <a:lvl9pPr algn="l">
              <a:defRPr sz="1237" b="1" i="0" kern="0" spc="-9">
                <a:solidFill>
                  <a:srgbClr val="0A2540"/>
                </a:solidFill>
                <a:latin typeface="JetBrains Mono"/>
                <a:ea typeface="JetBrains Mono"/>
                <a:cs typeface="JetBrains Mono"/>
              </a:defRPr>
            </a:lvl9pPr>
          </a:lstStyle>
          <a:p>
            <a:pPr algn="l">
              <a:lnSpc>
                <a:spcPct val="100000"/>
              </a:lnSpc>
              <a:buNone/>
              <a:defRPr sz="1237" b="1" i="0" kern="0" spc="-9">
                <a:solidFill>
                  <a:srgbClr val="0A2540"/>
                </a:solidFill>
                <a:latin typeface="JetBrains Mono"/>
                <a:ea typeface="JetBrains Mono"/>
                <a:cs typeface="JetBrains Mono"/>
              </a:defRPr>
            </a:pPr>
            <a:r>
              <a:rPr sz="1237" b="1" i="0" kern="0" spc="-9">
                <a:solidFill>
                  <a:srgbClr val="0A2540"/>
                </a:solidFill>
                <a:latin typeface="JetBrains Mono"/>
                <a:ea typeface="JetBrains Mono"/>
                <a:cs typeface="JetBrains Mono"/>
              </a:rPr>
              <a:t>33,600 − 48P</a:t>
            </a:r>
          </a:p>
        </p:txBody>
      </p:sp>
      <p:sp>
        <p:nvSpPr>
          <p:cNvPr id="36" name="s13 text 9">
            <a:extLst>
              <a:ext uri="{FF2B5EF4-FFF2-40B4-BE49-F238E27FC236}">
                <a16:creationId xmlns:a16="http://schemas.microsoft.com/office/drawing/2014/main" id="{E40BA114-BE29-438F-A1D3-CA682BC17A09}"/>
              </a:ext>
            </a:extLst>
          </p:cNvPr>
          <p:cNvSpPr>
            <a:spLocks noGrp="1"/>
          </p:cNvSpPr>
          <p:nvPr/>
        </p:nvSpPr>
        <p:spPr>
          <a:xfrm>
            <a:off x="721519" y="2926705"/>
            <a:ext cx="2131123" cy="218685"/>
          </a:xfrm>
          <a:prstGeom prst="rect">
            <a:avLst/>
          </a:prstGeom>
          <a:noFill/>
          <a:ln w="0">
            <a:noFill/>
            <a:prstDash val="solid"/>
          </a:ln>
        </p:spPr>
        <p:txBody>
          <a:bodyPr wrap="none" lIns="0" tIns="0" rIns="0" bIns="0" anchor="t">
            <a:noAutofit/>
          </a:bodyPr>
          <a:lstStyle>
            <a:defPPr algn="l">
              <a:defRPr sz="1237" b="0" i="0" kern="0" spc="-9">
                <a:solidFill>
                  <a:srgbClr val="0A2540"/>
                </a:solidFill>
                <a:latin typeface="Inter SemiBold"/>
                <a:ea typeface="Inter SemiBold"/>
                <a:cs typeface="Inter SemiBold"/>
              </a:defRPr>
            </a:defPPr>
            <a:lvl1pPr algn="l">
              <a:defRPr sz="1237" b="0" i="0" kern="0" spc="-9">
                <a:solidFill>
                  <a:srgbClr val="0A2540"/>
                </a:solidFill>
                <a:latin typeface="Inter SemiBold"/>
                <a:ea typeface="Inter SemiBold"/>
                <a:cs typeface="Inter SemiBold"/>
              </a:defRPr>
            </a:lvl1pPr>
            <a:lvl2pPr algn="l">
              <a:defRPr sz="1237" b="0" i="0" kern="0" spc="-9">
                <a:solidFill>
                  <a:srgbClr val="0A2540"/>
                </a:solidFill>
                <a:latin typeface="Inter SemiBold"/>
                <a:ea typeface="Inter SemiBold"/>
                <a:cs typeface="Inter SemiBold"/>
              </a:defRPr>
            </a:lvl2pPr>
            <a:lvl3pPr algn="l">
              <a:defRPr sz="1237" b="0" i="0" kern="0" spc="-9">
                <a:solidFill>
                  <a:srgbClr val="0A2540"/>
                </a:solidFill>
                <a:latin typeface="Inter SemiBold"/>
                <a:ea typeface="Inter SemiBold"/>
                <a:cs typeface="Inter SemiBold"/>
              </a:defRPr>
            </a:lvl3pPr>
            <a:lvl4pPr algn="l">
              <a:defRPr sz="1237" b="0" i="0" kern="0" spc="-9">
                <a:solidFill>
                  <a:srgbClr val="0A2540"/>
                </a:solidFill>
                <a:latin typeface="Inter SemiBold"/>
                <a:ea typeface="Inter SemiBold"/>
                <a:cs typeface="Inter SemiBold"/>
              </a:defRPr>
            </a:lvl4pPr>
            <a:lvl5pPr algn="l">
              <a:defRPr sz="1237" b="0" i="0" kern="0" spc="-9">
                <a:solidFill>
                  <a:srgbClr val="0A2540"/>
                </a:solidFill>
                <a:latin typeface="Inter SemiBold"/>
                <a:ea typeface="Inter SemiBold"/>
                <a:cs typeface="Inter SemiBold"/>
              </a:defRPr>
            </a:lvl5pPr>
            <a:lvl6pPr algn="l">
              <a:defRPr sz="1237" b="0" i="0" kern="0" spc="-9">
                <a:solidFill>
                  <a:srgbClr val="0A2540"/>
                </a:solidFill>
                <a:latin typeface="Inter SemiBold"/>
                <a:ea typeface="Inter SemiBold"/>
                <a:cs typeface="Inter SemiBold"/>
              </a:defRPr>
            </a:lvl6pPr>
            <a:lvl7pPr algn="l">
              <a:defRPr sz="1237" b="0" i="0" kern="0" spc="-9">
                <a:solidFill>
                  <a:srgbClr val="0A2540"/>
                </a:solidFill>
                <a:latin typeface="Inter SemiBold"/>
                <a:ea typeface="Inter SemiBold"/>
                <a:cs typeface="Inter SemiBold"/>
              </a:defRPr>
            </a:lvl7pPr>
            <a:lvl8pPr algn="l">
              <a:defRPr sz="1237" b="0" i="0" kern="0" spc="-9">
                <a:solidFill>
                  <a:srgbClr val="0A2540"/>
                </a:solidFill>
                <a:latin typeface="Inter SemiBold"/>
                <a:ea typeface="Inter SemiBold"/>
                <a:cs typeface="Inter SemiBold"/>
              </a:defRPr>
            </a:lvl8pPr>
            <a:lvl9pPr algn="l">
              <a:defRPr sz="1237" b="0" i="0" kern="0" spc="-9">
                <a:solidFill>
                  <a:srgbClr val="0A2540"/>
                </a:solidFill>
                <a:latin typeface="Inter SemiBold"/>
                <a:ea typeface="Inter SemiBold"/>
                <a:cs typeface="Inter SemiBold"/>
              </a:defRPr>
            </a:lvl9pPr>
          </a:lstStyle>
          <a:p>
            <a:pPr algn="l">
              <a:lnSpc>
                <a:spcPct val="100000"/>
              </a:lnSpc>
              <a:buNone/>
              <a:defRPr sz="1237" b="0" i="0" kern="0" spc="-9">
                <a:solidFill>
                  <a:srgbClr val="0A2540"/>
                </a:solidFill>
                <a:latin typeface="Inter SemiBold"/>
                <a:ea typeface="Inter SemiBold"/>
                <a:cs typeface="Inter SemiBold"/>
              </a:defRPr>
            </a:pPr>
            <a:r>
              <a:rPr sz="1237" b="0" i="0" kern="0" spc="-9">
                <a:solidFill>
                  <a:srgbClr val="0A2540"/>
                </a:solidFill>
                <a:latin typeface="Inter SemiBold"/>
                <a:ea typeface="Inter SemiBold"/>
                <a:cs typeface="Inter SemiBold"/>
              </a:rPr>
              <a:t>Market demand and supply</a:t>
            </a:r>
          </a:p>
        </p:txBody>
      </p:sp>
      <p:sp>
        <p:nvSpPr>
          <p:cNvPr id="37" name="s13 text 10">
            <a:extLst>
              <a:ext uri="{FF2B5EF4-FFF2-40B4-BE49-F238E27FC236}">
                <a16:creationId xmlns:a16="http://schemas.microsoft.com/office/drawing/2014/main" id="{EF52DEC2-54CE-4142-8B95-8F00D0612066}"/>
              </a:ext>
            </a:extLst>
          </p:cNvPr>
          <p:cNvSpPr>
            <a:spLocks noGrp="1"/>
          </p:cNvSpPr>
          <p:nvPr/>
        </p:nvSpPr>
        <p:spPr>
          <a:xfrm>
            <a:off x="878681" y="3347275"/>
            <a:ext cx="157162" cy="238573"/>
          </a:xfrm>
          <a:prstGeom prst="rect">
            <a:avLst/>
          </a:prstGeom>
          <a:noFill/>
          <a:ln w="0">
            <a:noFill/>
            <a:prstDash val="solid"/>
          </a:ln>
        </p:spPr>
        <p:txBody>
          <a:bodyPr wrap="none" lIns="0" tIns="0" rIns="0" bIns="0" anchor="t">
            <a:noAutofit/>
          </a:bodyPr>
          <a:lstStyle>
            <a:defPPr algn="l">
              <a:defRPr sz="1237" b="0" i="0" kern="0" spc="0">
                <a:solidFill>
                  <a:srgbClr val="0A2540"/>
                </a:solidFill>
                <a:latin typeface="JetBrains Mono"/>
                <a:ea typeface="JetBrains Mono"/>
                <a:cs typeface="JetBrains Mono"/>
              </a:defRPr>
            </a:defPPr>
            <a:lvl1pPr algn="l">
              <a:defRPr sz="1237" b="0" i="0" kern="0" spc="0">
                <a:solidFill>
                  <a:srgbClr val="0A2540"/>
                </a:solidFill>
                <a:latin typeface="JetBrains Mono"/>
                <a:ea typeface="JetBrains Mono"/>
                <a:cs typeface="JetBrains Mono"/>
              </a:defRPr>
            </a:lvl1pPr>
            <a:lvl2pPr algn="l">
              <a:defRPr sz="1237" b="0" i="0" kern="0" spc="0">
                <a:solidFill>
                  <a:srgbClr val="0A2540"/>
                </a:solidFill>
                <a:latin typeface="JetBrains Mono"/>
                <a:ea typeface="JetBrains Mono"/>
                <a:cs typeface="JetBrains Mono"/>
              </a:defRPr>
            </a:lvl2pPr>
            <a:lvl3pPr algn="l">
              <a:defRPr sz="1237" b="0" i="0" kern="0" spc="0">
                <a:solidFill>
                  <a:srgbClr val="0A2540"/>
                </a:solidFill>
                <a:latin typeface="JetBrains Mono"/>
                <a:ea typeface="JetBrains Mono"/>
                <a:cs typeface="JetBrains Mono"/>
              </a:defRPr>
            </a:lvl3pPr>
            <a:lvl4pPr algn="l">
              <a:defRPr sz="1237" b="0" i="0" kern="0" spc="0">
                <a:solidFill>
                  <a:srgbClr val="0A2540"/>
                </a:solidFill>
                <a:latin typeface="JetBrains Mono"/>
                <a:ea typeface="JetBrains Mono"/>
                <a:cs typeface="JetBrains Mono"/>
              </a:defRPr>
            </a:lvl4pPr>
            <a:lvl5pPr algn="l">
              <a:defRPr sz="1237" b="0" i="0" kern="0" spc="0">
                <a:solidFill>
                  <a:srgbClr val="0A2540"/>
                </a:solidFill>
                <a:latin typeface="JetBrains Mono"/>
                <a:ea typeface="JetBrains Mono"/>
                <a:cs typeface="JetBrains Mono"/>
              </a:defRPr>
            </a:lvl5pPr>
            <a:lvl6pPr algn="l">
              <a:defRPr sz="1237" b="0" i="0" kern="0" spc="0">
                <a:solidFill>
                  <a:srgbClr val="0A2540"/>
                </a:solidFill>
                <a:latin typeface="JetBrains Mono"/>
                <a:ea typeface="JetBrains Mono"/>
                <a:cs typeface="JetBrains Mono"/>
              </a:defRPr>
            </a:lvl6pPr>
            <a:lvl7pPr algn="l">
              <a:defRPr sz="1237" b="0" i="0" kern="0" spc="0">
                <a:solidFill>
                  <a:srgbClr val="0A2540"/>
                </a:solidFill>
                <a:latin typeface="JetBrains Mono"/>
                <a:ea typeface="JetBrains Mono"/>
                <a:cs typeface="JetBrains Mono"/>
              </a:defRPr>
            </a:lvl7pPr>
            <a:lvl8pPr algn="l">
              <a:defRPr sz="1237" b="0" i="0" kern="0" spc="0">
                <a:solidFill>
                  <a:srgbClr val="0A2540"/>
                </a:solidFill>
                <a:latin typeface="JetBrains Mono"/>
                <a:ea typeface="JetBrains Mono"/>
                <a:cs typeface="JetBrains Mono"/>
              </a:defRPr>
            </a:lvl8pPr>
            <a:lvl9pPr algn="l">
              <a:defRPr sz="1237" b="0" i="0" kern="0" spc="0">
                <a:solidFill>
                  <a:srgbClr val="0A2540"/>
                </a:solidFill>
                <a:latin typeface="JetBrains Mono"/>
                <a:ea typeface="JetBrains Mono"/>
                <a:cs typeface="JetBrains Mono"/>
              </a:defRPr>
            </a:lvl9pPr>
          </a:lstStyle>
          <a:p>
            <a:pPr algn="l">
              <a:lnSpc>
                <a:spcPct val="100000"/>
              </a:lnSpc>
              <a:buNone/>
              <a:defRPr sz="1237" b="0" i="0" kern="0" spc="0">
                <a:solidFill>
                  <a:srgbClr val="0A2540"/>
                </a:solidFill>
                <a:latin typeface="JetBrains Mono"/>
                <a:ea typeface="JetBrains Mono"/>
                <a:cs typeface="JetBrains Mono"/>
              </a:defRPr>
            </a:pPr>
            <a:r>
              <a:rPr sz="1237" b="0" i="0" kern="0" spc="0">
                <a:solidFill>
                  <a:srgbClr val="0A2540"/>
                </a:solidFill>
                <a:latin typeface="JetBrains Mono"/>
                <a:ea typeface="JetBrains Mono"/>
                <a:cs typeface="JetBrains Mono"/>
              </a:rPr>
              <a:t>Q</a:t>
            </a:r>
          </a:p>
        </p:txBody>
      </p:sp>
      <p:sp>
        <p:nvSpPr>
          <p:cNvPr id="38" name="s13 text 11">
            <a:extLst>
              <a:ext uri="{FF2B5EF4-FFF2-40B4-BE49-F238E27FC236}">
                <a16:creationId xmlns:a16="http://schemas.microsoft.com/office/drawing/2014/main" id="{8EFAF693-E620-4B88-9896-DEB0D07D1446}"/>
              </a:ext>
            </a:extLst>
          </p:cNvPr>
          <p:cNvSpPr>
            <a:spLocks noGrp="1"/>
          </p:cNvSpPr>
          <p:nvPr/>
        </p:nvSpPr>
        <p:spPr>
          <a:xfrm>
            <a:off x="971885" y="3412526"/>
            <a:ext cx="130959" cy="198774"/>
          </a:xfrm>
          <a:prstGeom prst="rect">
            <a:avLst/>
          </a:prstGeom>
          <a:noFill/>
          <a:ln w="0">
            <a:noFill/>
            <a:prstDash val="solid"/>
          </a:ln>
        </p:spPr>
        <p:txBody>
          <a:bodyPr wrap="none" lIns="0" tIns="0" rIns="0" bIns="0" anchor="t">
            <a:noAutofit/>
          </a:bodyPr>
          <a:lstStyle>
            <a:defPPr algn="l">
              <a:defRPr sz="1031" b="0" i="0" kern="0" spc="0">
                <a:solidFill>
                  <a:srgbClr val="0A2540"/>
                </a:solidFill>
                <a:latin typeface="JetBrains Mono"/>
                <a:ea typeface="JetBrains Mono"/>
                <a:cs typeface="JetBrains Mono"/>
              </a:defRPr>
            </a:defPPr>
            <a:lvl1pPr algn="l">
              <a:defRPr sz="1031" b="0" i="0" kern="0" spc="0">
                <a:solidFill>
                  <a:srgbClr val="0A2540"/>
                </a:solidFill>
                <a:latin typeface="JetBrains Mono"/>
                <a:ea typeface="JetBrains Mono"/>
                <a:cs typeface="JetBrains Mono"/>
              </a:defRPr>
            </a:lvl1pPr>
            <a:lvl2pPr algn="l">
              <a:defRPr sz="1031" b="0" i="0" kern="0" spc="0">
                <a:solidFill>
                  <a:srgbClr val="0A2540"/>
                </a:solidFill>
                <a:latin typeface="JetBrains Mono"/>
                <a:ea typeface="JetBrains Mono"/>
                <a:cs typeface="JetBrains Mono"/>
              </a:defRPr>
            </a:lvl2pPr>
            <a:lvl3pPr algn="l">
              <a:defRPr sz="1031" b="0" i="0" kern="0" spc="0">
                <a:solidFill>
                  <a:srgbClr val="0A2540"/>
                </a:solidFill>
                <a:latin typeface="JetBrains Mono"/>
                <a:ea typeface="JetBrains Mono"/>
                <a:cs typeface="JetBrains Mono"/>
              </a:defRPr>
            </a:lvl3pPr>
            <a:lvl4pPr algn="l">
              <a:defRPr sz="1031" b="0" i="0" kern="0" spc="0">
                <a:solidFill>
                  <a:srgbClr val="0A2540"/>
                </a:solidFill>
                <a:latin typeface="JetBrains Mono"/>
                <a:ea typeface="JetBrains Mono"/>
                <a:cs typeface="JetBrains Mono"/>
              </a:defRPr>
            </a:lvl4pPr>
            <a:lvl5pPr algn="l">
              <a:defRPr sz="1031" b="0" i="0" kern="0" spc="0">
                <a:solidFill>
                  <a:srgbClr val="0A2540"/>
                </a:solidFill>
                <a:latin typeface="JetBrains Mono"/>
                <a:ea typeface="JetBrains Mono"/>
                <a:cs typeface="JetBrains Mono"/>
              </a:defRPr>
            </a:lvl5pPr>
            <a:lvl6pPr algn="l">
              <a:defRPr sz="1031" b="0" i="0" kern="0" spc="0">
                <a:solidFill>
                  <a:srgbClr val="0A2540"/>
                </a:solidFill>
                <a:latin typeface="JetBrains Mono"/>
                <a:ea typeface="JetBrains Mono"/>
                <a:cs typeface="JetBrains Mono"/>
              </a:defRPr>
            </a:lvl6pPr>
            <a:lvl7pPr algn="l">
              <a:defRPr sz="1031" b="0" i="0" kern="0" spc="0">
                <a:solidFill>
                  <a:srgbClr val="0A2540"/>
                </a:solidFill>
                <a:latin typeface="JetBrains Mono"/>
                <a:ea typeface="JetBrains Mono"/>
                <a:cs typeface="JetBrains Mono"/>
              </a:defRPr>
            </a:lvl7pPr>
            <a:lvl8pPr algn="l">
              <a:defRPr sz="1031" b="0" i="0" kern="0" spc="0">
                <a:solidFill>
                  <a:srgbClr val="0A2540"/>
                </a:solidFill>
                <a:latin typeface="JetBrains Mono"/>
                <a:ea typeface="JetBrains Mono"/>
                <a:cs typeface="JetBrains Mono"/>
              </a:defRPr>
            </a:lvl8pPr>
            <a:lvl9pPr algn="l">
              <a:defRPr sz="1031" b="0" i="0" kern="0" spc="0">
                <a:solidFill>
                  <a:srgbClr val="0A2540"/>
                </a:solidFill>
                <a:latin typeface="JetBrains Mono"/>
                <a:ea typeface="JetBrains Mono"/>
                <a:cs typeface="JetBrains Mono"/>
              </a:defRPr>
            </a:lvl9pPr>
          </a:lstStyle>
          <a:p>
            <a:pPr algn="l">
              <a:lnSpc>
                <a:spcPct val="100000"/>
              </a:lnSpc>
              <a:buNone/>
              <a:defRPr sz="1031" b="0" i="0" kern="0" spc="0">
                <a:solidFill>
                  <a:srgbClr val="0A2540"/>
                </a:solidFill>
                <a:latin typeface="JetBrains Mono"/>
                <a:ea typeface="JetBrains Mono"/>
                <a:cs typeface="JetBrains Mono"/>
              </a:defRPr>
            </a:pPr>
            <a:r>
              <a:rPr sz="1031" b="0" i="0" kern="0" spc="0">
                <a:solidFill>
                  <a:srgbClr val="0A2540"/>
                </a:solidFill>
                <a:latin typeface="JetBrains Mono"/>
                <a:ea typeface="JetBrains Mono"/>
                <a:cs typeface="JetBrains Mono"/>
              </a:rPr>
              <a:t>d</a:t>
            </a:r>
          </a:p>
        </p:txBody>
      </p:sp>
      <p:sp>
        <p:nvSpPr>
          <p:cNvPr id="39" name="s13 text 12">
            <a:extLst>
              <a:ext uri="{FF2B5EF4-FFF2-40B4-BE49-F238E27FC236}">
                <a16:creationId xmlns:a16="http://schemas.microsoft.com/office/drawing/2014/main" id="{7DC44195-8B01-403A-8F41-FF7904A3699A}"/>
              </a:ext>
            </a:extLst>
          </p:cNvPr>
          <p:cNvSpPr>
            <a:spLocks noGrp="1"/>
          </p:cNvSpPr>
          <p:nvPr/>
        </p:nvSpPr>
        <p:spPr>
          <a:xfrm>
            <a:off x="1142505" y="3347275"/>
            <a:ext cx="1383030" cy="238573"/>
          </a:xfrm>
          <a:prstGeom prst="rect">
            <a:avLst/>
          </a:prstGeom>
          <a:noFill/>
          <a:ln w="0">
            <a:noFill/>
            <a:prstDash val="solid"/>
          </a:ln>
        </p:spPr>
        <p:txBody>
          <a:bodyPr wrap="none" lIns="0" tIns="0" rIns="0" bIns="0" anchor="t">
            <a:noAutofit/>
          </a:bodyPr>
          <a:lstStyle>
            <a:defPPr algn="l">
              <a:defRPr sz="1237" b="0" i="0" kern="0" spc="-9">
                <a:solidFill>
                  <a:srgbClr val="0A2540"/>
                </a:solidFill>
                <a:latin typeface="JetBrains Mono"/>
                <a:ea typeface="JetBrains Mono"/>
                <a:cs typeface="JetBrains Mono"/>
              </a:defRPr>
            </a:defPPr>
            <a:lvl1pPr algn="l">
              <a:defRPr sz="1237" b="0" i="0" kern="0" spc="-9">
                <a:solidFill>
                  <a:srgbClr val="0A2540"/>
                </a:solidFill>
                <a:latin typeface="JetBrains Mono"/>
                <a:ea typeface="JetBrains Mono"/>
                <a:cs typeface="JetBrains Mono"/>
              </a:defRPr>
            </a:lvl1pPr>
            <a:lvl2pPr algn="l">
              <a:defRPr sz="1237" b="0" i="0" kern="0" spc="-9">
                <a:solidFill>
                  <a:srgbClr val="0A2540"/>
                </a:solidFill>
                <a:latin typeface="JetBrains Mono"/>
                <a:ea typeface="JetBrains Mono"/>
                <a:cs typeface="JetBrains Mono"/>
              </a:defRPr>
            </a:lvl2pPr>
            <a:lvl3pPr algn="l">
              <a:defRPr sz="1237" b="0" i="0" kern="0" spc="-9">
                <a:solidFill>
                  <a:srgbClr val="0A2540"/>
                </a:solidFill>
                <a:latin typeface="JetBrains Mono"/>
                <a:ea typeface="JetBrains Mono"/>
                <a:cs typeface="JetBrains Mono"/>
              </a:defRPr>
            </a:lvl3pPr>
            <a:lvl4pPr algn="l">
              <a:defRPr sz="1237" b="0" i="0" kern="0" spc="-9">
                <a:solidFill>
                  <a:srgbClr val="0A2540"/>
                </a:solidFill>
                <a:latin typeface="JetBrains Mono"/>
                <a:ea typeface="JetBrains Mono"/>
                <a:cs typeface="JetBrains Mono"/>
              </a:defRPr>
            </a:lvl4pPr>
            <a:lvl5pPr algn="l">
              <a:defRPr sz="1237" b="0" i="0" kern="0" spc="-9">
                <a:solidFill>
                  <a:srgbClr val="0A2540"/>
                </a:solidFill>
                <a:latin typeface="JetBrains Mono"/>
                <a:ea typeface="JetBrains Mono"/>
                <a:cs typeface="JetBrains Mono"/>
              </a:defRPr>
            </a:lvl5pPr>
            <a:lvl6pPr algn="l">
              <a:defRPr sz="1237" b="0" i="0" kern="0" spc="-9">
                <a:solidFill>
                  <a:srgbClr val="0A2540"/>
                </a:solidFill>
                <a:latin typeface="JetBrains Mono"/>
                <a:ea typeface="JetBrains Mono"/>
                <a:cs typeface="JetBrains Mono"/>
              </a:defRPr>
            </a:lvl6pPr>
            <a:lvl7pPr algn="l">
              <a:defRPr sz="1237" b="0" i="0" kern="0" spc="-9">
                <a:solidFill>
                  <a:srgbClr val="0A2540"/>
                </a:solidFill>
                <a:latin typeface="JetBrains Mono"/>
                <a:ea typeface="JetBrains Mono"/>
                <a:cs typeface="JetBrains Mono"/>
              </a:defRPr>
            </a:lvl7pPr>
            <a:lvl8pPr algn="l">
              <a:defRPr sz="1237" b="0" i="0" kern="0" spc="-9">
                <a:solidFill>
                  <a:srgbClr val="0A2540"/>
                </a:solidFill>
                <a:latin typeface="JetBrains Mono"/>
                <a:ea typeface="JetBrains Mono"/>
                <a:cs typeface="JetBrains Mono"/>
              </a:defRPr>
            </a:lvl8pPr>
            <a:lvl9pPr algn="l">
              <a:defRPr sz="1237" b="0" i="0" kern="0" spc="-9">
                <a:solidFill>
                  <a:srgbClr val="0A2540"/>
                </a:solidFill>
                <a:latin typeface="JetBrains Mono"/>
                <a:ea typeface="JetBrains Mono"/>
                <a:cs typeface="JetBrains Mono"/>
              </a:defRPr>
            </a:lvl9pPr>
          </a:lstStyle>
          <a:p>
            <a:pPr algn="l">
              <a:lnSpc>
                <a:spcPct val="100000"/>
              </a:lnSpc>
              <a:buNone/>
              <a:defRPr sz="1237" b="0" i="0" kern="0" spc="-9">
                <a:solidFill>
                  <a:srgbClr val="0A2540"/>
                </a:solidFill>
                <a:latin typeface="JetBrains Mono"/>
                <a:ea typeface="JetBrains Mono"/>
                <a:cs typeface="JetBrains Mono"/>
              </a:defRPr>
            </a:pPr>
            <a:r>
              <a:rPr sz="1237" b="0" i="0" kern="0" spc="-9">
                <a:solidFill>
                  <a:srgbClr val="0A2540"/>
                </a:solidFill>
                <a:latin typeface="JetBrains Mono"/>
                <a:ea typeface="JetBrains Mono"/>
                <a:cs typeface="JetBrains Mono"/>
              </a:rPr>
              <a:t>= −2P + 40,000</a:t>
            </a:r>
          </a:p>
        </p:txBody>
      </p:sp>
      <p:sp>
        <p:nvSpPr>
          <p:cNvPr id="40" name="s13 text 13">
            <a:extLst>
              <a:ext uri="{FF2B5EF4-FFF2-40B4-BE49-F238E27FC236}">
                <a16:creationId xmlns:a16="http://schemas.microsoft.com/office/drawing/2014/main" id="{FA391FDF-A9D6-4A8B-ABF5-BBC8D9C98F55}"/>
              </a:ext>
            </a:extLst>
          </p:cNvPr>
          <p:cNvSpPr>
            <a:spLocks noGrp="1"/>
          </p:cNvSpPr>
          <p:nvPr/>
        </p:nvSpPr>
        <p:spPr>
          <a:xfrm>
            <a:off x="878681" y="3840194"/>
            <a:ext cx="157162" cy="238573"/>
          </a:xfrm>
          <a:prstGeom prst="rect">
            <a:avLst/>
          </a:prstGeom>
          <a:noFill/>
          <a:ln w="0">
            <a:noFill/>
            <a:prstDash val="solid"/>
          </a:ln>
        </p:spPr>
        <p:txBody>
          <a:bodyPr wrap="none" lIns="0" tIns="0" rIns="0" bIns="0" anchor="t">
            <a:noAutofit/>
          </a:bodyPr>
          <a:lstStyle>
            <a:defPPr algn="l">
              <a:defRPr sz="1237" b="0" i="0" kern="0" spc="0">
                <a:solidFill>
                  <a:srgbClr val="0A2540"/>
                </a:solidFill>
                <a:latin typeface="JetBrains Mono"/>
                <a:ea typeface="JetBrains Mono"/>
                <a:cs typeface="JetBrains Mono"/>
              </a:defRPr>
            </a:defPPr>
            <a:lvl1pPr algn="l">
              <a:defRPr sz="1237" b="0" i="0" kern="0" spc="0">
                <a:solidFill>
                  <a:srgbClr val="0A2540"/>
                </a:solidFill>
                <a:latin typeface="JetBrains Mono"/>
                <a:ea typeface="JetBrains Mono"/>
                <a:cs typeface="JetBrains Mono"/>
              </a:defRPr>
            </a:lvl1pPr>
            <a:lvl2pPr algn="l">
              <a:defRPr sz="1237" b="0" i="0" kern="0" spc="0">
                <a:solidFill>
                  <a:srgbClr val="0A2540"/>
                </a:solidFill>
                <a:latin typeface="JetBrains Mono"/>
                <a:ea typeface="JetBrains Mono"/>
                <a:cs typeface="JetBrains Mono"/>
              </a:defRPr>
            </a:lvl2pPr>
            <a:lvl3pPr algn="l">
              <a:defRPr sz="1237" b="0" i="0" kern="0" spc="0">
                <a:solidFill>
                  <a:srgbClr val="0A2540"/>
                </a:solidFill>
                <a:latin typeface="JetBrains Mono"/>
                <a:ea typeface="JetBrains Mono"/>
                <a:cs typeface="JetBrains Mono"/>
              </a:defRPr>
            </a:lvl3pPr>
            <a:lvl4pPr algn="l">
              <a:defRPr sz="1237" b="0" i="0" kern="0" spc="0">
                <a:solidFill>
                  <a:srgbClr val="0A2540"/>
                </a:solidFill>
                <a:latin typeface="JetBrains Mono"/>
                <a:ea typeface="JetBrains Mono"/>
                <a:cs typeface="JetBrains Mono"/>
              </a:defRPr>
            </a:lvl4pPr>
            <a:lvl5pPr algn="l">
              <a:defRPr sz="1237" b="0" i="0" kern="0" spc="0">
                <a:solidFill>
                  <a:srgbClr val="0A2540"/>
                </a:solidFill>
                <a:latin typeface="JetBrains Mono"/>
                <a:ea typeface="JetBrains Mono"/>
                <a:cs typeface="JetBrains Mono"/>
              </a:defRPr>
            </a:lvl5pPr>
            <a:lvl6pPr algn="l">
              <a:defRPr sz="1237" b="0" i="0" kern="0" spc="0">
                <a:solidFill>
                  <a:srgbClr val="0A2540"/>
                </a:solidFill>
                <a:latin typeface="JetBrains Mono"/>
                <a:ea typeface="JetBrains Mono"/>
                <a:cs typeface="JetBrains Mono"/>
              </a:defRPr>
            </a:lvl6pPr>
            <a:lvl7pPr algn="l">
              <a:defRPr sz="1237" b="0" i="0" kern="0" spc="0">
                <a:solidFill>
                  <a:srgbClr val="0A2540"/>
                </a:solidFill>
                <a:latin typeface="JetBrains Mono"/>
                <a:ea typeface="JetBrains Mono"/>
                <a:cs typeface="JetBrains Mono"/>
              </a:defRPr>
            </a:lvl7pPr>
            <a:lvl8pPr algn="l">
              <a:defRPr sz="1237" b="0" i="0" kern="0" spc="0">
                <a:solidFill>
                  <a:srgbClr val="0A2540"/>
                </a:solidFill>
                <a:latin typeface="JetBrains Mono"/>
                <a:ea typeface="JetBrains Mono"/>
                <a:cs typeface="JetBrains Mono"/>
              </a:defRPr>
            </a:lvl8pPr>
            <a:lvl9pPr algn="l">
              <a:defRPr sz="1237" b="0" i="0" kern="0" spc="0">
                <a:solidFill>
                  <a:srgbClr val="0A2540"/>
                </a:solidFill>
                <a:latin typeface="JetBrains Mono"/>
                <a:ea typeface="JetBrains Mono"/>
                <a:cs typeface="JetBrains Mono"/>
              </a:defRPr>
            </a:lvl9pPr>
          </a:lstStyle>
          <a:p>
            <a:pPr algn="l">
              <a:lnSpc>
                <a:spcPct val="100000"/>
              </a:lnSpc>
              <a:buNone/>
              <a:defRPr sz="1237" b="0" i="0" kern="0" spc="0">
                <a:solidFill>
                  <a:srgbClr val="0A2540"/>
                </a:solidFill>
                <a:latin typeface="JetBrains Mono"/>
                <a:ea typeface="JetBrains Mono"/>
                <a:cs typeface="JetBrains Mono"/>
              </a:defRPr>
            </a:pPr>
            <a:r>
              <a:rPr sz="1237" b="0" i="0" kern="0" spc="0">
                <a:solidFill>
                  <a:srgbClr val="0A2540"/>
                </a:solidFill>
                <a:latin typeface="JetBrains Mono"/>
                <a:ea typeface="JetBrains Mono"/>
                <a:cs typeface="JetBrains Mono"/>
              </a:rPr>
              <a:t>Q</a:t>
            </a:r>
          </a:p>
        </p:txBody>
      </p:sp>
      <p:sp>
        <p:nvSpPr>
          <p:cNvPr id="41" name="s13 text 14">
            <a:extLst>
              <a:ext uri="{FF2B5EF4-FFF2-40B4-BE49-F238E27FC236}">
                <a16:creationId xmlns:a16="http://schemas.microsoft.com/office/drawing/2014/main" id="{5E5337E1-8EA8-4286-8A25-BA13A2BE434A}"/>
              </a:ext>
            </a:extLst>
          </p:cNvPr>
          <p:cNvSpPr>
            <a:spLocks noGrp="1"/>
          </p:cNvSpPr>
          <p:nvPr/>
        </p:nvSpPr>
        <p:spPr>
          <a:xfrm>
            <a:off x="971885" y="3905445"/>
            <a:ext cx="130959" cy="198774"/>
          </a:xfrm>
          <a:prstGeom prst="rect">
            <a:avLst/>
          </a:prstGeom>
          <a:noFill/>
          <a:ln w="0">
            <a:noFill/>
            <a:prstDash val="solid"/>
          </a:ln>
        </p:spPr>
        <p:txBody>
          <a:bodyPr wrap="none" lIns="0" tIns="0" rIns="0" bIns="0" anchor="t">
            <a:noAutofit/>
          </a:bodyPr>
          <a:lstStyle>
            <a:defPPr algn="l">
              <a:defRPr sz="1031" b="0" i="0" kern="0" spc="0">
                <a:solidFill>
                  <a:srgbClr val="0A2540"/>
                </a:solidFill>
                <a:latin typeface="JetBrains Mono"/>
                <a:ea typeface="JetBrains Mono"/>
                <a:cs typeface="JetBrains Mono"/>
              </a:defRPr>
            </a:defPPr>
            <a:lvl1pPr algn="l">
              <a:defRPr sz="1031" b="0" i="0" kern="0" spc="0">
                <a:solidFill>
                  <a:srgbClr val="0A2540"/>
                </a:solidFill>
                <a:latin typeface="JetBrains Mono"/>
                <a:ea typeface="JetBrains Mono"/>
                <a:cs typeface="JetBrains Mono"/>
              </a:defRPr>
            </a:lvl1pPr>
            <a:lvl2pPr algn="l">
              <a:defRPr sz="1031" b="0" i="0" kern="0" spc="0">
                <a:solidFill>
                  <a:srgbClr val="0A2540"/>
                </a:solidFill>
                <a:latin typeface="JetBrains Mono"/>
                <a:ea typeface="JetBrains Mono"/>
                <a:cs typeface="JetBrains Mono"/>
              </a:defRPr>
            </a:lvl2pPr>
            <a:lvl3pPr algn="l">
              <a:defRPr sz="1031" b="0" i="0" kern="0" spc="0">
                <a:solidFill>
                  <a:srgbClr val="0A2540"/>
                </a:solidFill>
                <a:latin typeface="JetBrains Mono"/>
                <a:ea typeface="JetBrains Mono"/>
                <a:cs typeface="JetBrains Mono"/>
              </a:defRPr>
            </a:lvl3pPr>
            <a:lvl4pPr algn="l">
              <a:defRPr sz="1031" b="0" i="0" kern="0" spc="0">
                <a:solidFill>
                  <a:srgbClr val="0A2540"/>
                </a:solidFill>
                <a:latin typeface="JetBrains Mono"/>
                <a:ea typeface="JetBrains Mono"/>
                <a:cs typeface="JetBrains Mono"/>
              </a:defRPr>
            </a:lvl4pPr>
            <a:lvl5pPr algn="l">
              <a:defRPr sz="1031" b="0" i="0" kern="0" spc="0">
                <a:solidFill>
                  <a:srgbClr val="0A2540"/>
                </a:solidFill>
                <a:latin typeface="JetBrains Mono"/>
                <a:ea typeface="JetBrains Mono"/>
                <a:cs typeface="JetBrains Mono"/>
              </a:defRPr>
            </a:lvl5pPr>
            <a:lvl6pPr algn="l">
              <a:defRPr sz="1031" b="0" i="0" kern="0" spc="0">
                <a:solidFill>
                  <a:srgbClr val="0A2540"/>
                </a:solidFill>
                <a:latin typeface="JetBrains Mono"/>
                <a:ea typeface="JetBrains Mono"/>
                <a:cs typeface="JetBrains Mono"/>
              </a:defRPr>
            </a:lvl6pPr>
            <a:lvl7pPr algn="l">
              <a:defRPr sz="1031" b="0" i="0" kern="0" spc="0">
                <a:solidFill>
                  <a:srgbClr val="0A2540"/>
                </a:solidFill>
                <a:latin typeface="JetBrains Mono"/>
                <a:ea typeface="JetBrains Mono"/>
                <a:cs typeface="JetBrains Mono"/>
              </a:defRPr>
            </a:lvl7pPr>
            <a:lvl8pPr algn="l">
              <a:defRPr sz="1031" b="0" i="0" kern="0" spc="0">
                <a:solidFill>
                  <a:srgbClr val="0A2540"/>
                </a:solidFill>
                <a:latin typeface="JetBrains Mono"/>
                <a:ea typeface="JetBrains Mono"/>
                <a:cs typeface="JetBrains Mono"/>
              </a:defRPr>
            </a:lvl8pPr>
            <a:lvl9pPr algn="l">
              <a:defRPr sz="1031" b="0" i="0" kern="0" spc="0">
                <a:solidFill>
                  <a:srgbClr val="0A2540"/>
                </a:solidFill>
                <a:latin typeface="JetBrains Mono"/>
                <a:ea typeface="JetBrains Mono"/>
                <a:cs typeface="JetBrains Mono"/>
              </a:defRPr>
            </a:lvl9pPr>
          </a:lstStyle>
          <a:p>
            <a:pPr algn="l">
              <a:lnSpc>
                <a:spcPct val="100000"/>
              </a:lnSpc>
              <a:buNone/>
              <a:defRPr sz="1031" b="0" i="0" kern="0" spc="0">
                <a:solidFill>
                  <a:srgbClr val="0A2540"/>
                </a:solidFill>
                <a:latin typeface="JetBrains Mono"/>
                <a:ea typeface="JetBrains Mono"/>
                <a:cs typeface="JetBrains Mono"/>
              </a:defRPr>
            </a:pPr>
            <a:r>
              <a:rPr sz="1031" b="0" i="0" kern="0" spc="0">
                <a:solidFill>
                  <a:srgbClr val="0A2540"/>
                </a:solidFill>
                <a:latin typeface="JetBrains Mono"/>
                <a:ea typeface="JetBrains Mono"/>
                <a:cs typeface="JetBrains Mono"/>
              </a:rPr>
              <a:t>s</a:t>
            </a:r>
          </a:p>
        </p:txBody>
      </p:sp>
      <p:sp>
        <p:nvSpPr>
          <p:cNvPr id="42" name="s13 text 15">
            <a:extLst>
              <a:ext uri="{FF2B5EF4-FFF2-40B4-BE49-F238E27FC236}">
                <a16:creationId xmlns:a16="http://schemas.microsoft.com/office/drawing/2014/main" id="{9E2607FE-179E-4440-B938-EA761B4D9C23}"/>
              </a:ext>
            </a:extLst>
          </p:cNvPr>
          <p:cNvSpPr>
            <a:spLocks noGrp="1"/>
          </p:cNvSpPr>
          <p:nvPr/>
        </p:nvSpPr>
        <p:spPr>
          <a:xfrm>
            <a:off x="1142505" y="3840194"/>
            <a:ext cx="1288732" cy="238573"/>
          </a:xfrm>
          <a:prstGeom prst="rect">
            <a:avLst/>
          </a:prstGeom>
          <a:noFill/>
          <a:ln w="0">
            <a:noFill/>
            <a:prstDash val="solid"/>
          </a:ln>
        </p:spPr>
        <p:txBody>
          <a:bodyPr wrap="none" lIns="0" tIns="0" rIns="0" bIns="0" anchor="t">
            <a:noAutofit/>
          </a:bodyPr>
          <a:lstStyle>
            <a:defPPr algn="l">
              <a:defRPr sz="1237" b="0" i="0" kern="0" spc="-9">
                <a:solidFill>
                  <a:srgbClr val="0A2540"/>
                </a:solidFill>
                <a:latin typeface="JetBrains Mono"/>
                <a:ea typeface="JetBrains Mono"/>
                <a:cs typeface="JetBrains Mono"/>
              </a:defRPr>
            </a:defPPr>
            <a:lvl1pPr algn="l">
              <a:defRPr sz="1237" b="0" i="0" kern="0" spc="-9">
                <a:solidFill>
                  <a:srgbClr val="0A2540"/>
                </a:solidFill>
                <a:latin typeface="JetBrains Mono"/>
                <a:ea typeface="JetBrains Mono"/>
                <a:cs typeface="JetBrains Mono"/>
              </a:defRPr>
            </a:lvl1pPr>
            <a:lvl2pPr algn="l">
              <a:defRPr sz="1237" b="0" i="0" kern="0" spc="-9">
                <a:solidFill>
                  <a:srgbClr val="0A2540"/>
                </a:solidFill>
                <a:latin typeface="JetBrains Mono"/>
                <a:ea typeface="JetBrains Mono"/>
                <a:cs typeface="JetBrains Mono"/>
              </a:defRPr>
            </a:lvl2pPr>
            <a:lvl3pPr algn="l">
              <a:defRPr sz="1237" b="0" i="0" kern="0" spc="-9">
                <a:solidFill>
                  <a:srgbClr val="0A2540"/>
                </a:solidFill>
                <a:latin typeface="JetBrains Mono"/>
                <a:ea typeface="JetBrains Mono"/>
                <a:cs typeface="JetBrains Mono"/>
              </a:defRPr>
            </a:lvl3pPr>
            <a:lvl4pPr algn="l">
              <a:defRPr sz="1237" b="0" i="0" kern="0" spc="-9">
                <a:solidFill>
                  <a:srgbClr val="0A2540"/>
                </a:solidFill>
                <a:latin typeface="JetBrains Mono"/>
                <a:ea typeface="JetBrains Mono"/>
                <a:cs typeface="JetBrains Mono"/>
              </a:defRPr>
            </a:lvl4pPr>
            <a:lvl5pPr algn="l">
              <a:defRPr sz="1237" b="0" i="0" kern="0" spc="-9">
                <a:solidFill>
                  <a:srgbClr val="0A2540"/>
                </a:solidFill>
                <a:latin typeface="JetBrains Mono"/>
                <a:ea typeface="JetBrains Mono"/>
                <a:cs typeface="JetBrains Mono"/>
              </a:defRPr>
            </a:lvl5pPr>
            <a:lvl6pPr algn="l">
              <a:defRPr sz="1237" b="0" i="0" kern="0" spc="-9">
                <a:solidFill>
                  <a:srgbClr val="0A2540"/>
                </a:solidFill>
                <a:latin typeface="JetBrains Mono"/>
                <a:ea typeface="JetBrains Mono"/>
                <a:cs typeface="JetBrains Mono"/>
              </a:defRPr>
            </a:lvl6pPr>
            <a:lvl7pPr algn="l">
              <a:defRPr sz="1237" b="0" i="0" kern="0" spc="-9">
                <a:solidFill>
                  <a:srgbClr val="0A2540"/>
                </a:solidFill>
                <a:latin typeface="JetBrains Mono"/>
                <a:ea typeface="JetBrains Mono"/>
                <a:cs typeface="JetBrains Mono"/>
              </a:defRPr>
            </a:lvl7pPr>
            <a:lvl8pPr algn="l">
              <a:defRPr sz="1237" b="0" i="0" kern="0" spc="-9">
                <a:solidFill>
                  <a:srgbClr val="0A2540"/>
                </a:solidFill>
                <a:latin typeface="JetBrains Mono"/>
                <a:ea typeface="JetBrains Mono"/>
                <a:cs typeface="JetBrains Mono"/>
              </a:defRPr>
            </a:lvl8pPr>
            <a:lvl9pPr algn="l">
              <a:defRPr sz="1237" b="0" i="0" kern="0" spc="-9">
                <a:solidFill>
                  <a:srgbClr val="0A2540"/>
                </a:solidFill>
                <a:latin typeface="JetBrains Mono"/>
                <a:ea typeface="JetBrains Mono"/>
                <a:cs typeface="JetBrains Mono"/>
              </a:defRPr>
            </a:lvl9pPr>
          </a:lstStyle>
          <a:p>
            <a:pPr algn="l">
              <a:lnSpc>
                <a:spcPct val="100000"/>
              </a:lnSpc>
              <a:buNone/>
              <a:defRPr sz="1237" b="0" i="0" kern="0" spc="-9">
                <a:solidFill>
                  <a:srgbClr val="0A2540"/>
                </a:solidFill>
                <a:latin typeface="JetBrains Mono"/>
                <a:ea typeface="JetBrains Mono"/>
                <a:cs typeface="JetBrains Mono"/>
              </a:defRPr>
            </a:pPr>
            <a:r>
              <a:rPr sz="1237" b="0" i="0" kern="0" spc="-9">
                <a:solidFill>
                  <a:srgbClr val="0A2540"/>
                </a:solidFill>
                <a:latin typeface="JetBrains Mono"/>
                <a:ea typeface="JetBrains Mono"/>
                <a:cs typeface="JetBrains Mono"/>
              </a:rPr>
              <a:t>= 46P + 6,400</a:t>
            </a:r>
          </a:p>
        </p:txBody>
      </p:sp>
      <p:sp>
        <p:nvSpPr>
          <p:cNvPr id="43" name="s13 text 16">
            <a:extLst>
              <a:ext uri="{FF2B5EF4-FFF2-40B4-BE49-F238E27FC236}">
                <a16:creationId xmlns:a16="http://schemas.microsoft.com/office/drawing/2014/main" id="{7512A126-E802-40D1-956B-5E3B6A29132A}"/>
              </a:ext>
            </a:extLst>
          </p:cNvPr>
          <p:cNvSpPr>
            <a:spLocks noGrp="1"/>
          </p:cNvSpPr>
          <p:nvPr/>
        </p:nvSpPr>
        <p:spPr>
          <a:xfrm>
            <a:off x="721519" y="4249415"/>
            <a:ext cx="5911310"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P = price per handbag ($) · Q = handbags per year. Country A is</a:t>
            </a:r>
          </a:p>
        </p:txBody>
      </p:sp>
      <p:sp>
        <p:nvSpPr>
          <p:cNvPr id="44" name="s13 text 17">
            <a:extLst>
              <a:ext uri="{FF2B5EF4-FFF2-40B4-BE49-F238E27FC236}">
                <a16:creationId xmlns:a16="http://schemas.microsoft.com/office/drawing/2014/main" id="{C031FC2D-41E0-4687-948C-00E3D875241B}"/>
              </a:ext>
            </a:extLst>
          </p:cNvPr>
          <p:cNvSpPr>
            <a:spLocks noGrp="1"/>
          </p:cNvSpPr>
          <p:nvPr/>
        </p:nvSpPr>
        <p:spPr>
          <a:xfrm>
            <a:off x="721519" y="4528021"/>
            <a:ext cx="4787646"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a small country, so it takes the world price as given.</a:t>
            </a:r>
          </a:p>
        </p:txBody>
      </p:sp>
      <p:sp>
        <p:nvSpPr>
          <p:cNvPr id="45" name="s13 text 18">
            <a:extLst>
              <a:ext uri="{FF2B5EF4-FFF2-40B4-BE49-F238E27FC236}">
                <a16:creationId xmlns:a16="http://schemas.microsoft.com/office/drawing/2014/main" id="{195C50F3-BD04-4D45-91CA-EA20E652CF32}"/>
              </a:ext>
            </a:extLst>
          </p:cNvPr>
          <p:cNvSpPr>
            <a:spLocks noGrp="1"/>
          </p:cNvSpPr>
          <p:nvPr/>
        </p:nvSpPr>
        <p:spPr>
          <a:xfrm>
            <a:off x="7150893" y="2926705"/>
            <a:ext cx="3882676" cy="218685"/>
          </a:xfrm>
          <a:prstGeom prst="rect">
            <a:avLst/>
          </a:prstGeom>
          <a:noFill/>
          <a:ln w="0">
            <a:noFill/>
            <a:prstDash val="solid"/>
          </a:ln>
        </p:spPr>
        <p:txBody>
          <a:bodyPr wrap="none" lIns="0" tIns="0" rIns="0" bIns="0" anchor="t">
            <a:noAutofit/>
          </a:bodyPr>
          <a:lstStyle>
            <a:defPPr algn="l">
              <a:defRPr sz="1237" b="0" i="0" kern="0" spc="-9">
                <a:solidFill>
                  <a:srgbClr val="0A2540"/>
                </a:solidFill>
                <a:latin typeface="Inter SemiBold"/>
                <a:ea typeface="Inter SemiBold"/>
                <a:cs typeface="Inter SemiBold"/>
              </a:defRPr>
            </a:defPPr>
            <a:lvl1pPr algn="l">
              <a:defRPr sz="1237" b="0" i="0" kern="0" spc="-9">
                <a:solidFill>
                  <a:srgbClr val="0A2540"/>
                </a:solidFill>
                <a:latin typeface="Inter SemiBold"/>
                <a:ea typeface="Inter SemiBold"/>
                <a:cs typeface="Inter SemiBold"/>
              </a:defRPr>
            </a:lvl1pPr>
            <a:lvl2pPr algn="l">
              <a:defRPr sz="1237" b="0" i="0" kern="0" spc="-9">
                <a:solidFill>
                  <a:srgbClr val="0A2540"/>
                </a:solidFill>
                <a:latin typeface="Inter SemiBold"/>
                <a:ea typeface="Inter SemiBold"/>
                <a:cs typeface="Inter SemiBold"/>
              </a:defRPr>
            </a:lvl2pPr>
            <a:lvl3pPr algn="l">
              <a:defRPr sz="1237" b="0" i="0" kern="0" spc="-9">
                <a:solidFill>
                  <a:srgbClr val="0A2540"/>
                </a:solidFill>
                <a:latin typeface="Inter SemiBold"/>
                <a:ea typeface="Inter SemiBold"/>
                <a:cs typeface="Inter SemiBold"/>
              </a:defRPr>
            </a:lvl3pPr>
            <a:lvl4pPr algn="l">
              <a:defRPr sz="1237" b="0" i="0" kern="0" spc="-9">
                <a:solidFill>
                  <a:srgbClr val="0A2540"/>
                </a:solidFill>
                <a:latin typeface="Inter SemiBold"/>
                <a:ea typeface="Inter SemiBold"/>
                <a:cs typeface="Inter SemiBold"/>
              </a:defRPr>
            </a:lvl4pPr>
            <a:lvl5pPr algn="l">
              <a:defRPr sz="1237" b="0" i="0" kern="0" spc="-9">
                <a:solidFill>
                  <a:srgbClr val="0A2540"/>
                </a:solidFill>
                <a:latin typeface="Inter SemiBold"/>
                <a:ea typeface="Inter SemiBold"/>
                <a:cs typeface="Inter SemiBold"/>
              </a:defRPr>
            </a:lvl5pPr>
            <a:lvl6pPr algn="l">
              <a:defRPr sz="1237" b="0" i="0" kern="0" spc="-9">
                <a:solidFill>
                  <a:srgbClr val="0A2540"/>
                </a:solidFill>
                <a:latin typeface="Inter SemiBold"/>
                <a:ea typeface="Inter SemiBold"/>
                <a:cs typeface="Inter SemiBold"/>
              </a:defRPr>
            </a:lvl6pPr>
            <a:lvl7pPr algn="l">
              <a:defRPr sz="1237" b="0" i="0" kern="0" spc="-9">
                <a:solidFill>
                  <a:srgbClr val="0A2540"/>
                </a:solidFill>
                <a:latin typeface="Inter SemiBold"/>
                <a:ea typeface="Inter SemiBold"/>
                <a:cs typeface="Inter SemiBold"/>
              </a:defRPr>
            </a:lvl7pPr>
            <a:lvl8pPr algn="l">
              <a:defRPr sz="1237" b="0" i="0" kern="0" spc="-9">
                <a:solidFill>
                  <a:srgbClr val="0A2540"/>
                </a:solidFill>
                <a:latin typeface="Inter SemiBold"/>
                <a:ea typeface="Inter SemiBold"/>
                <a:cs typeface="Inter SemiBold"/>
              </a:defRPr>
            </a:lvl8pPr>
            <a:lvl9pPr algn="l">
              <a:defRPr sz="1237" b="0" i="0" kern="0" spc="-9">
                <a:solidFill>
                  <a:srgbClr val="0A2540"/>
                </a:solidFill>
                <a:latin typeface="Inter SemiBold"/>
                <a:ea typeface="Inter SemiBold"/>
                <a:cs typeface="Inter SemiBold"/>
              </a:defRPr>
            </a:lvl9pPr>
          </a:lstStyle>
          <a:p>
            <a:pPr algn="l">
              <a:lnSpc>
                <a:spcPct val="100000"/>
              </a:lnSpc>
              <a:buNone/>
              <a:defRPr sz="1237" b="0" i="0" kern="0" spc="-9">
                <a:solidFill>
                  <a:srgbClr val="0A2540"/>
                </a:solidFill>
                <a:latin typeface="Inter SemiBold"/>
                <a:ea typeface="Inter SemiBold"/>
                <a:cs typeface="Inter SemiBold"/>
              </a:defRPr>
            </a:pPr>
            <a:r>
              <a:rPr sz="1237" b="0" i="0" kern="0" spc="-9">
                <a:solidFill>
                  <a:srgbClr val="0A2540"/>
                </a:solidFill>
                <a:latin typeface="Inter SemiBold"/>
                <a:ea typeface="Inter SemiBold"/>
                <a:cs typeface="Inter SemiBold"/>
              </a:rPr>
              <a:t>The method — the same three moves in every part</a:t>
            </a:r>
          </a:p>
        </p:txBody>
      </p:sp>
      <p:sp>
        <p:nvSpPr>
          <p:cNvPr id="46" name="s13 text 19">
            <a:extLst>
              <a:ext uri="{FF2B5EF4-FFF2-40B4-BE49-F238E27FC236}">
                <a16:creationId xmlns:a16="http://schemas.microsoft.com/office/drawing/2014/main" id="{AB6CB817-44D7-4DB0-AC19-C7768090060F}"/>
              </a:ext>
            </a:extLst>
          </p:cNvPr>
          <p:cNvSpPr>
            <a:spLocks noGrp="1"/>
          </p:cNvSpPr>
          <p:nvPr/>
        </p:nvSpPr>
        <p:spPr>
          <a:xfrm>
            <a:off x="7293768" y="3214464"/>
            <a:ext cx="1033653" cy="308146"/>
          </a:xfrm>
          <a:prstGeom prst="rect">
            <a:avLst/>
          </a:prstGeom>
          <a:noFill/>
          <a:ln w="0">
            <a:noFill/>
            <a:prstDash val="solid"/>
          </a:ln>
        </p:spPr>
        <p:txBody>
          <a:bodyPr wrap="none" lIns="0" tIns="0" rIns="0" bIns="0" anchor="t">
            <a:noAutofit/>
          </a:bodyPr>
          <a:lstStyle>
            <a:defPPr algn="l">
              <a:defRPr sz="1744" b="1" i="0" kern="0" spc="-9">
                <a:solidFill>
                  <a:srgbClr val="0A2540"/>
                </a:solidFill>
                <a:latin typeface="Inter"/>
                <a:ea typeface="Inter"/>
                <a:cs typeface="Inter"/>
              </a:defRPr>
            </a:defPPr>
            <a:lvl1pPr algn="l">
              <a:defRPr sz="1744" b="1" i="0" kern="0" spc="-9">
                <a:solidFill>
                  <a:srgbClr val="0A2540"/>
                </a:solidFill>
                <a:latin typeface="Inter"/>
                <a:ea typeface="Inter"/>
                <a:cs typeface="Inter"/>
              </a:defRPr>
            </a:lvl1pPr>
            <a:lvl2pPr algn="l">
              <a:defRPr sz="1744" b="1" i="0" kern="0" spc="-9">
                <a:solidFill>
                  <a:srgbClr val="0A2540"/>
                </a:solidFill>
                <a:latin typeface="Inter"/>
                <a:ea typeface="Inter"/>
                <a:cs typeface="Inter"/>
              </a:defRPr>
            </a:lvl2pPr>
            <a:lvl3pPr algn="l">
              <a:defRPr sz="1744" b="1" i="0" kern="0" spc="-9">
                <a:solidFill>
                  <a:srgbClr val="0A2540"/>
                </a:solidFill>
                <a:latin typeface="Inter"/>
                <a:ea typeface="Inter"/>
                <a:cs typeface="Inter"/>
              </a:defRPr>
            </a:lvl3pPr>
            <a:lvl4pPr algn="l">
              <a:defRPr sz="1744" b="1" i="0" kern="0" spc="-9">
                <a:solidFill>
                  <a:srgbClr val="0A2540"/>
                </a:solidFill>
                <a:latin typeface="Inter"/>
                <a:ea typeface="Inter"/>
                <a:cs typeface="Inter"/>
              </a:defRPr>
            </a:lvl4pPr>
            <a:lvl5pPr algn="l">
              <a:defRPr sz="1744" b="1" i="0" kern="0" spc="-9">
                <a:solidFill>
                  <a:srgbClr val="0A2540"/>
                </a:solidFill>
                <a:latin typeface="Inter"/>
                <a:ea typeface="Inter"/>
                <a:cs typeface="Inter"/>
              </a:defRPr>
            </a:lvl5pPr>
            <a:lvl6pPr algn="l">
              <a:defRPr sz="1744" b="1" i="0" kern="0" spc="-9">
                <a:solidFill>
                  <a:srgbClr val="0A2540"/>
                </a:solidFill>
                <a:latin typeface="Inter"/>
                <a:ea typeface="Inter"/>
                <a:cs typeface="Inter"/>
              </a:defRPr>
            </a:lvl6pPr>
            <a:lvl7pPr algn="l">
              <a:defRPr sz="1744" b="1" i="0" kern="0" spc="-9">
                <a:solidFill>
                  <a:srgbClr val="0A2540"/>
                </a:solidFill>
                <a:latin typeface="Inter"/>
                <a:ea typeface="Inter"/>
                <a:cs typeface="Inter"/>
              </a:defRPr>
            </a:lvl7pPr>
            <a:lvl8pPr algn="l">
              <a:defRPr sz="1744" b="1" i="0" kern="0" spc="-9">
                <a:solidFill>
                  <a:srgbClr val="0A2540"/>
                </a:solidFill>
                <a:latin typeface="Inter"/>
                <a:ea typeface="Inter"/>
                <a:cs typeface="Inter"/>
              </a:defRPr>
            </a:lvl8pPr>
            <a:lvl9pPr algn="l">
              <a:defRPr sz="1744" b="1" i="0" kern="0" spc="-9">
                <a:solidFill>
                  <a:srgbClr val="0A2540"/>
                </a:solidFill>
                <a:latin typeface="Inter"/>
                <a:ea typeface="Inter"/>
                <a:cs typeface="Inter"/>
              </a:defRPr>
            </a:lvl9pPr>
          </a:lstStyle>
          <a:p>
            <a:pPr algn="l">
              <a:lnSpc>
                <a:spcPct val="100000"/>
              </a:lnSpc>
              <a:buNone/>
              <a:defRPr sz="1744" b="1" i="0" kern="0" spc="-9">
                <a:solidFill>
                  <a:srgbClr val="0A2540"/>
                </a:solidFill>
                <a:latin typeface="Inter"/>
                <a:ea typeface="Inter"/>
                <a:cs typeface="Inter"/>
              </a:defRPr>
            </a:pPr>
            <a:r>
              <a:rPr sz="1744" b="1" i="0" kern="0" spc="-9">
                <a:solidFill>
                  <a:srgbClr val="0A2540"/>
                </a:solidFill>
                <a:latin typeface="Inter"/>
                <a:ea typeface="Inter"/>
                <a:cs typeface="Inter"/>
              </a:rPr>
              <a:t>Autarky:</a:t>
            </a:r>
          </a:p>
        </p:txBody>
      </p:sp>
      <p:sp>
        <p:nvSpPr>
          <p:cNvPr id="47" name="s13 text 20">
            <a:extLst>
              <a:ext uri="{FF2B5EF4-FFF2-40B4-BE49-F238E27FC236}">
                <a16:creationId xmlns:a16="http://schemas.microsoft.com/office/drawing/2014/main" id="{582A4AA7-B34D-4BEF-9679-5B10D1133D4E}"/>
              </a:ext>
            </a:extLst>
          </p:cNvPr>
          <p:cNvSpPr>
            <a:spLocks noGrp="1"/>
          </p:cNvSpPr>
          <p:nvPr/>
        </p:nvSpPr>
        <p:spPr>
          <a:xfrm>
            <a:off x="8290853" y="3214464"/>
            <a:ext cx="407003" cy="308146"/>
          </a:xfrm>
          <a:prstGeom prst="rect">
            <a:avLst/>
          </a:prstGeom>
          <a:noFill/>
          <a:ln w="0">
            <a:noFill/>
            <a:prstDash val="solid"/>
          </a:ln>
        </p:spPr>
        <p:txBody>
          <a:bodyPr wrap="none" lIns="0" tIns="0" rIns="0" bIns="0" anchor="t">
            <a:noAutofit/>
          </a:bodyPr>
          <a:lstStyle>
            <a:defPPr algn="l">
              <a:defRPr sz="1744" b="0" i="0" kern="0" spc="-13">
                <a:solidFill>
                  <a:srgbClr val="0A2540"/>
                </a:solidFill>
                <a:latin typeface="Inter"/>
                <a:ea typeface="Inter"/>
                <a:cs typeface="Inter"/>
              </a:defRPr>
            </a:defPPr>
            <a:lvl1pPr algn="l">
              <a:defRPr sz="1744" b="0" i="0" kern="0" spc="-13">
                <a:solidFill>
                  <a:srgbClr val="0A2540"/>
                </a:solidFill>
                <a:latin typeface="Inter"/>
                <a:ea typeface="Inter"/>
                <a:cs typeface="Inter"/>
              </a:defRPr>
            </a:lvl1pPr>
            <a:lvl2pPr algn="l">
              <a:defRPr sz="1744" b="0" i="0" kern="0" spc="-13">
                <a:solidFill>
                  <a:srgbClr val="0A2540"/>
                </a:solidFill>
                <a:latin typeface="Inter"/>
                <a:ea typeface="Inter"/>
                <a:cs typeface="Inter"/>
              </a:defRPr>
            </a:lvl2pPr>
            <a:lvl3pPr algn="l">
              <a:defRPr sz="1744" b="0" i="0" kern="0" spc="-13">
                <a:solidFill>
                  <a:srgbClr val="0A2540"/>
                </a:solidFill>
                <a:latin typeface="Inter"/>
                <a:ea typeface="Inter"/>
                <a:cs typeface="Inter"/>
              </a:defRPr>
            </a:lvl3pPr>
            <a:lvl4pPr algn="l">
              <a:defRPr sz="1744" b="0" i="0" kern="0" spc="-13">
                <a:solidFill>
                  <a:srgbClr val="0A2540"/>
                </a:solidFill>
                <a:latin typeface="Inter"/>
                <a:ea typeface="Inter"/>
                <a:cs typeface="Inter"/>
              </a:defRPr>
            </a:lvl4pPr>
            <a:lvl5pPr algn="l">
              <a:defRPr sz="1744" b="0" i="0" kern="0" spc="-13">
                <a:solidFill>
                  <a:srgbClr val="0A2540"/>
                </a:solidFill>
                <a:latin typeface="Inter"/>
                <a:ea typeface="Inter"/>
                <a:cs typeface="Inter"/>
              </a:defRPr>
            </a:lvl5pPr>
            <a:lvl6pPr algn="l">
              <a:defRPr sz="1744" b="0" i="0" kern="0" spc="-13">
                <a:solidFill>
                  <a:srgbClr val="0A2540"/>
                </a:solidFill>
                <a:latin typeface="Inter"/>
                <a:ea typeface="Inter"/>
                <a:cs typeface="Inter"/>
              </a:defRPr>
            </a:lvl6pPr>
            <a:lvl7pPr algn="l">
              <a:defRPr sz="1744" b="0" i="0" kern="0" spc="-13">
                <a:solidFill>
                  <a:srgbClr val="0A2540"/>
                </a:solidFill>
                <a:latin typeface="Inter"/>
                <a:ea typeface="Inter"/>
                <a:cs typeface="Inter"/>
              </a:defRPr>
            </a:lvl7pPr>
            <a:lvl8pPr algn="l">
              <a:defRPr sz="1744" b="0" i="0" kern="0" spc="-13">
                <a:solidFill>
                  <a:srgbClr val="0A2540"/>
                </a:solidFill>
                <a:latin typeface="Inter"/>
                <a:ea typeface="Inter"/>
                <a:cs typeface="Inter"/>
              </a:defRPr>
            </a:lvl8pPr>
            <a:lvl9pPr algn="l">
              <a:defRPr sz="1744" b="0" i="0" kern="0" spc="-13">
                <a:solidFill>
                  <a:srgbClr val="0A2540"/>
                </a:solidFill>
                <a:latin typeface="Inter"/>
                <a:ea typeface="Inter"/>
                <a:cs typeface="Inter"/>
              </a:defRPr>
            </a:lvl9pPr>
          </a:lstStyle>
          <a:p>
            <a:pPr algn="l">
              <a:lnSpc>
                <a:spcPct val="100000"/>
              </a:lnSpc>
              <a:buNone/>
              <a:defRPr sz="1744" b="0" i="0" kern="0" spc="-13">
                <a:solidFill>
                  <a:srgbClr val="0A2540"/>
                </a:solidFill>
                <a:latin typeface="Inter"/>
                <a:ea typeface="Inter"/>
                <a:cs typeface="Inter"/>
              </a:defRPr>
            </a:pPr>
            <a:r>
              <a:rPr sz="1744" b="0" i="0" kern="0" spc="-13">
                <a:solidFill>
                  <a:srgbClr val="0A2540"/>
                </a:solidFill>
                <a:latin typeface="Inter"/>
                <a:ea typeface="Inter"/>
                <a:cs typeface="Inter"/>
              </a:rPr>
              <a:t>set</a:t>
            </a:r>
          </a:p>
        </p:txBody>
      </p:sp>
      <p:sp>
        <p:nvSpPr>
          <p:cNvPr id="48" name="s13 text 21">
            <a:extLst>
              <a:ext uri="{FF2B5EF4-FFF2-40B4-BE49-F238E27FC236}">
                <a16:creationId xmlns:a16="http://schemas.microsoft.com/office/drawing/2014/main" id="{710149D4-D416-48D6-B4AA-EF830F76851A}"/>
              </a:ext>
            </a:extLst>
          </p:cNvPr>
          <p:cNvSpPr>
            <a:spLocks noGrp="1"/>
          </p:cNvSpPr>
          <p:nvPr/>
        </p:nvSpPr>
        <p:spPr>
          <a:xfrm>
            <a:off x="8667043" y="3216668"/>
            <a:ext cx="208169" cy="316000"/>
          </a:xfrm>
          <a:prstGeom prst="rect">
            <a:avLst/>
          </a:prstGeom>
          <a:noFill/>
          <a:ln w="0">
            <a:noFill/>
            <a:prstDash val="solid"/>
          </a:ln>
        </p:spPr>
        <p:txBody>
          <a:bodyPr wrap="none" lIns="0" tIns="0" rIns="0" bIns="0" anchor="t">
            <a:noAutofit/>
          </a:bodyPr>
          <a:lstStyle>
            <a:defPPr algn="l">
              <a:defRPr sz="1639" b="0" i="0" kern="0" spc="0">
                <a:solidFill>
                  <a:srgbClr val="0A2540"/>
                </a:solidFill>
                <a:latin typeface="JetBrains Mono"/>
                <a:ea typeface="JetBrains Mono"/>
                <a:cs typeface="JetBrains Mono"/>
              </a:defRPr>
            </a:defPPr>
            <a:lvl1pPr algn="l">
              <a:defRPr sz="1639" b="0" i="0" kern="0" spc="0">
                <a:solidFill>
                  <a:srgbClr val="0A2540"/>
                </a:solidFill>
                <a:latin typeface="JetBrains Mono"/>
                <a:ea typeface="JetBrains Mono"/>
                <a:cs typeface="JetBrains Mono"/>
              </a:defRPr>
            </a:lvl1pPr>
            <a:lvl2pPr algn="l">
              <a:defRPr sz="1639" b="0" i="0" kern="0" spc="0">
                <a:solidFill>
                  <a:srgbClr val="0A2540"/>
                </a:solidFill>
                <a:latin typeface="JetBrains Mono"/>
                <a:ea typeface="JetBrains Mono"/>
                <a:cs typeface="JetBrains Mono"/>
              </a:defRPr>
            </a:lvl2pPr>
            <a:lvl3pPr algn="l">
              <a:defRPr sz="1639" b="0" i="0" kern="0" spc="0">
                <a:solidFill>
                  <a:srgbClr val="0A2540"/>
                </a:solidFill>
                <a:latin typeface="JetBrains Mono"/>
                <a:ea typeface="JetBrains Mono"/>
                <a:cs typeface="JetBrains Mono"/>
              </a:defRPr>
            </a:lvl3pPr>
            <a:lvl4pPr algn="l">
              <a:defRPr sz="1639" b="0" i="0" kern="0" spc="0">
                <a:solidFill>
                  <a:srgbClr val="0A2540"/>
                </a:solidFill>
                <a:latin typeface="JetBrains Mono"/>
                <a:ea typeface="JetBrains Mono"/>
                <a:cs typeface="JetBrains Mono"/>
              </a:defRPr>
            </a:lvl4pPr>
            <a:lvl5pPr algn="l">
              <a:defRPr sz="1639" b="0" i="0" kern="0" spc="0">
                <a:solidFill>
                  <a:srgbClr val="0A2540"/>
                </a:solidFill>
                <a:latin typeface="JetBrains Mono"/>
                <a:ea typeface="JetBrains Mono"/>
                <a:cs typeface="JetBrains Mono"/>
              </a:defRPr>
            </a:lvl5pPr>
            <a:lvl6pPr algn="l">
              <a:defRPr sz="1639" b="0" i="0" kern="0" spc="0">
                <a:solidFill>
                  <a:srgbClr val="0A2540"/>
                </a:solidFill>
                <a:latin typeface="JetBrains Mono"/>
                <a:ea typeface="JetBrains Mono"/>
                <a:cs typeface="JetBrains Mono"/>
              </a:defRPr>
            </a:lvl6pPr>
            <a:lvl7pPr algn="l">
              <a:defRPr sz="1639" b="0" i="0" kern="0" spc="0">
                <a:solidFill>
                  <a:srgbClr val="0A2540"/>
                </a:solidFill>
                <a:latin typeface="JetBrains Mono"/>
                <a:ea typeface="JetBrains Mono"/>
                <a:cs typeface="JetBrains Mono"/>
              </a:defRPr>
            </a:lvl7pPr>
            <a:lvl8pPr algn="l">
              <a:defRPr sz="1639" b="0" i="0" kern="0" spc="0">
                <a:solidFill>
                  <a:srgbClr val="0A2540"/>
                </a:solidFill>
                <a:latin typeface="JetBrains Mono"/>
                <a:ea typeface="JetBrains Mono"/>
                <a:cs typeface="JetBrains Mono"/>
              </a:defRPr>
            </a:lvl8pPr>
            <a:lvl9pPr algn="l">
              <a:defRPr sz="1639" b="0" i="0" kern="0" spc="0">
                <a:solidFill>
                  <a:srgbClr val="0A2540"/>
                </a:solidFill>
                <a:latin typeface="JetBrains Mono"/>
                <a:ea typeface="JetBrains Mono"/>
                <a:cs typeface="JetBrains Mono"/>
              </a:defRPr>
            </a:lvl9pPr>
          </a:lstStyle>
          <a:p>
            <a:pPr algn="l">
              <a:lnSpc>
                <a:spcPct val="100000"/>
              </a:lnSpc>
              <a:buNone/>
              <a:defRPr sz="1639" b="0" i="0" kern="0" spc="0">
                <a:solidFill>
                  <a:srgbClr val="0A2540"/>
                </a:solidFill>
                <a:latin typeface="JetBrains Mono"/>
                <a:ea typeface="JetBrains Mono"/>
                <a:cs typeface="JetBrains Mono"/>
              </a:defRPr>
            </a:pPr>
            <a:r>
              <a:rPr sz="1639" b="0" i="0" kern="0" spc="0">
                <a:solidFill>
                  <a:srgbClr val="0A2540"/>
                </a:solidFill>
                <a:latin typeface="JetBrains Mono"/>
                <a:ea typeface="JetBrains Mono"/>
                <a:cs typeface="JetBrains Mono"/>
              </a:rPr>
              <a:t>Q</a:t>
            </a:r>
          </a:p>
        </p:txBody>
      </p:sp>
      <p:sp>
        <p:nvSpPr>
          <p:cNvPr id="49" name="s13 text 22">
            <a:extLst>
              <a:ext uri="{FF2B5EF4-FFF2-40B4-BE49-F238E27FC236}">
                <a16:creationId xmlns:a16="http://schemas.microsoft.com/office/drawing/2014/main" id="{0ABCEEAC-D833-4AA2-AA73-D4CB7EC0C677}"/>
              </a:ext>
            </a:extLst>
          </p:cNvPr>
          <p:cNvSpPr>
            <a:spLocks noGrp="1"/>
          </p:cNvSpPr>
          <p:nvPr/>
        </p:nvSpPr>
        <p:spPr>
          <a:xfrm>
            <a:off x="8790830" y="3300859"/>
            <a:ext cx="173488" cy="263297"/>
          </a:xfrm>
          <a:prstGeom prst="rect">
            <a:avLst/>
          </a:prstGeom>
          <a:noFill/>
          <a:ln w="0">
            <a:noFill/>
            <a:prstDash val="solid"/>
          </a:ln>
        </p:spPr>
        <p:txBody>
          <a:bodyPr wrap="none" lIns="0" tIns="0" rIns="0" bIns="0" anchor="t">
            <a:noAutofit/>
          </a:bodyPr>
          <a:lstStyle>
            <a:defPPr algn="l">
              <a:defRPr sz="1366" b="0" i="0" kern="0" spc="0">
                <a:solidFill>
                  <a:srgbClr val="0A2540"/>
                </a:solidFill>
                <a:latin typeface="JetBrains Mono"/>
                <a:ea typeface="JetBrains Mono"/>
                <a:cs typeface="JetBrains Mono"/>
              </a:defRPr>
            </a:defPPr>
            <a:lvl1pPr algn="l">
              <a:defRPr sz="1366" b="0" i="0" kern="0" spc="0">
                <a:solidFill>
                  <a:srgbClr val="0A2540"/>
                </a:solidFill>
                <a:latin typeface="JetBrains Mono"/>
                <a:ea typeface="JetBrains Mono"/>
                <a:cs typeface="JetBrains Mono"/>
              </a:defRPr>
            </a:lvl1pPr>
            <a:lvl2pPr algn="l">
              <a:defRPr sz="1366" b="0" i="0" kern="0" spc="0">
                <a:solidFill>
                  <a:srgbClr val="0A2540"/>
                </a:solidFill>
                <a:latin typeface="JetBrains Mono"/>
                <a:ea typeface="JetBrains Mono"/>
                <a:cs typeface="JetBrains Mono"/>
              </a:defRPr>
            </a:lvl2pPr>
            <a:lvl3pPr algn="l">
              <a:defRPr sz="1366" b="0" i="0" kern="0" spc="0">
                <a:solidFill>
                  <a:srgbClr val="0A2540"/>
                </a:solidFill>
                <a:latin typeface="JetBrains Mono"/>
                <a:ea typeface="JetBrains Mono"/>
                <a:cs typeface="JetBrains Mono"/>
              </a:defRPr>
            </a:lvl3pPr>
            <a:lvl4pPr algn="l">
              <a:defRPr sz="1366" b="0" i="0" kern="0" spc="0">
                <a:solidFill>
                  <a:srgbClr val="0A2540"/>
                </a:solidFill>
                <a:latin typeface="JetBrains Mono"/>
                <a:ea typeface="JetBrains Mono"/>
                <a:cs typeface="JetBrains Mono"/>
              </a:defRPr>
            </a:lvl4pPr>
            <a:lvl5pPr algn="l">
              <a:defRPr sz="1366" b="0" i="0" kern="0" spc="0">
                <a:solidFill>
                  <a:srgbClr val="0A2540"/>
                </a:solidFill>
                <a:latin typeface="JetBrains Mono"/>
                <a:ea typeface="JetBrains Mono"/>
                <a:cs typeface="JetBrains Mono"/>
              </a:defRPr>
            </a:lvl5pPr>
            <a:lvl6pPr algn="l">
              <a:defRPr sz="1366" b="0" i="0" kern="0" spc="0">
                <a:solidFill>
                  <a:srgbClr val="0A2540"/>
                </a:solidFill>
                <a:latin typeface="JetBrains Mono"/>
                <a:ea typeface="JetBrains Mono"/>
                <a:cs typeface="JetBrains Mono"/>
              </a:defRPr>
            </a:lvl6pPr>
            <a:lvl7pPr algn="l">
              <a:defRPr sz="1366" b="0" i="0" kern="0" spc="0">
                <a:solidFill>
                  <a:srgbClr val="0A2540"/>
                </a:solidFill>
                <a:latin typeface="JetBrains Mono"/>
                <a:ea typeface="JetBrains Mono"/>
                <a:cs typeface="JetBrains Mono"/>
              </a:defRPr>
            </a:lvl7pPr>
            <a:lvl8pPr algn="l">
              <a:defRPr sz="1366" b="0" i="0" kern="0" spc="0">
                <a:solidFill>
                  <a:srgbClr val="0A2540"/>
                </a:solidFill>
                <a:latin typeface="JetBrains Mono"/>
                <a:ea typeface="JetBrains Mono"/>
                <a:cs typeface="JetBrains Mono"/>
              </a:defRPr>
            </a:lvl8pPr>
            <a:lvl9pPr algn="l">
              <a:defRPr sz="1366" b="0" i="0" kern="0" spc="0">
                <a:solidFill>
                  <a:srgbClr val="0A2540"/>
                </a:solidFill>
                <a:latin typeface="JetBrains Mono"/>
                <a:ea typeface="JetBrains Mono"/>
                <a:cs typeface="JetBrains Mono"/>
              </a:defRPr>
            </a:lvl9pPr>
          </a:lstStyle>
          <a:p>
            <a:pPr algn="l">
              <a:lnSpc>
                <a:spcPct val="100000"/>
              </a:lnSpc>
              <a:buNone/>
              <a:defRPr sz="1366" b="0" i="0" kern="0" spc="0">
                <a:solidFill>
                  <a:srgbClr val="0A2540"/>
                </a:solidFill>
                <a:latin typeface="JetBrains Mono"/>
                <a:ea typeface="JetBrains Mono"/>
                <a:cs typeface="JetBrains Mono"/>
              </a:defRPr>
            </a:pPr>
            <a:r>
              <a:rPr sz="1366" b="0" i="0" kern="0" spc="0">
                <a:solidFill>
                  <a:srgbClr val="0A2540"/>
                </a:solidFill>
                <a:latin typeface="JetBrains Mono"/>
                <a:ea typeface="JetBrains Mono"/>
                <a:cs typeface="JetBrains Mono"/>
              </a:rPr>
              <a:t>d</a:t>
            </a:r>
          </a:p>
        </p:txBody>
      </p:sp>
      <p:sp>
        <p:nvSpPr>
          <p:cNvPr id="50" name="s13 text 23">
            <a:extLst>
              <a:ext uri="{FF2B5EF4-FFF2-40B4-BE49-F238E27FC236}">
                <a16:creationId xmlns:a16="http://schemas.microsoft.com/office/drawing/2014/main" id="{B9F612E9-5C2F-4BEE-9BF5-15A94F229920}"/>
              </a:ext>
            </a:extLst>
          </p:cNvPr>
          <p:cNvSpPr>
            <a:spLocks noGrp="1"/>
          </p:cNvSpPr>
          <p:nvPr/>
        </p:nvSpPr>
        <p:spPr>
          <a:xfrm>
            <a:off x="9017439" y="3216668"/>
            <a:ext cx="457981"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 Q</a:t>
            </a:r>
          </a:p>
        </p:txBody>
      </p:sp>
      <p:sp>
        <p:nvSpPr>
          <p:cNvPr id="51" name="s13 text 24">
            <a:extLst>
              <a:ext uri="{FF2B5EF4-FFF2-40B4-BE49-F238E27FC236}">
                <a16:creationId xmlns:a16="http://schemas.microsoft.com/office/drawing/2014/main" id="{120E55EA-B210-4FE1-A017-B9940AD56FC7}"/>
              </a:ext>
            </a:extLst>
          </p:cNvPr>
          <p:cNvSpPr>
            <a:spLocks noGrp="1"/>
          </p:cNvSpPr>
          <p:nvPr/>
        </p:nvSpPr>
        <p:spPr>
          <a:xfrm>
            <a:off x="9388561" y="3300859"/>
            <a:ext cx="173488" cy="263297"/>
          </a:xfrm>
          <a:prstGeom prst="rect">
            <a:avLst/>
          </a:prstGeom>
          <a:noFill/>
          <a:ln w="0">
            <a:noFill/>
            <a:prstDash val="solid"/>
          </a:ln>
        </p:spPr>
        <p:txBody>
          <a:bodyPr wrap="none" lIns="0" tIns="0" rIns="0" bIns="0" anchor="t">
            <a:noAutofit/>
          </a:bodyPr>
          <a:lstStyle>
            <a:defPPr algn="l">
              <a:defRPr sz="1366" b="0" i="0" kern="0" spc="0">
                <a:solidFill>
                  <a:srgbClr val="0A2540"/>
                </a:solidFill>
                <a:latin typeface="JetBrains Mono"/>
                <a:ea typeface="JetBrains Mono"/>
                <a:cs typeface="JetBrains Mono"/>
              </a:defRPr>
            </a:defPPr>
            <a:lvl1pPr algn="l">
              <a:defRPr sz="1366" b="0" i="0" kern="0" spc="0">
                <a:solidFill>
                  <a:srgbClr val="0A2540"/>
                </a:solidFill>
                <a:latin typeface="JetBrains Mono"/>
                <a:ea typeface="JetBrains Mono"/>
                <a:cs typeface="JetBrains Mono"/>
              </a:defRPr>
            </a:lvl1pPr>
            <a:lvl2pPr algn="l">
              <a:defRPr sz="1366" b="0" i="0" kern="0" spc="0">
                <a:solidFill>
                  <a:srgbClr val="0A2540"/>
                </a:solidFill>
                <a:latin typeface="JetBrains Mono"/>
                <a:ea typeface="JetBrains Mono"/>
                <a:cs typeface="JetBrains Mono"/>
              </a:defRPr>
            </a:lvl2pPr>
            <a:lvl3pPr algn="l">
              <a:defRPr sz="1366" b="0" i="0" kern="0" spc="0">
                <a:solidFill>
                  <a:srgbClr val="0A2540"/>
                </a:solidFill>
                <a:latin typeface="JetBrains Mono"/>
                <a:ea typeface="JetBrains Mono"/>
                <a:cs typeface="JetBrains Mono"/>
              </a:defRPr>
            </a:lvl3pPr>
            <a:lvl4pPr algn="l">
              <a:defRPr sz="1366" b="0" i="0" kern="0" spc="0">
                <a:solidFill>
                  <a:srgbClr val="0A2540"/>
                </a:solidFill>
                <a:latin typeface="JetBrains Mono"/>
                <a:ea typeface="JetBrains Mono"/>
                <a:cs typeface="JetBrains Mono"/>
              </a:defRPr>
            </a:lvl4pPr>
            <a:lvl5pPr algn="l">
              <a:defRPr sz="1366" b="0" i="0" kern="0" spc="0">
                <a:solidFill>
                  <a:srgbClr val="0A2540"/>
                </a:solidFill>
                <a:latin typeface="JetBrains Mono"/>
                <a:ea typeface="JetBrains Mono"/>
                <a:cs typeface="JetBrains Mono"/>
              </a:defRPr>
            </a:lvl5pPr>
            <a:lvl6pPr algn="l">
              <a:defRPr sz="1366" b="0" i="0" kern="0" spc="0">
                <a:solidFill>
                  <a:srgbClr val="0A2540"/>
                </a:solidFill>
                <a:latin typeface="JetBrains Mono"/>
                <a:ea typeface="JetBrains Mono"/>
                <a:cs typeface="JetBrains Mono"/>
              </a:defRPr>
            </a:lvl6pPr>
            <a:lvl7pPr algn="l">
              <a:defRPr sz="1366" b="0" i="0" kern="0" spc="0">
                <a:solidFill>
                  <a:srgbClr val="0A2540"/>
                </a:solidFill>
                <a:latin typeface="JetBrains Mono"/>
                <a:ea typeface="JetBrains Mono"/>
                <a:cs typeface="JetBrains Mono"/>
              </a:defRPr>
            </a:lvl7pPr>
            <a:lvl8pPr algn="l">
              <a:defRPr sz="1366" b="0" i="0" kern="0" spc="0">
                <a:solidFill>
                  <a:srgbClr val="0A2540"/>
                </a:solidFill>
                <a:latin typeface="JetBrains Mono"/>
                <a:ea typeface="JetBrains Mono"/>
                <a:cs typeface="JetBrains Mono"/>
              </a:defRPr>
            </a:lvl8pPr>
            <a:lvl9pPr algn="l">
              <a:defRPr sz="1366" b="0" i="0" kern="0" spc="0">
                <a:solidFill>
                  <a:srgbClr val="0A2540"/>
                </a:solidFill>
                <a:latin typeface="JetBrains Mono"/>
                <a:ea typeface="JetBrains Mono"/>
                <a:cs typeface="JetBrains Mono"/>
              </a:defRPr>
            </a:lvl9pPr>
          </a:lstStyle>
          <a:p>
            <a:pPr algn="l">
              <a:lnSpc>
                <a:spcPct val="100000"/>
              </a:lnSpc>
              <a:buNone/>
              <a:defRPr sz="1366" b="0" i="0" kern="0" spc="0">
                <a:solidFill>
                  <a:srgbClr val="0A2540"/>
                </a:solidFill>
                <a:latin typeface="JetBrains Mono"/>
                <a:ea typeface="JetBrains Mono"/>
                <a:cs typeface="JetBrains Mono"/>
              </a:defRPr>
            </a:pPr>
            <a:r>
              <a:rPr sz="1366" b="0" i="0" kern="0" spc="0">
                <a:solidFill>
                  <a:srgbClr val="0A2540"/>
                </a:solidFill>
                <a:latin typeface="JetBrains Mono"/>
                <a:ea typeface="JetBrains Mono"/>
                <a:cs typeface="JetBrains Mono"/>
              </a:rPr>
              <a:t>s</a:t>
            </a:r>
          </a:p>
        </p:txBody>
      </p:sp>
      <p:sp>
        <p:nvSpPr>
          <p:cNvPr id="52" name="s13 text 25">
            <a:extLst>
              <a:ext uri="{FF2B5EF4-FFF2-40B4-BE49-F238E27FC236}">
                <a16:creationId xmlns:a16="http://schemas.microsoft.com/office/drawing/2014/main" id="{23DBCF9C-A5DB-4218-B188-29EFBFE16BC8}"/>
              </a:ext>
            </a:extLst>
          </p:cNvPr>
          <p:cNvSpPr>
            <a:spLocks noGrp="1"/>
          </p:cNvSpPr>
          <p:nvPr/>
        </p:nvSpPr>
        <p:spPr>
          <a:xfrm>
            <a:off x="9552618" y="3214464"/>
            <a:ext cx="1449229" cy="308146"/>
          </a:xfrm>
          <a:prstGeom prst="rect">
            <a:avLst/>
          </a:prstGeom>
          <a:noFill/>
          <a:ln w="0">
            <a:noFill/>
            <a:prstDash val="solid"/>
          </a:ln>
        </p:spPr>
        <p:txBody>
          <a:bodyPr wrap="none" lIns="0" tIns="0" rIns="0" bIns="0" anchor="t">
            <a:noAutofit/>
          </a:bodyPr>
          <a:lstStyle>
            <a:defPPr algn="l">
              <a:defRPr sz="1744" b="0" i="0" kern="0" spc="-10">
                <a:solidFill>
                  <a:srgbClr val="0A2540"/>
                </a:solidFill>
                <a:latin typeface="Inter"/>
                <a:ea typeface="Inter"/>
                <a:cs typeface="Inter"/>
              </a:defRPr>
            </a:defPPr>
            <a:lvl1pPr algn="l">
              <a:defRPr sz="1744" b="0" i="0" kern="0" spc="-10">
                <a:solidFill>
                  <a:srgbClr val="0A2540"/>
                </a:solidFill>
                <a:latin typeface="Inter"/>
                <a:ea typeface="Inter"/>
                <a:cs typeface="Inter"/>
              </a:defRPr>
            </a:lvl1pPr>
            <a:lvl2pPr algn="l">
              <a:defRPr sz="1744" b="0" i="0" kern="0" spc="-10">
                <a:solidFill>
                  <a:srgbClr val="0A2540"/>
                </a:solidFill>
                <a:latin typeface="Inter"/>
                <a:ea typeface="Inter"/>
                <a:cs typeface="Inter"/>
              </a:defRPr>
            </a:lvl2pPr>
            <a:lvl3pPr algn="l">
              <a:defRPr sz="1744" b="0" i="0" kern="0" spc="-10">
                <a:solidFill>
                  <a:srgbClr val="0A2540"/>
                </a:solidFill>
                <a:latin typeface="Inter"/>
                <a:ea typeface="Inter"/>
                <a:cs typeface="Inter"/>
              </a:defRPr>
            </a:lvl3pPr>
            <a:lvl4pPr algn="l">
              <a:defRPr sz="1744" b="0" i="0" kern="0" spc="-10">
                <a:solidFill>
                  <a:srgbClr val="0A2540"/>
                </a:solidFill>
                <a:latin typeface="Inter"/>
                <a:ea typeface="Inter"/>
                <a:cs typeface="Inter"/>
              </a:defRPr>
            </a:lvl4pPr>
            <a:lvl5pPr algn="l">
              <a:defRPr sz="1744" b="0" i="0" kern="0" spc="-10">
                <a:solidFill>
                  <a:srgbClr val="0A2540"/>
                </a:solidFill>
                <a:latin typeface="Inter"/>
                <a:ea typeface="Inter"/>
                <a:cs typeface="Inter"/>
              </a:defRPr>
            </a:lvl5pPr>
            <a:lvl6pPr algn="l">
              <a:defRPr sz="1744" b="0" i="0" kern="0" spc="-10">
                <a:solidFill>
                  <a:srgbClr val="0A2540"/>
                </a:solidFill>
                <a:latin typeface="Inter"/>
                <a:ea typeface="Inter"/>
                <a:cs typeface="Inter"/>
              </a:defRPr>
            </a:lvl6pPr>
            <a:lvl7pPr algn="l">
              <a:defRPr sz="1744" b="0" i="0" kern="0" spc="-10">
                <a:solidFill>
                  <a:srgbClr val="0A2540"/>
                </a:solidFill>
                <a:latin typeface="Inter"/>
                <a:ea typeface="Inter"/>
                <a:cs typeface="Inter"/>
              </a:defRPr>
            </a:lvl7pPr>
            <a:lvl8pPr algn="l">
              <a:defRPr sz="1744" b="0" i="0" kern="0" spc="-10">
                <a:solidFill>
                  <a:srgbClr val="0A2540"/>
                </a:solidFill>
                <a:latin typeface="Inter"/>
                <a:ea typeface="Inter"/>
                <a:cs typeface="Inter"/>
              </a:defRPr>
            </a:lvl8pPr>
            <a:lvl9pPr algn="l">
              <a:defRPr sz="1744" b="0" i="0" kern="0" spc="-10">
                <a:solidFill>
                  <a:srgbClr val="0A2540"/>
                </a:solidFill>
                <a:latin typeface="Inter"/>
                <a:ea typeface="Inter"/>
                <a:cs typeface="Inter"/>
              </a:defRPr>
            </a:lvl9pPr>
          </a:lstStyle>
          <a:p>
            <a:pPr algn="l">
              <a:lnSpc>
                <a:spcPct val="100000"/>
              </a:lnSpc>
              <a:buNone/>
              <a:defRPr sz="1744" b="0" i="0" kern="0" spc="-10">
                <a:solidFill>
                  <a:srgbClr val="0A2540"/>
                </a:solidFill>
                <a:latin typeface="Inter"/>
                <a:ea typeface="Inter"/>
                <a:cs typeface="Inter"/>
              </a:defRPr>
            </a:pPr>
            <a:r>
              <a:rPr sz="1744" b="0" i="0" kern="0" spc="-10">
                <a:solidFill>
                  <a:srgbClr val="0A2540"/>
                </a:solidFill>
                <a:latin typeface="Inter"/>
                <a:ea typeface="Inter"/>
                <a:cs typeface="Inter"/>
              </a:rPr>
              <a:t>and solve for</a:t>
            </a:r>
          </a:p>
        </p:txBody>
      </p:sp>
      <p:sp>
        <p:nvSpPr>
          <p:cNvPr id="53" name="s13 text 26">
            <a:extLst>
              <a:ext uri="{FF2B5EF4-FFF2-40B4-BE49-F238E27FC236}">
                <a16:creationId xmlns:a16="http://schemas.microsoft.com/office/drawing/2014/main" id="{D7313E01-62D8-4384-AFA4-F818D1C56F70}"/>
              </a:ext>
            </a:extLst>
          </p:cNvPr>
          <p:cNvSpPr>
            <a:spLocks noGrp="1"/>
          </p:cNvSpPr>
          <p:nvPr/>
        </p:nvSpPr>
        <p:spPr>
          <a:xfrm>
            <a:off x="10959628" y="3216668"/>
            <a:ext cx="208169" cy="316000"/>
          </a:xfrm>
          <a:prstGeom prst="rect">
            <a:avLst/>
          </a:prstGeom>
          <a:noFill/>
          <a:ln w="0">
            <a:noFill/>
            <a:prstDash val="solid"/>
          </a:ln>
        </p:spPr>
        <p:txBody>
          <a:bodyPr wrap="none" lIns="0" tIns="0" rIns="0" bIns="0" anchor="t">
            <a:noAutofit/>
          </a:bodyPr>
          <a:lstStyle>
            <a:defPPr algn="l">
              <a:defRPr sz="1639" b="0" i="0" kern="0" spc="0">
                <a:solidFill>
                  <a:srgbClr val="0A2540"/>
                </a:solidFill>
                <a:latin typeface="JetBrains Mono"/>
                <a:ea typeface="JetBrains Mono"/>
                <a:cs typeface="JetBrains Mono"/>
              </a:defRPr>
            </a:defPPr>
            <a:lvl1pPr algn="l">
              <a:defRPr sz="1639" b="0" i="0" kern="0" spc="0">
                <a:solidFill>
                  <a:srgbClr val="0A2540"/>
                </a:solidFill>
                <a:latin typeface="JetBrains Mono"/>
                <a:ea typeface="JetBrains Mono"/>
                <a:cs typeface="JetBrains Mono"/>
              </a:defRPr>
            </a:lvl1pPr>
            <a:lvl2pPr algn="l">
              <a:defRPr sz="1639" b="0" i="0" kern="0" spc="0">
                <a:solidFill>
                  <a:srgbClr val="0A2540"/>
                </a:solidFill>
                <a:latin typeface="JetBrains Mono"/>
                <a:ea typeface="JetBrains Mono"/>
                <a:cs typeface="JetBrains Mono"/>
              </a:defRPr>
            </a:lvl2pPr>
            <a:lvl3pPr algn="l">
              <a:defRPr sz="1639" b="0" i="0" kern="0" spc="0">
                <a:solidFill>
                  <a:srgbClr val="0A2540"/>
                </a:solidFill>
                <a:latin typeface="JetBrains Mono"/>
                <a:ea typeface="JetBrains Mono"/>
                <a:cs typeface="JetBrains Mono"/>
              </a:defRPr>
            </a:lvl3pPr>
            <a:lvl4pPr algn="l">
              <a:defRPr sz="1639" b="0" i="0" kern="0" spc="0">
                <a:solidFill>
                  <a:srgbClr val="0A2540"/>
                </a:solidFill>
                <a:latin typeface="JetBrains Mono"/>
                <a:ea typeface="JetBrains Mono"/>
                <a:cs typeface="JetBrains Mono"/>
              </a:defRPr>
            </a:lvl4pPr>
            <a:lvl5pPr algn="l">
              <a:defRPr sz="1639" b="0" i="0" kern="0" spc="0">
                <a:solidFill>
                  <a:srgbClr val="0A2540"/>
                </a:solidFill>
                <a:latin typeface="JetBrains Mono"/>
                <a:ea typeface="JetBrains Mono"/>
                <a:cs typeface="JetBrains Mono"/>
              </a:defRPr>
            </a:lvl5pPr>
            <a:lvl6pPr algn="l">
              <a:defRPr sz="1639" b="0" i="0" kern="0" spc="0">
                <a:solidFill>
                  <a:srgbClr val="0A2540"/>
                </a:solidFill>
                <a:latin typeface="JetBrains Mono"/>
                <a:ea typeface="JetBrains Mono"/>
                <a:cs typeface="JetBrains Mono"/>
              </a:defRPr>
            </a:lvl6pPr>
            <a:lvl7pPr algn="l">
              <a:defRPr sz="1639" b="0" i="0" kern="0" spc="0">
                <a:solidFill>
                  <a:srgbClr val="0A2540"/>
                </a:solidFill>
                <a:latin typeface="JetBrains Mono"/>
                <a:ea typeface="JetBrains Mono"/>
                <a:cs typeface="JetBrains Mono"/>
              </a:defRPr>
            </a:lvl7pPr>
            <a:lvl8pPr algn="l">
              <a:defRPr sz="1639" b="0" i="0" kern="0" spc="0">
                <a:solidFill>
                  <a:srgbClr val="0A2540"/>
                </a:solidFill>
                <a:latin typeface="JetBrains Mono"/>
                <a:ea typeface="JetBrains Mono"/>
                <a:cs typeface="JetBrains Mono"/>
              </a:defRPr>
            </a:lvl8pPr>
            <a:lvl9pPr algn="l">
              <a:defRPr sz="1639" b="0" i="0" kern="0" spc="0">
                <a:solidFill>
                  <a:srgbClr val="0A2540"/>
                </a:solidFill>
                <a:latin typeface="JetBrains Mono"/>
                <a:ea typeface="JetBrains Mono"/>
                <a:cs typeface="JetBrains Mono"/>
              </a:defRPr>
            </a:lvl9pPr>
          </a:lstStyle>
          <a:p>
            <a:pPr algn="l">
              <a:lnSpc>
                <a:spcPct val="100000"/>
              </a:lnSpc>
              <a:buNone/>
              <a:defRPr sz="1639" b="0" i="0" kern="0" spc="0">
                <a:solidFill>
                  <a:srgbClr val="0A2540"/>
                </a:solidFill>
                <a:latin typeface="JetBrains Mono"/>
                <a:ea typeface="JetBrains Mono"/>
                <a:cs typeface="JetBrains Mono"/>
              </a:defRPr>
            </a:pPr>
            <a:r>
              <a:rPr sz="1639" b="0" i="0" kern="0" spc="0">
                <a:solidFill>
                  <a:srgbClr val="0A2540"/>
                </a:solidFill>
                <a:latin typeface="JetBrains Mono"/>
                <a:ea typeface="JetBrains Mono"/>
                <a:cs typeface="JetBrains Mono"/>
              </a:rPr>
              <a:t>P</a:t>
            </a:r>
          </a:p>
        </p:txBody>
      </p:sp>
      <p:sp>
        <p:nvSpPr>
          <p:cNvPr id="54" name="s13 text 27">
            <a:extLst>
              <a:ext uri="{FF2B5EF4-FFF2-40B4-BE49-F238E27FC236}">
                <a16:creationId xmlns:a16="http://schemas.microsoft.com/office/drawing/2014/main" id="{96E14F44-E1E1-4926-99C2-AC3A7369B482}"/>
              </a:ext>
            </a:extLst>
          </p:cNvPr>
          <p:cNvSpPr>
            <a:spLocks noGrp="1"/>
          </p:cNvSpPr>
          <p:nvPr/>
        </p:nvSpPr>
        <p:spPr>
          <a:xfrm>
            <a:off x="11083416" y="3214464"/>
            <a:ext cx="1031939" cy="308146"/>
          </a:xfrm>
          <a:prstGeom prst="rect">
            <a:avLst/>
          </a:prstGeom>
          <a:noFill/>
          <a:ln w="0">
            <a:noFill/>
            <a:prstDash val="solid"/>
          </a:ln>
        </p:spPr>
        <p:txBody>
          <a:bodyPr wrap="none" lIns="0" tIns="0" rIns="0" bIns="0" anchor="t">
            <a:noAutofit/>
          </a:bodyPr>
          <a:lstStyle>
            <a:defPPr algn="l">
              <a:defRPr sz="1744" b="0" i="0" kern="0" spc="-10">
                <a:solidFill>
                  <a:srgbClr val="0A2540"/>
                </a:solidFill>
                <a:latin typeface="Inter"/>
                <a:ea typeface="Inter"/>
                <a:cs typeface="Inter"/>
              </a:defRPr>
            </a:defPPr>
            <a:lvl1pPr algn="l">
              <a:defRPr sz="1744" b="0" i="0" kern="0" spc="-10">
                <a:solidFill>
                  <a:srgbClr val="0A2540"/>
                </a:solidFill>
                <a:latin typeface="Inter"/>
                <a:ea typeface="Inter"/>
                <a:cs typeface="Inter"/>
              </a:defRPr>
            </a:lvl1pPr>
            <a:lvl2pPr algn="l">
              <a:defRPr sz="1744" b="0" i="0" kern="0" spc="-10">
                <a:solidFill>
                  <a:srgbClr val="0A2540"/>
                </a:solidFill>
                <a:latin typeface="Inter"/>
                <a:ea typeface="Inter"/>
                <a:cs typeface="Inter"/>
              </a:defRPr>
            </a:lvl2pPr>
            <a:lvl3pPr algn="l">
              <a:defRPr sz="1744" b="0" i="0" kern="0" spc="-10">
                <a:solidFill>
                  <a:srgbClr val="0A2540"/>
                </a:solidFill>
                <a:latin typeface="Inter"/>
                <a:ea typeface="Inter"/>
                <a:cs typeface="Inter"/>
              </a:defRPr>
            </a:lvl3pPr>
            <a:lvl4pPr algn="l">
              <a:defRPr sz="1744" b="0" i="0" kern="0" spc="-10">
                <a:solidFill>
                  <a:srgbClr val="0A2540"/>
                </a:solidFill>
                <a:latin typeface="Inter"/>
                <a:ea typeface="Inter"/>
                <a:cs typeface="Inter"/>
              </a:defRPr>
            </a:lvl4pPr>
            <a:lvl5pPr algn="l">
              <a:defRPr sz="1744" b="0" i="0" kern="0" spc="-10">
                <a:solidFill>
                  <a:srgbClr val="0A2540"/>
                </a:solidFill>
                <a:latin typeface="Inter"/>
                <a:ea typeface="Inter"/>
                <a:cs typeface="Inter"/>
              </a:defRPr>
            </a:lvl5pPr>
            <a:lvl6pPr algn="l">
              <a:defRPr sz="1744" b="0" i="0" kern="0" spc="-10">
                <a:solidFill>
                  <a:srgbClr val="0A2540"/>
                </a:solidFill>
                <a:latin typeface="Inter"/>
                <a:ea typeface="Inter"/>
                <a:cs typeface="Inter"/>
              </a:defRPr>
            </a:lvl6pPr>
            <a:lvl7pPr algn="l">
              <a:defRPr sz="1744" b="0" i="0" kern="0" spc="-10">
                <a:solidFill>
                  <a:srgbClr val="0A2540"/>
                </a:solidFill>
                <a:latin typeface="Inter"/>
                <a:ea typeface="Inter"/>
                <a:cs typeface="Inter"/>
              </a:defRPr>
            </a:lvl7pPr>
            <a:lvl8pPr algn="l">
              <a:defRPr sz="1744" b="0" i="0" kern="0" spc="-10">
                <a:solidFill>
                  <a:srgbClr val="0A2540"/>
                </a:solidFill>
                <a:latin typeface="Inter"/>
                <a:ea typeface="Inter"/>
                <a:cs typeface="Inter"/>
              </a:defRPr>
            </a:lvl8pPr>
            <a:lvl9pPr algn="l">
              <a:defRPr sz="1744" b="0" i="0" kern="0" spc="-10">
                <a:solidFill>
                  <a:srgbClr val="0A2540"/>
                </a:solidFill>
                <a:latin typeface="Inter"/>
                <a:ea typeface="Inter"/>
                <a:cs typeface="Inter"/>
              </a:defRPr>
            </a:lvl9pPr>
          </a:lstStyle>
          <a:p>
            <a:pPr algn="l">
              <a:lnSpc>
                <a:spcPct val="100000"/>
              </a:lnSpc>
              <a:buNone/>
              <a:defRPr sz="1744" b="0" i="0" kern="0" spc="-10">
                <a:solidFill>
                  <a:srgbClr val="0A2540"/>
                </a:solidFill>
                <a:latin typeface="Inter"/>
                <a:ea typeface="Inter"/>
                <a:cs typeface="Inter"/>
              </a:defRPr>
            </a:pPr>
            <a:r>
              <a:rPr sz="1744" b="0" i="0" kern="0" spc="-10">
                <a:solidFill>
                  <a:srgbClr val="0A2540"/>
                </a:solidFill>
                <a:latin typeface="Inter"/>
                <a:ea typeface="Inter"/>
                <a:cs typeface="Inter"/>
              </a:rPr>
              <a:t>, then for</a:t>
            </a:r>
          </a:p>
        </p:txBody>
      </p:sp>
      <p:sp>
        <p:nvSpPr>
          <p:cNvPr id="55" name="s13 text 28">
            <a:extLst>
              <a:ext uri="{FF2B5EF4-FFF2-40B4-BE49-F238E27FC236}">
                <a16:creationId xmlns:a16="http://schemas.microsoft.com/office/drawing/2014/main" id="{B00E7A85-FABB-467E-9292-01778D096F75}"/>
              </a:ext>
            </a:extLst>
          </p:cNvPr>
          <p:cNvSpPr>
            <a:spLocks noGrp="1"/>
          </p:cNvSpPr>
          <p:nvPr/>
        </p:nvSpPr>
        <p:spPr>
          <a:xfrm>
            <a:off x="12076509" y="3216668"/>
            <a:ext cx="208169" cy="316000"/>
          </a:xfrm>
          <a:prstGeom prst="rect">
            <a:avLst/>
          </a:prstGeom>
          <a:noFill/>
          <a:ln w="0">
            <a:noFill/>
            <a:prstDash val="solid"/>
          </a:ln>
        </p:spPr>
        <p:txBody>
          <a:bodyPr wrap="none" lIns="0" tIns="0" rIns="0" bIns="0" anchor="t">
            <a:noAutofit/>
          </a:bodyPr>
          <a:lstStyle>
            <a:defPPr algn="l">
              <a:defRPr sz="1639" b="0" i="0" kern="0" spc="0">
                <a:solidFill>
                  <a:srgbClr val="0A2540"/>
                </a:solidFill>
                <a:latin typeface="JetBrains Mono"/>
                <a:ea typeface="JetBrains Mono"/>
                <a:cs typeface="JetBrains Mono"/>
              </a:defRPr>
            </a:defPPr>
            <a:lvl1pPr algn="l">
              <a:defRPr sz="1639" b="0" i="0" kern="0" spc="0">
                <a:solidFill>
                  <a:srgbClr val="0A2540"/>
                </a:solidFill>
                <a:latin typeface="JetBrains Mono"/>
                <a:ea typeface="JetBrains Mono"/>
                <a:cs typeface="JetBrains Mono"/>
              </a:defRPr>
            </a:lvl1pPr>
            <a:lvl2pPr algn="l">
              <a:defRPr sz="1639" b="0" i="0" kern="0" spc="0">
                <a:solidFill>
                  <a:srgbClr val="0A2540"/>
                </a:solidFill>
                <a:latin typeface="JetBrains Mono"/>
                <a:ea typeface="JetBrains Mono"/>
                <a:cs typeface="JetBrains Mono"/>
              </a:defRPr>
            </a:lvl2pPr>
            <a:lvl3pPr algn="l">
              <a:defRPr sz="1639" b="0" i="0" kern="0" spc="0">
                <a:solidFill>
                  <a:srgbClr val="0A2540"/>
                </a:solidFill>
                <a:latin typeface="JetBrains Mono"/>
                <a:ea typeface="JetBrains Mono"/>
                <a:cs typeface="JetBrains Mono"/>
              </a:defRPr>
            </a:lvl3pPr>
            <a:lvl4pPr algn="l">
              <a:defRPr sz="1639" b="0" i="0" kern="0" spc="0">
                <a:solidFill>
                  <a:srgbClr val="0A2540"/>
                </a:solidFill>
                <a:latin typeface="JetBrains Mono"/>
                <a:ea typeface="JetBrains Mono"/>
                <a:cs typeface="JetBrains Mono"/>
              </a:defRPr>
            </a:lvl4pPr>
            <a:lvl5pPr algn="l">
              <a:defRPr sz="1639" b="0" i="0" kern="0" spc="0">
                <a:solidFill>
                  <a:srgbClr val="0A2540"/>
                </a:solidFill>
                <a:latin typeface="JetBrains Mono"/>
                <a:ea typeface="JetBrains Mono"/>
                <a:cs typeface="JetBrains Mono"/>
              </a:defRPr>
            </a:lvl5pPr>
            <a:lvl6pPr algn="l">
              <a:defRPr sz="1639" b="0" i="0" kern="0" spc="0">
                <a:solidFill>
                  <a:srgbClr val="0A2540"/>
                </a:solidFill>
                <a:latin typeface="JetBrains Mono"/>
                <a:ea typeface="JetBrains Mono"/>
                <a:cs typeface="JetBrains Mono"/>
              </a:defRPr>
            </a:lvl6pPr>
            <a:lvl7pPr algn="l">
              <a:defRPr sz="1639" b="0" i="0" kern="0" spc="0">
                <a:solidFill>
                  <a:srgbClr val="0A2540"/>
                </a:solidFill>
                <a:latin typeface="JetBrains Mono"/>
                <a:ea typeface="JetBrains Mono"/>
                <a:cs typeface="JetBrains Mono"/>
              </a:defRPr>
            </a:lvl7pPr>
            <a:lvl8pPr algn="l">
              <a:defRPr sz="1639" b="0" i="0" kern="0" spc="0">
                <a:solidFill>
                  <a:srgbClr val="0A2540"/>
                </a:solidFill>
                <a:latin typeface="JetBrains Mono"/>
                <a:ea typeface="JetBrains Mono"/>
                <a:cs typeface="JetBrains Mono"/>
              </a:defRPr>
            </a:lvl8pPr>
            <a:lvl9pPr algn="l">
              <a:defRPr sz="1639" b="0" i="0" kern="0" spc="0">
                <a:solidFill>
                  <a:srgbClr val="0A2540"/>
                </a:solidFill>
                <a:latin typeface="JetBrains Mono"/>
                <a:ea typeface="JetBrains Mono"/>
                <a:cs typeface="JetBrains Mono"/>
              </a:defRPr>
            </a:lvl9pPr>
          </a:lstStyle>
          <a:p>
            <a:pPr algn="l">
              <a:lnSpc>
                <a:spcPct val="100000"/>
              </a:lnSpc>
              <a:buNone/>
              <a:defRPr sz="1639" b="0" i="0" kern="0" spc="0">
                <a:solidFill>
                  <a:srgbClr val="0A2540"/>
                </a:solidFill>
                <a:latin typeface="JetBrains Mono"/>
                <a:ea typeface="JetBrains Mono"/>
                <a:cs typeface="JetBrains Mono"/>
              </a:defRPr>
            </a:pPr>
            <a:r>
              <a:rPr sz="1639" b="0" i="0" kern="0" spc="0">
                <a:solidFill>
                  <a:srgbClr val="0A2540"/>
                </a:solidFill>
                <a:latin typeface="JetBrains Mono"/>
                <a:ea typeface="JetBrains Mono"/>
                <a:cs typeface="JetBrains Mono"/>
              </a:rPr>
              <a:t>Q</a:t>
            </a:r>
          </a:p>
        </p:txBody>
      </p:sp>
      <p:sp>
        <p:nvSpPr>
          <p:cNvPr id="56" name="s13 text 29">
            <a:extLst>
              <a:ext uri="{FF2B5EF4-FFF2-40B4-BE49-F238E27FC236}">
                <a16:creationId xmlns:a16="http://schemas.microsoft.com/office/drawing/2014/main" id="{78691CDC-10EA-4AED-A764-6783B6DC02C4}"/>
              </a:ext>
            </a:extLst>
          </p:cNvPr>
          <p:cNvSpPr>
            <a:spLocks noGrp="1"/>
          </p:cNvSpPr>
          <p:nvPr/>
        </p:nvSpPr>
        <p:spPr>
          <a:xfrm>
            <a:off x="12200296" y="3214464"/>
            <a:ext cx="152400" cy="308146"/>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Inter"/>
                <a:ea typeface="Inter"/>
                <a:cs typeface="Inter"/>
              </a:defRPr>
            </a:defPPr>
            <a:lvl1pPr algn="l">
              <a:defRPr sz="1744" b="0" i="0" kern="0" spc="0">
                <a:solidFill>
                  <a:srgbClr val="0A2540"/>
                </a:solidFill>
                <a:latin typeface="Inter"/>
                <a:ea typeface="Inter"/>
                <a:cs typeface="Inter"/>
              </a:defRPr>
            </a:lvl1pPr>
            <a:lvl2pPr algn="l">
              <a:defRPr sz="1744" b="0" i="0" kern="0" spc="0">
                <a:solidFill>
                  <a:srgbClr val="0A2540"/>
                </a:solidFill>
                <a:latin typeface="Inter"/>
                <a:ea typeface="Inter"/>
                <a:cs typeface="Inter"/>
              </a:defRPr>
            </a:lvl2pPr>
            <a:lvl3pPr algn="l">
              <a:defRPr sz="1744" b="0" i="0" kern="0" spc="0">
                <a:solidFill>
                  <a:srgbClr val="0A2540"/>
                </a:solidFill>
                <a:latin typeface="Inter"/>
                <a:ea typeface="Inter"/>
                <a:cs typeface="Inter"/>
              </a:defRPr>
            </a:lvl3pPr>
            <a:lvl4pPr algn="l">
              <a:defRPr sz="1744" b="0" i="0" kern="0" spc="0">
                <a:solidFill>
                  <a:srgbClr val="0A2540"/>
                </a:solidFill>
                <a:latin typeface="Inter"/>
                <a:ea typeface="Inter"/>
                <a:cs typeface="Inter"/>
              </a:defRPr>
            </a:lvl4pPr>
            <a:lvl5pPr algn="l">
              <a:defRPr sz="1744" b="0" i="0" kern="0" spc="0">
                <a:solidFill>
                  <a:srgbClr val="0A2540"/>
                </a:solidFill>
                <a:latin typeface="Inter"/>
                <a:ea typeface="Inter"/>
                <a:cs typeface="Inter"/>
              </a:defRPr>
            </a:lvl5pPr>
            <a:lvl6pPr algn="l">
              <a:defRPr sz="1744" b="0" i="0" kern="0" spc="0">
                <a:solidFill>
                  <a:srgbClr val="0A2540"/>
                </a:solidFill>
                <a:latin typeface="Inter"/>
                <a:ea typeface="Inter"/>
                <a:cs typeface="Inter"/>
              </a:defRPr>
            </a:lvl6pPr>
            <a:lvl7pPr algn="l">
              <a:defRPr sz="1744" b="0" i="0" kern="0" spc="0">
                <a:solidFill>
                  <a:srgbClr val="0A2540"/>
                </a:solidFill>
                <a:latin typeface="Inter"/>
                <a:ea typeface="Inter"/>
                <a:cs typeface="Inter"/>
              </a:defRPr>
            </a:lvl7pPr>
            <a:lvl8pPr algn="l">
              <a:defRPr sz="1744" b="0" i="0" kern="0" spc="0">
                <a:solidFill>
                  <a:srgbClr val="0A2540"/>
                </a:solidFill>
                <a:latin typeface="Inter"/>
                <a:ea typeface="Inter"/>
                <a:cs typeface="Inter"/>
              </a:defRPr>
            </a:lvl8pPr>
            <a:lvl9pPr algn="l">
              <a:defRPr sz="1744" b="0" i="0" kern="0" spc="0">
                <a:solidFill>
                  <a:srgbClr val="0A2540"/>
                </a:solidFill>
                <a:latin typeface="Inter"/>
                <a:ea typeface="Inter"/>
                <a:cs typeface="Inter"/>
              </a:defRPr>
            </a:lvl9pPr>
          </a:lstStyle>
          <a:p>
            <a:pPr algn="l">
              <a:lnSpc>
                <a:spcPct val="100000"/>
              </a:lnSpc>
              <a:buNone/>
              <a:defRPr sz="1744" b="0" i="0" kern="0" spc="0">
                <a:solidFill>
                  <a:srgbClr val="0A2540"/>
                </a:solidFill>
                <a:latin typeface="Inter"/>
                <a:ea typeface="Inter"/>
                <a:cs typeface="Inter"/>
              </a:defRPr>
            </a:pPr>
            <a:r>
              <a:rPr sz="1744" b="0" i="0" kern="0" spc="0">
                <a:solidFill>
                  <a:srgbClr val="0A2540"/>
                </a:solidFill>
                <a:latin typeface="Inter"/>
                <a:ea typeface="Inter"/>
                <a:cs typeface="Inter"/>
              </a:rPr>
              <a:t>.</a:t>
            </a:r>
          </a:p>
        </p:txBody>
      </p:sp>
      <p:sp>
        <p:nvSpPr>
          <p:cNvPr id="57" name="s13 text 30">
            <a:extLst>
              <a:ext uri="{FF2B5EF4-FFF2-40B4-BE49-F238E27FC236}">
                <a16:creationId xmlns:a16="http://schemas.microsoft.com/office/drawing/2014/main" id="{C3D99B82-EA32-44F7-AEA7-230AC1983D58}"/>
              </a:ext>
            </a:extLst>
          </p:cNvPr>
          <p:cNvSpPr>
            <a:spLocks noGrp="1"/>
          </p:cNvSpPr>
          <p:nvPr/>
        </p:nvSpPr>
        <p:spPr>
          <a:xfrm>
            <a:off x="7293768" y="3607370"/>
            <a:ext cx="1257586" cy="308146"/>
          </a:xfrm>
          <a:prstGeom prst="rect">
            <a:avLst/>
          </a:prstGeom>
          <a:noFill/>
          <a:ln w="0">
            <a:noFill/>
            <a:prstDash val="solid"/>
          </a:ln>
        </p:spPr>
        <p:txBody>
          <a:bodyPr wrap="none" lIns="0" tIns="0" rIns="0" bIns="0" anchor="t">
            <a:noAutofit/>
          </a:bodyPr>
          <a:lstStyle>
            <a:defPPr algn="l">
              <a:defRPr sz="1744" b="1" i="0" kern="0" spc="-9">
                <a:solidFill>
                  <a:srgbClr val="0A2540"/>
                </a:solidFill>
                <a:latin typeface="Inter"/>
                <a:ea typeface="Inter"/>
                <a:cs typeface="Inter"/>
              </a:defRPr>
            </a:defPPr>
            <a:lvl1pPr algn="l">
              <a:defRPr sz="1744" b="1" i="0" kern="0" spc="-9">
                <a:solidFill>
                  <a:srgbClr val="0A2540"/>
                </a:solidFill>
                <a:latin typeface="Inter"/>
                <a:ea typeface="Inter"/>
                <a:cs typeface="Inter"/>
              </a:defRPr>
            </a:lvl1pPr>
            <a:lvl2pPr algn="l">
              <a:defRPr sz="1744" b="1" i="0" kern="0" spc="-9">
                <a:solidFill>
                  <a:srgbClr val="0A2540"/>
                </a:solidFill>
                <a:latin typeface="Inter"/>
                <a:ea typeface="Inter"/>
                <a:cs typeface="Inter"/>
              </a:defRPr>
            </a:lvl2pPr>
            <a:lvl3pPr algn="l">
              <a:defRPr sz="1744" b="1" i="0" kern="0" spc="-9">
                <a:solidFill>
                  <a:srgbClr val="0A2540"/>
                </a:solidFill>
                <a:latin typeface="Inter"/>
                <a:ea typeface="Inter"/>
                <a:cs typeface="Inter"/>
              </a:defRPr>
            </a:lvl3pPr>
            <a:lvl4pPr algn="l">
              <a:defRPr sz="1744" b="1" i="0" kern="0" spc="-9">
                <a:solidFill>
                  <a:srgbClr val="0A2540"/>
                </a:solidFill>
                <a:latin typeface="Inter"/>
                <a:ea typeface="Inter"/>
                <a:cs typeface="Inter"/>
              </a:defRPr>
            </a:lvl4pPr>
            <a:lvl5pPr algn="l">
              <a:defRPr sz="1744" b="1" i="0" kern="0" spc="-9">
                <a:solidFill>
                  <a:srgbClr val="0A2540"/>
                </a:solidFill>
                <a:latin typeface="Inter"/>
                <a:ea typeface="Inter"/>
                <a:cs typeface="Inter"/>
              </a:defRPr>
            </a:lvl5pPr>
            <a:lvl6pPr algn="l">
              <a:defRPr sz="1744" b="1" i="0" kern="0" spc="-9">
                <a:solidFill>
                  <a:srgbClr val="0A2540"/>
                </a:solidFill>
                <a:latin typeface="Inter"/>
                <a:ea typeface="Inter"/>
                <a:cs typeface="Inter"/>
              </a:defRPr>
            </a:lvl6pPr>
            <a:lvl7pPr algn="l">
              <a:defRPr sz="1744" b="1" i="0" kern="0" spc="-9">
                <a:solidFill>
                  <a:srgbClr val="0A2540"/>
                </a:solidFill>
                <a:latin typeface="Inter"/>
                <a:ea typeface="Inter"/>
                <a:cs typeface="Inter"/>
              </a:defRPr>
            </a:lvl7pPr>
            <a:lvl8pPr algn="l">
              <a:defRPr sz="1744" b="1" i="0" kern="0" spc="-9">
                <a:solidFill>
                  <a:srgbClr val="0A2540"/>
                </a:solidFill>
                <a:latin typeface="Inter"/>
                <a:ea typeface="Inter"/>
                <a:cs typeface="Inter"/>
              </a:defRPr>
            </a:lvl8pPr>
            <a:lvl9pPr algn="l">
              <a:defRPr sz="1744" b="1" i="0" kern="0" spc="-9">
                <a:solidFill>
                  <a:srgbClr val="0A2540"/>
                </a:solidFill>
                <a:latin typeface="Inter"/>
                <a:ea typeface="Inter"/>
                <a:cs typeface="Inter"/>
              </a:defRPr>
            </a:lvl9pPr>
          </a:lstStyle>
          <a:p>
            <a:pPr algn="l">
              <a:lnSpc>
                <a:spcPct val="100000"/>
              </a:lnSpc>
              <a:buNone/>
              <a:defRPr sz="1744" b="1" i="0" kern="0" spc="-9">
                <a:solidFill>
                  <a:srgbClr val="0A2540"/>
                </a:solidFill>
                <a:latin typeface="Inter"/>
                <a:ea typeface="Inter"/>
                <a:cs typeface="Inter"/>
              </a:defRPr>
            </a:pPr>
            <a:r>
              <a:rPr sz="1744" b="1" i="0" kern="0" spc="-9">
                <a:solidFill>
                  <a:srgbClr val="0A2540"/>
                </a:solidFill>
                <a:latin typeface="Inter"/>
                <a:ea typeface="Inter"/>
                <a:cs typeface="Inter"/>
              </a:rPr>
              <a:t>Free trade:</a:t>
            </a:r>
          </a:p>
        </p:txBody>
      </p:sp>
      <p:sp>
        <p:nvSpPr>
          <p:cNvPr id="58" name="s13 text 31">
            <a:extLst>
              <a:ext uri="{FF2B5EF4-FFF2-40B4-BE49-F238E27FC236}">
                <a16:creationId xmlns:a16="http://schemas.microsoft.com/office/drawing/2014/main" id="{09F94F22-121A-4933-9F8E-135ECF66EB55}"/>
              </a:ext>
            </a:extLst>
          </p:cNvPr>
          <p:cNvSpPr>
            <a:spLocks noGrp="1"/>
          </p:cNvSpPr>
          <p:nvPr/>
        </p:nvSpPr>
        <p:spPr>
          <a:xfrm>
            <a:off x="8511416" y="3607370"/>
            <a:ext cx="3246310"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evaluate both equations at the</a:t>
            </a:r>
          </a:p>
        </p:txBody>
      </p:sp>
      <p:sp>
        <p:nvSpPr>
          <p:cNvPr id="59" name="s13 text 32">
            <a:extLst>
              <a:ext uri="{FF2B5EF4-FFF2-40B4-BE49-F238E27FC236}">
                <a16:creationId xmlns:a16="http://schemas.microsoft.com/office/drawing/2014/main" id="{1059F86C-49F8-48AF-9F97-501A735477DB}"/>
              </a:ext>
            </a:extLst>
          </p:cNvPr>
          <p:cNvSpPr>
            <a:spLocks noGrp="1"/>
          </p:cNvSpPr>
          <p:nvPr/>
        </p:nvSpPr>
        <p:spPr>
          <a:xfrm>
            <a:off x="11695993" y="3607370"/>
            <a:ext cx="1308354" cy="308146"/>
          </a:xfrm>
          <a:prstGeom prst="rect">
            <a:avLst/>
          </a:prstGeom>
          <a:noFill/>
          <a:ln w="0">
            <a:noFill/>
            <a:prstDash val="solid"/>
          </a:ln>
        </p:spPr>
        <p:txBody>
          <a:bodyPr wrap="none" lIns="0" tIns="0" rIns="0" bIns="0" anchor="t">
            <a:noAutofit/>
          </a:bodyPr>
          <a:lstStyle>
            <a:defPPr algn="l">
              <a:defRPr sz="1744" b="1" i="0" kern="0" spc="-9">
                <a:solidFill>
                  <a:srgbClr val="0A2540"/>
                </a:solidFill>
                <a:latin typeface="Inter"/>
                <a:ea typeface="Inter"/>
                <a:cs typeface="Inter"/>
              </a:defRPr>
            </a:defPPr>
            <a:lvl1pPr algn="l">
              <a:defRPr sz="1744" b="1" i="0" kern="0" spc="-9">
                <a:solidFill>
                  <a:srgbClr val="0A2540"/>
                </a:solidFill>
                <a:latin typeface="Inter"/>
                <a:ea typeface="Inter"/>
                <a:cs typeface="Inter"/>
              </a:defRPr>
            </a:lvl1pPr>
            <a:lvl2pPr algn="l">
              <a:defRPr sz="1744" b="1" i="0" kern="0" spc="-9">
                <a:solidFill>
                  <a:srgbClr val="0A2540"/>
                </a:solidFill>
                <a:latin typeface="Inter"/>
                <a:ea typeface="Inter"/>
                <a:cs typeface="Inter"/>
              </a:defRPr>
            </a:lvl2pPr>
            <a:lvl3pPr algn="l">
              <a:defRPr sz="1744" b="1" i="0" kern="0" spc="-9">
                <a:solidFill>
                  <a:srgbClr val="0A2540"/>
                </a:solidFill>
                <a:latin typeface="Inter"/>
                <a:ea typeface="Inter"/>
                <a:cs typeface="Inter"/>
              </a:defRPr>
            </a:lvl3pPr>
            <a:lvl4pPr algn="l">
              <a:defRPr sz="1744" b="1" i="0" kern="0" spc="-9">
                <a:solidFill>
                  <a:srgbClr val="0A2540"/>
                </a:solidFill>
                <a:latin typeface="Inter"/>
                <a:ea typeface="Inter"/>
                <a:cs typeface="Inter"/>
              </a:defRPr>
            </a:lvl4pPr>
            <a:lvl5pPr algn="l">
              <a:defRPr sz="1744" b="1" i="0" kern="0" spc="-9">
                <a:solidFill>
                  <a:srgbClr val="0A2540"/>
                </a:solidFill>
                <a:latin typeface="Inter"/>
                <a:ea typeface="Inter"/>
                <a:cs typeface="Inter"/>
              </a:defRPr>
            </a:lvl5pPr>
            <a:lvl6pPr algn="l">
              <a:defRPr sz="1744" b="1" i="0" kern="0" spc="-9">
                <a:solidFill>
                  <a:srgbClr val="0A2540"/>
                </a:solidFill>
                <a:latin typeface="Inter"/>
                <a:ea typeface="Inter"/>
                <a:cs typeface="Inter"/>
              </a:defRPr>
            </a:lvl6pPr>
            <a:lvl7pPr algn="l">
              <a:defRPr sz="1744" b="1" i="0" kern="0" spc="-9">
                <a:solidFill>
                  <a:srgbClr val="0A2540"/>
                </a:solidFill>
                <a:latin typeface="Inter"/>
                <a:ea typeface="Inter"/>
                <a:cs typeface="Inter"/>
              </a:defRPr>
            </a:lvl7pPr>
            <a:lvl8pPr algn="l">
              <a:defRPr sz="1744" b="1" i="0" kern="0" spc="-9">
                <a:solidFill>
                  <a:srgbClr val="0A2540"/>
                </a:solidFill>
                <a:latin typeface="Inter"/>
                <a:ea typeface="Inter"/>
                <a:cs typeface="Inter"/>
              </a:defRPr>
            </a:lvl8pPr>
            <a:lvl9pPr algn="l">
              <a:defRPr sz="1744" b="1" i="0" kern="0" spc="-9">
                <a:solidFill>
                  <a:srgbClr val="0A2540"/>
                </a:solidFill>
                <a:latin typeface="Inter"/>
                <a:ea typeface="Inter"/>
                <a:cs typeface="Inter"/>
              </a:defRPr>
            </a:lvl9pPr>
          </a:lstStyle>
          <a:p>
            <a:pPr algn="l">
              <a:lnSpc>
                <a:spcPct val="100000"/>
              </a:lnSpc>
              <a:buNone/>
              <a:defRPr sz="1744" b="1" i="0" kern="0" spc="-9">
                <a:solidFill>
                  <a:srgbClr val="0A2540"/>
                </a:solidFill>
                <a:latin typeface="Inter"/>
                <a:ea typeface="Inter"/>
                <a:cs typeface="Inter"/>
              </a:defRPr>
            </a:pPr>
            <a:r>
              <a:rPr sz="1744" b="1" i="0" kern="0" spc="-9">
                <a:solidFill>
                  <a:srgbClr val="0A2540"/>
                </a:solidFill>
                <a:latin typeface="Inter"/>
                <a:ea typeface="Inter"/>
                <a:cs typeface="Inter"/>
              </a:rPr>
              <a:t>world price</a:t>
            </a:r>
          </a:p>
        </p:txBody>
      </p:sp>
      <p:sp>
        <p:nvSpPr>
          <p:cNvPr id="60" name="s13 text 33">
            <a:extLst>
              <a:ext uri="{FF2B5EF4-FFF2-40B4-BE49-F238E27FC236}">
                <a16:creationId xmlns:a16="http://schemas.microsoft.com/office/drawing/2014/main" id="{5B95ECA2-38E5-4DBA-A391-165F8D9B41D1}"/>
              </a:ext>
            </a:extLst>
          </p:cNvPr>
          <p:cNvSpPr>
            <a:spLocks noGrp="1"/>
          </p:cNvSpPr>
          <p:nvPr/>
        </p:nvSpPr>
        <p:spPr>
          <a:xfrm>
            <a:off x="7293768" y="3909611"/>
            <a:ext cx="208169" cy="316000"/>
          </a:xfrm>
          <a:prstGeom prst="rect">
            <a:avLst/>
          </a:prstGeom>
          <a:noFill/>
          <a:ln w="0">
            <a:noFill/>
            <a:prstDash val="solid"/>
          </a:ln>
        </p:spPr>
        <p:txBody>
          <a:bodyPr wrap="none" lIns="0" tIns="0" rIns="0" bIns="0" anchor="t">
            <a:noAutofit/>
          </a:bodyPr>
          <a:lstStyle>
            <a:defPPr algn="l">
              <a:defRPr sz="1639" b="0" i="0" kern="0" spc="0">
                <a:solidFill>
                  <a:srgbClr val="0A2540"/>
                </a:solidFill>
                <a:latin typeface="JetBrains Mono"/>
                <a:ea typeface="JetBrains Mono"/>
                <a:cs typeface="JetBrains Mono"/>
              </a:defRPr>
            </a:defPPr>
            <a:lvl1pPr algn="l">
              <a:defRPr sz="1639" b="0" i="0" kern="0" spc="0">
                <a:solidFill>
                  <a:srgbClr val="0A2540"/>
                </a:solidFill>
                <a:latin typeface="JetBrains Mono"/>
                <a:ea typeface="JetBrains Mono"/>
                <a:cs typeface="JetBrains Mono"/>
              </a:defRPr>
            </a:lvl1pPr>
            <a:lvl2pPr algn="l">
              <a:defRPr sz="1639" b="0" i="0" kern="0" spc="0">
                <a:solidFill>
                  <a:srgbClr val="0A2540"/>
                </a:solidFill>
                <a:latin typeface="JetBrains Mono"/>
                <a:ea typeface="JetBrains Mono"/>
                <a:cs typeface="JetBrains Mono"/>
              </a:defRPr>
            </a:lvl2pPr>
            <a:lvl3pPr algn="l">
              <a:defRPr sz="1639" b="0" i="0" kern="0" spc="0">
                <a:solidFill>
                  <a:srgbClr val="0A2540"/>
                </a:solidFill>
                <a:latin typeface="JetBrains Mono"/>
                <a:ea typeface="JetBrains Mono"/>
                <a:cs typeface="JetBrains Mono"/>
              </a:defRPr>
            </a:lvl3pPr>
            <a:lvl4pPr algn="l">
              <a:defRPr sz="1639" b="0" i="0" kern="0" spc="0">
                <a:solidFill>
                  <a:srgbClr val="0A2540"/>
                </a:solidFill>
                <a:latin typeface="JetBrains Mono"/>
                <a:ea typeface="JetBrains Mono"/>
                <a:cs typeface="JetBrains Mono"/>
              </a:defRPr>
            </a:lvl4pPr>
            <a:lvl5pPr algn="l">
              <a:defRPr sz="1639" b="0" i="0" kern="0" spc="0">
                <a:solidFill>
                  <a:srgbClr val="0A2540"/>
                </a:solidFill>
                <a:latin typeface="JetBrains Mono"/>
                <a:ea typeface="JetBrains Mono"/>
                <a:cs typeface="JetBrains Mono"/>
              </a:defRPr>
            </a:lvl5pPr>
            <a:lvl6pPr algn="l">
              <a:defRPr sz="1639" b="0" i="0" kern="0" spc="0">
                <a:solidFill>
                  <a:srgbClr val="0A2540"/>
                </a:solidFill>
                <a:latin typeface="JetBrains Mono"/>
                <a:ea typeface="JetBrains Mono"/>
                <a:cs typeface="JetBrains Mono"/>
              </a:defRPr>
            </a:lvl6pPr>
            <a:lvl7pPr algn="l">
              <a:defRPr sz="1639" b="0" i="0" kern="0" spc="0">
                <a:solidFill>
                  <a:srgbClr val="0A2540"/>
                </a:solidFill>
                <a:latin typeface="JetBrains Mono"/>
                <a:ea typeface="JetBrains Mono"/>
                <a:cs typeface="JetBrains Mono"/>
              </a:defRPr>
            </a:lvl7pPr>
            <a:lvl8pPr algn="l">
              <a:defRPr sz="1639" b="0" i="0" kern="0" spc="0">
                <a:solidFill>
                  <a:srgbClr val="0A2540"/>
                </a:solidFill>
                <a:latin typeface="JetBrains Mono"/>
                <a:ea typeface="JetBrains Mono"/>
                <a:cs typeface="JetBrains Mono"/>
              </a:defRPr>
            </a:lvl8pPr>
            <a:lvl9pPr algn="l">
              <a:defRPr sz="1639" b="0" i="0" kern="0" spc="0">
                <a:solidFill>
                  <a:srgbClr val="0A2540"/>
                </a:solidFill>
                <a:latin typeface="JetBrains Mono"/>
                <a:ea typeface="JetBrains Mono"/>
                <a:cs typeface="JetBrains Mono"/>
              </a:defRPr>
            </a:lvl9pPr>
          </a:lstStyle>
          <a:p>
            <a:pPr algn="l">
              <a:lnSpc>
                <a:spcPct val="100000"/>
              </a:lnSpc>
              <a:buNone/>
              <a:defRPr sz="1639" b="0" i="0" kern="0" spc="0">
                <a:solidFill>
                  <a:srgbClr val="0A2540"/>
                </a:solidFill>
                <a:latin typeface="JetBrains Mono"/>
                <a:ea typeface="JetBrains Mono"/>
                <a:cs typeface="JetBrains Mono"/>
              </a:defRPr>
            </a:pPr>
            <a:r>
              <a:rPr sz="1639" b="0" i="0" kern="0" spc="0">
                <a:solidFill>
                  <a:srgbClr val="0A2540"/>
                </a:solidFill>
                <a:latin typeface="JetBrains Mono"/>
                <a:ea typeface="JetBrains Mono"/>
                <a:cs typeface="JetBrains Mono"/>
              </a:rPr>
              <a:t>P</a:t>
            </a:r>
          </a:p>
        </p:txBody>
      </p:sp>
      <p:sp>
        <p:nvSpPr>
          <p:cNvPr id="61" name="s13 text 34">
            <a:extLst>
              <a:ext uri="{FF2B5EF4-FFF2-40B4-BE49-F238E27FC236}">
                <a16:creationId xmlns:a16="http://schemas.microsoft.com/office/drawing/2014/main" id="{996E6892-0AA7-4DB4-BD88-904617C25A10}"/>
              </a:ext>
            </a:extLst>
          </p:cNvPr>
          <p:cNvSpPr>
            <a:spLocks noGrp="1"/>
          </p:cNvSpPr>
          <p:nvPr/>
        </p:nvSpPr>
        <p:spPr>
          <a:xfrm>
            <a:off x="7417556" y="3993803"/>
            <a:ext cx="173488" cy="263297"/>
          </a:xfrm>
          <a:prstGeom prst="rect">
            <a:avLst/>
          </a:prstGeom>
          <a:noFill/>
          <a:ln w="0">
            <a:noFill/>
            <a:prstDash val="solid"/>
          </a:ln>
        </p:spPr>
        <p:txBody>
          <a:bodyPr wrap="none" lIns="0" tIns="0" rIns="0" bIns="0" anchor="t">
            <a:noAutofit/>
          </a:bodyPr>
          <a:lstStyle>
            <a:defPPr algn="l">
              <a:defRPr sz="1366" b="0" i="0" kern="0" spc="0">
                <a:solidFill>
                  <a:srgbClr val="0A2540"/>
                </a:solidFill>
                <a:latin typeface="JetBrains Mono"/>
                <a:ea typeface="JetBrains Mono"/>
                <a:cs typeface="JetBrains Mono"/>
              </a:defRPr>
            </a:defPPr>
            <a:lvl1pPr algn="l">
              <a:defRPr sz="1366" b="0" i="0" kern="0" spc="0">
                <a:solidFill>
                  <a:srgbClr val="0A2540"/>
                </a:solidFill>
                <a:latin typeface="JetBrains Mono"/>
                <a:ea typeface="JetBrains Mono"/>
                <a:cs typeface="JetBrains Mono"/>
              </a:defRPr>
            </a:lvl1pPr>
            <a:lvl2pPr algn="l">
              <a:defRPr sz="1366" b="0" i="0" kern="0" spc="0">
                <a:solidFill>
                  <a:srgbClr val="0A2540"/>
                </a:solidFill>
                <a:latin typeface="JetBrains Mono"/>
                <a:ea typeface="JetBrains Mono"/>
                <a:cs typeface="JetBrains Mono"/>
              </a:defRPr>
            </a:lvl2pPr>
            <a:lvl3pPr algn="l">
              <a:defRPr sz="1366" b="0" i="0" kern="0" spc="0">
                <a:solidFill>
                  <a:srgbClr val="0A2540"/>
                </a:solidFill>
                <a:latin typeface="JetBrains Mono"/>
                <a:ea typeface="JetBrains Mono"/>
                <a:cs typeface="JetBrains Mono"/>
              </a:defRPr>
            </a:lvl3pPr>
            <a:lvl4pPr algn="l">
              <a:defRPr sz="1366" b="0" i="0" kern="0" spc="0">
                <a:solidFill>
                  <a:srgbClr val="0A2540"/>
                </a:solidFill>
                <a:latin typeface="JetBrains Mono"/>
                <a:ea typeface="JetBrains Mono"/>
                <a:cs typeface="JetBrains Mono"/>
              </a:defRPr>
            </a:lvl4pPr>
            <a:lvl5pPr algn="l">
              <a:defRPr sz="1366" b="0" i="0" kern="0" spc="0">
                <a:solidFill>
                  <a:srgbClr val="0A2540"/>
                </a:solidFill>
                <a:latin typeface="JetBrains Mono"/>
                <a:ea typeface="JetBrains Mono"/>
                <a:cs typeface="JetBrains Mono"/>
              </a:defRPr>
            </a:lvl5pPr>
            <a:lvl6pPr algn="l">
              <a:defRPr sz="1366" b="0" i="0" kern="0" spc="0">
                <a:solidFill>
                  <a:srgbClr val="0A2540"/>
                </a:solidFill>
                <a:latin typeface="JetBrains Mono"/>
                <a:ea typeface="JetBrains Mono"/>
                <a:cs typeface="JetBrains Mono"/>
              </a:defRPr>
            </a:lvl6pPr>
            <a:lvl7pPr algn="l">
              <a:defRPr sz="1366" b="0" i="0" kern="0" spc="0">
                <a:solidFill>
                  <a:srgbClr val="0A2540"/>
                </a:solidFill>
                <a:latin typeface="JetBrains Mono"/>
                <a:ea typeface="JetBrains Mono"/>
                <a:cs typeface="JetBrains Mono"/>
              </a:defRPr>
            </a:lvl7pPr>
            <a:lvl8pPr algn="l">
              <a:defRPr sz="1366" b="0" i="0" kern="0" spc="0">
                <a:solidFill>
                  <a:srgbClr val="0A2540"/>
                </a:solidFill>
                <a:latin typeface="JetBrains Mono"/>
                <a:ea typeface="JetBrains Mono"/>
                <a:cs typeface="JetBrains Mono"/>
              </a:defRPr>
            </a:lvl8pPr>
            <a:lvl9pPr algn="l">
              <a:defRPr sz="1366" b="0" i="0" kern="0" spc="0">
                <a:solidFill>
                  <a:srgbClr val="0A2540"/>
                </a:solidFill>
                <a:latin typeface="JetBrains Mono"/>
                <a:ea typeface="JetBrains Mono"/>
                <a:cs typeface="JetBrains Mono"/>
              </a:defRPr>
            </a:lvl9pPr>
          </a:lstStyle>
          <a:p>
            <a:pPr algn="l">
              <a:lnSpc>
                <a:spcPct val="100000"/>
              </a:lnSpc>
              <a:buNone/>
              <a:defRPr sz="1366" b="0" i="0" kern="0" spc="0">
                <a:solidFill>
                  <a:srgbClr val="0A2540"/>
                </a:solidFill>
                <a:latin typeface="JetBrains Mono"/>
                <a:ea typeface="JetBrains Mono"/>
                <a:cs typeface="JetBrains Mono"/>
              </a:defRPr>
            </a:pPr>
            <a:r>
              <a:rPr sz="1366" b="0" i="0" kern="0" spc="0">
                <a:solidFill>
                  <a:srgbClr val="0A2540"/>
                </a:solidFill>
                <a:latin typeface="JetBrains Mono"/>
                <a:ea typeface="JetBrains Mono"/>
                <a:cs typeface="JetBrains Mono"/>
              </a:rPr>
              <a:t>w</a:t>
            </a:r>
          </a:p>
        </p:txBody>
      </p:sp>
      <p:sp>
        <p:nvSpPr>
          <p:cNvPr id="62" name="s13 text 35">
            <a:extLst>
              <a:ext uri="{FF2B5EF4-FFF2-40B4-BE49-F238E27FC236}">
                <a16:creationId xmlns:a16="http://schemas.microsoft.com/office/drawing/2014/main" id="{3D820823-71C3-42A1-84B5-160C77DED4B6}"/>
              </a:ext>
            </a:extLst>
          </p:cNvPr>
          <p:cNvSpPr>
            <a:spLocks noGrp="1"/>
          </p:cNvSpPr>
          <p:nvPr/>
        </p:nvSpPr>
        <p:spPr>
          <a:xfrm>
            <a:off x="7644165" y="3909611"/>
            <a:ext cx="832695"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 $600</a:t>
            </a:r>
          </a:p>
        </p:txBody>
      </p:sp>
      <p:sp>
        <p:nvSpPr>
          <p:cNvPr id="63" name="s13 text 36">
            <a:extLst>
              <a:ext uri="{FF2B5EF4-FFF2-40B4-BE49-F238E27FC236}">
                <a16:creationId xmlns:a16="http://schemas.microsoft.com/office/drawing/2014/main" id="{41A6CC90-8741-406E-9CBC-38C914CF42F0}"/>
              </a:ext>
            </a:extLst>
          </p:cNvPr>
          <p:cNvSpPr>
            <a:spLocks noGrp="1"/>
          </p:cNvSpPr>
          <p:nvPr/>
        </p:nvSpPr>
        <p:spPr>
          <a:xfrm>
            <a:off x="8386427" y="3907408"/>
            <a:ext cx="152400" cy="308146"/>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Inter"/>
                <a:ea typeface="Inter"/>
                <a:cs typeface="Inter"/>
              </a:defRPr>
            </a:defPPr>
            <a:lvl1pPr algn="l">
              <a:defRPr sz="1744" b="0" i="0" kern="0" spc="0">
                <a:solidFill>
                  <a:srgbClr val="0A2540"/>
                </a:solidFill>
                <a:latin typeface="Inter"/>
                <a:ea typeface="Inter"/>
                <a:cs typeface="Inter"/>
              </a:defRPr>
            </a:lvl1pPr>
            <a:lvl2pPr algn="l">
              <a:defRPr sz="1744" b="0" i="0" kern="0" spc="0">
                <a:solidFill>
                  <a:srgbClr val="0A2540"/>
                </a:solidFill>
                <a:latin typeface="Inter"/>
                <a:ea typeface="Inter"/>
                <a:cs typeface="Inter"/>
              </a:defRPr>
            </a:lvl2pPr>
            <a:lvl3pPr algn="l">
              <a:defRPr sz="1744" b="0" i="0" kern="0" spc="0">
                <a:solidFill>
                  <a:srgbClr val="0A2540"/>
                </a:solidFill>
                <a:latin typeface="Inter"/>
                <a:ea typeface="Inter"/>
                <a:cs typeface="Inter"/>
              </a:defRPr>
            </a:lvl3pPr>
            <a:lvl4pPr algn="l">
              <a:defRPr sz="1744" b="0" i="0" kern="0" spc="0">
                <a:solidFill>
                  <a:srgbClr val="0A2540"/>
                </a:solidFill>
                <a:latin typeface="Inter"/>
                <a:ea typeface="Inter"/>
                <a:cs typeface="Inter"/>
              </a:defRPr>
            </a:lvl4pPr>
            <a:lvl5pPr algn="l">
              <a:defRPr sz="1744" b="0" i="0" kern="0" spc="0">
                <a:solidFill>
                  <a:srgbClr val="0A2540"/>
                </a:solidFill>
                <a:latin typeface="Inter"/>
                <a:ea typeface="Inter"/>
                <a:cs typeface="Inter"/>
              </a:defRPr>
            </a:lvl5pPr>
            <a:lvl6pPr algn="l">
              <a:defRPr sz="1744" b="0" i="0" kern="0" spc="0">
                <a:solidFill>
                  <a:srgbClr val="0A2540"/>
                </a:solidFill>
                <a:latin typeface="Inter"/>
                <a:ea typeface="Inter"/>
                <a:cs typeface="Inter"/>
              </a:defRPr>
            </a:lvl6pPr>
            <a:lvl7pPr algn="l">
              <a:defRPr sz="1744" b="0" i="0" kern="0" spc="0">
                <a:solidFill>
                  <a:srgbClr val="0A2540"/>
                </a:solidFill>
                <a:latin typeface="Inter"/>
                <a:ea typeface="Inter"/>
                <a:cs typeface="Inter"/>
              </a:defRPr>
            </a:lvl7pPr>
            <a:lvl8pPr algn="l">
              <a:defRPr sz="1744" b="0" i="0" kern="0" spc="0">
                <a:solidFill>
                  <a:srgbClr val="0A2540"/>
                </a:solidFill>
                <a:latin typeface="Inter"/>
                <a:ea typeface="Inter"/>
                <a:cs typeface="Inter"/>
              </a:defRPr>
            </a:lvl8pPr>
            <a:lvl9pPr algn="l">
              <a:defRPr sz="1744" b="0" i="0" kern="0" spc="0">
                <a:solidFill>
                  <a:srgbClr val="0A2540"/>
                </a:solidFill>
                <a:latin typeface="Inter"/>
                <a:ea typeface="Inter"/>
                <a:cs typeface="Inter"/>
              </a:defRPr>
            </a:lvl9pPr>
          </a:lstStyle>
          <a:p>
            <a:pPr algn="l">
              <a:lnSpc>
                <a:spcPct val="100000"/>
              </a:lnSpc>
              <a:buNone/>
              <a:defRPr sz="1744" b="0" i="0" kern="0" spc="0">
                <a:solidFill>
                  <a:srgbClr val="0A2540"/>
                </a:solidFill>
                <a:latin typeface="Inter"/>
                <a:ea typeface="Inter"/>
                <a:cs typeface="Inter"/>
              </a:defRPr>
            </a:pPr>
            <a:r>
              <a:rPr sz="1744" b="0" i="0" kern="0" spc="0">
                <a:solidFill>
                  <a:srgbClr val="0A2540"/>
                </a:solidFill>
                <a:latin typeface="Inter"/>
                <a:ea typeface="Inter"/>
                <a:cs typeface="Inter"/>
              </a:rPr>
              <a:t>.</a:t>
            </a:r>
          </a:p>
        </p:txBody>
      </p:sp>
      <p:sp>
        <p:nvSpPr>
          <p:cNvPr id="64" name="s13 text 37">
            <a:extLst>
              <a:ext uri="{FF2B5EF4-FFF2-40B4-BE49-F238E27FC236}">
                <a16:creationId xmlns:a16="http://schemas.microsoft.com/office/drawing/2014/main" id="{79E10D83-4D79-4DE1-B446-7A587FE74C68}"/>
              </a:ext>
            </a:extLst>
          </p:cNvPr>
          <p:cNvSpPr>
            <a:spLocks noGrp="1"/>
          </p:cNvSpPr>
          <p:nvPr/>
        </p:nvSpPr>
        <p:spPr>
          <a:xfrm>
            <a:off x="7293768" y="4300314"/>
            <a:ext cx="1000220" cy="308146"/>
          </a:xfrm>
          <a:prstGeom prst="rect">
            <a:avLst/>
          </a:prstGeom>
          <a:noFill/>
          <a:ln w="0">
            <a:noFill/>
            <a:prstDash val="solid"/>
          </a:ln>
        </p:spPr>
        <p:txBody>
          <a:bodyPr wrap="none" lIns="0" tIns="0" rIns="0" bIns="0" anchor="t">
            <a:noAutofit/>
          </a:bodyPr>
          <a:lstStyle>
            <a:defPPr algn="l">
              <a:defRPr sz="1744" b="1" i="0" kern="0" spc="-9">
                <a:solidFill>
                  <a:srgbClr val="0A2540"/>
                </a:solidFill>
                <a:latin typeface="Inter"/>
                <a:ea typeface="Inter"/>
                <a:cs typeface="Inter"/>
              </a:defRPr>
            </a:defPPr>
            <a:lvl1pPr algn="l">
              <a:defRPr sz="1744" b="1" i="0" kern="0" spc="-9">
                <a:solidFill>
                  <a:srgbClr val="0A2540"/>
                </a:solidFill>
                <a:latin typeface="Inter"/>
                <a:ea typeface="Inter"/>
                <a:cs typeface="Inter"/>
              </a:defRPr>
            </a:lvl1pPr>
            <a:lvl2pPr algn="l">
              <a:defRPr sz="1744" b="1" i="0" kern="0" spc="-9">
                <a:solidFill>
                  <a:srgbClr val="0A2540"/>
                </a:solidFill>
                <a:latin typeface="Inter"/>
                <a:ea typeface="Inter"/>
                <a:cs typeface="Inter"/>
              </a:defRPr>
            </a:lvl2pPr>
            <a:lvl3pPr algn="l">
              <a:defRPr sz="1744" b="1" i="0" kern="0" spc="-9">
                <a:solidFill>
                  <a:srgbClr val="0A2540"/>
                </a:solidFill>
                <a:latin typeface="Inter"/>
                <a:ea typeface="Inter"/>
                <a:cs typeface="Inter"/>
              </a:defRPr>
            </a:lvl3pPr>
            <a:lvl4pPr algn="l">
              <a:defRPr sz="1744" b="1" i="0" kern="0" spc="-9">
                <a:solidFill>
                  <a:srgbClr val="0A2540"/>
                </a:solidFill>
                <a:latin typeface="Inter"/>
                <a:ea typeface="Inter"/>
                <a:cs typeface="Inter"/>
              </a:defRPr>
            </a:lvl4pPr>
            <a:lvl5pPr algn="l">
              <a:defRPr sz="1744" b="1" i="0" kern="0" spc="-9">
                <a:solidFill>
                  <a:srgbClr val="0A2540"/>
                </a:solidFill>
                <a:latin typeface="Inter"/>
                <a:ea typeface="Inter"/>
                <a:cs typeface="Inter"/>
              </a:defRPr>
            </a:lvl5pPr>
            <a:lvl6pPr algn="l">
              <a:defRPr sz="1744" b="1" i="0" kern="0" spc="-9">
                <a:solidFill>
                  <a:srgbClr val="0A2540"/>
                </a:solidFill>
                <a:latin typeface="Inter"/>
                <a:ea typeface="Inter"/>
                <a:cs typeface="Inter"/>
              </a:defRPr>
            </a:lvl6pPr>
            <a:lvl7pPr algn="l">
              <a:defRPr sz="1744" b="1" i="0" kern="0" spc="-9">
                <a:solidFill>
                  <a:srgbClr val="0A2540"/>
                </a:solidFill>
                <a:latin typeface="Inter"/>
                <a:ea typeface="Inter"/>
                <a:cs typeface="Inter"/>
              </a:defRPr>
            </a:lvl7pPr>
            <a:lvl8pPr algn="l">
              <a:defRPr sz="1744" b="1" i="0" kern="0" spc="-9">
                <a:solidFill>
                  <a:srgbClr val="0A2540"/>
                </a:solidFill>
                <a:latin typeface="Inter"/>
                <a:ea typeface="Inter"/>
                <a:cs typeface="Inter"/>
              </a:defRPr>
            </a:lvl8pPr>
            <a:lvl9pPr algn="l">
              <a:defRPr sz="1744" b="1" i="0" kern="0" spc="-9">
                <a:solidFill>
                  <a:srgbClr val="0A2540"/>
                </a:solidFill>
                <a:latin typeface="Inter"/>
                <a:ea typeface="Inter"/>
                <a:cs typeface="Inter"/>
              </a:defRPr>
            </a:lvl9pPr>
          </a:lstStyle>
          <a:p>
            <a:pPr algn="l">
              <a:lnSpc>
                <a:spcPct val="100000"/>
              </a:lnSpc>
              <a:buNone/>
              <a:defRPr sz="1744" b="1" i="0" kern="0" spc="-9">
                <a:solidFill>
                  <a:srgbClr val="0A2540"/>
                </a:solidFill>
                <a:latin typeface="Inter"/>
                <a:ea typeface="Inter"/>
                <a:cs typeface="Inter"/>
              </a:defRPr>
            </a:pPr>
            <a:r>
              <a:rPr sz="1744" b="1" i="0" kern="0" spc="-9">
                <a:solidFill>
                  <a:srgbClr val="0A2540"/>
                </a:solidFill>
                <a:latin typeface="Inter"/>
                <a:ea typeface="Inter"/>
                <a:cs typeface="Inter"/>
              </a:rPr>
              <a:t>Imports:</a:t>
            </a:r>
          </a:p>
        </p:txBody>
      </p:sp>
      <p:sp>
        <p:nvSpPr>
          <p:cNvPr id="65" name="s13 text 38">
            <a:extLst>
              <a:ext uri="{FF2B5EF4-FFF2-40B4-BE49-F238E27FC236}">
                <a16:creationId xmlns:a16="http://schemas.microsoft.com/office/drawing/2014/main" id="{F0483B98-61DB-4EF5-9C97-BE94A66FDFBC}"/>
              </a:ext>
            </a:extLst>
          </p:cNvPr>
          <p:cNvSpPr>
            <a:spLocks noGrp="1"/>
          </p:cNvSpPr>
          <p:nvPr/>
        </p:nvSpPr>
        <p:spPr>
          <a:xfrm>
            <a:off x="8257505" y="4302518"/>
            <a:ext cx="208169" cy="316000"/>
          </a:xfrm>
          <a:prstGeom prst="rect">
            <a:avLst/>
          </a:prstGeom>
          <a:noFill/>
          <a:ln w="0">
            <a:noFill/>
            <a:prstDash val="solid"/>
          </a:ln>
        </p:spPr>
        <p:txBody>
          <a:bodyPr wrap="none" lIns="0" tIns="0" rIns="0" bIns="0" anchor="t">
            <a:noAutofit/>
          </a:bodyPr>
          <a:lstStyle>
            <a:defPPr algn="l">
              <a:defRPr sz="1639" b="0" i="0" kern="0" spc="0">
                <a:solidFill>
                  <a:srgbClr val="0A2540"/>
                </a:solidFill>
                <a:latin typeface="JetBrains Mono"/>
                <a:ea typeface="JetBrains Mono"/>
                <a:cs typeface="JetBrains Mono"/>
              </a:defRPr>
            </a:defPPr>
            <a:lvl1pPr algn="l">
              <a:defRPr sz="1639" b="0" i="0" kern="0" spc="0">
                <a:solidFill>
                  <a:srgbClr val="0A2540"/>
                </a:solidFill>
                <a:latin typeface="JetBrains Mono"/>
                <a:ea typeface="JetBrains Mono"/>
                <a:cs typeface="JetBrains Mono"/>
              </a:defRPr>
            </a:lvl1pPr>
            <a:lvl2pPr algn="l">
              <a:defRPr sz="1639" b="0" i="0" kern="0" spc="0">
                <a:solidFill>
                  <a:srgbClr val="0A2540"/>
                </a:solidFill>
                <a:latin typeface="JetBrains Mono"/>
                <a:ea typeface="JetBrains Mono"/>
                <a:cs typeface="JetBrains Mono"/>
              </a:defRPr>
            </a:lvl2pPr>
            <a:lvl3pPr algn="l">
              <a:defRPr sz="1639" b="0" i="0" kern="0" spc="0">
                <a:solidFill>
                  <a:srgbClr val="0A2540"/>
                </a:solidFill>
                <a:latin typeface="JetBrains Mono"/>
                <a:ea typeface="JetBrains Mono"/>
                <a:cs typeface="JetBrains Mono"/>
              </a:defRPr>
            </a:lvl3pPr>
            <a:lvl4pPr algn="l">
              <a:defRPr sz="1639" b="0" i="0" kern="0" spc="0">
                <a:solidFill>
                  <a:srgbClr val="0A2540"/>
                </a:solidFill>
                <a:latin typeface="JetBrains Mono"/>
                <a:ea typeface="JetBrains Mono"/>
                <a:cs typeface="JetBrains Mono"/>
              </a:defRPr>
            </a:lvl4pPr>
            <a:lvl5pPr algn="l">
              <a:defRPr sz="1639" b="0" i="0" kern="0" spc="0">
                <a:solidFill>
                  <a:srgbClr val="0A2540"/>
                </a:solidFill>
                <a:latin typeface="JetBrains Mono"/>
                <a:ea typeface="JetBrains Mono"/>
                <a:cs typeface="JetBrains Mono"/>
              </a:defRPr>
            </a:lvl5pPr>
            <a:lvl6pPr algn="l">
              <a:defRPr sz="1639" b="0" i="0" kern="0" spc="0">
                <a:solidFill>
                  <a:srgbClr val="0A2540"/>
                </a:solidFill>
                <a:latin typeface="JetBrains Mono"/>
                <a:ea typeface="JetBrains Mono"/>
                <a:cs typeface="JetBrains Mono"/>
              </a:defRPr>
            </a:lvl6pPr>
            <a:lvl7pPr algn="l">
              <a:defRPr sz="1639" b="0" i="0" kern="0" spc="0">
                <a:solidFill>
                  <a:srgbClr val="0A2540"/>
                </a:solidFill>
                <a:latin typeface="JetBrains Mono"/>
                <a:ea typeface="JetBrains Mono"/>
                <a:cs typeface="JetBrains Mono"/>
              </a:defRPr>
            </a:lvl7pPr>
            <a:lvl8pPr algn="l">
              <a:defRPr sz="1639" b="0" i="0" kern="0" spc="0">
                <a:solidFill>
                  <a:srgbClr val="0A2540"/>
                </a:solidFill>
                <a:latin typeface="JetBrains Mono"/>
                <a:ea typeface="JetBrains Mono"/>
                <a:cs typeface="JetBrains Mono"/>
              </a:defRPr>
            </a:lvl8pPr>
            <a:lvl9pPr algn="l">
              <a:defRPr sz="1639" b="0" i="0" kern="0" spc="0">
                <a:solidFill>
                  <a:srgbClr val="0A2540"/>
                </a:solidFill>
                <a:latin typeface="JetBrains Mono"/>
                <a:ea typeface="JetBrains Mono"/>
                <a:cs typeface="JetBrains Mono"/>
              </a:defRPr>
            </a:lvl9pPr>
          </a:lstStyle>
          <a:p>
            <a:pPr algn="l">
              <a:lnSpc>
                <a:spcPct val="100000"/>
              </a:lnSpc>
              <a:buNone/>
              <a:defRPr sz="1639" b="0" i="0" kern="0" spc="0">
                <a:solidFill>
                  <a:srgbClr val="0A2540"/>
                </a:solidFill>
                <a:latin typeface="JetBrains Mono"/>
                <a:ea typeface="JetBrains Mono"/>
                <a:cs typeface="JetBrains Mono"/>
              </a:defRPr>
            </a:pPr>
            <a:r>
              <a:rPr sz="1639" b="0" i="0" kern="0" spc="0">
                <a:solidFill>
                  <a:srgbClr val="0A2540"/>
                </a:solidFill>
                <a:latin typeface="JetBrains Mono"/>
                <a:ea typeface="JetBrains Mono"/>
                <a:cs typeface="JetBrains Mono"/>
              </a:rPr>
              <a:t>Q</a:t>
            </a:r>
          </a:p>
        </p:txBody>
      </p:sp>
      <p:sp>
        <p:nvSpPr>
          <p:cNvPr id="66" name="s13 text 39">
            <a:extLst>
              <a:ext uri="{FF2B5EF4-FFF2-40B4-BE49-F238E27FC236}">
                <a16:creationId xmlns:a16="http://schemas.microsoft.com/office/drawing/2014/main" id="{D9917A27-D3F5-4090-B4F9-39C517CA57DF}"/>
              </a:ext>
            </a:extLst>
          </p:cNvPr>
          <p:cNvSpPr>
            <a:spLocks noGrp="1"/>
          </p:cNvSpPr>
          <p:nvPr/>
        </p:nvSpPr>
        <p:spPr>
          <a:xfrm>
            <a:off x="8381293" y="4386709"/>
            <a:ext cx="173488" cy="263297"/>
          </a:xfrm>
          <a:prstGeom prst="rect">
            <a:avLst/>
          </a:prstGeom>
          <a:noFill/>
          <a:ln w="0">
            <a:noFill/>
            <a:prstDash val="solid"/>
          </a:ln>
        </p:spPr>
        <p:txBody>
          <a:bodyPr wrap="none" lIns="0" tIns="0" rIns="0" bIns="0" anchor="t">
            <a:noAutofit/>
          </a:bodyPr>
          <a:lstStyle>
            <a:defPPr algn="l">
              <a:defRPr sz="1366" b="0" i="0" kern="0" spc="0">
                <a:solidFill>
                  <a:srgbClr val="0A2540"/>
                </a:solidFill>
                <a:latin typeface="JetBrains Mono"/>
                <a:ea typeface="JetBrains Mono"/>
                <a:cs typeface="JetBrains Mono"/>
              </a:defRPr>
            </a:defPPr>
            <a:lvl1pPr algn="l">
              <a:defRPr sz="1366" b="0" i="0" kern="0" spc="0">
                <a:solidFill>
                  <a:srgbClr val="0A2540"/>
                </a:solidFill>
                <a:latin typeface="JetBrains Mono"/>
                <a:ea typeface="JetBrains Mono"/>
                <a:cs typeface="JetBrains Mono"/>
              </a:defRPr>
            </a:lvl1pPr>
            <a:lvl2pPr algn="l">
              <a:defRPr sz="1366" b="0" i="0" kern="0" spc="0">
                <a:solidFill>
                  <a:srgbClr val="0A2540"/>
                </a:solidFill>
                <a:latin typeface="JetBrains Mono"/>
                <a:ea typeface="JetBrains Mono"/>
                <a:cs typeface="JetBrains Mono"/>
              </a:defRPr>
            </a:lvl2pPr>
            <a:lvl3pPr algn="l">
              <a:defRPr sz="1366" b="0" i="0" kern="0" spc="0">
                <a:solidFill>
                  <a:srgbClr val="0A2540"/>
                </a:solidFill>
                <a:latin typeface="JetBrains Mono"/>
                <a:ea typeface="JetBrains Mono"/>
                <a:cs typeface="JetBrains Mono"/>
              </a:defRPr>
            </a:lvl3pPr>
            <a:lvl4pPr algn="l">
              <a:defRPr sz="1366" b="0" i="0" kern="0" spc="0">
                <a:solidFill>
                  <a:srgbClr val="0A2540"/>
                </a:solidFill>
                <a:latin typeface="JetBrains Mono"/>
                <a:ea typeface="JetBrains Mono"/>
                <a:cs typeface="JetBrains Mono"/>
              </a:defRPr>
            </a:lvl4pPr>
            <a:lvl5pPr algn="l">
              <a:defRPr sz="1366" b="0" i="0" kern="0" spc="0">
                <a:solidFill>
                  <a:srgbClr val="0A2540"/>
                </a:solidFill>
                <a:latin typeface="JetBrains Mono"/>
                <a:ea typeface="JetBrains Mono"/>
                <a:cs typeface="JetBrains Mono"/>
              </a:defRPr>
            </a:lvl5pPr>
            <a:lvl6pPr algn="l">
              <a:defRPr sz="1366" b="0" i="0" kern="0" spc="0">
                <a:solidFill>
                  <a:srgbClr val="0A2540"/>
                </a:solidFill>
                <a:latin typeface="JetBrains Mono"/>
                <a:ea typeface="JetBrains Mono"/>
                <a:cs typeface="JetBrains Mono"/>
              </a:defRPr>
            </a:lvl6pPr>
            <a:lvl7pPr algn="l">
              <a:defRPr sz="1366" b="0" i="0" kern="0" spc="0">
                <a:solidFill>
                  <a:srgbClr val="0A2540"/>
                </a:solidFill>
                <a:latin typeface="JetBrains Mono"/>
                <a:ea typeface="JetBrains Mono"/>
                <a:cs typeface="JetBrains Mono"/>
              </a:defRPr>
            </a:lvl7pPr>
            <a:lvl8pPr algn="l">
              <a:defRPr sz="1366" b="0" i="0" kern="0" spc="0">
                <a:solidFill>
                  <a:srgbClr val="0A2540"/>
                </a:solidFill>
                <a:latin typeface="JetBrains Mono"/>
                <a:ea typeface="JetBrains Mono"/>
                <a:cs typeface="JetBrains Mono"/>
              </a:defRPr>
            </a:lvl8pPr>
            <a:lvl9pPr algn="l">
              <a:defRPr sz="1366" b="0" i="0" kern="0" spc="0">
                <a:solidFill>
                  <a:srgbClr val="0A2540"/>
                </a:solidFill>
                <a:latin typeface="JetBrains Mono"/>
                <a:ea typeface="JetBrains Mono"/>
                <a:cs typeface="JetBrains Mono"/>
              </a:defRPr>
            </a:lvl9pPr>
          </a:lstStyle>
          <a:p>
            <a:pPr algn="l">
              <a:lnSpc>
                <a:spcPct val="100000"/>
              </a:lnSpc>
              <a:buNone/>
              <a:defRPr sz="1366" b="0" i="0" kern="0" spc="0">
                <a:solidFill>
                  <a:srgbClr val="0A2540"/>
                </a:solidFill>
                <a:latin typeface="JetBrains Mono"/>
                <a:ea typeface="JetBrains Mono"/>
                <a:cs typeface="JetBrains Mono"/>
              </a:defRPr>
            </a:pPr>
            <a:r>
              <a:rPr sz="1366" b="0" i="0" kern="0" spc="0">
                <a:solidFill>
                  <a:srgbClr val="0A2540"/>
                </a:solidFill>
                <a:latin typeface="JetBrains Mono"/>
                <a:ea typeface="JetBrains Mono"/>
                <a:cs typeface="JetBrains Mono"/>
              </a:rPr>
              <a:t>d</a:t>
            </a:r>
          </a:p>
        </p:txBody>
      </p:sp>
      <p:sp>
        <p:nvSpPr>
          <p:cNvPr id="67" name="s13 text 40">
            <a:extLst>
              <a:ext uri="{FF2B5EF4-FFF2-40B4-BE49-F238E27FC236}">
                <a16:creationId xmlns:a16="http://schemas.microsoft.com/office/drawing/2014/main" id="{8EE599C5-851B-4AF0-A010-9D69A2834E71}"/>
              </a:ext>
            </a:extLst>
          </p:cNvPr>
          <p:cNvSpPr>
            <a:spLocks noGrp="1"/>
          </p:cNvSpPr>
          <p:nvPr/>
        </p:nvSpPr>
        <p:spPr>
          <a:xfrm>
            <a:off x="8607901" y="4302518"/>
            <a:ext cx="457981"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 Q</a:t>
            </a:r>
          </a:p>
        </p:txBody>
      </p:sp>
      <p:sp>
        <p:nvSpPr>
          <p:cNvPr id="68" name="s13 text 41">
            <a:extLst>
              <a:ext uri="{FF2B5EF4-FFF2-40B4-BE49-F238E27FC236}">
                <a16:creationId xmlns:a16="http://schemas.microsoft.com/office/drawing/2014/main" id="{172B7AD0-D1E5-4AD3-AD0D-2562AFD7035E}"/>
              </a:ext>
            </a:extLst>
          </p:cNvPr>
          <p:cNvSpPr>
            <a:spLocks noGrp="1"/>
          </p:cNvSpPr>
          <p:nvPr/>
        </p:nvSpPr>
        <p:spPr>
          <a:xfrm>
            <a:off x="8979024" y="4386709"/>
            <a:ext cx="173488" cy="263297"/>
          </a:xfrm>
          <a:prstGeom prst="rect">
            <a:avLst/>
          </a:prstGeom>
          <a:noFill/>
          <a:ln w="0">
            <a:noFill/>
            <a:prstDash val="solid"/>
          </a:ln>
        </p:spPr>
        <p:txBody>
          <a:bodyPr wrap="none" lIns="0" tIns="0" rIns="0" bIns="0" anchor="t">
            <a:noAutofit/>
          </a:bodyPr>
          <a:lstStyle>
            <a:defPPr algn="l">
              <a:defRPr sz="1366" b="0" i="0" kern="0" spc="0">
                <a:solidFill>
                  <a:srgbClr val="0A2540"/>
                </a:solidFill>
                <a:latin typeface="JetBrains Mono"/>
                <a:ea typeface="JetBrains Mono"/>
                <a:cs typeface="JetBrains Mono"/>
              </a:defRPr>
            </a:defPPr>
            <a:lvl1pPr algn="l">
              <a:defRPr sz="1366" b="0" i="0" kern="0" spc="0">
                <a:solidFill>
                  <a:srgbClr val="0A2540"/>
                </a:solidFill>
                <a:latin typeface="JetBrains Mono"/>
                <a:ea typeface="JetBrains Mono"/>
                <a:cs typeface="JetBrains Mono"/>
              </a:defRPr>
            </a:lvl1pPr>
            <a:lvl2pPr algn="l">
              <a:defRPr sz="1366" b="0" i="0" kern="0" spc="0">
                <a:solidFill>
                  <a:srgbClr val="0A2540"/>
                </a:solidFill>
                <a:latin typeface="JetBrains Mono"/>
                <a:ea typeface="JetBrains Mono"/>
                <a:cs typeface="JetBrains Mono"/>
              </a:defRPr>
            </a:lvl2pPr>
            <a:lvl3pPr algn="l">
              <a:defRPr sz="1366" b="0" i="0" kern="0" spc="0">
                <a:solidFill>
                  <a:srgbClr val="0A2540"/>
                </a:solidFill>
                <a:latin typeface="JetBrains Mono"/>
                <a:ea typeface="JetBrains Mono"/>
                <a:cs typeface="JetBrains Mono"/>
              </a:defRPr>
            </a:lvl3pPr>
            <a:lvl4pPr algn="l">
              <a:defRPr sz="1366" b="0" i="0" kern="0" spc="0">
                <a:solidFill>
                  <a:srgbClr val="0A2540"/>
                </a:solidFill>
                <a:latin typeface="JetBrains Mono"/>
                <a:ea typeface="JetBrains Mono"/>
                <a:cs typeface="JetBrains Mono"/>
              </a:defRPr>
            </a:lvl4pPr>
            <a:lvl5pPr algn="l">
              <a:defRPr sz="1366" b="0" i="0" kern="0" spc="0">
                <a:solidFill>
                  <a:srgbClr val="0A2540"/>
                </a:solidFill>
                <a:latin typeface="JetBrains Mono"/>
                <a:ea typeface="JetBrains Mono"/>
                <a:cs typeface="JetBrains Mono"/>
              </a:defRPr>
            </a:lvl5pPr>
            <a:lvl6pPr algn="l">
              <a:defRPr sz="1366" b="0" i="0" kern="0" spc="0">
                <a:solidFill>
                  <a:srgbClr val="0A2540"/>
                </a:solidFill>
                <a:latin typeface="JetBrains Mono"/>
                <a:ea typeface="JetBrains Mono"/>
                <a:cs typeface="JetBrains Mono"/>
              </a:defRPr>
            </a:lvl6pPr>
            <a:lvl7pPr algn="l">
              <a:defRPr sz="1366" b="0" i="0" kern="0" spc="0">
                <a:solidFill>
                  <a:srgbClr val="0A2540"/>
                </a:solidFill>
                <a:latin typeface="JetBrains Mono"/>
                <a:ea typeface="JetBrains Mono"/>
                <a:cs typeface="JetBrains Mono"/>
              </a:defRPr>
            </a:lvl7pPr>
            <a:lvl8pPr algn="l">
              <a:defRPr sz="1366" b="0" i="0" kern="0" spc="0">
                <a:solidFill>
                  <a:srgbClr val="0A2540"/>
                </a:solidFill>
                <a:latin typeface="JetBrains Mono"/>
                <a:ea typeface="JetBrains Mono"/>
                <a:cs typeface="JetBrains Mono"/>
              </a:defRPr>
            </a:lvl8pPr>
            <a:lvl9pPr algn="l">
              <a:defRPr sz="1366" b="0" i="0" kern="0" spc="0">
                <a:solidFill>
                  <a:srgbClr val="0A2540"/>
                </a:solidFill>
                <a:latin typeface="JetBrains Mono"/>
                <a:ea typeface="JetBrains Mono"/>
                <a:cs typeface="JetBrains Mono"/>
              </a:defRPr>
            </a:lvl9pPr>
          </a:lstStyle>
          <a:p>
            <a:pPr algn="l">
              <a:lnSpc>
                <a:spcPct val="100000"/>
              </a:lnSpc>
              <a:buNone/>
              <a:defRPr sz="1366" b="0" i="0" kern="0" spc="0">
                <a:solidFill>
                  <a:srgbClr val="0A2540"/>
                </a:solidFill>
                <a:latin typeface="JetBrains Mono"/>
                <a:ea typeface="JetBrains Mono"/>
                <a:cs typeface="JetBrains Mono"/>
              </a:defRPr>
            </a:pPr>
            <a:r>
              <a:rPr sz="1366" b="0" i="0" kern="0" spc="0">
                <a:solidFill>
                  <a:srgbClr val="0A2540"/>
                </a:solidFill>
                <a:latin typeface="JetBrains Mono"/>
                <a:ea typeface="JetBrains Mono"/>
                <a:cs typeface="JetBrains Mono"/>
              </a:rPr>
              <a:t>s</a:t>
            </a:r>
          </a:p>
        </p:txBody>
      </p:sp>
      <p:sp>
        <p:nvSpPr>
          <p:cNvPr id="69" name="s13 text 42">
            <a:extLst>
              <a:ext uri="{FF2B5EF4-FFF2-40B4-BE49-F238E27FC236}">
                <a16:creationId xmlns:a16="http://schemas.microsoft.com/office/drawing/2014/main" id="{FCE437BB-7249-40ED-B1F7-E10995515A67}"/>
              </a:ext>
            </a:extLst>
          </p:cNvPr>
          <p:cNvSpPr>
            <a:spLocks noGrp="1"/>
          </p:cNvSpPr>
          <p:nvPr/>
        </p:nvSpPr>
        <p:spPr>
          <a:xfrm>
            <a:off x="9143080" y="4300314"/>
            <a:ext cx="3509486"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at the price buyers actually face.</a:t>
            </a:r>
          </a:p>
        </p:txBody>
      </p:sp>
      <p:sp>
        <p:nvSpPr>
          <p:cNvPr id="70" name="s13 text 43">
            <a:extLst>
              <a:ext uri="{FF2B5EF4-FFF2-40B4-BE49-F238E27FC236}">
                <a16:creationId xmlns:a16="http://schemas.microsoft.com/office/drawing/2014/main" id="{1C8D31CD-3623-43A7-855F-76E04C94639A}"/>
              </a:ext>
            </a:extLst>
          </p:cNvPr>
          <p:cNvSpPr>
            <a:spLocks noGrp="1"/>
          </p:cNvSpPr>
          <p:nvPr/>
        </p:nvSpPr>
        <p:spPr>
          <a:xfrm>
            <a:off x="7293768" y="4636070"/>
            <a:ext cx="2644331"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With a tariff, that price is</a:t>
            </a:r>
          </a:p>
        </p:txBody>
      </p:sp>
      <p:sp>
        <p:nvSpPr>
          <p:cNvPr id="71" name="s13 text 44">
            <a:extLst>
              <a:ext uri="{FF2B5EF4-FFF2-40B4-BE49-F238E27FC236}">
                <a16:creationId xmlns:a16="http://schemas.microsoft.com/office/drawing/2014/main" id="{98CC0759-C3E3-4F46-8409-015B8D7CCF3F}"/>
              </a:ext>
            </a:extLst>
          </p:cNvPr>
          <p:cNvSpPr>
            <a:spLocks noGrp="1"/>
          </p:cNvSpPr>
          <p:nvPr/>
        </p:nvSpPr>
        <p:spPr>
          <a:xfrm>
            <a:off x="9878690" y="4638274"/>
            <a:ext cx="208169" cy="316000"/>
          </a:xfrm>
          <a:prstGeom prst="rect">
            <a:avLst/>
          </a:prstGeom>
          <a:noFill/>
          <a:ln w="0">
            <a:noFill/>
            <a:prstDash val="solid"/>
          </a:ln>
        </p:spPr>
        <p:txBody>
          <a:bodyPr wrap="none" lIns="0" tIns="0" rIns="0" bIns="0" anchor="t">
            <a:noAutofit/>
          </a:bodyPr>
          <a:lstStyle>
            <a:defPPr algn="l">
              <a:defRPr sz="1639" b="0" i="0" kern="0" spc="0">
                <a:solidFill>
                  <a:srgbClr val="0A2540"/>
                </a:solidFill>
                <a:latin typeface="JetBrains Mono"/>
                <a:ea typeface="JetBrains Mono"/>
                <a:cs typeface="JetBrains Mono"/>
              </a:defRPr>
            </a:defPPr>
            <a:lvl1pPr algn="l">
              <a:defRPr sz="1639" b="0" i="0" kern="0" spc="0">
                <a:solidFill>
                  <a:srgbClr val="0A2540"/>
                </a:solidFill>
                <a:latin typeface="JetBrains Mono"/>
                <a:ea typeface="JetBrains Mono"/>
                <a:cs typeface="JetBrains Mono"/>
              </a:defRPr>
            </a:lvl1pPr>
            <a:lvl2pPr algn="l">
              <a:defRPr sz="1639" b="0" i="0" kern="0" spc="0">
                <a:solidFill>
                  <a:srgbClr val="0A2540"/>
                </a:solidFill>
                <a:latin typeface="JetBrains Mono"/>
                <a:ea typeface="JetBrains Mono"/>
                <a:cs typeface="JetBrains Mono"/>
              </a:defRPr>
            </a:lvl2pPr>
            <a:lvl3pPr algn="l">
              <a:defRPr sz="1639" b="0" i="0" kern="0" spc="0">
                <a:solidFill>
                  <a:srgbClr val="0A2540"/>
                </a:solidFill>
                <a:latin typeface="JetBrains Mono"/>
                <a:ea typeface="JetBrains Mono"/>
                <a:cs typeface="JetBrains Mono"/>
              </a:defRPr>
            </a:lvl3pPr>
            <a:lvl4pPr algn="l">
              <a:defRPr sz="1639" b="0" i="0" kern="0" spc="0">
                <a:solidFill>
                  <a:srgbClr val="0A2540"/>
                </a:solidFill>
                <a:latin typeface="JetBrains Mono"/>
                <a:ea typeface="JetBrains Mono"/>
                <a:cs typeface="JetBrains Mono"/>
              </a:defRPr>
            </a:lvl4pPr>
            <a:lvl5pPr algn="l">
              <a:defRPr sz="1639" b="0" i="0" kern="0" spc="0">
                <a:solidFill>
                  <a:srgbClr val="0A2540"/>
                </a:solidFill>
                <a:latin typeface="JetBrains Mono"/>
                <a:ea typeface="JetBrains Mono"/>
                <a:cs typeface="JetBrains Mono"/>
              </a:defRPr>
            </a:lvl5pPr>
            <a:lvl6pPr algn="l">
              <a:defRPr sz="1639" b="0" i="0" kern="0" spc="0">
                <a:solidFill>
                  <a:srgbClr val="0A2540"/>
                </a:solidFill>
                <a:latin typeface="JetBrains Mono"/>
                <a:ea typeface="JetBrains Mono"/>
                <a:cs typeface="JetBrains Mono"/>
              </a:defRPr>
            </a:lvl6pPr>
            <a:lvl7pPr algn="l">
              <a:defRPr sz="1639" b="0" i="0" kern="0" spc="0">
                <a:solidFill>
                  <a:srgbClr val="0A2540"/>
                </a:solidFill>
                <a:latin typeface="JetBrains Mono"/>
                <a:ea typeface="JetBrains Mono"/>
                <a:cs typeface="JetBrains Mono"/>
              </a:defRPr>
            </a:lvl7pPr>
            <a:lvl8pPr algn="l">
              <a:defRPr sz="1639" b="0" i="0" kern="0" spc="0">
                <a:solidFill>
                  <a:srgbClr val="0A2540"/>
                </a:solidFill>
                <a:latin typeface="JetBrains Mono"/>
                <a:ea typeface="JetBrains Mono"/>
                <a:cs typeface="JetBrains Mono"/>
              </a:defRPr>
            </a:lvl8pPr>
            <a:lvl9pPr algn="l">
              <a:defRPr sz="1639" b="0" i="0" kern="0" spc="0">
                <a:solidFill>
                  <a:srgbClr val="0A2540"/>
                </a:solidFill>
                <a:latin typeface="JetBrains Mono"/>
                <a:ea typeface="JetBrains Mono"/>
                <a:cs typeface="JetBrains Mono"/>
              </a:defRPr>
            </a:lvl9pPr>
          </a:lstStyle>
          <a:p>
            <a:pPr algn="l">
              <a:lnSpc>
                <a:spcPct val="100000"/>
              </a:lnSpc>
              <a:buNone/>
              <a:defRPr sz="1639" b="0" i="0" kern="0" spc="0">
                <a:solidFill>
                  <a:srgbClr val="0A2540"/>
                </a:solidFill>
                <a:latin typeface="JetBrains Mono"/>
                <a:ea typeface="JetBrains Mono"/>
                <a:cs typeface="JetBrains Mono"/>
              </a:defRPr>
            </a:pPr>
            <a:r>
              <a:rPr sz="1639" b="0" i="0" kern="0" spc="0">
                <a:solidFill>
                  <a:srgbClr val="0A2540"/>
                </a:solidFill>
                <a:latin typeface="JetBrains Mono"/>
                <a:ea typeface="JetBrains Mono"/>
                <a:cs typeface="JetBrains Mono"/>
              </a:rPr>
              <a:t>P</a:t>
            </a:r>
          </a:p>
        </p:txBody>
      </p:sp>
      <p:sp>
        <p:nvSpPr>
          <p:cNvPr id="72" name="s13 text 45">
            <a:extLst>
              <a:ext uri="{FF2B5EF4-FFF2-40B4-BE49-F238E27FC236}">
                <a16:creationId xmlns:a16="http://schemas.microsoft.com/office/drawing/2014/main" id="{714B61D3-4811-444F-9CF3-E9544A5BCE23}"/>
              </a:ext>
            </a:extLst>
          </p:cNvPr>
          <p:cNvSpPr>
            <a:spLocks noGrp="1"/>
          </p:cNvSpPr>
          <p:nvPr/>
        </p:nvSpPr>
        <p:spPr>
          <a:xfrm>
            <a:off x="10002477" y="4722465"/>
            <a:ext cx="173488" cy="263297"/>
          </a:xfrm>
          <a:prstGeom prst="rect">
            <a:avLst/>
          </a:prstGeom>
          <a:noFill/>
          <a:ln w="0">
            <a:noFill/>
            <a:prstDash val="solid"/>
          </a:ln>
        </p:spPr>
        <p:txBody>
          <a:bodyPr wrap="none" lIns="0" tIns="0" rIns="0" bIns="0" anchor="t">
            <a:noAutofit/>
          </a:bodyPr>
          <a:lstStyle>
            <a:defPPr algn="l">
              <a:defRPr sz="1366" b="0" i="0" kern="0" spc="0">
                <a:solidFill>
                  <a:srgbClr val="0A2540"/>
                </a:solidFill>
                <a:latin typeface="JetBrains Mono"/>
                <a:ea typeface="JetBrains Mono"/>
                <a:cs typeface="JetBrains Mono"/>
              </a:defRPr>
            </a:defPPr>
            <a:lvl1pPr algn="l">
              <a:defRPr sz="1366" b="0" i="0" kern="0" spc="0">
                <a:solidFill>
                  <a:srgbClr val="0A2540"/>
                </a:solidFill>
                <a:latin typeface="JetBrains Mono"/>
                <a:ea typeface="JetBrains Mono"/>
                <a:cs typeface="JetBrains Mono"/>
              </a:defRPr>
            </a:lvl1pPr>
            <a:lvl2pPr algn="l">
              <a:defRPr sz="1366" b="0" i="0" kern="0" spc="0">
                <a:solidFill>
                  <a:srgbClr val="0A2540"/>
                </a:solidFill>
                <a:latin typeface="JetBrains Mono"/>
                <a:ea typeface="JetBrains Mono"/>
                <a:cs typeface="JetBrains Mono"/>
              </a:defRPr>
            </a:lvl2pPr>
            <a:lvl3pPr algn="l">
              <a:defRPr sz="1366" b="0" i="0" kern="0" spc="0">
                <a:solidFill>
                  <a:srgbClr val="0A2540"/>
                </a:solidFill>
                <a:latin typeface="JetBrains Mono"/>
                <a:ea typeface="JetBrains Mono"/>
                <a:cs typeface="JetBrains Mono"/>
              </a:defRPr>
            </a:lvl3pPr>
            <a:lvl4pPr algn="l">
              <a:defRPr sz="1366" b="0" i="0" kern="0" spc="0">
                <a:solidFill>
                  <a:srgbClr val="0A2540"/>
                </a:solidFill>
                <a:latin typeface="JetBrains Mono"/>
                <a:ea typeface="JetBrains Mono"/>
                <a:cs typeface="JetBrains Mono"/>
              </a:defRPr>
            </a:lvl4pPr>
            <a:lvl5pPr algn="l">
              <a:defRPr sz="1366" b="0" i="0" kern="0" spc="0">
                <a:solidFill>
                  <a:srgbClr val="0A2540"/>
                </a:solidFill>
                <a:latin typeface="JetBrains Mono"/>
                <a:ea typeface="JetBrains Mono"/>
                <a:cs typeface="JetBrains Mono"/>
              </a:defRPr>
            </a:lvl5pPr>
            <a:lvl6pPr algn="l">
              <a:defRPr sz="1366" b="0" i="0" kern="0" spc="0">
                <a:solidFill>
                  <a:srgbClr val="0A2540"/>
                </a:solidFill>
                <a:latin typeface="JetBrains Mono"/>
                <a:ea typeface="JetBrains Mono"/>
                <a:cs typeface="JetBrains Mono"/>
              </a:defRPr>
            </a:lvl6pPr>
            <a:lvl7pPr algn="l">
              <a:defRPr sz="1366" b="0" i="0" kern="0" spc="0">
                <a:solidFill>
                  <a:srgbClr val="0A2540"/>
                </a:solidFill>
                <a:latin typeface="JetBrains Mono"/>
                <a:ea typeface="JetBrains Mono"/>
                <a:cs typeface="JetBrains Mono"/>
              </a:defRPr>
            </a:lvl7pPr>
            <a:lvl8pPr algn="l">
              <a:defRPr sz="1366" b="0" i="0" kern="0" spc="0">
                <a:solidFill>
                  <a:srgbClr val="0A2540"/>
                </a:solidFill>
                <a:latin typeface="JetBrains Mono"/>
                <a:ea typeface="JetBrains Mono"/>
                <a:cs typeface="JetBrains Mono"/>
              </a:defRPr>
            </a:lvl8pPr>
            <a:lvl9pPr algn="l">
              <a:defRPr sz="1366" b="0" i="0" kern="0" spc="0">
                <a:solidFill>
                  <a:srgbClr val="0A2540"/>
                </a:solidFill>
                <a:latin typeface="JetBrains Mono"/>
                <a:ea typeface="JetBrains Mono"/>
                <a:cs typeface="JetBrains Mono"/>
              </a:defRPr>
            </a:lvl9pPr>
          </a:lstStyle>
          <a:p>
            <a:pPr algn="l">
              <a:lnSpc>
                <a:spcPct val="100000"/>
              </a:lnSpc>
              <a:buNone/>
              <a:defRPr sz="1366" b="0" i="0" kern="0" spc="0">
                <a:solidFill>
                  <a:srgbClr val="0A2540"/>
                </a:solidFill>
                <a:latin typeface="JetBrains Mono"/>
                <a:ea typeface="JetBrains Mono"/>
                <a:cs typeface="JetBrains Mono"/>
              </a:defRPr>
            </a:pPr>
            <a:r>
              <a:rPr sz="1366" b="0" i="0" kern="0" spc="0">
                <a:solidFill>
                  <a:srgbClr val="0A2540"/>
                </a:solidFill>
                <a:latin typeface="JetBrains Mono"/>
                <a:ea typeface="JetBrains Mono"/>
                <a:cs typeface="JetBrains Mono"/>
              </a:rPr>
              <a:t>w</a:t>
            </a:r>
          </a:p>
        </p:txBody>
      </p:sp>
      <p:sp>
        <p:nvSpPr>
          <p:cNvPr id="73" name="s13 text 46">
            <a:extLst>
              <a:ext uri="{FF2B5EF4-FFF2-40B4-BE49-F238E27FC236}">
                <a16:creationId xmlns:a16="http://schemas.microsoft.com/office/drawing/2014/main" id="{CBB9BD42-D7AD-45C1-A8DC-FF8BF8AD523B}"/>
              </a:ext>
            </a:extLst>
          </p:cNvPr>
          <p:cNvSpPr>
            <a:spLocks noGrp="1"/>
          </p:cNvSpPr>
          <p:nvPr/>
        </p:nvSpPr>
        <p:spPr>
          <a:xfrm>
            <a:off x="10229086" y="4638274"/>
            <a:ext cx="457981"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 t</a:t>
            </a:r>
          </a:p>
        </p:txBody>
      </p:sp>
      <p:sp>
        <p:nvSpPr>
          <p:cNvPr id="74" name="s13 text 47">
            <a:extLst>
              <a:ext uri="{FF2B5EF4-FFF2-40B4-BE49-F238E27FC236}">
                <a16:creationId xmlns:a16="http://schemas.microsoft.com/office/drawing/2014/main" id="{3A6F760D-21F7-4A98-88FE-A505F344D76B}"/>
              </a:ext>
            </a:extLst>
          </p:cNvPr>
          <p:cNvSpPr>
            <a:spLocks noGrp="1"/>
          </p:cNvSpPr>
          <p:nvPr/>
        </p:nvSpPr>
        <p:spPr>
          <a:xfrm>
            <a:off x="10600208" y="4636070"/>
            <a:ext cx="152400" cy="308146"/>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Inter"/>
                <a:ea typeface="Inter"/>
                <a:cs typeface="Inter"/>
              </a:defRPr>
            </a:defPPr>
            <a:lvl1pPr algn="l">
              <a:defRPr sz="1744" b="0" i="0" kern="0" spc="0">
                <a:solidFill>
                  <a:srgbClr val="0A2540"/>
                </a:solidFill>
                <a:latin typeface="Inter"/>
                <a:ea typeface="Inter"/>
                <a:cs typeface="Inter"/>
              </a:defRPr>
            </a:lvl1pPr>
            <a:lvl2pPr algn="l">
              <a:defRPr sz="1744" b="0" i="0" kern="0" spc="0">
                <a:solidFill>
                  <a:srgbClr val="0A2540"/>
                </a:solidFill>
                <a:latin typeface="Inter"/>
                <a:ea typeface="Inter"/>
                <a:cs typeface="Inter"/>
              </a:defRPr>
            </a:lvl2pPr>
            <a:lvl3pPr algn="l">
              <a:defRPr sz="1744" b="0" i="0" kern="0" spc="0">
                <a:solidFill>
                  <a:srgbClr val="0A2540"/>
                </a:solidFill>
                <a:latin typeface="Inter"/>
                <a:ea typeface="Inter"/>
                <a:cs typeface="Inter"/>
              </a:defRPr>
            </a:lvl3pPr>
            <a:lvl4pPr algn="l">
              <a:defRPr sz="1744" b="0" i="0" kern="0" spc="0">
                <a:solidFill>
                  <a:srgbClr val="0A2540"/>
                </a:solidFill>
                <a:latin typeface="Inter"/>
                <a:ea typeface="Inter"/>
                <a:cs typeface="Inter"/>
              </a:defRPr>
            </a:lvl4pPr>
            <a:lvl5pPr algn="l">
              <a:defRPr sz="1744" b="0" i="0" kern="0" spc="0">
                <a:solidFill>
                  <a:srgbClr val="0A2540"/>
                </a:solidFill>
                <a:latin typeface="Inter"/>
                <a:ea typeface="Inter"/>
                <a:cs typeface="Inter"/>
              </a:defRPr>
            </a:lvl5pPr>
            <a:lvl6pPr algn="l">
              <a:defRPr sz="1744" b="0" i="0" kern="0" spc="0">
                <a:solidFill>
                  <a:srgbClr val="0A2540"/>
                </a:solidFill>
                <a:latin typeface="Inter"/>
                <a:ea typeface="Inter"/>
                <a:cs typeface="Inter"/>
              </a:defRPr>
            </a:lvl6pPr>
            <a:lvl7pPr algn="l">
              <a:defRPr sz="1744" b="0" i="0" kern="0" spc="0">
                <a:solidFill>
                  <a:srgbClr val="0A2540"/>
                </a:solidFill>
                <a:latin typeface="Inter"/>
                <a:ea typeface="Inter"/>
                <a:cs typeface="Inter"/>
              </a:defRPr>
            </a:lvl7pPr>
            <a:lvl8pPr algn="l">
              <a:defRPr sz="1744" b="0" i="0" kern="0" spc="0">
                <a:solidFill>
                  <a:srgbClr val="0A2540"/>
                </a:solidFill>
                <a:latin typeface="Inter"/>
                <a:ea typeface="Inter"/>
                <a:cs typeface="Inter"/>
              </a:defRPr>
            </a:lvl8pPr>
            <a:lvl9pPr algn="l">
              <a:defRPr sz="1744" b="0" i="0" kern="0" spc="0">
                <a:solidFill>
                  <a:srgbClr val="0A2540"/>
                </a:solidFill>
                <a:latin typeface="Inter"/>
                <a:ea typeface="Inter"/>
                <a:cs typeface="Inter"/>
              </a:defRPr>
            </a:lvl9pPr>
          </a:lstStyle>
          <a:p>
            <a:pPr algn="l">
              <a:lnSpc>
                <a:spcPct val="100000"/>
              </a:lnSpc>
              <a:buNone/>
              <a:defRPr sz="1744" b="0" i="0" kern="0" spc="0">
                <a:solidFill>
                  <a:srgbClr val="0A2540"/>
                </a:solidFill>
                <a:latin typeface="Inter"/>
                <a:ea typeface="Inter"/>
                <a:cs typeface="Inter"/>
              </a:defRPr>
            </a:pPr>
            <a:r>
              <a:rPr sz="1744" b="0" i="0" kern="0" spc="0">
                <a:solidFill>
                  <a:srgbClr val="0A2540"/>
                </a:solidFill>
                <a:latin typeface="Inter"/>
                <a:ea typeface="Inter"/>
                <a:cs typeface="Inter"/>
              </a:rPr>
              <a:t>.</a:t>
            </a:r>
          </a:p>
        </p:txBody>
      </p:sp>
      <p:sp>
        <p:nvSpPr>
          <p:cNvPr id="75" name="s13 text 48">
            <a:extLst>
              <a:ext uri="{FF2B5EF4-FFF2-40B4-BE49-F238E27FC236}">
                <a16:creationId xmlns:a16="http://schemas.microsoft.com/office/drawing/2014/main" id="{A7DCC8E0-45EF-48FD-8713-DD90B11D4928}"/>
              </a:ext>
            </a:extLst>
          </p:cNvPr>
          <p:cNvSpPr>
            <a:spLocks noGrp="1"/>
          </p:cNvSpPr>
          <p:nvPr/>
        </p:nvSpPr>
        <p:spPr>
          <a:xfrm>
            <a:off x="514350" y="7370207"/>
            <a:ext cx="1906319"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QUESTION 5.2 · COUNTRY A</a:t>
            </a:r>
          </a:p>
        </p:txBody>
      </p:sp>
      <p:sp>
        <p:nvSpPr>
          <p:cNvPr id="76" name="s13 text 49">
            <a:extLst>
              <a:ext uri="{FF2B5EF4-FFF2-40B4-BE49-F238E27FC236}">
                <a16:creationId xmlns:a16="http://schemas.microsoft.com/office/drawing/2014/main" id="{A0E1C4C1-CBA8-4A9C-B006-7DBB6E6A4E06}"/>
              </a:ext>
            </a:extLst>
          </p:cNvPr>
          <p:cNvSpPr>
            <a:spLocks noGrp="1"/>
          </p:cNvSpPr>
          <p:nvPr/>
        </p:nvSpPr>
        <p:spPr>
          <a:xfrm>
            <a:off x="12654037" y="7370207"/>
            <a:ext cx="576503"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13 / 26</a:t>
            </a:r>
          </a:p>
        </p:txBody>
      </p:sp>
    </p:spTree>
    <p:extLst>
      <p:ext uri="{BB962C8B-B14F-4D97-AF65-F5344CB8AC3E}">
        <p14:creationId xmlns:p14="http://schemas.microsoft.com/office/powerpoint/2010/main" val="4283246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 name="Blueprint grid">
            <a:extLst>
              <a:ext uri="{FF2B5EF4-FFF2-40B4-BE49-F238E27FC236}">
                <a16:creationId xmlns:a16="http://schemas.microsoft.com/office/drawing/2014/main" id="{B50B788F-C126-4B57-BAA0-464A2A9CF0E3}"/>
              </a:ext>
            </a:extLst>
          </p:cNvPr>
          <p:cNvSpPr>
            <a:spLocks noGrp="1"/>
          </p:cNvSpPr>
          <p:nvPr/>
        </p:nvSpPr>
        <p:spPr>
          <a:xfrm>
            <a:off x="7144" y="0"/>
            <a:ext cx="7144" cy="7715250"/>
          </a:xfrm>
          <a:prstGeom prst="rect">
            <a:avLst/>
          </a:prstGeom>
          <a:solidFill>
            <a:srgbClr val="0A2540">
              <a:alpha val="5000"/>
            </a:srgbClr>
          </a:solidFill>
          <a:ln w="0">
            <a:noFill/>
            <a:prstDash val="solid"/>
          </a:ln>
        </p:spPr>
      </p:sp>
      <p:sp>
        <p:nvSpPr>
          <p:cNvPr id="2" name="Blueprint grid">
            <a:extLst>
              <a:ext uri="{FF2B5EF4-FFF2-40B4-BE49-F238E27FC236}">
                <a16:creationId xmlns:a16="http://schemas.microsoft.com/office/drawing/2014/main" id="{087FBC69-5766-462A-8711-C29A10792E2D}"/>
              </a:ext>
            </a:extLst>
          </p:cNvPr>
          <p:cNvSpPr>
            <a:spLocks noGrp="1"/>
          </p:cNvSpPr>
          <p:nvPr/>
        </p:nvSpPr>
        <p:spPr>
          <a:xfrm>
            <a:off x="578644" y="0"/>
            <a:ext cx="7144" cy="7715250"/>
          </a:xfrm>
          <a:prstGeom prst="rect">
            <a:avLst/>
          </a:prstGeom>
          <a:solidFill>
            <a:srgbClr val="0A2540">
              <a:alpha val="5000"/>
            </a:srgbClr>
          </a:solidFill>
          <a:ln w="0">
            <a:noFill/>
            <a:prstDash val="solid"/>
          </a:ln>
        </p:spPr>
      </p:sp>
      <p:sp>
        <p:nvSpPr>
          <p:cNvPr id="3" name="Blueprint grid">
            <a:extLst>
              <a:ext uri="{FF2B5EF4-FFF2-40B4-BE49-F238E27FC236}">
                <a16:creationId xmlns:a16="http://schemas.microsoft.com/office/drawing/2014/main" id="{2B0E59ED-3019-489A-A44B-96101CBFCC14}"/>
              </a:ext>
            </a:extLst>
          </p:cNvPr>
          <p:cNvSpPr>
            <a:spLocks noGrp="1"/>
          </p:cNvSpPr>
          <p:nvPr/>
        </p:nvSpPr>
        <p:spPr>
          <a:xfrm>
            <a:off x="9151144" y="0"/>
            <a:ext cx="7144" cy="7715250"/>
          </a:xfrm>
          <a:prstGeom prst="rect">
            <a:avLst/>
          </a:prstGeom>
          <a:solidFill>
            <a:srgbClr val="0A2540">
              <a:alpha val="5000"/>
            </a:srgbClr>
          </a:solidFill>
          <a:ln w="0">
            <a:noFill/>
            <a:prstDash val="solid"/>
          </a:ln>
        </p:spPr>
      </p:sp>
      <p:sp>
        <p:nvSpPr>
          <p:cNvPr id="4" name="Blueprint grid">
            <a:extLst>
              <a:ext uri="{FF2B5EF4-FFF2-40B4-BE49-F238E27FC236}">
                <a16:creationId xmlns:a16="http://schemas.microsoft.com/office/drawing/2014/main" id="{3A6E1CD2-E4CF-4FCD-A1F1-C30056FCCF06}"/>
              </a:ext>
            </a:extLst>
          </p:cNvPr>
          <p:cNvSpPr>
            <a:spLocks noGrp="1"/>
          </p:cNvSpPr>
          <p:nvPr/>
        </p:nvSpPr>
        <p:spPr>
          <a:xfrm>
            <a:off x="9436894" y="0"/>
            <a:ext cx="7144" cy="7715250"/>
          </a:xfrm>
          <a:prstGeom prst="rect">
            <a:avLst/>
          </a:prstGeom>
          <a:solidFill>
            <a:srgbClr val="0A2540">
              <a:alpha val="5000"/>
            </a:srgbClr>
          </a:solidFill>
          <a:ln w="0">
            <a:noFill/>
            <a:prstDash val="solid"/>
          </a:ln>
        </p:spPr>
      </p:sp>
      <p:sp>
        <p:nvSpPr>
          <p:cNvPr id="5" name="Blueprint grid">
            <a:extLst>
              <a:ext uri="{FF2B5EF4-FFF2-40B4-BE49-F238E27FC236}">
                <a16:creationId xmlns:a16="http://schemas.microsoft.com/office/drawing/2014/main" id="{19D395EA-E657-4740-BBC9-4434FF345A07}"/>
              </a:ext>
            </a:extLst>
          </p:cNvPr>
          <p:cNvSpPr>
            <a:spLocks noGrp="1"/>
          </p:cNvSpPr>
          <p:nvPr/>
        </p:nvSpPr>
        <p:spPr>
          <a:xfrm>
            <a:off x="9722644" y="0"/>
            <a:ext cx="7144" cy="7715250"/>
          </a:xfrm>
          <a:prstGeom prst="rect">
            <a:avLst/>
          </a:prstGeom>
          <a:solidFill>
            <a:srgbClr val="0A2540">
              <a:alpha val="5000"/>
            </a:srgbClr>
          </a:solidFill>
          <a:ln w="0">
            <a:noFill/>
            <a:prstDash val="solid"/>
          </a:ln>
        </p:spPr>
      </p:sp>
      <p:sp>
        <p:nvSpPr>
          <p:cNvPr id="6" name="Blueprint grid">
            <a:extLst>
              <a:ext uri="{FF2B5EF4-FFF2-40B4-BE49-F238E27FC236}">
                <a16:creationId xmlns:a16="http://schemas.microsoft.com/office/drawing/2014/main" id="{245F2DAD-CFAB-4C69-BDCA-441D300768B7}"/>
              </a:ext>
            </a:extLst>
          </p:cNvPr>
          <p:cNvSpPr>
            <a:spLocks noGrp="1"/>
          </p:cNvSpPr>
          <p:nvPr/>
        </p:nvSpPr>
        <p:spPr>
          <a:xfrm>
            <a:off x="10008394" y="0"/>
            <a:ext cx="7144" cy="7715250"/>
          </a:xfrm>
          <a:prstGeom prst="rect">
            <a:avLst/>
          </a:prstGeom>
          <a:solidFill>
            <a:srgbClr val="0A2540">
              <a:alpha val="5000"/>
            </a:srgbClr>
          </a:solidFill>
          <a:ln w="0">
            <a:noFill/>
            <a:prstDash val="solid"/>
          </a:ln>
        </p:spPr>
      </p:sp>
      <p:sp>
        <p:nvSpPr>
          <p:cNvPr id="7" name="Blueprint grid">
            <a:extLst>
              <a:ext uri="{FF2B5EF4-FFF2-40B4-BE49-F238E27FC236}">
                <a16:creationId xmlns:a16="http://schemas.microsoft.com/office/drawing/2014/main" id="{5E87EFA9-69D9-431D-9281-D076C59A3C96}"/>
              </a:ext>
            </a:extLst>
          </p:cNvPr>
          <p:cNvSpPr>
            <a:spLocks noGrp="1"/>
          </p:cNvSpPr>
          <p:nvPr/>
        </p:nvSpPr>
        <p:spPr>
          <a:xfrm>
            <a:off x="10294144" y="0"/>
            <a:ext cx="7144" cy="7715250"/>
          </a:xfrm>
          <a:prstGeom prst="rect">
            <a:avLst/>
          </a:prstGeom>
          <a:solidFill>
            <a:srgbClr val="0A2540">
              <a:alpha val="5000"/>
            </a:srgbClr>
          </a:solidFill>
          <a:ln w="0">
            <a:noFill/>
            <a:prstDash val="solid"/>
          </a:ln>
        </p:spPr>
      </p:sp>
      <p:sp>
        <p:nvSpPr>
          <p:cNvPr id="8" name="Blueprint grid">
            <a:extLst>
              <a:ext uri="{FF2B5EF4-FFF2-40B4-BE49-F238E27FC236}">
                <a16:creationId xmlns:a16="http://schemas.microsoft.com/office/drawing/2014/main" id="{C99BE877-36B1-4295-BF89-7E94979D9937}"/>
              </a:ext>
            </a:extLst>
          </p:cNvPr>
          <p:cNvSpPr>
            <a:spLocks noGrp="1"/>
          </p:cNvSpPr>
          <p:nvPr/>
        </p:nvSpPr>
        <p:spPr>
          <a:xfrm>
            <a:off x="10579894" y="0"/>
            <a:ext cx="7144" cy="7715250"/>
          </a:xfrm>
          <a:prstGeom prst="rect">
            <a:avLst/>
          </a:prstGeom>
          <a:solidFill>
            <a:srgbClr val="0A2540">
              <a:alpha val="5000"/>
            </a:srgbClr>
          </a:solidFill>
          <a:ln w="0">
            <a:noFill/>
            <a:prstDash val="solid"/>
          </a:ln>
        </p:spPr>
      </p:sp>
      <p:sp>
        <p:nvSpPr>
          <p:cNvPr id="9" name="Blueprint grid">
            <a:extLst>
              <a:ext uri="{FF2B5EF4-FFF2-40B4-BE49-F238E27FC236}">
                <a16:creationId xmlns:a16="http://schemas.microsoft.com/office/drawing/2014/main" id="{3897384F-484E-4A38-8022-B9F0631E710A}"/>
              </a:ext>
            </a:extLst>
          </p:cNvPr>
          <p:cNvSpPr>
            <a:spLocks noGrp="1"/>
          </p:cNvSpPr>
          <p:nvPr/>
        </p:nvSpPr>
        <p:spPr>
          <a:xfrm>
            <a:off x="10865644" y="0"/>
            <a:ext cx="7144" cy="7715250"/>
          </a:xfrm>
          <a:prstGeom prst="rect">
            <a:avLst/>
          </a:prstGeom>
          <a:solidFill>
            <a:srgbClr val="0A2540">
              <a:alpha val="5000"/>
            </a:srgbClr>
          </a:solidFill>
          <a:ln w="0">
            <a:noFill/>
            <a:prstDash val="solid"/>
          </a:ln>
        </p:spPr>
      </p:sp>
      <p:sp>
        <p:nvSpPr>
          <p:cNvPr id="10" name="Layout surface">
            <a:extLst>
              <a:ext uri="{FF2B5EF4-FFF2-40B4-BE49-F238E27FC236}">
                <a16:creationId xmlns:a16="http://schemas.microsoft.com/office/drawing/2014/main" id="{B363F144-8CFC-4D73-9C5F-BB46489A5F0A}"/>
              </a:ext>
            </a:extLst>
          </p:cNvPr>
          <p:cNvSpPr>
            <a:spLocks noGrp="1"/>
          </p:cNvSpPr>
          <p:nvPr/>
        </p:nvSpPr>
        <p:spPr>
          <a:xfrm>
            <a:off x="0" y="0"/>
            <a:ext cx="1428750" cy="35719"/>
          </a:xfrm>
          <a:prstGeom prst="rect">
            <a:avLst/>
          </a:prstGeom>
          <a:solidFill>
            <a:srgbClr val="0A2540"/>
          </a:solidFill>
          <a:ln w="0">
            <a:noFill/>
            <a:prstDash val="solid"/>
          </a:ln>
        </p:spPr>
      </p:sp>
      <p:sp>
        <p:nvSpPr>
          <p:cNvPr id="11" name="Layout surface">
            <a:extLst>
              <a:ext uri="{FF2B5EF4-FFF2-40B4-BE49-F238E27FC236}">
                <a16:creationId xmlns:a16="http://schemas.microsoft.com/office/drawing/2014/main" id="{A42354E6-9CCA-4A33-A796-E50CB1D3ACF9}"/>
              </a:ext>
            </a:extLst>
          </p:cNvPr>
          <p:cNvSpPr>
            <a:spLocks noGrp="1"/>
          </p:cNvSpPr>
          <p:nvPr/>
        </p:nvSpPr>
        <p:spPr>
          <a:xfrm>
            <a:off x="1428750" y="0"/>
            <a:ext cx="1000125" cy="35719"/>
          </a:xfrm>
          <a:prstGeom prst="rect">
            <a:avLst/>
          </a:prstGeom>
          <a:solidFill>
            <a:srgbClr val="1D4ED8"/>
          </a:solidFill>
          <a:ln w="0">
            <a:noFill/>
            <a:prstDash val="solid"/>
          </a:ln>
        </p:spPr>
      </p:sp>
      <p:sp>
        <p:nvSpPr>
          <p:cNvPr id="12" name="Layout surface">
            <a:extLst>
              <a:ext uri="{FF2B5EF4-FFF2-40B4-BE49-F238E27FC236}">
                <a16:creationId xmlns:a16="http://schemas.microsoft.com/office/drawing/2014/main" id="{CD7AA89B-A070-47D5-8C17-EA42C0A49FC0}"/>
              </a:ext>
            </a:extLst>
          </p:cNvPr>
          <p:cNvSpPr>
            <a:spLocks noGrp="1"/>
          </p:cNvSpPr>
          <p:nvPr/>
        </p:nvSpPr>
        <p:spPr>
          <a:xfrm>
            <a:off x="2428875" y="0"/>
            <a:ext cx="11287125" cy="35719"/>
          </a:xfrm>
          <a:prstGeom prst="rect">
            <a:avLst/>
          </a:prstGeom>
          <a:solidFill>
            <a:srgbClr val="0A2540">
              <a:alpha val="16000"/>
            </a:srgbClr>
          </a:solidFill>
          <a:ln w="0">
            <a:noFill/>
            <a:prstDash val="solid"/>
          </a:ln>
        </p:spPr>
      </p:sp>
      <p:sp>
        <p:nvSpPr>
          <p:cNvPr id="13" name="Source layout 5">
            <a:extLst>
              <a:ext uri="{FF2B5EF4-FFF2-40B4-BE49-F238E27FC236}">
                <a16:creationId xmlns:a16="http://schemas.microsoft.com/office/drawing/2014/main" id="{310014F8-32E7-49AB-96AE-1B4CAA665E97}"/>
              </a:ext>
            </a:extLst>
          </p:cNvPr>
          <p:cNvSpPr>
            <a:spLocks noGrp="1"/>
          </p:cNvSpPr>
          <p:nvPr/>
        </p:nvSpPr>
        <p:spPr>
          <a:xfrm>
            <a:off x="514350" y="2014537"/>
            <a:ext cx="78581" cy="78581"/>
          </a:xfrm>
          <a:custGeom>
            <a:avLst/>
            <a:gdLst/>
            <a:ahLst/>
            <a:cxnLst/>
            <a:rect l="0" t="0" r="0" b="0"/>
            <a:pathLst>
              <a:path w="78581" h="78581">
                <a:moveTo>
                  <a:pt x="0" y="0"/>
                </a:moveTo>
                <a:lnTo>
                  <a:pt x="78581" y="0"/>
                </a:lnTo>
                <a:lnTo>
                  <a:pt x="78581" y="78581"/>
                </a:lnTo>
                <a:lnTo>
                  <a:pt x="0" y="78581"/>
                </a:lnTo>
                <a:close/>
              </a:path>
            </a:pathLst>
          </a:custGeom>
          <a:solidFill>
            <a:srgbClr val="1D4ED8"/>
          </a:solidFill>
          <a:ln w="7144">
            <a:noFill/>
            <a:prstDash val="solid"/>
          </a:ln>
        </p:spPr>
      </p:sp>
      <p:sp>
        <p:nvSpPr>
          <p:cNvPr id="14" name="Source layout 6">
            <a:extLst>
              <a:ext uri="{FF2B5EF4-FFF2-40B4-BE49-F238E27FC236}">
                <a16:creationId xmlns:a16="http://schemas.microsoft.com/office/drawing/2014/main" id="{5E4FEAEF-3DA8-480B-92B4-15A585BE3903}"/>
              </a:ext>
            </a:extLst>
          </p:cNvPr>
          <p:cNvSpPr>
            <a:spLocks noGrp="1"/>
          </p:cNvSpPr>
          <p:nvPr/>
        </p:nvSpPr>
        <p:spPr>
          <a:xfrm>
            <a:off x="514350" y="2828925"/>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15" name="Source layout 7">
            <a:extLst>
              <a:ext uri="{FF2B5EF4-FFF2-40B4-BE49-F238E27FC236}">
                <a16:creationId xmlns:a16="http://schemas.microsoft.com/office/drawing/2014/main" id="{277B169F-8D59-4FAF-A669-2FC1C3BAA3C4}"/>
              </a:ext>
            </a:extLst>
          </p:cNvPr>
          <p:cNvSpPr>
            <a:spLocks noGrp="1"/>
          </p:cNvSpPr>
          <p:nvPr/>
        </p:nvSpPr>
        <p:spPr>
          <a:xfrm>
            <a:off x="517922" y="2832497"/>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16" name="Source layout 8">
            <a:extLst>
              <a:ext uri="{FF2B5EF4-FFF2-40B4-BE49-F238E27FC236}">
                <a16:creationId xmlns:a16="http://schemas.microsoft.com/office/drawing/2014/main" id="{D8A70679-F125-4CA8-9E34-8149CFF5E9C4}"/>
              </a:ext>
            </a:extLst>
          </p:cNvPr>
          <p:cNvSpPr>
            <a:spLocks noGrp="1"/>
          </p:cNvSpPr>
          <p:nvPr/>
        </p:nvSpPr>
        <p:spPr>
          <a:xfrm>
            <a:off x="514350" y="3286125"/>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17" name="Source layout 9">
            <a:extLst>
              <a:ext uri="{FF2B5EF4-FFF2-40B4-BE49-F238E27FC236}">
                <a16:creationId xmlns:a16="http://schemas.microsoft.com/office/drawing/2014/main" id="{E07052AE-BE3E-406C-9384-3134D8474EAD}"/>
              </a:ext>
            </a:extLst>
          </p:cNvPr>
          <p:cNvSpPr>
            <a:spLocks noGrp="1"/>
          </p:cNvSpPr>
          <p:nvPr/>
        </p:nvSpPr>
        <p:spPr>
          <a:xfrm>
            <a:off x="517922" y="3289697"/>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18" name="Source layout 10">
            <a:extLst>
              <a:ext uri="{FF2B5EF4-FFF2-40B4-BE49-F238E27FC236}">
                <a16:creationId xmlns:a16="http://schemas.microsoft.com/office/drawing/2014/main" id="{85D66B53-B55F-430D-AFD3-6AD3C3699806}"/>
              </a:ext>
            </a:extLst>
          </p:cNvPr>
          <p:cNvSpPr>
            <a:spLocks noGrp="1"/>
          </p:cNvSpPr>
          <p:nvPr/>
        </p:nvSpPr>
        <p:spPr>
          <a:xfrm>
            <a:off x="514350" y="3743325"/>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19" name="Source layout 11">
            <a:extLst>
              <a:ext uri="{FF2B5EF4-FFF2-40B4-BE49-F238E27FC236}">
                <a16:creationId xmlns:a16="http://schemas.microsoft.com/office/drawing/2014/main" id="{81C1DE21-5ECE-440A-9AAD-5185E5F6E509}"/>
              </a:ext>
            </a:extLst>
          </p:cNvPr>
          <p:cNvSpPr>
            <a:spLocks noGrp="1"/>
          </p:cNvSpPr>
          <p:nvPr/>
        </p:nvSpPr>
        <p:spPr>
          <a:xfrm>
            <a:off x="517922" y="3746897"/>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20" name="Source layout 12">
            <a:extLst>
              <a:ext uri="{FF2B5EF4-FFF2-40B4-BE49-F238E27FC236}">
                <a16:creationId xmlns:a16="http://schemas.microsoft.com/office/drawing/2014/main" id="{7F698CCC-1141-4FE9-BB45-139BB0342DA8}"/>
              </a:ext>
            </a:extLst>
          </p:cNvPr>
          <p:cNvSpPr>
            <a:spLocks noGrp="1"/>
          </p:cNvSpPr>
          <p:nvPr/>
        </p:nvSpPr>
        <p:spPr>
          <a:xfrm>
            <a:off x="514350" y="4200525"/>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21" name="Source layout 13">
            <a:extLst>
              <a:ext uri="{FF2B5EF4-FFF2-40B4-BE49-F238E27FC236}">
                <a16:creationId xmlns:a16="http://schemas.microsoft.com/office/drawing/2014/main" id="{CB0A9C7B-5464-45FD-B45E-DF45FA03B8B2}"/>
              </a:ext>
            </a:extLst>
          </p:cNvPr>
          <p:cNvSpPr>
            <a:spLocks noGrp="1"/>
          </p:cNvSpPr>
          <p:nvPr/>
        </p:nvSpPr>
        <p:spPr>
          <a:xfrm>
            <a:off x="517922" y="4204097"/>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22" name="Source layout 14">
            <a:extLst>
              <a:ext uri="{FF2B5EF4-FFF2-40B4-BE49-F238E27FC236}">
                <a16:creationId xmlns:a16="http://schemas.microsoft.com/office/drawing/2014/main" id="{924DB703-5E08-4F2E-BA6D-7F933B18BF12}"/>
              </a:ext>
            </a:extLst>
          </p:cNvPr>
          <p:cNvSpPr>
            <a:spLocks noGrp="1"/>
          </p:cNvSpPr>
          <p:nvPr/>
        </p:nvSpPr>
        <p:spPr>
          <a:xfrm>
            <a:off x="514350" y="4657725"/>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23" name="Source layout 15">
            <a:extLst>
              <a:ext uri="{FF2B5EF4-FFF2-40B4-BE49-F238E27FC236}">
                <a16:creationId xmlns:a16="http://schemas.microsoft.com/office/drawing/2014/main" id="{C06BF8DF-F8E0-4CED-B9CF-346F9728A515}"/>
              </a:ext>
            </a:extLst>
          </p:cNvPr>
          <p:cNvSpPr>
            <a:spLocks noGrp="1"/>
          </p:cNvSpPr>
          <p:nvPr/>
        </p:nvSpPr>
        <p:spPr>
          <a:xfrm>
            <a:off x="517922" y="4661297"/>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24" name="Source layout 16">
            <a:extLst>
              <a:ext uri="{FF2B5EF4-FFF2-40B4-BE49-F238E27FC236}">
                <a16:creationId xmlns:a16="http://schemas.microsoft.com/office/drawing/2014/main" id="{AEB07310-6649-4AF1-AF4A-22356705C6EA}"/>
              </a:ext>
            </a:extLst>
          </p:cNvPr>
          <p:cNvSpPr>
            <a:spLocks noGrp="1"/>
          </p:cNvSpPr>
          <p:nvPr/>
        </p:nvSpPr>
        <p:spPr>
          <a:xfrm>
            <a:off x="514350" y="5114925"/>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25" name="Source layout 17">
            <a:extLst>
              <a:ext uri="{FF2B5EF4-FFF2-40B4-BE49-F238E27FC236}">
                <a16:creationId xmlns:a16="http://schemas.microsoft.com/office/drawing/2014/main" id="{0B288C1C-7945-45AC-9CA1-633A4BC5E936}"/>
              </a:ext>
            </a:extLst>
          </p:cNvPr>
          <p:cNvSpPr>
            <a:spLocks noGrp="1"/>
          </p:cNvSpPr>
          <p:nvPr/>
        </p:nvSpPr>
        <p:spPr>
          <a:xfrm>
            <a:off x="517922" y="5118497"/>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26" name="Source layout 18">
            <a:extLst>
              <a:ext uri="{FF2B5EF4-FFF2-40B4-BE49-F238E27FC236}">
                <a16:creationId xmlns:a16="http://schemas.microsoft.com/office/drawing/2014/main" id="{F823C036-8A08-44D4-8BDF-B72E83A222D7}"/>
              </a:ext>
            </a:extLst>
          </p:cNvPr>
          <p:cNvSpPr>
            <a:spLocks noGrp="1"/>
          </p:cNvSpPr>
          <p:nvPr/>
        </p:nvSpPr>
        <p:spPr>
          <a:xfrm>
            <a:off x="9808368" y="2764631"/>
            <a:ext cx="3393281" cy="885825"/>
          </a:xfrm>
          <a:custGeom>
            <a:avLst/>
            <a:gdLst/>
            <a:ahLst/>
            <a:cxnLst/>
            <a:rect l="0" t="0" r="0" b="0"/>
            <a:pathLst>
              <a:path w="3393281" h="885825">
                <a:moveTo>
                  <a:pt x="0" y="0"/>
                </a:moveTo>
                <a:lnTo>
                  <a:pt x="3393281" y="0"/>
                </a:lnTo>
                <a:lnTo>
                  <a:pt x="3393281" y="885825"/>
                </a:lnTo>
                <a:lnTo>
                  <a:pt x="0" y="885825"/>
                </a:lnTo>
                <a:close/>
              </a:path>
            </a:pathLst>
          </a:custGeom>
          <a:solidFill>
            <a:srgbClr val="FFFFFF"/>
          </a:solidFill>
          <a:ln w="7144">
            <a:noFill/>
            <a:prstDash val="solid"/>
          </a:ln>
        </p:spPr>
      </p:sp>
      <p:sp>
        <p:nvSpPr>
          <p:cNvPr id="27" name="Source layout 19">
            <a:extLst>
              <a:ext uri="{FF2B5EF4-FFF2-40B4-BE49-F238E27FC236}">
                <a16:creationId xmlns:a16="http://schemas.microsoft.com/office/drawing/2014/main" id="{C776686F-6B33-4AC0-8767-B3FF84DFDB48}"/>
              </a:ext>
            </a:extLst>
          </p:cNvPr>
          <p:cNvSpPr>
            <a:spLocks noGrp="1"/>
          </p:cNvSpPr>
          <p:nvPr/>
        </p:nvSpPr>
        <p:spPr>
          <a:xfrm>
            <a:off x="9811940" y="2768203"/>
            <a:ext cx="3386137" cy="878681"/>
          </a:xfrm>
          <a:custGeom>
            <a:avLst/>
            <a:gdLst/>
            <a:ahLst/>
            <a:cxnLst/>
            <a:rect l="0" t="0" r="0" b="0"/>
            <a:pathLst>
              <a:path w="3386137" h="878681">
                <a:moveTo>
                  <a:pt x="0" y="0"/>
                </a:moveTo>
                <a:lnTo>
                  <a:pt x="3386137" y="0"/>
                </a:lnTo>
                <a:lnTo>
                  <a:pt x="3386137" y="878681"/>
                </a:lnTo>
                <a:lnTo>
                  <a:pt x="0" y="878681"/>
                </a:lnTo>
                <a:close/>
              </a:path>
            </a:pathLst>
          </a:custGeom>
          <a:noFill/>
          <a:ln w="7144">
            <a:solidFill>
              <a:srgbClr val="0A2540">
                <a:alpha val="34120"/>
              </a:srgbClr>
            </a:solidFill>
            <a:prstDash val="solid"/>
          </a:ln>
        </p:spPr>
      </p:sp>
      <p:sp>
        <p:nvSpPr>
          <p:cNvPr id="28" name="Source layout 20">
            <a:extLst>
              <a:ext uri="{FF2B5EF4-FFF2-40B4-BE49-F238E27FC236}">
                <a16:creationId xmlns:a16="http://schemas.microsoft.com/office/drawing/2014/main" id="{74CBBE4F-6D02-48C3-AA17-37A143A4187E}"/>
              </a:ext>
            </a:extLst>
          </p:cNvPr>
          <p:cNvSpPr>
            <a:spLocks noGrp="1"/>
          </p:cNvSpPr>
          <p:nvPr/>
        </p:nvSpPr>
        <p:spPr>
          <a:xfrm>
            <a:off x="9808368" y="3779044"/>
            <a:ext cx="3393281" cy="892969"/>
          </a:xfrm>
          <a:custGeom>
            <a:avLst/>
            <a:gdLst/>
            <a:ahLst/>
            <a:cxnLst/>
            <a:rect l="0" t="0" r="0" b="0"/>
            <a:pathLst>
              <a:path w="3393281" h="892969">
                <a:moveTo>
                  <a:pt x="0" y="0"/>
                </a:moveTo>
                <a:lnTo>
                  <a:pt x="3393281" y="0"/>
                </a:lnTo>
                <a:lnTo>
                  <a:pt x="3393281" y="892969"/>
                </a:lnTo>
                <a:lnTo>
                  <a:pt x="0" y="892969"/>
                </a:lnTo>
                <a:close/>
              </a:path>
            </a:pathLst>
          </a:custGeom>
          <a:solidFill>
            <a:srgbClr val="FFFFFF"/>
          </a:solidFill>
          <a:ln w="7144">
            <a:noFill/>
            <a:prstDash val="solid"/>
          </a:ln>
        </p:spPr>
      </p:sp>
      <p:sp>
        <p:nvSpPr>
          <p:cNvPr id="29" name="Source layout 21">
            <a:extLst>
              <a:ext uri="{FF2B5EF4-FFF2-40B4-BE49-F238E27FC236}">
                <a16:creationId xmlns:a16="http://schemas.microsoft.com/office/drawing/2014/main" id="{C6069640-9ADE-4A85-AEB3-476C72817EF2}"/>
              </a:ext>
            </a:extLst>
          </p:cNvPr>
          <p:cNvSpPr>
            <a:spLocks noGrp="1"/>
          </p:cNvSpPr>
          <p:nvPr/>
        </p:nvSpPr>
        <p:spPr>
          <a:xfrm>
            <a:off x="9811940" y="3782615"/>
            <a:ext cx="3386137" cy="885825"/>
          </a:xfrm>
          <a:custGeom>
            <a:avLst/>
            <a:gdLst/>
            <a:ahLst/>
            <a:cxnLst/>
            <a:rect l="0" t="0" r="0" b="0"/>
            <a:pathLst>
              <a:path w="3386137" h="885825">
                <a:moveTo>
                  <a:pt x="0" y="0"/>
                </a:moveTo>
                <a:lnTo>
                  <a:pt x="3386137" y="0"/>
                </a:lnTo>
                <a:lnTo>
                  <a:pt x="3386137" y="885825"/>
                </a:lnTo>
                <a:lnTo>
                  <a:pt x="0" y="885825"/>
                </a:lnTo>
                <a:close/>
              </a:path>
            </a:pathLst>
          </a:custGeom>
          <a:noFill/>
          <a:ln w="7144">
            <a:solidFill>
              <a:srgbClr val="0A2540">
                <a:alpha val="34120"/>
              </a:srgbClr>
            </a:solidFill>
            <a:prstDash val="solid"/>
          </a:ln>
        </p:spPr>
      </p:sp>
      <p:sp>
        <p:nvSpPr>
          <p:cNvPr id="30" name="Source layout 22">
            <a:extLst>
              <a:ext uri="{FF2B5EF4-FFF2-40B4-BE49-F238E27FC236}">
                <a16:creationId xmlns:a16="http://schemas.microsoft.com/office/drawing/2014/main" id="{22C3FD18-D41C-4F64-9627-AE3FD88523F2}"/>
              </a:ext>
            </a:extLst>
          </p:cNvPr>
          <p:cNvSpPr>
            <a:spLocks noGrp="1"/>
          </p:cNvSpPr>
          <p:nvPr/>
        </p:nvSpPr>
        <p:spPr>
          <a:xfrm>
            <a:off x="514350" y="7250906"/>
            <a:ext cx="12687299" cy="7144"/>
          </a:xfrm>
          <a:custGeom>
            <a:avLst/>
            <a:gdLst/>
            <a:ahLst/>
            <a:cxnLst/>
            <a:rect l="0" t="0" r="0" b="0"/>
            <a:pathLst>
              <a:path w="12687299" h="7144">
                <a:moveTo>
                  <a:pt x="0" y="0"/>
                </a:moveTo>
                <a:lnTo>
                  <a:pt x="12687299" y="0"/>
                </a:lnTo>
                <a:lnTo>
                  <a:pt x="12687299" y="7144"/>
                </a:lnTo>
                <a:lnTo>
                  <a:pt x="0" y="7144"/>
                </a:lnTo>
                <a:close/>
              </a:path>
            </a:pathLst>
          </a:custGeom>
          <a:solidFill>
            <a:srgbClr val="0A2540">
              <a:alpha val="16080"/>
            </a:srgbClr>
          </a:solidFill>
          <a:ln w="7144">
            <a:noFill/>
            <a:prstDash val="solid"/>
          </a:ln>
        </p:spPr>
      </p:sp>
      <p:sp>
        <p:nvSpPr>
          <p:cNvPr id="31" name="s14 text 1">
            <a:extLst>
              <a:ext uri="{FF2B5EF4-FFF2-40B4-BE49-F238E27FC236}">
                <a16:creationId xmlns:a16="http://schemas.microsoft.com/office/drawing/2014/main" id="{E0D9B000-E020-4B3F-B1E2-40B9CD6DE5DA}"/>
              </a:ext>
            </a:extLst>
          </p:cNvPr>
          <p:cNvSpPr>
            <a:spLocks noGrp="1"/>
          </p:cNvSpPr>
          <p:nvPr/>
        </p:nvSpPr>
        <p:spPr>
          <a:xfrm>
            <a:off x="678656" y="1983676"/>
            <a:ext cx="4229106" cy="173507"/>
          </a:xfrm>
          <a:prstGeom prst="rect">
            <a:avLst/>
          </a:prstGeom>
          <a:noFill/>
          <a:ln w="0">
            <a:noFill/>
            <a:prstDash val="solid"/>
          </a:ln>
        </p:spPr>
        <p:txBody>
          <a:bodyPr wrap="none" lIns="0" tIns="0" rIns="0" bIns="0" anchor="t">
            <a:noAutofit/>
          </a:bodyPr>
          <a:lstStyle>
            <a:defPPr algn="l">
              <a:defRPr sz="900" b="0" i="0" kern="0" spc="180">
                <a:solidFill>
                  <a:srgbClr val="1D4ED8"/>
                </a:solidFill>
                <a:latin typeface="JetBrains Mono"/>
                <a:ea typeface="JetBrains Mono"/>
                <a:cs typeface="JetBrains Mono"/>
              </a:defRPr>
            </a:defPPr>
            <a:lvl1pPr algn="l">
              <a:defRPr sz="900" b="0" i="0" kern="0" spc="180">
                <a:solidFill>
                  <a:srgbClr val="1D4ED8"/>
                </a:solidFill>
                <a:latin typeface="JetBrains Mono"/>
                <a:ea typeface="JetBrains Mono"/>
                <a:cs typeface="JetBrains Mono"/>
              </a:defRPr>
            </a:lvl1pPr>
            <a:lvl2pPr algn="l">
              <a:defRPr sz="900" b="0" i="0" kern="0" spc="180">
                <a:solidFill>
                  <a:srgbClr val="1D4ED8"/>
                </a:solidFill>
                <a:latin typeface="JetBrains Mono"/>
                <a:ea typeface="JetBrains Mono"/>
                <a:cs typeface="JetBrains Mono"/>
              </a:defRPr>
            </a:lvl2pPr>
            <a:lvl3pPr algn="l">
              <a:defRPr sz="900" b="0" i="0" kern="0" spc="180">
                <a:solidFill>
                  <a:srgbClr val="1D4ED8"/>
                </a:solidFill>
                <a:latin typeface="JetBrains Mono"/>
                <a:ea typeface="JetBrains Mono"/>
                <a:cs typeface="JetBrains Mono"/>
              </a:defRPr>
            </a:lvl3pPr>
            <a:lvl4pPr algn="l">
              <a:defRPr sz="900" b="0" i="0" kern="0" spc="180">
                <a:solidFill>
                  <a:srgbClr val="1D4ED8"/>
                </a:solidFill>
                <a:latin typeface="JetBrains Mono"/>
                <a:ea typeface="JetBrains Mono"/>
                <a:cs typeface="JetBrains Mono"/>
              </a:defRPr>
            </a:lvl4pPr>
            <a:lvl5pPr algn="l">
              <a:defRPr sz="900" b="0" i="0" kern="0" spc="180">
                <a:solidFill>
                  <a:srgbClr val="1D4ED8"/>
                </a:solidFill>
                <a:latin typeface="JetBrains Mono"/>
                <a:ea typeface="JetBrains Mono"/>
                <a:cs typeface="JetBrains Mono"/>
              </a:defRPr>
            </a:lvl5pPr>
            <a:lvl6pPr algn="l">
              <a:defRPr sz="900" b="0" i="0" kern="0" spc="180">
                <a:solidFill>
                  <a:srgbClr val="1D4ED8"/>
                </a:solidFill>
                <a:latin typeface="JetBrains Mono"/>
                <a:ea typeface="JetBrains Mono"/>
                <a:cs typeface="JetBrains Mono"/>
              </a:defRPr>
            </a:lvl6pPr>
            <a:lvl7pPr algn="l">
              <a:defRPr sz="900" b="0" i="0" kern="0" spc="180">
                <a:solidFill>
                  <a:srgbClr val="1D4ED8"/>
                </a:solidFill>
                <a:latin typeface="JetBrains Mono"/>
                <a:ea typeface="JetBrains Mono"/>
                <a:cs typeface="JetBrains Mono"/>
              </a:defRPr>
            </a:lvl7pPr>
            <a:lvl8pPr algn="l">
              <a:defRPr sz="900" b="0" i="0" kern="0" spc="180">
                <a:solidFill>
                  <a:srgbClr val="1D4ED8"/>
                </a:solidFill>
                <a:latin typeface="JetBrains Mono"/>
                <a:ea typeface="JetBrains Mono"/>
                <a:cs typeface="JetBrains Mono"/>
              </a:defRPr>
            </a:lvl8pPr>
            <a:lvl9pPr algn="l">
              <a:defRPr sz="900" b="0" i="0" kern="0" spc="180">
                <a:solidFill>
                  <a:srgbClr val="1D4ED8"/>
                </a:solidFill>
                <a:latin typeface="JetBrains Mono"/>
                <a:ea typeface="JetBrains Mono"/>
                <a:cs typeface="JetBrains Mono"/>
              </a:defRPr>
            </a:lvl9pPr>
          </a:lstStyle>
          <a:p>
            <a:pPr algn="l">
              <a:lnSpc>
                <a:spcPct val="100000"/>
              </a:lnSpc>
              <a:buNone/>
              <a:defRPr sz="900" b="0" i="0" kern="0" spc="180">
                <a:solidFill>
                  <a:srgbClr val="1D4ED8"/>
                </a:solidFill>
                <a:latin typeface="JetBrains Mono"/>
                <a:ea typeface="JetBrains Mono"/>
                <a:cs typeface="JetBrains Mono"/>
              </a:defRPr>
            </a:pPr>
            <a:r>
              <a:rPr sz="900" b="0" i="0" kern="0" spc="180">
                <a:solidFill>
                  <a:srgbClr val="1D4ED8"/>
                </a:solidFill>
                <a:latin typeface="JetBrains Mono"/>
                <a:ea typeface="JetBrains Mono"/>
                <a:cs typeface="JetBrains Mono"/>
              </a:rPr>
              <a:t>QUESTION 5.2 (A) · WITHOUT INTERNATIONAL TRADE</a:t>
            </a:r>
          </a:p>
        </p:txBody>
      </p:sp>
      <p:sp>
        <p:nvSpPr>
          <p:cNvPr id="32" name="s14 text 2">
            <a:extLst>
              <a:ext uri="{FF2B5EF4-FFF2-40B4-BE49-F238E27FC236}">
                <a16:creationId xmlns:a16="http://schemas.microsoft.com/office/drawing/2014/main" id="{04C8D659-D62B-4ABC-9F60-379FA28BB883}"/>
              </a:ext>
            </a:extLst>
          </p:cNvPr>
          <p:cNvSpPr>
            <a:spLocks noGrp="1"/>
          </p:cNvSpPr>
          <p:nvPr/>
        </p:nvSpPr>
        <p:spPr>
          <a:xfrm>
            <a:off x="514350" y="2177504"/>
            <a:ext cx="4261390" cy="576532"/>
          </a:xfrm>
          <a:prstGeom prst="rect">
            <a:avLst/>
          </a:prstGeom>
          <a:noFill/>
          <a:ln w="0">
            <a:noFill/>
            <a:prstDash val="solid"/>
          </a:ln>
        </p:spPr>
        <p:txBody>
          <a:bodyPr wrap="none" lIns="0" tIns="0" rIns="0" bIns="0" anchor="t">
            <a:noAutofit/>
          </a:bodyPr>
          <a:lstStyle>
            <a:defPPr algn="l">
              <a:defRPr sz="3262" b="0" i="0" kern="0" spc="-104">
                <a:solidFill>
                  <a:srgbClr val="0A2540"/>
                </a:solidFill>
                <a:latin typeface="Inter ExtraBold"/>
                <a:ea typeface="Inter ExtraBold"/>
                <a:cs typeface="Inter ExtraBold"/>
              </a:defRPr>
            </a:defPPr>
            <a:lvl1pPr algn="l">
              <a:defRPr sz="3262" b="0" i="0" kern="0" spc="-104">
                <a:solidFill>
                  <a:srgbClr val="0A2540"/>
                </a:solidFill>
                <a:latin typeface="Inter ExtraBold"/>
                <a:ea typeface="Inter ExtraBold"/>
                <a:cs typeface="Inter ExtraBold"/>
              </a:defRPr>
            </a:lvl1pPr>
            <a:lvl2pPr algn="l">
              <a:defRPr sz="3262" b="0" i="0" kern="0" spc="-104">
                <a:solidFill>
                  <a:srgbClr val="0A2540"/>
                </a:solidFill>
                <a:latin typeface="Inter ExtraBold"/>
                <a:ea typeface="Inter ExtraBold"/>
                <a:cs typeface="Inter ExtraBold"/>
              </a:defRPr>
            </a:lvl2pPr>
            <a:lvl3pPr algn="l">
              <a:defRPr sz="3262" b="0" i="0" kern="0" spc="-104">
                <a:solidFill>
                  <a:srgbClr val="0A2540"/>
                </a:solidFill>
                <a:latin typeface="Inter ExtraBold"/>
                <a:ea typeface="Inter ExtraBold"/>
                <a:cs typeface="Inter ExtraBold"/>
              </a:defRPr>
            </a:lvl3pPr>
            <a:lvl4pPr algn="l">
              <a:defRPr sz="3262" b="0" i="0" kern="0" spc="-104">
                <a:solidFill>
                  <a:srgbClr val="0A2540"/>
                </a:solidFill>
                <a:latin typeface="Inter ExtraBold"/>
                <a:ea typeface="Inter ExtraBold"/>
                <a:cs typeface="Inter ExtraBold"/>
              </a:defRPr>
            </a:lvl4pPr>
            <a:lvl5pPr algn="l">
              <a:defRPr sz="3262" b="0" i="0" kern="0" spc="-104">
                <a:solidFill>
                  <a:srgbClr val="0A2540"/>
                </a:solidFill>
                <a:latin typeface="Inter ExtraBold"/>
                <a:ea typeface="Inter ExtraBold"/>
                <a:cs typeface="Inter ExtraBold"/>
              </a:defRPr>
            </a:lvl5pPr>
            <a:lvl6pPr algn="l">
              <a:defRPr sz="3262" b="0" i="0" kern="0" spc="-104">
                <a:solidFill>
                  <a:srgbClr val="0A2540"/>
                </a:solidFill>
                <a:latin typeface="Inter ExtraBold"/>
                <a:ea typeface="Inter ExtraBold"/>
                <a:cs typeface="Inter ExtraBold"/>
              </a:defRPr>
            </a:lvl6pPr>
            <a:lvl7pPr algn="l">
              <a:defRPr sz="3262" b="0" i="0" kern="0" spc="-104">
                <a:solidFill>
                  <a:srgbClr val="0A2540"/>
                </a:solidFill>
                <a:latin typeface="Inter ExtraBold"/>
                <a:ea typeface="Inter ExtraBold"/>
                <a:cs typeface="Inter ExtraBold"/>
              </a:defRPr>
            </a:lvl7pPr>
            <a:lvl8pPr algn="l">
              <a:defRPr sz="3262" b="0" i="0" kern="0" spc="-104">
                <a:solidFill>
                  <a:srgbClr val="0A2540"/>
                </a:solidFill>
                <a:latin typeface="Inter ExtraBold"/>
                <a:ea typeface="Inter ExtraBold"/>
                <a:cs typeface="Inter ExtraBold"/>
              </a:defRPr>
            </a:lvl8pPr>
            <a:lvl9pPr algn="l">
              <a:defRPr sz="3262" b="0" i="0" kern="0" spc="-104">
                <a:solidFill>
                  <a:srgbClr val="0A2540"/>
                </a:solidFill>
                <a:latin typeface="Inter ExtraBold"/>
                <a:ea typeface="Inter ExtraBold"/>
                <a:cs typeface="Inter ExtraBold"/>
              </a:defRPr>
            </a:lvl9pPr>
          </a:lstStyle>
          <a:p>
            <a:pPr algn="l">
              <a:lnSpc>
                <a:spcPct val="100000"/>
              </a:lnSpc>
              <a:buNone/>
              <a:defRPr sz="3262" b="0" i="0" kern="0" spc="-104">
                <a:solidFill>
                  <a:srgbClr val="0A2540"/>
                </a:solidFill>
                <a:latin typeface="Inter ExtraBold"/>
                <a:ea typeface="Inter ExtraBold"/>
                <a:cs typeface="Inter ExtraBold"/>
              </a:defRPr>
            </a:pPr>
            <a:r>
              <a:rPr sz="3262" b="0" i="0" kern="0" spc="-104">
                <a:solidFill>
                  <a:srgbClr val="0A2540"/>
                </a:solidFill>
                <a:latin typeface="Inter ExtraBold"/>
                <a:ea typeface="Inter ExtraBold"/>
                <a:cs typeface="Inter ExtraBold"/>
              </a:rPr>
              <a:t>Autarky equilibrium</a:t>
            </a:r>
          </a:p>
        </p:txBody>
      </p:sp>
      <p:sp>
        <p:nvSpPr>
          <p:cNvPr id="33" name="s14 text 3">
            <a:extLst>
              <a:ext uri="{FF2B5EF4-FFF2-40B4-BE49-F238E27FC236}">
                <a16:creationId xmlns:a16="http://schemas.microsoft.com/office/drawing/2014/main" id="{6E78AAC9-EA13-4BA0-BF9B-83B9FE8B7B88}"/>
              </a:ext>
            </a:extLst>
          </p:cNvPr>
          <p:cNvSpPr>
            <a:spLocks noGrp="1"/>
          </p:cNvSpPr>
          <p:nvPr/>
        </p:nvSpPr>
        <p:spPr>
          <a:xfrm>
            <a:off x="631999" y="2882932"/>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1</a:t>
            </a:r>
          </a:p>
        </p:txBody>
      </p:sp>
      <p:sp>
        <p:nvSpPr>
          <p:cNvPr id="34" name="s14 text 4">
            <a:extLst>
              <a:ext uri="{FF2B5EF4-FFF2-40B4-BE49-F238E27FC236}">
                <a16:creationId xmlns:a16="http://schemas.microsoft.com/office/drawing/2014/main" id="{4D0B54A6-286D-4993-B384-A9C5D77B3470}"/>
              </a:ext>
            </a:extLst>
          </p:cNvPr>
          <p:cNvSpPr>
            <a:spLocks noGrp="1"/>
          </p:cNvSpPr>
          <p:nvPr/>
        </p:nvSpPr>
        <p:spPr>
          <a:xfrm>
            <a:off x="978694" y="2828702"/>
            <a:ext cx="7137463"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“Without international trade” means the market clears domestically:</a:t>
            </a:r>
          </a:p>
        </p:txBody>
      </p:sp>
      <p:sp>
        <p:nvSpPr>
          <p:cNvPr id="35" name="s14 text 5">
            <a:extLst>
              <a:ext uri="{FF2B5EF4-FFF2-40B4-BE49-F238E27FC236}">
                <a16:creationId xmlns:a16="http://schemas.microsoft.com/office/drawing/2014/main" id="{2D1E3091-7D30-486C-AA1F-ED6454471615}"/>
              </a:ext>
            </a:extLst>
          </p:cNvPr>
          <p:cNvSpPr>
            <a:spLocks noGrp="1"/>
          </p:cNvSpPr>
          <p:nvPr/>
        </p:nvSpPr>
        <p:spPr>
          <a:xfrm>
            <a:off x="8012162" y="2830905"/>
            <a:ext cx="208169" cy="316000"/>
          </a:xfrm>
          <a:prstGeom prst="rect">
            <a:avLst/>
          </a:prstGeom>
          <a:noFill/>
          <a:ln w="0">
            <a:noFill/>
            <a:prstDash val="solid"/>
          </a:ln>
        </p:spPr>
        <p:txBody>
          <a:bodyPr wrap="none" lIns="0" tIns="0" rIns="0" bIns="0" anchor="t">
            <a:noAutofit/>
          </a:bodyPr>
          <a:lstStyle>
            <a:defPPr algn="l">
              <a:defRPr sz="1639" b="0" i="0" kern="0" spc="0">
                <a:solidFill>
                  <a:srgbClr val="0A2540"/>
                </a:solidFill>
                <a:latin typeface="JetBrains Mono"/>
                <a:ea typeface="JetBrains Mono"/>
                <a:cs typeface="JetBrains Mono"/>
              </a:defRPr>
            </a:defPPr>
            <a:lvl1pPr algn="l">
              <a:defRPr sz="1639" b="0" i="0" kern="0" spc="0">
                <a:solidFill>
                  <a:srgbClr val="0A2540"/>
                </a:solidFill>
                <a:latin typeface="JetBrains Mono"/>
                <a:ea typeface="JetBrains Mono"/>
                <a:cs typeface="JetBrains Mono"/>
              </a:defRPr>
            </a:lvl1pPr>
            <a:lvl2pPr algn="l">
              <a:defRPr sz="1639" b="0" i="0" kern="0" spc="0">
                <a:solidFill>
                  <a:srgbClr val="0A2540"/>
                </a:solidFill>
                <a:latin typeface="JetBrains Mono"/>
                <a:ea typeface="JetBrains Mono"/>
                <a:cs typeface="JetBrains Mono"/>
              </a:defRPr>
            </a:lvl2pPr>
            <a:lvl3pPr algn="l">
              <a:defRPr sz="1639" b="0" i="0" kern="0" spc="0">
                <a:solidFill>
                  <a:srgbClr val="0A2540"/>
                </a:solidFill>
                <a:latin typeface="JetBrains Mono"/>
                <a:ea typeface="JetBrains Mono"/>
                <a:cs typeface="JetBrains Mono"/>
              </a:defRPr>
            </a:lvl3pPr>
            <a:lvl4pPr algn="l">
              <a:defRPr sz="1639" b="0" i="0" kern="0" spc="0">
                <a:solidFill>
                  <a:srgbClr val="0A2540"/>
                </a:solidFill>
                <a:latin typeface="JetBrains Mono"/>
                <a:ea typeface="JetBrains Mono"/>
                <a:cs typeface="JetBrains Mono"/>
              </a:defRPr>
            </a:lvl4pPr>
            <a:lvl5pPr algn="l">
              <a:defRPr sz="1639" b="0" i="0" kern="0" spc="0">
                <a:solidFill>
                  <a:srgbClr val="0A2540"/>
                </a:solidFill>
                <a:latin typeface="JetBrains Mono"/>
                <a:ea typeface="JetBrains Mono"/>
                <a:cs typeface="JetBrains Mono"/>
              </a:defRPr>
            </a:lvl5pPr>
            <a:lvl6pPr algn="l">
              <a:defRPr sz="1639" b="0" i="0" kern="0" spc="0">
                <a:solidFill>
                  <a:srgbClr val="0A2540"/>
                </a:solidFill>
                <a:latin typeface="JetBrains Mono"/>
                <a:ea typeface="JetBrains Mono"/>
                <a:cs typeface="JetBrains Mono"/>
              </a:defRPr>
            </a:lvl6pPr>
            <a:lvl7pPr algn="l">
              <a:defRPr sz="1639" b="0" i="0" kern="0" spc="0">
                <a:solidFill>
                  <a:srgbClr val="0A2540"/>
                </a:solidFill>
                <a:latin typeface="JetBrains Mono"/>
                <a:ea typeface="JetBrains Mono"/>
                <a:cs typeface="JetBrains Mono"/>
              </a:defRPr>
            </a:lvl7pPr>
            <a:lvl8pPr algn="l">
              <a:defRPr sz="1639" b="0" i="0" kern="0" spc="0">
                <a:solidFill>
                  <a:srgbClr val="0A2540"/>
                </a:solidFill>
                <a:latin typeface="JetBrains Mono"/>
                <a:ea typeface="JetBrains Mono"/>
                <a:cs typeface="JetBrains Mono"/>
              </a:defRPr>
            </a:lvl8pPr>
            <a:lvl9pPr algn="l">
              <a:defRPr sz="1639" b="0" i="0" kern="0" spc="0">
                <a:solidFill>
                  <a:srgbClr val="0A2540"/>
                </a:solidFill>
                <a:latin typeface="JetBrains Mono"/>
                <a:ea typeface="JetBrains Mono"/>
                <a:cs typeface="JetBrains Mono"/>
              </a:defRPr>
            </a:lvl9pPr>
          </a:lstStyle>
          <a:p>
            <a:pPr algn="l">
              <a:lnSpc>
                <a:spcPct val="100000"/>
              </a:lnSpc>
              <a:buNone/>
              <a:defRPr sz="1639" b="0" i="0" kern="0" spc="0">
                <a:solidFill>
                  <a:srgbClr val="0A2540"/>
                </a:solidFill>
                <a:latin typeface="JetBrains Mono"/>
                <a:ea typeface="JetBrains Mono"/>
                <a:cs typeface="JetBrains Mono"/>
              </a:defRPr>
            </a:pPr>
            <a:r>
              <a:rPr sz="1639" b="0" i="0" kern="0" spc="0">
                <a:solidFill>
                  <a:srgbClr val="0A2540"/>
                </a:solidFill>
                <a:latin typeface="JetBrains Mono"/>
                <a:ea typeface="JetBrains Mono"/>
                <a:cs typeface="JetBrains Mono"/>
              </a:rPr>
              <a:t>Q</a:t>
            </a:r>
          </a:p>
        </p:txBody>
      </p:sp>
      <p:sp>
        <p:nvSpPr>
          <p:cNvPr id="36" name="s14 text 6">
            <a:extLst>
              <a:ext uri="{FF2B5EF4-FFF2-40B4-BE49-F238E27FC236}">
                <a16:creationId xmlns:a16="http://schemas.microsoft.com/office/drawing/2014/main" id="{C7664AA9-6520-4B9B-B4D4-B5830A994B73}"/>
              </a:ext>
            </a:extLst>
          </p:cNvPr>
          <p:cNvSpPr>
            <a:spLocks noGrp="1"/>
          </p:cNvSpPr>
          <p:nvPr/>
        </p:nvSpPr>
        <p:spPr>
          <a:xfrm>
            <a:off x="8135950" y="2915096"/>
            <a:ext cx="173488" cy="263297"/>
          </a:xfrm>
          <a:prstGeom prst="rect">
            <a:avLst/>
          </a:prstGeom>
          <a:noFill/>
          <a:ln w="0">
            <a:noFill/>
            <a:prstDash val="solid"/>
          </a:ln>
        </p:spPr>
        <p:txBody>
          <a:bodyPr wrap="none" lIns="0" tIns="0" rIns="0" bIns="0" anchor="t">
            <a:noAutofit/>
          </a:bodyPr>
          <a:lstStyle>
            <a:defPPr algn="l">
              <a:defRPr sz="1366" b="0" i="0" kern="0" spc="0">
                <a:solidFill>
                  <a:srgbClr val="0A2540"/>
                </a:solidFill>
                <a:latin typeface="JetBrains Mono"/>
                <a:ea typeface="JetBrains Mono"/>
                <a:cs typeface="JetBrains Mono"/>
              </a:defRPr>
            </a:defPPr>
            <a:lvl1pPr algn="l">
              <a:defRPr sz="1366" b="0" i="0" kern="0" spc="0">
                <a:solidFill>
                  <a:srgbClr val="0A2540"/>
                </a:solidFill>
                <a:latin typeface="JetBrains Mono"/>
                <a:ea typeface="JetBrains Mono"/>
                <a:cs typeface="JetBrains Mono"/>
              </a:defRPr>
            </a:lvl1pPr>
            <a:lvl2pPr algn="l">
              <a:defRPr sz="1366" b="0" i="0" kern="0" spc="0">
                <a:solidFill>
                  <a:srgbClr val="0A2540"/>
                </a:solidFill>
                <a:latin typeface="JetBrains Mono"/>
                <a:ea typeface="JetBrains Mono"/>
                <a:cs typeface="JetBrains Mono"/>
              </a:defRPr>
            </a:lvl2pPr>
            <a:lvl3pPr algn="l">
              <a:defRPr sz="1366" b="0" i="0" kern="0" spc="0">
                <a:solidFill>
                  <a:srgbClr val="0A2540"/>
                </a:solidFill>
                <a:latin typeface="JetBrains Mono"/>
                <a:ea typeface="JetBrains Mono"/>
                <a:cs typeface="JetBrains Mono"/>
              </a:defRPr>
            </a:lvl3pPr>
            <a:lvl4pPr algn="l">
              <a:defRPr sz="1366" b="0" i="0" kern="0" spc="0">
                <a:solidFill>
                  <a:srgbClr val="0A2540"/>
                </a:solidFill>
                <a:latin typeface="JetBrains Mono"/>
                <a:ea typeface="JetBrains Mono"/>
                <a:cs typeface="JetBrains Mono"/>
              </a:defRPr>
            </a:lvl4pPr>
            <a:lvl5pPr algn="l">
              <a:defRPr sz="1366" b="0" i="0" kern="0" spc="0">
                <a:solidFill>
                  <a:srgbClr val="0A2540"/>
                </a:solidFill>
                <a:latin typeface="JetBrains Mono"/>
                <a:ea typeface="JetBrains Mono"/>
                <a:cs typeface="JetBrains Mono"/>
              </a:defRPr>
            </a:lvl5pPr>
            <a:lvl6pPr algn="l">
              <a:defRPr sz="1366" b="0" i="0" kern="0" spc="0">
                <a:solidFill>
                  <a:srgbClr val="0A2540"/>
                </a:solidFill>
                <a:latin typeface="JetBrains Mono"/>
                <a:ea typeface="JetBrains Mono"/>
                <a:cs typeface="JetBrains Mono"/>
              </a:defRPr>
            </a:lvl6pPr>
            <a:lvl7pPr algn="l">
              <a:defRPr sz="1366" b="0" i="0" kern="0" spc="0">
                <a:solidFill>
                  <a:srgbClr val="0A2540"/>
                </a:solidFill>
                <a:latin typeface="JetBrains Mono"/>
                <a:ea typeface="JetBrains Mono"/>
                <a:cs typeface="JetBrains Mono"/>
              </a:defRPr>
            </a:lvl7pPr>
            <a:lvl8pPr algn="l">
              <a:defRPr sz="1366" b="0" i="0" kern="0" spc="0">
                <a:solidFill>
                  <a:srgbClr val="0A2540"/>
                </a:solidFill>
                <a:latin typeface="JetBrains Mono"/>
                <a:ea typeface="JetBrains Mono"/>
                <a:cs typeface="JetBrains Mono"/>
              </a:defRPr>
            </a:lvl8pPr>
            <a:lvl9pPr algn="l">
              <a:defRPr sz="1366" b="0" i="0" kern="0" spc="0">
                <a:solidFill>
                  <a:srgbClr val="0A2540"/>
                </a:solidFill>
                <a:latin typeface="JetBrains Mono"/>
                <a:ea typeface="JetBrains Mono"/>
                <a:cs typeface="JetBrains Mono"/>
              </a:defRPr>
            </a:lvl9pPr>
          </a:lstStyle>
          <a:p>
            <a:pPr algn="l">
              <a:lnSpc>
                <a:spcPct val="100000"/>
              </a:lnSpc>
              <a:buNone/>
              <a:defRPr sz="1366" b="0" i="0" kern="0" spc="0">
                <a:solidFill>
                  <a:srgbClr val="0A2540"/>
                </a:solidFill>
                <a:latin typeface="JetBrains Mono"/>
                <a:ea typeface="JetBrains Mono"/>
                <a:cs typeface="JetBrains Mono"/>
              </a:defRPr>
            </a:pPr>
            <a:r>
              <a:rPr sz="1366" b="0" i="0" kern="0" spc="0">
                <a:solidFill>
                  <a:srgbClr val="0A2540"/>
                </a:solidFill>
                <a:latin typeface="JetBrains Mono"/>
                <a:ea typeface="JetBrains Mono"/>
                <a:cs typeface="JetBrains Mono"/>
              </a:rPr>
              <a:t>d</a:t>
            </a:r>
          </a:p>
        </p:txBody>
      </p:sp>
      <p:sp>
        <p:nvSpPr>
          <p:cNvPr id="37" name="s14 text 7">
            <a:extLst>
              <a:ext uri="{FF2B5EF4-FFF2-40B4-BE49-F238E27FC236}">
                <a16:creationId xmlns:a16="http://schemas.microsoft.com/office/drawing/2014/main" id="{B8812B0A-970C-4FF1-AEB7-177E10438C1C}"/>
              </a:ext>
            </a:extLst>
          </p:cNvPr>
          <p:cNvSpPr>
            <a:spLocks noGrp="1"/>
          </p:cNvSpPr>
          <p:nvPr/>
        </p:nvSpPr>
        <p:spPr>
          <a:xfrm>
            <a:off x="8362558" y="2830905"/>
            <a:ext cx="457981"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 Q</a:t>
            </a:r>
          </a:p>
        </p:txBody>
      </p:sp>
      <p:sp>
        <p:nvSpPr>
          <p:cNvPr id="38" name="s14 text 8">
            <a:extLst>
              <a:ext uri="{FF2B5EF4-FFF2-40B4-BE49-F238E27FC236}">
                <a16:creationId xmlns:a16="http://schemas.microsoft.com/office/drawing/2014/main" id="{F2327268-DF1B-477F-BC2F-BE8B62231393}"/>
              </a:ext>
            </a:extLst>
          </p:cNvPr>
          <p:cNvSpPr>
            <a:spLocks noGrp="1"/>
          </p:cNvSpPr>
          <p:nvPr/>
        </p:nvSpPr>
        <p:spPr>
          <a:xfrm>
            <a:off x="8733680" y="2915096"/>
            <a:ext cx="173488" cy="263297"/>
          </a:xfrm>
          <a:prstGeom prst="rect">
            <a:avLst/>
          </a:prstGeom>
          <a:noFill/>
          <a:ln w="0">
            <a:noFill/>
            <a:prstDash val="solid"/>
          </a:ln>
        </p:spPr>
        <p:txBody>
          <a:bodyPr wrap="none" lIns="0" tIns="0" rIns="0" bIns="0" anchor="t">
            <a:noAutofit/>
          </a:bodyPr>
          <a:lstStyle>
            <a:defPPr algn="l">
              <a:defRPr sz="1366" b="0" i="0" kern="0" spc="0">
                <a:solidFill>
                  <a:srgbClr val="0A2540"/>
                </a:solidFill>
                <a:latin typeface="JetBrains Mono"/>
                <a:ea typeface="JetBrains Mono"/>
                <a:cs typeface="JetBrains Mono"/>
              </a:defRPr>
            </a:defPPr>
            <a:lvl1pPr algn="l">
              <a:defRPr sz="1366" b="0" i="0" kern="0" spc="0">
                <a:solidFill>
                  <a:srgbClr val="0A2540"/>
                </a:solidFill>
                <a:latin typeface="JetBrains Mono"/>
                <a:ea typeface="JetBrains Mono"/>
                <a:cs typeface="JetBrains Mono"/>
              </a:defRPr>
            </a:lvl1pPr>
            <a:lvl2pPr algn="l">
              <a:defRPr sz="1366" b="0" i="0" kern="0" spc="0">
                <a:solidFill>
                  <a:srgbClr val="0A2540"/>
                </a:solidFill>
                <a:latin typeface="JetBrains Mono"/>
                <a:ea typeface="JetBrains Mono"/>
                <a:cs typeface="JetBrains Mono"/>
              </a:defRPr>
            </a:lvl2pPr>
            <a:lvl3pPr algn="l">
              <a:defRPr sz="1366" b="0" i="0" kern="0" spc="0">
                <a:solidFill>
                  <a:srgbClr val="0A2540"/>
                </a:solidFill>
                <a:latin typeface="JetBrains Mono"/>
                <a:ea typeface="JetBrains Mono"/>
                <a:cs typeface="JetBrains Mono"/>
              </a:defRPr>
            </a:lvl3pPr>
            <a:lvl4pPr algn="l">
              <a:defRPr sz="1366" b="0" i="0" kern="0" spc="0">
                <a:solidFill>
                  <a:srgbClr val="0A2540"/>
                </a:solidFill>
                <a:latin typeface="JetBrains Mono"/>
                <a:ea typeface="JetBrains Mono"/>
                <a:cs typeface="JetBrains Mono"/>
              </a:defRPr>
            </a:lvl4pPr>
            <a:lvl5pPr algn="l">
              <a:defRPr sz="1366" b="0" i="0" kern="0" spc="0">
                <a:solidFill>
                  <a:srgbClr val="0A2540"/>
                </a:solidFill>
                <a:latin typeface="JetBrains Mono"/>
                <a:ea typeface="JetBrains Mono"/>
                <a:cs typeface="JetBrains Mono"/>
              </a:defRPr>
            </a:lvl5pPr>
            <a:lvl6pPr algn="l">
              <a:defRPr sz="1366" b="0" i="0" kern="0" spc="0">
                <a:solidFill>
                  <a:srgbClr val="0A2540"/>
                </a:solidFill>
                <a:latin typeface="JetBrains Mono"/>
                <a:ea typeface="JetBrains Mono"/>
                <a:cs typeface="JetBrains Mono"/>
              </a:defRPr>
            </a:lvl6pPr>
            <a:lvl7pPr algn="l">
              <a:defRPr sz="1366" b="0" i="0" kern="0" spc="0">
                <a:solidFill>
                  <a:srgbClr val="0A2540"/>
                </a:solidFill>
                <a:latin typeface="JetBrains Mono"/>
                <a:ea typeface="JetBrains Mono"/>
                <a:cs typeface="JetBrains Mono"/>
              </a:defRPr>
            </a:lvl7pPr>
            <a:lvl8pPr algn="l">
              <a:defRPr sz="1366" b="0" i="0" kern="0" spc="0">
                <a:solidFill>
                  <a:srgbClr val="0A2540"/>
                </a:solidFill>
                <a:latin typeface="JetBrains Mono"/>
                <a:ea typeface="JetBrains Mono"/>
                <a:cs typeface="JetBrains Mono"/>
              </a:defRPr>
            </a:lvl8pPr>
            <a:lvl9pPr algn="l">
              <a:defRPr sz="1366" b="0" i="0" kern="0" spc="0">
                <a:solidFill>
                  <a:srgbClr val="0A2540"/>
                </a:solidFill>
                <a:latin typeface="JetBrains Mono"/>
                <a:ea typeface="JetBrains Mono"/>
                <a:cs typeface="JetBrains Mono"/>
              </a:defRPr>
            </a:lvl9pPr>
          </a:lstStyle>
          <a:p>
            <a:pPr algn="l">
              <a:lnSpc>
                <a:spcPct val="100000"/>
              </a:lnSpc>
              <a:buNone/>
              <a:defRPr sz="1366" b="0" i="0" kern="0" spc="0">
                <a:solidFill>
                  <a:srgbClr val="0A2540"/>
                </a:solidFill>
                <a:latin typeface="JetBrains Mono"/>
                <a:ea typeface="JetBrains Mono"/>
                <a:cs typeface="JetBrains Mono"/>
              </a:defRPr>
            </a:pPr>
            <a:r>
              <a:rPr sz="1366" b="0" i="0" kern="0" spc="0">
                <a:solidFill>
                  <a:srgbClr val="0A2540"/>
                </a:solidFill>
                <a:latin typeface="JetBrains Mono"/>
                <a:ea typeface="JetBrains Mono"/>
                <a:cs typeface="JetBrains Mono"/>
              </a:rPr>
              <a:t>s</a:t>
            </a:r>
          </a:p>
        </p:txBody>
      </p:sp>
      <p:sp>
        <p:nvSpPr>
          <p:cNvPr id="39" name="s14 text 9">
            <a:extLst>
              <a:ext uri="{FF2B5EF4-FFF2-40B4-BE49-F238E27FC236}">
                <a16:creationId xmlns:a16="http://schemas.microsoft.com/office/drawing/2014/main" id="{4E42AC3D-05F4-4A41-A59D-0A46BA28E263}"/>
              </a:ext>
            </a:extLst>
          </p:cNvPr>
          <p:cNvSpPr>
            <a:spLocks noGrp="1"/>
          </p:cNvSpPr>
          <p:nvPr/>
        </p:nvSpPr>
        <p:spPr>
          <a:xfrm>
            <a:off x="8836595" y="2828702"/>
            <a:ext cx="152400" cy="308146"/>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Inter"/>
                <a:ea typeface="Inter"/>
                <a:cs typeface="Inter"/>
              </a:defRPr>
            </a:defPPr>
            <a:lvl1pPr algn="l">
              <a:defRPr sz="1744" b="0" i="0" kern="0" spc="0">
                <a:solidFill>
                  <a:srgbClr val="0A2540"/>
                </a:solidFill>
                <a:latin typeface="Inter"/>
                <a:ea typeface="Inter"/>
                <a:cs typeface="Inter"/>
              </a:defRPr>
            </a:lvl1pPr>
            <a:lvl2pPr algn="l">
              <a:defRPr sz="1744" b="0" i="0" kern="0" spc="0">
                <a:solidFill>
                  <a:srgbClr val="0A2540"/>
                </a:solidFill>
                <a:latin typeface="Inter"/>
                <a:ea typeface="Inter"/>
                <a:cs typeface="Inter"/>
              </a:defRPr>
            </a:lvl2pPr>
            <a:lvl3pPr algn="l">
              <a:defRPr sz="1744" b="0" i="0" kern="0" spc="0">
                <a:solidFill>
                  <a:srgbClr val="0A2540"/>
                </a:solidFill>
                <a:latin typeface="Inter"/>
                <a:ea typeface="Inter"/>
                <a:cs typeface="Inter"/>
              </a:defRPr>
            </a:lvl3pPr>
            <a:lvl4pPr algn="l">
              <a:defRPr sz="1744" b="0" i="0" kern="0" spc="0">
                <a:solidFill>
                  <a:srgbClr val="0A2540"/>
                </a:solidFill>
                <a:latin typeface="Inter"/>
                <a:ea typeface="Inter"/>
                <a:cs typeface="Inter"/>
              </a:defRPr>
            </a:lvl4pPr>
            <a:lvl5pPr algn="l">
              <a:defRPr sz="1744" b="0" i="0" kern="0" spc="0">
                <a:solidFill>
                  <a:srgbClr val="0A2540"/>
                </a:solidFill>
                <a:latin typeface="Inter"/>
                <a:ea typeface="Inter"/>
                <a:cs typeface="Inter"/>
              </a:defRPr>
            </a:lvl5pPr>
            <a:lvl6pPr algn="l">
              <a:defRPr sz="1744" b="0" i="0" kern="0" spc="0">
                <a:solidFill>
                  <a:srgbClr val="0A2540"/>
                </a:solidFill>
                <a:latin typeface="Inter"/>
                <a:ea typeface="Inter"/>
                <a:cs typeface="Inter"/>
              </a:defRPr>
            </a:lvl6pPr>
            <a:lvl7pPr algn="l">
              <a:defRPr sz="1744" b="0" i="0" kern="0" spc="0">
                <a:solidFill>
                  <a:srgbClr val="0A2540"/>
                </a:solidFill>
                <a:latin typeface="Inter"/>
                <a:ea typeface="Inter"/>
                <a:cs typeface="Inter"/>
              </a:defRPr>
            </a:lvl7pPr>
            <a:lvl8pPr algn="l">
              <a:defRPr sz="1744" b="0" i="0" kern="0" spc="0">
                <a:solidFill>
                  <a:srgbClr val="0A2540"/>
                </a:solidFill>
                <a:latin typeface="Inter"/>
                <a:ea typeface="Inter"/>
                <a:cs typeface="Inter"/>
              </a:defRPr>
            </a:lvl8pPr>
            <a:lvl9pPr algn="l">
              <a:defRPr sz="1744" b="0" i="0" kern="0" spc="0">
                <a:solidFill>
                  <a:srgbClr val="0A2540"/>
                </a:solidFill>
                <a:latin typeface="Inter"/>
                <a:ea typeface="Inter"/>
                <a:cs typeface="Inter"/>
              </a:defRPr>
            </a:lvl9pPr>
          </a:lstStyle>
          <a:p>
            <a:pPr algn="l">
              <a:lnSpc>
                <a:spcPct val="100000"/>
              </a:lnSpc>
              <a:buNone/>
              <a:defRPr sz="1744" b="0" i="0" kern="0" spc="0">
                <a:solidFill>
                  <a:srgbClr val="0A2540"/>
                </a:solidFill>
                <a:latin typeface="Inter"/>
                <a:ea typeface="Inter"/>
                <a:cs typeface="Inter"/>
              </a:defRPr>
            </a:pPr>
            <a:r>
              <a:rPr sz="1744" b="0" i="0" kern="0" spc="0">
                <a:solidFill>
                  <a:srgbClr val="0A2540"/>
                </a:solidFill>
                <a:latin typeface="Inter"/>
                <a:ea typeface="Inter"/>
                <a:cs typeface="Inter"/>
              </a:rPr>
              <a:t>.</a:t>
            </a:r>
          </a:p>
        </p:txBody>
      </p:sp>
      <p:sp>
        <p:nvSpPr>
          <p:cNvPr id="40" name="s14 text 10">
            <a:extLst>
              <a:ext uri="{FF2B5EF4-FFF2-40B4-BE49-F238E27FC236}">
                <a16:creationId xmlns:a16="http://schemas.microsoft.com/office/drawing/2014/main" id="{91C92A7F-BFA8-463D-AD28-FAB837FE92A2}"/>
              </a:ext>
            </a:extLst>
          </p:cNvPr>
          <p:cNvSpPr>
            <a:spLocks noGrp="1"/>
          </p:cNvSpPr>
          <p:nvPr/>
        </p:nvSpPr>
        <p:spPr>
          <a:xfrm>
            <a:off x="631999" y="3340132"/>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2</a:t>
            </a:r>
          </a:p>
        </p:txBody>
      </p:sp>
      <p:sp>
        <p:nvSpPr>
          <p:cNvPr id="41" name="s14 text 11">
            <a:extLst>
              <a:ext uri="{FF2B5EF4-FFF2-40B4-BE49-F238E27FC236}">
                <a16:creationId xmlns:a16="http://schemas.microsoft.com/office/drawing/2014/main" id="{9A56681E-657D-46CC-8202-A60ABDE99CC0}"/>
              </a:ext>
            </a:extLst>
          </p:cNvPr>
          <p:cNvSpPr>
            <a:spLocks noGrp="1"/>
          </p:cNvSpPr>
          <p:nvPr/>
        </p:nvSpPr>
        <p:spPr>
          <a:xfrm>
            <a:off x="978694" y="3288105"/>
            <a:ext cx="3330721"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−2P + 40,000 = 46P + 6,400</a:t>
            </a:r>
          </a:p>
        </p:txBody>
      </p:sp>
      <p:sp>
        <p:nvSpPr>
          <p:cNvPr id="42" name="s14 text 12">
            <a:extLst>
              <a:ext uri="{FF2B5EF4-FFF2-40B4-BE49-F238E27FC236}">
                <a16:creationId xmlns:a16="http://schemas.microsoft.com/office/drawing/2014/main" id="{7AEB3176-43A7-40AE-9D89-7E3117C8A76A}"/>
              </a:ext>
            </a:extLst>
          </p:cNvPr>
          <p:cNvSpPr>
            <a:spLocks noGrp="1"/>
          </p:cNvSpPr>
          <p:nvPr/>
        </p:nvSpPr>
        <p:spPr>
          <a:xfrm>
            <a:off x="631999" y="3797332"/>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3</a:t>
            </a:r>
          </a:p>
        </p:txBody>
      </p:sp>
      <p:sp>
        <p:nvSpPr>
          <p:cNvPr id="43" name="s14 text 13">
            <a:extLst>
              <a:ext uri="{FF2B5EF4-FFF2-40B4-BE49-F238E27FC236}">
                <a16:creationId xmlns:a16="http://schemas.microsoft.com/office/drawing/2014/main" id="{2C3FAF79-525F-4011-AAB3-1C3886C9FF41}"/>
              </a:ext>
            </a:extLst>
          </p:cNvPr>
          <p:cNvSpPr>
            <a:spLocks noGrp="1"/>
          </p:cNvSpPr>
          <p:nvPr/>
        </p:nvSpPr>
        <p:spPr>
          <a:xfrm>
            <a:off x="978694" y="3745305"/>
            <a:ext cx="3205848"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40,000 − 6,400 = 46P + 2P</a:t>
            </a:r>
          </a:p>
        </p:txBody>
      </p:sp>
      <p:sp>
        <p:nvSpPr>
          <p:cNvPr id="44" name="s14 text 15">
            <a:extLst>
              <a:ext uri="{FF2B5EF4-FFF2-40B4-BE49-F238E27FC236}">
                <a16:creationId xmlns:a16="http://schemas.microsoft.com/office/drawing/2014/main" id="{8BA27F0A-F10B-4254-8BDA-3FBB49412126}"/>
              </a:ext>
            </a:extLst>
          </p:cNvPr>
          <p:cNvSpPr>
            <a:spLocks noGrp="1"/>
          </p:cNvSpPr>
          <p:nvPr/>
        </p:nvSpPr>
        <p:spPr>
          <a:xfrm>
            <a:off x="4132298" y="3753536"/>
            <a:ext cx="310039" cy="292851"/>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Arial"/>
                <a:ea typeface="Arial"/>
                <a:cs typeface="Arial"/>
              </a:defRPr>
            </a:defPPr>
            <a:lvl1pPr algn="l">
              <a:defRPr sz="1744" b="0" i="0" kern="0" spc="0">
                <a:solidFill>
                  <a:srgbClr val="0A2540"/>
                </a:solidFill>
                <a:latin typeface="Arial"/>
                <a:ea typeface="Arial"/>
                <a:cs typeface="Arial"/>
              </a:defRPr>
            </a:lvl1pPr>
            <a:lvl2pPr algn="l">
              <a:defRPr sz="1744" b="0" i="0" kern="0" spc="0">
                <a:solidFill>
                  <a:srgbClr val="0A2540"/>
                </a:solidFill>
                <a:latin typeface="Arial"/>
                <a:ea typeface="Arial"/>
                <a:cs typeface="Arial"/>
              </a:defRPr>
            </a:lvl2pPr>
            <a:lvl3pPr algn="l">
              <a:defRPr sz="1744" b="0" i="0" kern="0" spc="0">
                <a:solidFill>
                  <a:srgbClr val="0A2540"/>
                </a:solidFill>
                <a:latin typeface="Arial"/>
                <a:ea typeface="Arial"/>
                <a:cs typeface="Arial"/>
              </a:defRPr>
            </a:lvl3pPr>
            <a:lvl4pPr algn="l">
              <a:defRPr sz="1744" b="0" i="0" kern="0" spc="0">
                <a:solidFill>
                  <a:srgbClr val="0A2540"/>
                </a:solidFill>
                <a:latin typeface="Arial"/>
                <a:ea typeface="Arial"/>
                <a:cs typeface="Arial"/>
              </a:defRPr>
            </a:lvl4pPr>
            <a:lvl5pPr algn="l">
              <a:defRPr sz="1744" b="0" i="0" kern="0" spc="0">
                <a:solidFill>
                  <a:srgbClr val="0A2540"/>
                </a:solidFill>
                <a:latin typeface="Arial"/>
                <a:ea typeface="Arial"/>
                <a:cs typeface="Arial"/>
              </a:defRPr>
            </a:lvl5pPr>
            <a:lvl6pPr algn="l">
              <a:defRPr sz="1744" b="0" i="0" kern="0" spc="0">
                <a:solidFill>
                  <a:srgbClr val="0A2540"/>
                </a:solidFill>
                <a:latin typeface="Arial"/>
                <a:ea typeface="Arial"/>
                <a:cs typeface="Arial"/>
              </a:defRPr>
            </a:lvl6pPr>
            <a:lvl7pPr algn="l">
              <a:defRPr sz="1744" b="0" i="0" kern="0" spc="0">
                <a:solidFill>
                  <a:srgbClr val="0A2540"/>
                </a:solidFill>
                <a:latin typeface="Arial"/>
                <a:ea typeface="Arial"/>
                <a:cs typeface="Arial"/>
              </a:defRPr>
            </a:lvl7pPr>
            <a:lvl8pPr algn="l">
              <a:defRPr sz="1744" b="0" i="0" kern="0" spc="0">
                <a:solidFill>
                  <a:srgbClr val="0A2540"/>
                </a:solidFill>
                <a:latin typeface="Arial"/>
                <a:ea typeface="Arial"/>
                <a:cs typeface="Arial"/>
              </a:defRPr>
            </a:lvl8pPr>
            <a:lvl9pPr algn="l">
              <a:defRPr sz="1744" b="0" i="0" kern="0" spc="0">
                <a:solidFill>
                  <a:srgbClr val="0A2540"/>
                </a:solidFill>
                <a:latin typeface="Arial"/>
                <a:ea typeface="Arial"/>
                <a:cs typeface="Arial"/>
              </a:defRPr>
            </a:lvl9pPr>
          </a:lstStyle>
          <a:p>
            <a:pPr algn="l">
              <a:lnSpc>
                <a:spcPct val="100000"/>
              </a:lnSpc>
              <a:buNone/>
              <a:defRPr sz="1744" b="0" i="0" kern="0" spc="0">
                <a:solidFill>
                  <a:srgbClr val="0A2540"/>
                </a:solidFill>
                <a:latin typeface="Arial"/>
                <a:ea typeface="Arial"/>
                <a:cs typeface="Arial"/>
              </a:defRPr>
            </a:pPr>
            <a:r>
              <a:rPr sz="1744" b="0" i="0" kern="0" spc="0">
                <a:solidFill>
                  <a:srgbClr val="0A2540"/>
                </a:solidFill>
                <a:latin typeface="Arial"/>
                <a:ea typeface="Arial"/>
                <a:cs typeface="Arial"/>
              </a:rPr>
              <a:t>→</a:t>
            </a:r>
          </a:p>
        </p:txBody>
      </p:sp>
      <p:sp>
        <p:nvSpPr>
          <p:cNvPr id="45" name="s14 text 17">
            <a:extLst>
              <a:ext uri="{FF2B5EF4-FFF2-40B4-BE49-F238E27FC236}">
                <a16:creationId xmlns:a16="http://schemas.microsoft.com/office/drawing/2014/main" id="{ED1C1F03-F743-4FB4-A4AE-C31A769BE02F}"/>
              </a:ext>
            </a:extLst>
          </p:cNvPr>
          <p:cNvSpPr>
            <a:spLocks noGrp="1"/>
          </p:cNvSpPr>
          <p:nvPr/>
        </p:nvSpPr>
        <p:spPr>
          <a:xfrm>
            <a:off x="4413833" y="3745305"/>
            <a:ext cx="1582122"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33,600 = 48P</a:t>
            </a:r>
          </a:p>
        </p:txBody>
      </p:sp>
      <p:sp>
        <p:nvSpPr>
          <p:cNvPr id="46" name="s14 text 18">
            <a:extLst>
              <a:ext uri="{FF2B5EF4-FFF2-40B4-BE49-F238E27FC236}">
                <a16:creationId xmlns:a16="http://schemas.microsoft.com/office/drawing/2014/main" id="{CDBC12D9-E782-4516-8ABB-14F91B8DFBA2}"/>
              </a:ext>
            </a:extLst>
          </p:cNvPr>
          <p:cNvSpPr>
            <a:spLocks noGrp="1"/>
          </p:cNvSpPr>
          <p:nvPr/>
        </p:nvSpPr>
        <p:spPr>
          <a:xfrm>
            <a:off x="631999" y="4254532"/>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4</a:t>
            </a:r>
          </a:p>
        </p:txBody>
      </p:sp>
      <p:sp>
        <p:nvSpPr>
          <p:cNvPr id="47" name="s14 text 19">
            <a:extLst>
              <a:ext uri="{FF2B5EF4-FFF2-40B4-BE49-F238E27FC236}">
                <a16:creationId xmlns:a16="http://schemas.microsoft.com/office/drawing/2014/main" id="{2E045D1A-95D1-406E-BC4B-13A81B780CB1}"/>
              </a:ext>
            </a:extLst>
          </p:cNvPr>
          <p:cNvSpPr>
            <a:spLocks noGrp="1"/>
          </p:cNvSpPr>
          <p:nvPr/>
        </p:nvSpPr>
        <p:spPr>
          <a:xfrm>
            <a:off x="978694" y="4202505"/>
            <a:ext cx="2331453"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P* = 33,600 / 48 =</a:t>
            </a:r>
          </a:p>
        </p:txBody>
      </p:sp>
      <p:sp>
        <p:nvSpPr>
          <p:cNvPr id="48" name="s14 text 20">
            <a:extLst>
              <a:ext uri="{FF2B5EF4-FFF2-40B4-BE49-F238E27FC236}">
                <a16:creationId xmlns:a16="http://schemas.microsoft.com/office/drawing/2014/main" id="{7ED00851-9703-4F3C-8EF4-644EB1C39928}"/>
              </a:ext>
            </a:extLst>
          </p:cNvPr>
          <p:cNvSpPr>
            <a:spLocks noGrp="1"/>
          </p:cNvSpPr>
          <p:nvPr/>
        </p:nvSpPr>
        <p:spPr>
          <a:xfrm>
            <a:off x="3328987" y="4202505"/>
            <a:ext cx="582854" cy="316000"/>
          </a:xfrm>
          <a:prstGeom prst="rect">
            <a:avLst/>
          </a:prstGeom>
          <a:noFill/>
          <a:ln w="0">
            <a:noFill/>
            <a:prstDash val="solid"/>
          </a:ln>
        </p:spPr>
        <p:txBody>
          <a:bodyPr wrap="none" lIns="0" tIns="0" rIns="0" bIns="0" anchor="t">
            <a:noAutofit/>
          </a:bodyPr>
          <a:lstStyle>
            <a:defPPr algn="l">
              <a:defRPr sz="1639" b="1" i="0" kern="0" spc="-9">
                <a:solidFill>
                  <a:srgbClr val="0A2540"/>
                </a:solidFill>
                <a:latin typeface="JetBrains Mono"/>
                <a:ea typeface="JetBrains Mono"/>
                <a:cs typeface="JetBrains Mono"/>
              </a:defRPr>
            </a:defPPr>
            <a:lvl1pPr algn="l">
              <a:defRPr sz="1639" b="1" i="0" kern="0" spc="-9">
                <a:solidFill>
                  <a:srgbClr val="0A2540"/>
                </a:solidFill>
                <a:latin typeface="JetBrains Mono"/>
                <a:ea typeface="JetBrains Mono"/>
                <a:cs typeface="JetBrains Mono"/>
              </a:defRPr>
            </a:lvl1pPr>
            <a:lvl2pPr algn="l">
              <a:defRPr sz="1639" b="1" i="0" kern="0" spc="-9">
                <a:solidFill>
                  <a:srgbClr val="0A2540"/>
                </a:solidFill>
                <a:latin typeface="JetBrains Mono"/>
                <a:ea typeface="JetBrains Mono"/>
                <a:cs typeface="JetBrains Mono"/>
              </a:defRPr>
            </a:lvl2pPr>
            <a:lvl3pPr algn="l">
              <a:defRPr sz="1639" b="1" i="0" kern="0" spc="-9">
                <a:solidFill>
                  <a:srgbClr val="0A2540"/>
                </a:solidFill>
                <a:latin typeface="JetBrains Mono"/>
                <a:ea typeface="JetBrains Mono"/>
                <a:cs typeface="JetBrains Mono"/>
              </a:defRPr>
            </a:lvl3pPr>
            <a:lvl4pPr algn="l">
              <a:defRPr sz="1639" b="1" i="0" kern="0" spc="-9">
                <a:solidFill>
                  <a:srgbClr val="0A2540"/>
                </a:solidFill>
                <a:latin typeface="JetBrains Mono"/>
                <a:ea typeface="JetBrains Mono"/>
                <a:cs typeface="JetBrains Mono"/>
              </a:defRPr>
            </a:lvl4pPr>
            <a:lvl5pPr algn="l">
              <a:defRPr sz="1639" b="1" i="0" kern="0" spc="-9">
                <a:solidFill>
                  <a:srgbClr val="0A2540"/>
                </a:solidFill>
                <a:latin typeface="JetBrains Mono"/>
                <a:ea typeface="JetBrains Mono"/>
                <a:cs typeface="JetBrains Mono"/>
              </a:defRPr>
            </a:lvl5pPr>
            <a:lvl6pPr algn="l">
              <a:defRPr sz="1639" b="1" i="0" kern="0" spc="-9">
                <a:solidFill>
                  <a:srgbClr val="0A2540"/>
                </a:solidFill>
                <a:latin typeface="JetBrains Mono"/>
                <a:ea typeface="JetBrains Mono"/>
                <a:cs typeface="JetBrains Mono"/>
              </a:defRPr>
            </a:lvl6pPr>
            <a:lvl7pPr algn="l">
              <a:defRPr sz="1639" b="1" i="0" kern="0" spc="-9">
                <a:solidFill>
                  <a:srgbClr val="0A2540"/>
                </a:solidFill>
                <a:latin typeface="JetBrains Mono"/>
                <a:ea typeface="JetBrains Mono"/>
                <a:cs typeface="JetBrains Mono"/>
              </a:defRPr>
            </a:lvl7pPr>
            <a:lvl8pPr algn="l">
              <a:defRPr sz="1639" b="1" i="0" kern="0" spc="-9">
                <a:solidFill>
                  <a:srgbClr val="0A2540"/>
                </a:solidFill>
                <a:latin typeface="JetBrains Mono"/>
                <a:ea typeface="JetBrains Mono"/>
                <a:cs typeface="JetBrains Mono"/>
              </a:defRPr>
            </a:lvl8pPr>
            <a:lvl9pPr algn="l">
              <a:defRPr sz="1639" b="1" i="0" kern="0" spc="-9">
                <a:solidFill>
                  <a:srgbClr val="0A2540"/>
                </a:solidFill>
                <a:latin typeface="JetBrains Mono"/>
                <a:ea typeface="JetBrains Mono"/>
                <a:cs typeface="JetBrains Mono"/>
              </a:defRPr>
            </a:lvl9pPr>
          </a:lstStyle>
          <a:p>
            <a:pPr algn="l">
              <a:lnSpc>
                <a:spcPct val="100000"/>
              </a:lnSpc>
              <a:buNone/>
              <a:defRPr sz="1639" b="1" i="0" kern="0" spc="-9">
                <a:solidFill>
                  <a:srgbClr val="0A2540"/>
                </a:solidFill>
                <a:latin typeface="JetBrains Mono"/>
                <a:ea typeface="JetBrains Mono"/>
                <a:cs typeface="JetBrains Mono"/>
              </a:defRPr>
            </a:pPr>
            <a:r>
              <a:rPr sz="1639" b="1" i="0" kern="0" spc="-9">
                <a:solidFill>
                  <a:srgbClr val="0A2540"/>
                </a:solidFill>
                <a:latin typeface="JetBrains Mono"/>
                <a:ea typeface="JetBrains Mono"/>
                <a:cs typeface="JetBrains Mono"/>
              </a:rPr>
              <a:t>$700</a:t>
            </a:r>
          </a:p>
        </p:txBody>
      </p:sp>
      <p:sp>
        <p:nvSpPr>
          <p:cNvPr id="49" name="s14 text 21">
            <a:extLst>
              <a:ext uri="{FF2B5EF4-FFF2-40B4-BE49-F238E27FC236}">
                <a16:creationId xmlns:a16="http://schemas.microsoft.com/office/drawing/2014/main" id="{A28AB9E9-D0E5-4CFB-AB0D-785282AFFA5C}"/>
              </a:ext>
            </a:extLst>
          </p:cNvPr>
          <p:cNvSpPr>
            <a:spLocks noGrp="1"/>
          </p:cNvSpPr>
          <p:nvPr/>
        </p:nvSpPr>
        <p:spPr>
          <a:xfrm>
            <a:off x="631999" y="4711732"/>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5</a:t>
            </a:r>
          </a:p>
        </p:txBody>
      </p:sp>
      <p:sp>
        <p:nvSpPr>
          <p:cNvPr id="50" name="s14 text 22">
            <a:extLst>
              <a:ext uri="{FF2B5EF4-FFF2-40B4-BE49-F238E27FC236}">
                <a16:creationId xmlns:a16="http://schemas.microsoft.com/office/drawing/2014/main" id="{AF278E48-5662-462E-8073-930DB3FA2478}"/>
              </a:ext>
            </a:extLst>
          </p:cNvPr>
          <p:cNvSpPr>
            <a:spLocks noGrp="1"/>
          </p:cNvSpPr>
          <p:nvPr/>
        </p:nvSpPr>
        <p:spPr>
          <a:xfrm>
            <a:off x="978694" y="4657502"/>
            <a:ext cx="1779270" cy="308146"/>
          </a:xfrm>
          <a:prstGeom prst="rect">
            <a:avLst/>
          </a:prstGeom>
          <a:noFill/>
          <a:ln w="0">
            <a:noFill/>
            <a:prstDash val="solid"/>
          </a:ln>
        </p:spPr>
        <p:txBody>
          <a:bodyPr wrap="none" lIns="0" tIns="0" rIns="0" bIns="0" anchor="t">
            <a:noAutofit/>
          </a:bodyPr>
          <a:lstStyle>
            <a:defPPr algn="l">
              <a:defRPr sz="1744" b="0" i="0" kern="0" spc="-10">
                <a:solidFill>
                  <a:srgbClr val="0A2540"/>
                </a:solidFill>
                <a:latin typeface="Inter"/>
                <a:ea typeface="Inter"/>
                <a:cs typeface="Inter"/>
              </a:defRPr>
            </a:defPPr>
            <a:lvl1pPr algn="l">
              <a:defRPr sz="1744" b="0" i="0" kern="0" spc="-10">
                <a:solidFill>
                  <a:srgbClr val="0A2540"/>
                </a:solidFill>
                <a:latin typeface="Inter"/>
                <a:ea typeface="Inter"/>
                <a:cs typeface="Inter"/>
              </a:defRPr>
            </a:lvl1pPr>
            <a:lvl2pPr algn="l">
              <a:defRPr sz="1744" b="0" i="0" kern="0" spc="-10">
                <a:solidFill>
                  <a:srgbClr val="0A2540"/>
                </a:solidFill>
                <a:latin typeface="Inter"/>
                <a:ea typeface="Inter"/>
                <a:cs typeface="Inter"/>
              </a:defRPr>
            </a:lvl2pPr>
            <a:lvl3pPr algn="l">
              <a:defRPr sz="1744" b="0" i="0" kern="0" spc="-10">
                <a:solidFill>
                  <a:srgbClr val="0A2540"/>
                </a:solidFill>
                <a:latin typeface="Inter"/>
                <a:ea typeface="Inter"/>
                <a:cs typeface="Inter"/>
              </a:defRPr>
            </a:lvl3pPr>
            <a:lvl4pPr algn="l">
              <a:defRPr sz="1744" b="0" i="0" kern="0" spc="-10">
                <a:solidFill>
                  <a:srgbClr val="0A2540"/>
                </a:solidFill>
                <a:latin typeface="Inter"/>
                <a:ea typeface="Inter"/>
                <a:cs typeface="Inter"/>
              </a:defRPr>
            </a:lvl4pPr>
            <a:lvl5pPr algn="l">
              <a:defRPr sz="1744" b="0" i="0" kern="0" spc="-10">
                <a:solidFill>
                  <a:srgbClr val="0A2540"/>
                </a:solidFill>
                <a:latin typeface="Inter"/>
                <a:ea typeface="Inter"/>
                <a:cs typeface="Inter"/>
              </a:defRPr>
            </a:lvl5pPr>
            <a:lvl6pPr algn="l">
              <a:defRPr sz="1744" b="0" i="0" kern="0" spc="-10">
                <a:solidFill>
                  <a:srgbClr val="0A2540"/>
                </a:solidFill>
                <a:latin typeface="Inter"/>
                <a:ea typeface="Inter"/>
                <a:cs typeface="Inter"/>
              </a:defRPr>
            </a:lvl6pPr>
            <a:lvl7pPr algn="l">
              <a:defRPr sz="1744" b="0" i="0" kern="0" spc="-10">
                <a:solidFill>
                  <a:srgbClr val="0A2540"/>
                </a:solidFill>
                <a:latin typeface="Inter"/>
                <a:ea typeface="Inter"/>
                <a:cs typeface="Inter"/>
              </a:defRPr>
            </a:lvl7pPr>
            <a:lvl8pPr algn="l">
              <a:defRPr sz="1744" b="0" i="0" kern="0" spc="-10">
                <a:solidFill>
                  <a:srgbClr val="0A2540"/>
                </a:solidFill>
                <a:latin typeface="Inter"/>
                <a:ea typeface="Inter"/>
                <a:cs typeface="Inter"/>
              </a:defRPr>
            </a:lvl8pPr>
            <a:lvl9pPr algn="l">
              <a:defRPr sz="1744" b="0" i="0" kern="0" spc="-10">
                <a:solidFill>
                  <a:srgbClr val="0A2540"/>
                </a:solidFill>
                <a:latin typeface="Inter"/>
                <a:ea typeface="Inter"/>
                <a:cs typeface="Inter"/>
              </a:defRPr>
            </a:lvl9pPr>
          </a:lstStyle>
          <a:p>
            <a:pPr algn="l">
              <a:lnSpc>
                <a:spcPct val="100000"/>
              </a:lnSpc>
              <a:buNone/>
              <a:defRPr sz="1744" b="0" i="0" kern="0" spc="-10">
                <a:solidFill>
                  <a:srgbClr val="0A2540"/>
                </a:solidFill>
                <a:latin typeface="Inter"/>
                <a:ea typeface="Inter"/>
                <a:cs typeface="Inter"/>
              </a:defRPr>
            </a:pPr>
            <a:r>
              <a:rPr sz="1744" b="0" i="0" kern="0" spc="-10">
                <a:solidFill>
                  <a:srgbClr val="0A2540"/>
                </a:solidFill>
                <a:latin typeface="Inter"/>
                <a:ea typeface="Inter"/>
                <a:cs typeface="Inter"/>
              </a:rPr>
              <a:t>Substitute back:</a:t>
            </a:r>
          </a:p>
        </p:txBody>
      </p:sp>
      <p:sp>
        <p:nvSpPr>
          <p:cNvPr id="51" name="s14 text 23">
            <a:extLst>
              <a:ext uri="{FF2B5EF4-FFF2-40B4-BE49-F238E27FC236}">
                <a16:creationId xmlns:a16="http://schemas.microsoft.com/office/drawing/2014/main" id="{A47D68AD-334B-4917-B724-1A212AA136D1}"/>
              </a:ext>
            </a:extLst>
          </p:cNvPr>
          <p:cNvSpPr>
            <a:spLocks noGrp="1"/>
          </p:cNvSpPr>
          <p:nvPr/>
        </p:nvSpPr>
        <p:spPr>
          <a:xfrm>
            <a:off x="2712281" y="4659705"/>
            <a:ext cx="2956008"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Q* = −2(700) + 40,000 =</a:t>
            </a:r>
          </a:p>
        </p:txBody>
      </p:sp>
      <p:sp>
        <p:nvSpPr>
          <p:cNvPr id="52" name="s14 text 24">
            <a:extLst>
              <a:ext uri="{FF2B5EF4-FFF2-40B4-BE49-F238E27FC236}">
                <a16:creationId xmlns:a16="http://schemas.microsoft.com/office/drawing/2014/main" id="{7EFAF6B7-DAEF-4BE3-9746-7DD48C2E1B7B}"/>
              </a:ext>
            </a:extLst>
          </p:cNvPr>
          <p:cNvSpPr>
            <a:spLocks noGrp="1"/>
          </p:cNvSpPr>
          <p:nvPr/>
        </p:nvSpPr>
        <p:spPr>
          <a:xfrm>
            <a:off x="5680955" y="4659705"/>
            <a:ext cx="832695" cy="316000"/>
          </a:xfrm>
          <a:prstGeom prst="rect">
            <a:avLst/>
          </a:prstGeom>
          <a:noFill/>
          <a:ln w="0">
            <a:noFill/>
            <a:prstDash val="solid"/>
          </a:ln>
        </p:spPr>
        <p:txBody>
          <a:bodyPr wrap="none" lIns="0" tIns="0" rIns="0" bIns="0" anchor="t">
            <a:noAutofit/>
          </a:bodyPr>
          <a:lstStyle>
            <a:defPPr algn="l">
              <a:defRPr sz="1639" b="1" i="0" kern="0" spc="-10">
                <a:solidFill>
                  <a:srgbClr val="0A2540"/>
                </a:solidFill>
                <a:latin typeface="JetBrains Mono"/>
                <a:ea typeface="JetBrains Mono"/>
                <a:cs typeface="JetBrains Mono"/>
              </a:defRPr>
            </a:defPPr>
            <a:lvl1pPr algn="l">
              <a:defRPr sz="1639" b="1" i="0" kern="0" spc="-10">
                <a:solidFill>
                  <a:srgbClr val="0A2540"/>
                </a:solidFill>
                <a:latin typeface="JetBrains Mono"/>
                <a:ea typeface="JetBrains Mono"/>
                <a:cs typeface="JetBrains Mono"/>
              </a:defRPr>
            </a:lvl1pPr>
            <a:lvl2pPr algn="l">
              <a:defRPr sz="1639" b="1" i="0" kern="0" spc="-10">
                <a:solidFill>
                  <a:srgbClr val="0A2540"/>
                </a:solidFill>
                <a:latin typeface="JetBrains Mono"/>
                <a:ea typeface="JetBrains Mono"/>
                <a:cs typeface="JetBrains Mono"/>
              </a:defRPr>
            </a:lvl2pPr>
            <a:lvl3pPr algn="l">
              <a:defRPr sz="1639" b="1" i="0" kern="0" spc="-10">
                <a:solidFill>
                  <a:srgbClr val="0A2540"/>
                </a:solidFill>
                <a:latin typeface="JetBrains Mono"/>
                <a:ea typeface="JetBrains Mono"/>
                <a:cs typeface="JetBrains Mono"/>
              </a:defRPr>
            </a:lvl3pPr>
            <a:lvl4pPr algn="l">
              <a:defRPr sz="1639" b="1" i="0" kern="0" spc="-10">
                <a:solidFill>
                  <a:srgbClr val="0A2540"/>
                </a:solidFill>
                <a:latin typeface="JetBrains Mono"/>
                <a:ea typeface="JetBrains Mono"/>
                <a:cs typeface="JetBrains Mono"/>
              </a:defRPr>
            </a:lvl4pPr>
            <a:lvl5pPr algn="l">
              <a:defRPr sz="1639" b="1" i="0" kern="0" spc="-10">
                <a:solidFill>
                  <a:srgbClr val="0A2540"/>
                </a:solidFill>
                <a:latin typeface="JetBrains Mono"/>
                <a:ea typeface="JetBrains Mono"/>
                <a:cs typeface="JetBrains Mono"/>
              </a:defRPr>
            </a:lvl5pPr>
            <a:lvl6pPr algn="l">
              <a:defRPr sz="1639" b="1" i="0" kern="0" spc="-10">
                <a:solidFill>
                  <a:srgbClr val="0A2540"/>
                </a:solidFill>
                <a:latin typeface="JetBrains Mono"/>
                <a:ea typeface="JetBrains Mono"/>
                <a:cs typeface="JetBrains Mono"/>
              </a:defRPr>
            </a:lvl6pPr>
            <a:lvl7pPr algn="l">
              <a:defRPr sz="1639" b="1" i="0" kern="0" spc="-10">
                <a:solidFill>
                  <a:srgbClr val="0A2540"/>
                </a:solidFill>
                <a:latin typeface="JetBrains Mono"/>
                <a:ea typeface="JetBrains Mono"/>
                <a:cs typeface="JetBrains Mono"/>
              </a:defRPr>
            </a:lvl7pPr>
            <a:lvl8pPr algn="l">
              <a:defRPr sz="1639" b="1" i="0" kern="0" spc="-10">
                <a:solidFill>
                  <a:srgbClr val="0A2540"/>
                </a:solidFill>
                <a:latin typeface="JetBrains Mono"/>
                <a:ea typeface="JetBrains Mono"/>
                <a:cs typeface="JetBrains Mono"/>
              </a:defRPr>
            </a:lvl8pPr>
            <a:lvl9pPr algn="l">
              <a:defRPr sz="1639" b="1" i="0" kern="0" spc="-10">
                <a:solidFill>
                  <a:srgbClr val="0A2540"/>
                </a:solidFill>
                <a:latin typeface="JetBrains Mono"/>
                <a:ea typeface="JetBrains Mono"/>
                <a:cs typeface="JetBrains Mono"/>
              </a:defRPr>
            </a:lvl9pPr>
          </a:lstStyle>
          <a:p>
            <a:pPr algn="l">
              <a:lnSpc>
                <a:spcPct val="100000"/>
              </a:lnSpc>
              <a:buNone/>
              <a:defRPr sz="1639" b="1" i="0" kern="0" spc="-10">
                <a:solidFill>
                  <a:srgbClr val="0A2540"/>
                </a:solidFill>
                <a:latin typeface="JetBrains Mono"/>
                <a:ea typeface="JetBrains Mono"/>
                <a:cs typeface="JetBrains Mono"/>
              </a:defRPr>
            </a:pPr>
            <a:r>
              <a:rPr sz="1639" b="1" i="0" kern="0" spc="-10">
                <a:solidFill>
                  <a:srgbClr val="0A2540"/>
                </a:solidFill>
                <a:latin typeface="JetBrains Mono"/>
                <a:ea typeface="JetBrains Mono"/>
                <a:cs typeface="JetBrains Mono"/>
              </a:rPr>
              <a:t>38,600</a:t>
            </a:r>
          </a:p>
        </p:txBody>
      </p:sp>
      <p:sp>
        <p:nvSpPr>
          <p:cNvPr id="53" name="s14 text 25">
            <a:extLst>
              <a:ext uri="{FF2B5EF4-FFF2-40B4-BE49-F238E27FC236}">
                <a16:creationId xmlns:a16="http://schemas.microsoft.com/office/drawing/2014/main" id="{27815603-5DEC-4274-AA39-4B65D9BEE755}"/>
              </a:ext>
            </a:extLst>
          </p:cNvPr>
          <p:cNvSpPr>
            <a:spLocks noGrp="1"/>
          </p:cNvSpPr>
          <p:nvPr/>
        </p:nvSpPr>
        <p:spPr>
          <a:xfrm>
            <a:off x="631999" y="5168932"/>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6</a:t>
            </a:r>
          </a:p>
        </p:txBody>
      </p:sp>
      <p:sp>
        <p:nvSpPr>
          <p:cNvPr id="54" name="s14 text 26">
            <a:extLst>
              <a:ext uri="{FF2B5EF4-FFF2-40B4-BE49-F238E27FC236}">
                <a16:creationId xmlns:a16="http://schemas.microsoft.com/office/drawing/2014/main" id="{45B7371F-BA73-444A-BEC4-4424CC130062}"/>
              </a:ext>
            </a:extLst>
          </p:cNvPr>
          <p:cNvSpPr>
            <a:spLocks noGrp="1"/>
          </p:cNvSpPr>
          <p:nvPr/>
        </p:nvSpPr>
        <p:spPr>
          <a:xfrm>
            <a:off x="978694" y="5114702"/>
            <a:ext cx="2083308" cy="308146"/>
          </a:xfrm>
          <a:prstGeom prst="rect">
            <a:avLst/>
          </a:prstGeom>
          <a:noFill/>
          <a:ln w="0">
            <a:noFill/>
            <a:prstDash val="solid"/>
          </a:ln>
        </p:spPr>
        <p:txBody>
          <a:bodyPr wrap="none" lIns="0" tIns="0" rIns="0" bIns="0" anchor="t">
            <a:noAutofit/>
          </a:bodyPr>
          <a:lstStyle>
            <a:defPPr algn="l">
              <a:defRPr sz="1744" b="0" i="0" kern="0" spc="-10">
                <a:solidFill>
                  <a:srgbClr val="0A2540"/>
                </a:solidFill>
                <a:latin typeface="Inter"/>
                <a:ea typeface="Inter"/>
                <a:cs typeface="Inter"/>
              </a:defRPr>
            </a:defPPr>
            <a:lvl1pPr algn="l">
              <a:defRPr sz="1744" b="0" i="0" kern="0" spc="-10">
                <a:solidFill>
                  <a:srgbClr val="0A2540"/>
                </a:solidFill>
                <a:latin typeface="Inter"/>
                <a:ea typeface="Inter"/>
                <a:cs typeface="Inter"/>
              </a:defRPr>
            </a:lvl1pPr>
            <a:lvl2pPr algn="l">
              <a:defRPr sz="1744" b="0" i="0" kern="0" spc="-10">
                <a:solidFill>
                  <a:srgbClr val="0A2540"/>
                </a:solidFill>
                <a:latin typeface="Inter"/>
                <a:ea typeface="Inter"/>
                <a:cs typeface="Inter"/>
              </a:defRPr>
            </a:lvl2pPr>
            <a:lvl3pPr algn="l">
              <a:defRPr sz="1744" b="0" i="0" kern="0" spc="-10">
                <a:solidFill>
                  <a:srgbClr val="0A2540"/>
                </a:solidFill>
                <a:latin typeface="Inter"/>
                <a:ea typeface="Inter"/>
                <a:cs typeface="Inter"/>
              </a:defRPr>
            </a:lvl3pPr>
            <a:lvl4pPr algn="l">
              <a:defRPr sz="1744" b="0" i="0" kern="0" spc="-10">
                <a:solidFill>
                  <a:srgbClr val="0A2540"/>
                </a:solidFill>
                <a:latin typeface="Inter"/>
                <a:ea typeface="Inter"/>
                <a:cs typeface="Inter"/>
              </a:defRPr>
            </a:lvl4pPr>
            <a:lvl5pPr algn="l">
              <a:defRPr sz="1744" b="0" i="0" kern="0" spc="-10">
                <a:solidFill>
                  <a:srgbClr val="0A2540"/>
                </a:solidFill>
                <a:latin typeface="Inter"/>
                <a:ea typeface="Inter"/>
                <a:cs typeface="Inter"/>
              </a:defRPr>
            </a:lvl5pPr>
            <a:lvl6pPr algn="l">
              <a:defRPr sz="1744" b="0" i="0" kern="0" spc="-10">
                <a:solidFill>
                  <a:srgbClr val="0A2540"/>
                </a:solidFill>
                <a:latin typeface="Inter"/>
                <a:ea typeface="Inter"/>
                <a:cs typeface="Inter"/>
              </a:defRPr>
            </a:lvl6pPr>
            <a:lvl7pPr algn="l">
              <a:defRPr sz="1744" b="0" i="0" kern="0" spc="-10">
                <a:solidFill>
                  <a:srgbClr val="0A2540"/>
                </a:solidFill>
                <a:latin typeface="Inter"/>
                <a:ea typeface="Inter"/>
                <a:cs typeface="Inter"/>
              </a:defRPr>
            </a:lvl7pPr>
            <a:lvl8pPr algn="l">
              <a:defRPr sz="1744" b="0" i="0" kern="0" spc="-10">
                <a:solidFill>
                  <a:srgbClr val="0A2540"/>
                </a:solidFill>
                <a:latin typeface="Inter"/>
                <a:ea typeface="Inter"/>
                <a:cs typeface="Inter"/>
              </a:defRPr>
            </a:lvl8pPr>
            <a:lvl9pPr algn="l">
              <a:defRPr sz="1744" b="0" i="0" kern="0" spc="-10">
                <a:solidFill>
                  <a:srgbClr val="0A2540"/>
                </a:solidFill>
                <a:latin typeface="Inter"/>
                <a:ea typeface="Inter"/>
                <a:cs typeface="Inter"/>
              </a:defRPr>
            </a:lvl9pPr>
          </a:lstStyle>
          <a:p>
            <a:pPr algn="l">
              <a:lnSpc>
                <a:spcPct val="100000"/>
              </a:lnSpc>
              <a:buNone/>
              <a:defRPr sz="1744" b="0" i="0" kern="0" spc="-10">
                <a:solidFill>
                  <a:srgbClr val="0A2540"/>
                </a:solidFill>
                <a:latin typeface="Inter"/>
                <a:ea typeface="Inter"/>
                <a:cs typeface="Inter"/>
              </a:defRPr>
            </a:pPr>
            <a:r>
              <a:rPr sz="1744" b="0" i="0" kern="0" spc="-10">
                <a:solidFill>
                  <a:srgbClr val="0A2540"/>
                </a:solidFill>
                <a:latin typeface="Inter"/>
                <a:ea typeface="Inter"/>
                <a:cs typeface="Inter"/>
              </a:rPr>
              <a:t>Check with supply:</a:t>
            </a:r>
          </a:p>
        </p:txBody>
      </p:sp>
      <p:sp>
        <p:nvSpPr>
          <p:cNvPr id="55" name="s14 text 27">
            <a:extLst>
              <a:ext uri="{FF2B5EF4-FFF2-40B4-BE49-F238E27FC236}">
                <a16:creationId xmlns:a16="http://schemas.microsoft.com/office/drawing/2014/main" id="{FF990802-24A6-468E-948F-80476B90437E}"/>
              </a:ext>
            </a:extLst>
          </p:cNvPr>
          <p:cNvSpPr>
            <a:spLocks noGrp="1"/>
          </p:cNvSpPr>
          <p:nvPr/>
        </p:nvSpPr>
        <p:spPr>
          <a:xfrm>
            <a:off x="3013993" y="5116905"/>
            <a:ext cx="3080880" cy="316000"/>
          </a:xfrm>
          <a:prstGeom prst="rect">
            <a:avLst/>
          </a:prstGeom>
          <a:noFill/>
          <a:ln w="0">
            <a:noFill/>
            <a:prstDash val="solid"/>
          </a:ln>
        </p:spPr>
        <p:txBody>
          <a:bodyPr wrap="none" lIns="0" tIns="0" rIns="0" bIns="0" anchor="t">
            <a:noAutofit/>
          </a:bodyPr>
          <a:lstStyle>
            <a:defPPr algn="l">
              <a:defRPr sz="1639" b="0" i="0" kern="0" spc="-9">
                <a:solidFill>
                  <a:srgbClr val="0A2540"/>
                </a:solidFill>
                <a:latin typeface="JetBrains Mono"/>
                <a:ea typeface="JetBrains Mono"/>
                <a:cs typeface="JetBrains Mono"/>
              </a:defRPr>
            </a:defPPr>
            <a:lvl1pPr algn="l">
              <a:defRPr sz="1639" b="0" i="0" kern="0" spc="-9">
                <a:solidFill>
                  <a:srgbClr val="0A2540"/>
                </a:solidFill>
                <a:latin typeface="JetBrains Mono"/>
                <a:ea typeface="JetBrains Mono"/>
                <a:cs typeface="JetBrains Mono"/>
              </a:defRPr>
            </a:lvl1pPr>
            <a:lvl2pPr algn="l">
              <a:defRPr sz="1639" b="0" i="0" kern="0" spc="-9">
                <a:solidFill>
                  <a:srgbClr val="0A2540"/>
                </a:solidFill>
                <a:latin typeface="JetBrains Mono"/>
                <a:ea typeface="JetBrains Mono"/>
                <a:cs typeface="JetBrains Mono"/>
              </a:defRPr>
            </a:lvl2pPr>
            <a:lvl3pPr algn="l">
              <a:defRPr sz="1639" b="0" i="0" kern="0" spc="-9">
                <a:solidFill>
                  <a:srgbClr val="0A2540"/>
                </a:solidFill>
                <a:latin typeface="JetBrains Mono"/>
                <a:ea typeface="JetBrains Mono"/>
                <a:cs typeface="JetBrains Mono"/>
              </a:defRPr>
            </a:lvl3pPr>
            <a:lvl4pPr algn="l">
              <a:defRPr sz="1639" b="0" i="0" kern="0" spc="-9">
                <a:solidFill>
                  <a:srgbClr val="0A2540"/>
                </a:solidFill>
                <a:latin typeface="JetBrains Mono"/>
                <a:ea typeface="JetBrains Mono"/>
                <a:cs typeface="JetBrains Mono"/>
              </a:defRPr>
            </a:lvl4pPr>
            <a:lvl5pPr algn="l">
              <a:defRPr sz="1639" b="0" i="0" kern="0" spc="-9">
                <a:solidFill>
                  <a:srgbClr val="0A2540"/>
                </a:solidFill>
                <a:latin typeface="JetBrains Mono"/>
                <a:ea typeface="JetBrains Mono"/>
                <a:cs typeface="JetBrains Mono"/>
              </a:defRPr>
            </a:lvl5pPr>
            <a:lvl6pPr algn="l">
              <a:defRPr sz="1639" b="0" i="0" kern="0" spc="-9">
                <a:solidFill>
                  <a:srgbClr val="0A2540"/>
                </a:solidFill>
                <a:latin typeface="JetBrains Mono"/>
                <a:ea typeface="JetBrains Mono"/>
                <a:cs typeface="JetBrains Mono"/>
              </a:defRPr>
            </a:lvl6pPr>
            <a:lvl7pPr algn="l">
              <a:defRPr sz="1639" b="0" i="0" kern="0" spc="-9">
                <a:solidFill>
                  <a:srgbClr val="0A2540"/>
                </a:solidFill>
                <a:latin typeface="JetBrains Mono"/>
                <a:ea typeface="JetBrains Mono"/>
                <a:cs typeface="JetBrains Mono"/>
              </a:defRPr>
            </a:lvl7pPr>
            <a:lvl8pPr algn="l">
              <a:defRPr sz="1639" b="0" i="0" kern="0" spc="-9">
                <a:solidFill>
                  <a:srgbClr val="0A2540"/>
                </a:solidFill>
                <a:latin typeface="JetBrains Mono"/>
                <a:ea typeface="JetBrains Mono"/>
                <a:cs typeface="JetBrains Mono"/>
              </a:defRPr>
            </a:lvl8pPr>
            <a:lvl9pPr algn="l">
              <a:defRPr sz="1639" b="0" i="0" kern="0" spc="-9">
                <a:solidFill>
                  <a:srgbClr val="0A2540"/>
                </a:solidFill>
                <a:latin typeface="JetBrains Mono"/>
                <a:ea typeface="JetBrains Mono"/>
                <a:cs typeface="JetBrains Mono"/>
              </a:defRPr>
            </a:lvl9pPr>
          </a:lstStyle>
          <a:p>
            <a:pPr algn="l">
              <a:lnSpc>
                <a:spcPct val="100000"/>
              </a:lnSpc>
              <a:buNone/>
              <a:defRPr sz="1639" b="0" i="0" kern="0" spc="-9">
                <a:solidFill>
                  <a:srgbClr val="0A2540"/>
                </a:solidFill>
                <a:latin typeface="JetBrains Mono"/>
                <a:ea typeface="JetBrains Mono"/>
                <a:cs typeface="JetBrains Mono"/>
              </a:defRPr>
            </a:pPr>
            <a:r>
              <a:rPr sz="1639" b="0" i="0" kern="0" spc="-9">
                <a:solidFill>
                  <a:srgbClr val="0A2540"/>
                </a:solidFill>
                <a:latin typeface="JetBrains Mono"/>
                <a:ea typeface="JetBrains Mono"/>
                <a:cs typeface="JetBrains Mono"/>
              </a:rPr>
              <a:t>46(700) + 6,400 = 38,600</a:t>
            </a:r>
          </a:p>
        </p:txBody>
      </p:sp>
      <p:sp>
        <p:nvSpPr>
          <p:cNvPr id="56" name="s14 text 29">
            <a:extLst>
              <a:ext uri="{FF2B5EF4-FFF2-40B4-BE49-F238E27FC236}">
                <a16:creationId xmlns:a16="http://schemas.microsoft.com/office/drawing/2014/main" id="{6B714C35-5721-4388-96C7-22CDDDFCB89A}"/>
              </a:ext>
            </a:extLst>
          </p:cNvPr>
          <p:cNvSpPr>
            <a:spLocks noGrp="1"/>
          </p:cNvSpPr>
          <p:nvPr/>
        </p:nvSpPr>
        <p:spPr>
          <a:xfrm>
            <a:off x="6043809" y="5090264"/>
            <a:ext cx="254413" cy="338737"/>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Arial"/>
                <a:ea typeface="Arial"/>
                <a:cs typeface="Arial"/>
              </a:defRPr>
            </a:defPPr>
            <a:lvl1pPr algn="l">
              <a:defRPr sz="1744" b="0" i="0" kern="0" spc="0">
                <a:solidFill>
                  <a:srgbClr val="0A2540"/>
                </a:solidFill>
                <a:latin typeface="Arial"/>
                <a:ea typeface="Arial"/>
                <a:cs typeface="Arial"/>
              </a:defRPr>
            </a:lvl1pPr>
            <a:lvl2pPr algn="l">
              <a:defRPr sz="1744" b="0" i="0" kern="0" spc="0">
                <a:solidFill>
                  <a:srgbClr val="0A2540"/>
                </a:solidFill>
                <a:latin typeface="Arial"/>
                <a:ea typeface="Arial"/>
                <a:cs typeface="Arial"/>
              </a:defRPr>
            </a:lvl2pPr>
            <a:lvl3pPr algn="l">
              <a:defRPr sz="1744" b="0" i="0" kern="0" spc="0">
                <a:solidFill>
                  <a:srgbClr val="0A2540"/>
                </a:solidFill>
                <a:latin typeface="Arial"/>
                <a:ea typeface="Arial"/>
                <a:cs typeface="Arial"/>
              </a:defRPr>
            </a:lvl3pPr>
            <a:lvl4pPr algn="l">
              <a:defRPr sz="1744" b="0" i="0" kern="0" spc="0">
                <a:solidFill>
                  <a:srgbClr val="0A2540"/>
                </a:solidFill>
                <a:latin typeface="Arial"/>
                <a:ea typeface="Arial"/>
                <a:cs typeface="Arial"/>
              </a:defRPr>
            </a:lvl4pPr>
            <a:lvl5pPr algn="l">
              <a:defRPr sz="1744" b="0" i="0" kern="0" spc="0">
                <a:solidFill>
                  <a:srgbClr val="0A2540"/>
                </a:solidFill>
                <a:latin typeface="Arial"/>
                <a:ea typeface="Arial"/>
                <a:cs typeface="Arial"/>
              </a:defRPr>
            </a:lvl5pPr>
            <a:lvl6pPr algn="l">
              <a:defRPr sz="1744" b="0" i="0" kern="0" spc="0">
                <a:solidFill>
                  <a:srgbClr val="0A2540"/>
                </a:solidFill>
                <a:latin typeface="Arial"/>
                <a:ea typeface="Arial"/>
                <a:cs typeface="Arial"/>
              </a:defRPr>
            </a:lvl6pPr>
            <a:lvl7pPr algn="l">
              <a:defRPr sz="1744" b="0" i="0" kern="0" spc="0">
                <a:solidFill>
                  <a:srgbClr val="0A2540"/>
                </a:solidFill>
                <a:latin typeface="Arial"/>
                <a:ea typeface="Arial"/>
                <a:cs typeface="Arial"/>
              </a:defRPr>
            </a:lvl7pPr>
            <a:lvl8pPr algn="l">
              <a:defRPr sz="1744" b="0" i="0" kern="0" spc="0">
                <a:solidFill>
                  <a:srgbClr val="0A2540"/>
                </a:solidFill>
                <a:latin typeface="Arial"/>
                <a:ea typeface="Arial"/>
                <a:cs typeface="Arial"/>
              </a:defRPr>
            </a:lvl8pPr>
            <a:lvl9pPr algn="l">
              <a:defRPr sz="1744" b="0" i="0" kern="0" spc="0">
                <a:solidFill>
                  <a:srgbClr val="0A2540"/>
                </a:solidFill>
                <a:latin typeface="Arial"/>
                <a:ea typeface="Arial"/>
                <a:cs typeface="Arial"/>
              </a:defRPr>
            </a:lvl9pPr>
          </a:lstStyle>
          <a:p>
            <a:pPr algn="l">
              <a:lnSpc>
                <a:spcPct val="100000"/>
              </a:lnSpc>
              <a:buNone/>
              <a:defRPr sz="1744" b="0" i="0" kern="0" spc="0">
                <a:solidFill>
                  <a:srgbClr val="0A2540"/>
                </a:solidFill>
                <a:latin typeface="Arial"/>
                <a:ea typeface="Arial"/>
                <a:cs typeface="Arial"/>
              </a:defRPr>
            </a:pPr>
            <a:r>
              <a:rPr sz="1744" b="0" i="0" kern="0" spc="0">
                <a:solidFill>
                  <a:srgbClr val="0A2540"/>
                </a:solidFill>
                <a:latin typeface="Arial"/>
                <a:ea typeface="Arial"/>
                <a:cs typeface="Arial"/>
              </a:rPr>
              <a:t>✓</a:t>
            </a:r>
          </a:p>
        </p:txBody>
      </p:sp>
      <p:sp>
        <p:nvSpPr>
          <p:cNvPr id="57" name="s14 text 30">
            <a:extLst>
              <a:ext uri="{FF2B5EF4-FFF2-40B4-BE49-F238E27FC236}">
                <a16:creationId xmlns:a16="http://schemas.microsoft.com/office/drawing/2014/main" id="{F30F0E86-2602-40F7-B645-23EDD21E72EF}"/>
              </a:ext>
            </a:extLst>
          </p:cNvPr>
          <p:cNvSpPr>
            <a:spLocks noGrp="1"/>
          </p:cNvSpPr>
          <p:nvPr/>
        </p:nvSpPr>
        <p:spPr>
          <a:xfrm>
            <a:off x="9806917" y="4827166"/>
            <a:ext cx="3326321"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The two curves cross at $700 — the price</a:t>
            </a:r>
          </a:p>
        </p:txBody>
      </p:sp>
      <p:sp>
        <p:nvSpPr>
          <p:cNvPr id="58" name="s14 text 31">
            <a:extLst>
              <a:ext uri="{FF2B5EF4-FFF2-40B4-BE49-F238E27FC236}">
                <a16:creationId xmlns:a16="http://schemas.microsoft.com/office/drawing/2014/main" id="{5B58CB8F-AA0D-4D04-89C3-ED420B4056F4}"/>
              </a:ext>
            </a:extLst>
          </p:cNvPr>
          <p:cNvSpPr>
            <a:spLocks noGrp="1"/>
          </p:cNvSpPr>
          <p:nvPr/>
        </p:nvSpPr>
        <p:spPr>
          <a:xfrm>
            <a:off x="9806917" y="5084341"/>
            <a:ext cx="3275647"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country A would have with no trade at all.</a:t>
            </a:r>
          </a:p>
        </p:txBody>
      </p:sp>
      <p:sp>
        <p:nvSpPr>
          <p:cNvPr id="59" name="s14 text 32">
            <a:extLst>
              <a:ext uri="{FF2B5EF4-FFF2-40B4-BE49-F238E27FC236}">
                <a16:creationId xmlns:a16="http://schemas.microsoft.com/office/drawing/2014/main" id="{FB418F30-2C66-4F16-80DB-49B738FEB226}"/>
              </a:ext>
            </a:extLst>
          </p:cNvPr>
          <p:cNvSpPr>
            <a:spLocks noGrp="1"/>
          </p:cNvSpPr>
          <p:nvPr/>
        </p:nvSpPr>
        <p:spPr>
          <a:xfrm>
            <a:off x="9985511" y="2984087"/>
            <a:ext cx="1284155" cy="151819"/>
          </a:xfrm>
          <a:prstGeom prst="rect">
            <a:avLst/>
          </a:prstGeom>
          <a:noFill/>
          <a:ln w="0">
            <a:noFill/>
            <a:prstDash val="solid"/>
          </a:ln>
        </p:spPr>
        <p:txBody>
          <a:bodyPr wrap="none" lIns="0" tIns="0" rIns="0" bIns="0" anchor="t">
            <a:noAutofit/>
          </a:bodyPr>
          <a:lstStyle>
            <a:defPPr algn="l">
              <a:defRPr sz="787" b="0" i="0" kern="0" spc="110">
                <a:solidFill>
                  <a:srgbClr val="8B98AD"/>
                </a:solidFill>
                <a:latin typeface="JetBrains Mono"/>
                <a:ea typeface="JetBrains Mono"/>
                <a:cs typeface="JetBrains Mono"/>
              </a:defRPr>
            </a:defPPr>
            <a:lvl1pPr algn="l">
              <a:defRPr sz="787" b="0" i="0" kern="0" spc="110">
                <a:solidFill>
                  <a:srgbClr val="8B98AD"/>
                </a:solidFill>
                <a:latin typeface="JetBrains Mono"/>
                <a:ea typeface="JetBrains Mono"/>
                <a:cs typeface="JetBrains Mono"/>
              </a:defRPr>
            </a:lvl1pPr>
            <a:lvl2pPr algn="l">
              <a:defRPr sz="787" b="0" i="0" kern="0" spc="110">
                <a:solidFill>
                  <a:srgbClr val="8B98AD"/>
                </a:solidFill>
                <a:latin typeface="JetBrains Mono"/>
                <a:ea typeface="JetBrains Mono"/>
                <a:cs typeface="JetBrains Mono"/>
              </a:defRPr>
            </a:lvl2pPr>
            <a:lvl3pPr algn="l">
              <a:defRPr sz="787" b="0" i="0" kern="0" spc="110">
                <a:solidFill>
                  <a:srgbClr val="8B98AD"/>
                </a:solidFill>
                <a:latin typeface="JetBrains Mono"/>
                <a:ea typeface="JetBrains Mono"/>
                <a:cs typeface="JetBrains Mono"/>
              </a:defRPr>
            </a:lvl3pPr>
            <a:lvl4pPr algn="l">
              <a:defRPr sz="787" b="0" i="0" kern="0" spc="110">
                <a:solidFill>
                  <a:srgbClr val="8B98AD"/>
                </a:solidFill>
                <a:latin typeface="JetBrains Mono"/>
                <a:ea typeface="JetBrains Mono"/>
                <a:cs typeface="JetBrains Mono"/>
              </a:defRPr>
            </a:lvl4pPr>
            <a:lvl5pPr algn="l">
              <a:defRPr sz="787" b="0" i="0" kern="0" spc="110">
                <a:solidFill>
                  <a:srgbClr val="8B98AD"/>
                </a:solidFill>
                <a:latin typeface="JetBrains Mono"/>
                <a:ea typeface="JetBrains Mono"/>
                <a:cs typeface="JetBrains Mono"/>
              </a:defRPr>
            </a:lvl5pPr>
            <a:lvl6pPr algn="l">
              <a:defRPr sz="787" b="0" i="0" kern="0" spc="110">
                <a:solidFill>
                  <a:srgbClr val="8B98AD"/>
                </a:solidFill>
                <a:latin typeface="JetBrains Mono"/>
                <a:ea typeface="JetBrains Mono"/>
                <a:cs typeface="JetBrains Mono"/>
              </a:defRPr>
            </a:lvl6pPr>
            <a:lvl7pPr algn="l">
              <a:defRPr sz="787" b="0" i="0" kern="0" spc="110">
                <a:solidFill>
                  <a:srgbClr val="8B98AD"/>
                </a:solidFill>
                <a:latin typeface="JetBrains Mono"/>
                <a:ea typeface="JetBrains Mono"/>
                <a:cs typeface="JetBrains Mono"/>
              </a:defRPr>
            </a:lvl7pPr>
            <a:lvl8pPr algn="l">
              <a:defRPr sz="787" b="0" i="0" kern="0" spc="110">
                <a:solidFill>
                  <a:srgbClr val="8B98AD"/>
                </a:solidFill>
                <a:latin typeface="JetBrains Mono"/>
                <a:ea typeface="JetBrains Mono"/>
                <a:cs typeface="JetBrains Mono"/>
              </a:defRPr>
            </a:lvl8pPr>
            <a:lvl9pPr algn="l">
              <a:defRPr sz="787" b="0" i="0" kern="0" spc="110">
                <a:solidFill>
                  <a:srgbClr val="8B98AD"/>
                </a:solidFill>
                <a:latin typeface="JetBrains Mono"/>
                <a:ea typeface="JetBrains Mono"/>
                <a:cs typeface="JetBrains Mono"/>
              </a:defRPr>
            </a:lvl9pPr>
          </a:lstStyle>
          <a:p>
            <a:pPr algn="l">
              <a:lnSpc>
                <a:spcPct val="100000"/>
              </a:lnSpc>
              <a:buNone/>
              <a:defRPr sz="787" b="0" i="0" kern="0" spc="110">
                <a:solidFill>
                  <a:srgbClr val="8B98AD"/>
                </a:solidFill>
                <a:latin typeface="JetBrains Mono"/>
                <a:ea typeface="JetBrains Mono"/>
                <a:cs typeface="JetBrains Mono"/>
              </a:defRPr>
            </a:pPr>
            <a:r>
              <a:rPr sz="787" b="0" i="0" kern="0" spc="110">
                <a:solidFill>
                  <a:srgbClr val="8B98AD"/>
                </a:solidFill>
                <a:latin typeface="JetBrains Mono"/>
                <a:ea typeface="JetBrains Mono"/>
                <a:cs typeface="JetBrains Mono"/>
              </a:rPr>
              <a:t>EQUILIBRIUM PRICE</a:t>
            </a:r>
          </a:p>
        </p:txBody>
      </p:sp>
      <p:sp>
        <p:nvSpPr>
          <p:cNvPr id="60" name="s14 text 33">
            <a:extLst>
              <a:ext uri="{FF2B5EF4-FFF2-40B4-BE49-F238E27FC236}">
                <a16:creationId xmlns:a16="http://schemas.microsoft.com/office/drawing/2014/main" id="{A71242EA-1441-4BE2-A9C3-58E852CA0D64}"/>
              </a:ext>
            </a:extLst>
          </p:cNvPr>
          <p:cNvSpPr>
            <a:spLocks noGrp="1"/>
          </p:cNvSpPr>
          <p:nvPr/>
        </p:nvSpPr>
        <p:spPr>
          <a:xfrm>
            <a:off x="9985511" y="3093529"/>
            <a:ext cx="960120" cy="520522"/>
          </a:xfrm>
          <a:prstGeom prst="rect">
            <a:avLst/>
          </a:prstGeom>
          <a:noFill/>
          <a:ln w="0">
            <a:noFill/>
            <a:prstDash val="solid"/>
          </a:ln>
        </p:spPr>
        <p:txBody>
          <a:bodyPr wrap="none" lIns="0" tIns="0" rIns="0" bIns="0" anchor="t">
            <a:noAutofit/>
          </a:bodyPr>
          <a:lstStyle>
            <a:defPPr algn="l">
              <a:defRPr sz="2700" b="1" i="0" kern="0" spc="-9">
                <a:solidFill>
                  <a:srgbClr val="0A2540"/>
                </a:solidFill>
                <a:latin typeface="JetBrains Mono"/>
                <a:ea typeface="JetBrains Mono"/>
                <a:cs typeface="JetBrains Mono"/>
              </a:defRPr>
            </a:defPPr>
            <a:lvl1pPr algn="l">
              <a:defRPr sz="2700" b="1" i="0" kern="0" spc="-9">
                <a:solidFill>
                  <a:srgbClr val="0A2540"/>
                </a:solidFill>
                <a:latin typeface="JetBrains Mono"/>
                <a:ea typeface="JetBrains Mono"/>
                <a:cs typeface="JetBrains Mono"/>
              </a:defRPr>
            </a:lvl1pPr>
            <a:lvl2pPr algn="l">
              <a:defRPr sz="2700" b="1" i="0" kern="0" spc="-9">
                <a:solidFill>
                  <a:srgbClr val="0A2540"/>
                </a:solidFill>
                <a:latin typeface="JetBrains Mono"/>
                <a:ea typeface="JetBrains Mono"/>
                <a:cs typeface="JetBrains Mono"/>
              </a:defRPr>
            </a:lvl2pPr>
            <a:lvl3pPr algn="l">
              <a:defRPr sz="2700" b="1" i="0" kern="0" spc="-9">
                <a:solidFill>
                  <a:srgbClr val="0A2540"/>
                </a:solidFill>
                <a:latin typeface="JetBrains Mono"/>
                <a:ea typeface="JetBrains Mono"/>
                <a:cs typeface="JetBrains Mono"/>
              </a:defRPr>
            </a:lvl3pPr>
            <a:lvl4pPr algn="l">
              <a:defRPr sz="2700" b="1" i="0" kern="0" spc="-9">
                <a:solidFill>
                  <a:srgbClr val="0A2540"/>
                </a:solidFill>
                <a:latin typeface="JetBrains Mono"/>
                <a:ea typeface="JetBrains Mono"/>
                <a:cs typeface="JetBrains Mono"/>
              </a:defRPr>
            </a:lvl4pPr>
            <a:lvl5pPr algn="l">
              <a:defRPr sz="2700" b="1" i="0" kern="0" spc="-9">
                <a:solidFill>
                  <a:srgbClr val="0A2540"/>
                </a:solidFill>
                <a:latin typeface="JetBrains Mono"/>
                <a:ea typeface="JetBrains Mono"/>
                <a:cs typeface="JetBrains Mono"/>
              </a:defRPr>
            </a:lvl5pPr>
            <a:lvl6pPr algn="l">
              <a:defRPr sz="2700" b="1" i="0" kern="0" spc="-9">
                <a:solidFill>
                  <a:srgbClr val="0A2540"/>
                </a:solidFill>
                <a:latin typeface="JetBrains Mono"/>
                <a:ea typeface="JetBrains Mono"/>
                <a:cs typeface="JetBrains Mono"/>
              </a:defRPr>
            </a:lvl6pPr>
            <a:lvl7pPr algn="l">
              <a:defRPr sz="2700" b="1" i="0" kern="0" spc="-9">
                <a:solidFill>
                  <a:srgbClr val="0A2540"/>
                </a:solidFill>
                <a:latin typeface="JetBrains Mono"/>
                <a:ea typeface="JetBrains Mono"/>
                <a:cs typeface="JetBrains Mono"/>
              </a:defRPr>
            </a:lvl7pPr>
            <a:lvl8pPr algn="l">
              <a:defRPr sz="2700" b="1" i="0" kern="0" spc="-9">
                <a:solidFill>
                  <a:srgbClr val="0A2540"/>
                </a:solidFill>
                <a:latin typeface="JetBrains Mono"/>
                <a:ea typeface="JetBrains Mono"/>
                <a:cs typeface="JetBrains Mono"/>
              </a:defRPr>
            </a:lvl8pPr>
            <a:lvl9pPr algn="l">
              <a:defRPr sz="2700" b="1" i="0" kern="0" spc="-9">
                <a:solidFill>
                  <a:srgbClr val="0A2540"/>
                </a:solidFill>
                <a:latin typeface="JetBrains Mono"/>
                <a:ea typeface="JetBrains Mono"/>
                <a:cs typeface="JetBrains Mono"/>
              </a:defRPr>
            </a:lvl9pPr>
          </a:lstStyle>
          <a:p>
            <a:pPr algn="l">
              <a:lnSpc>
                <a:spcPct val="100000"/>
              </a:lnSpc>
              <a:buNone/>
              <a:defRPr sz="2700" b="1" i="0" kern="0" spc="-9">
                <a:solidFill>
                  <a:srgbClr val="0A2540"/>
                </a:solidFill>
                <a:latin typeface="JetBrains Mono"/>
                <a:ea typeface="JetBrains Mono"/>
                <a:cs typeface="JetBrains Mono"/>
              </a:defRPr>
            </a:pPr>
            <a:r>
              <a:rPr sz="2700" b="1" i="0" kern="0" spc="-9">
                <a:solidFill>
                  <a:srgbClr val="0A2540"/>
                </a:solidFill>
                <a:latin typeface="JetBrains Mono"/>
                <a:ea typeface="JetBrains Mono"/>
                <a:cs typeface="JetBrains Mono"/>
              </a:rPr>
              <a:t>$700</a:t>
            </a:r>
          </a:p>
        </p:txBody>
      </p:sp>
      <p:sp>
        <p:nvSpPr>
          <p:cNvPr id="61" name="s14 text 34">
            <a:extLst>
              <a:ext uri="{FF2B5EF4-FFF2-40B4-BE49-F238E27FC236}">
                <a16:creationId xmlns:a16="http://schemas.microsoft.com/office/drawing/2014/main" id="{9DF98B64-80C1-4C15-A3E3-68C18423EFF4}"/>
              </a:ext>
            </a:extLst>
          </p:cNvPr>
          <p:cNvSpPr>
            <a:spLocks noGrp="1"/>
          </p:cNvSpPr>
          <p:nvPr/>
        </p:nvSpPr>
        <p:spPr>
          <a:xfrm>
            <a:off x="9985511" y="3998500"/>
            <a:ext cx="1506182" cy="151819"/>
          </a:xfrm>
          <a:prstGeom prst="rect">
            <a:avLst/>
          </a:prstGeom>
          <a:noFill/>
          <a:ln w="0">
            <a:noFill/>
            <a:prstDash val="solid"/>
          </a:ln>
        </p:spPr>
        <p:txBody>
          <a:bodyPr wrap="none" lIns="0" tIns="0" rIns="0" bIns="0" anchor="t">
            <a:noAutofit/>
          </a:bodyPr>
          <a:lstStyle>
            <a:defPPr algn="l">
              <a:defRPr sz="787" b="0" i="0" kern="0" spc="110">
                <a:solidFill>
                  <a:srgbClr val="8B98AD"/>
                </a:solidFill>
                <a:latin typeface="JetBrains Mono"/>
                <a:ea typeface="JetBrains Mono"/>
                <a:cs typeface="JetBrains Mono"/>
              </a:defRPr>
            </a:defPPr>
            <a:lvl1pPr algn="l">
              <a:defRPr sz="787" b="0" i="0" kern="0" spc="110">
                <a:solidFill>
                  <a:srgbClr val="8B98AD"/>
                </a:solidFill>
                <a:latin typeface="JetBrains Mono"/>
                <a:ea typeface="JetBrains Mono"/>
                <a:cs typeface="JetBrains Mono"/>
              </a:defRPr>
            </a:lvl1pPr>
            <a:lvl2pPr algn="l">
              <a:defRPr sz="787" b="0" i="0" kern="0" spc="110">
                <a:solidFill>
                  <a:srgbClr val="8B98AD"/>
                </a:solidFill>
                <a:latin typeface="JetBrains Mono"/>
                <a:ea typeface="JetBrains Mono"/>
                <a:cs typeface="JetBrains Mono"/>
              </a:defRPr>
            </a:lvl2pPr>
            <a:lvl3pPr algn="l">
              <a:defRPr sz="787" b="0" i="0" kern="0" spc="110">
                <a:solidFill>
                  <a:srgbClr val="8B98AD"/>
                </a:solidFill>
                <a:latin typeface="JetBrains Mono"/>
                <a:ea typeface="JetBrains Mono"/>
                <a:cs typeface="JetBrains Mono"/>
              </a:defRPr>
            </a:lvl3pPr>
            <a:lvl4pPr algn="l">
              <a:defRPr sz="787" b="0" i="0" kern="0" spc="110">
                <a:solidFill>
                  <a:srgbClr val="8B98AD"/>
                </a:solidFill>
                <a:latin typeface="JetBrains Mono"/>
                <a:ea typeface="JetBrains Mono"/>
                <a:cs typeface="JetBrains Mono"/>
              </a:defRPr>
            </a:lvl4pPr>
            <a:lvl5pPr algn="l">
              <a:defRPr sz="787" b="0" i="0" kern="0" spc="110">
                <a:solidFill>
                  <a:srgbClr val="8B98AD"/>
                </a:solidFill>
                <a:latin typeface="JetBrains Mono"/>
                <a:ea typeface="JetBrains Mono"/>
                <a:cs typeface="JetBrains Mono"/>
              </a:defRPr>
            </a:lvl5pPr>
            <a:lvl6pPr algn="l">
              <a:defRPr sz="787" b="0" i="0" kern="0" spc="110">
                <a:solidFill>
                  <a:srgbClr val="8B98AD"/>
                </a:solidFill>
                <a:latin typeface="JetBrains Mono"/>
                <a:ea typeface="JetBrains Mono"/>
                <a:cs typeface="JetBrains Mono"/>
              </a:defRPr>
            </a:lvl6pPr>
            <a:lvl7pPr algn="l">
              <a:defRPr sz="787" b="0" i="0" kern="0" spc="110">
                <a:solidFill>
                  <a:srgbClr val="8B98AD"/>
                </a:solidFill>
                <a:latin typeface="JetBrains Mono"/>
                <a:ea typeface="JetBrains Mono"/>
                <a:cs typeface="JetBrains Mono"/>
              </a:defRPr>
            </a:lvl7pPr>
            <a:lvl8pPr algn="l">
              <a:defRPr sz="787" b="0" i="0" kern="0" spc="110">
                <a:solidFill>
                  <a:srgbClr val="8B98AD"/>
                </a:solidFill>
                <a:latin typeface="JetBrains Mono"/>
                <a:ea typeface="JetBrains Mono"/>
                <a:cs typeface="JetBrains Mono"/>
              </a:defRPr>
            </a:lvl8pPr>
            <a:lvl9pPr algn="l">
              <a:defRPr sz="787" b="0" i="0" kern="0" spc="110">
                <a:solidFill>
                  <a:srgbClr val="8B98AD"/>
                </a:solidFill>
                <a:latin typeface="JetBrains Mono"/>
                <a:ea typeface="JetBrains Mono"/>
                <a:cs typeface="JetBrains Mono"/>
              </a:defRPr>
            </a:lvl9pPr>
          </a:lstStyle>
          <a:p>
            <a:pPr algn="l">
              <a:lnSpc>
                <a:spcPct val="100000"/>
              </a:lnSpc>
              <a:buNone/>
              <a:defRPr sz="787" b="0" i="0" kern="0" spc="110">
                <a:solidFill>
                  <a:srgbClr val="8B98AD"/>
                </a:solidFill>
                <a:latin typeface="JetBrains Mono"/>
                <a:ea typeface="JetBrains Mono"/>
                <a:cs typeface="JetBrains Mono"/>
              </a:defRPr>
            </a:pPr>
            <a:r>
              <a:rPr sz="787" b="0" i="0" kern="0" spc="110">
                <a:solidFill>
                  <a:srgbClr val="8B98AD"/>
                </a:solidFill>
                <a:latin typeface="JetBrains Mono"/>
                <a:ea typeface="JetBrains Mono"/>
                <a:cs typeface="JetBrains Mono"/>
              </a:rPr>
              <a:t>EQUILIBRIUM QUANTITY</a:t>
            </a:r>
          </a:p>
        </p:txBody>
      </p:sp>
      <p:sp>
        <p:nvSpPr>
          <p:cNvPr id="62" name="s14 text 35">
            <a:extLst>
              <a:ext uri="{FF2B5EF4-FFF2-40B4-BE49-F238E27FC236}">
                <a16:creationId xmlns:a16="http://schemas.microsoft.com/office/drawing/2014/main" id="{3EA14A24-41A7-4370-91B1-3B878B793AFA}"/>
              </a:ext>
            </a:extLst>
          </p:cNvPr>
          <p:cNvSpPr>
            <a:spLocks noGrp="1"/>
          </p:cNvSpPr>
          <p:nvPr/>
        </p:nvSpPr>
        <p:spPr>
          <a:xfrm>
            <a:off x="9985511" y="4107942"/>
            <a:ext cx="1371600" cy="520522"/>
          </a:xfrm>
          <a:prstGeom prst="rect">
            <a:avLst/>
          </a:prstGeom>
          <a:noFill/>
          <a:ln w="0">
            <a:noFill/>
            <a:prstDash val="solid"/>
          </a:ln>
        </p:spPr>
        <p:txBody>
          <a:bodyPr wrap="none" lIns="0" tIns="0" rIns="0" bIns="0" anchor="t">
            <a:noAutofit/>
          </a:bodyPr>
          <a:lstStyle>
            <a:defPPr algn="l">
              <a:defRPr sz="2700" b="1" i="0" kern="0" spc="-9">
                <a:solidFill>
                  <a:srgbClr val="0A2540"/>
                </a:solidFill>
                <a:latin typeface="JetBrains Mono"/>
                <a:ea typeface="JetBrains Mono"/>
                <a:cs typeface="JetBrains Mono"/>
              </a:defRPr>
            </a:defPPr>
            <a:lvl1pPr algn="l">
              <a:defRPr sz="2700" b="1" i="0" kern="0" spc="-9">
                <a:solidFill>
                  <a:srgbClr val="0A2540"/>
                </a:solidFill>
                <a:latin typeface="JetBrains Mono"/>
                <a:ea typeface="JetBrains Mono"/>
                <a:cs typeface="JetBrains Mono"/>
              </a:defRPr>
            </a:lvl1pPr>
            <a:lvl2pPr algn="l">
              <a:defRPr sz="2700" b="1" i="0" kern="0" spc="-9">
                <a:solidFill>
                  <a:srgbClr val="0A2540"/>
                </a:solidFill>
                <a:latin typeface="JetBrains Mono"/>
                <a:ea typeface="JetBrains Mono"/>
                <a:cs typeface="JetBrains Mono"/>
              </a:defRPr>
            </a:lvl2pPr>
            <a:lvl3pPr algn="l">
              <a:defRPr sz="2700" b="1" i="0" kern="0" spc="-9">
                <a:solidFill>
                  <a:srgbClr val="0A2540"/>
                </a:solidFill>
                <a:latin typeface="JetBrains Mono"/>
                <a:ea typeface="JetBrains Mono"/>
                <a:cs typeface="JetBrains Mono"/>
              </a:defRPr>
            </a:lvl3pPr>
            <a:lvl4pPr algn="l">
              <a:defRPr sz="2700" b="1" i="0" kern="0" spc="-9">
                <a:solidFill>
                  <a:srgbClr val="0A2540"/>
                </a:solidFill>
                <a:latin typeface="JetBrains Mono"/>
                <a:ea typeface="JetBrains Mono"/>
                <a:cs typeface="JetBrains Mono"/>
              </a:defRPr>
            </a:lvl4pPr>
            <a:lvl5pPr algn="l">
              <a:defRPr sz="2700" b="1" i="0" kern="0" spc="-9">
                <a:solidFill>
                  <a:srgbClr val="0A2540"/>
                </a:solidFill>
                <a:latin typeface="JetBrains Mono"/>
                <a:ea typeface="JetBrains Mono"/>
                <a:cs typeface="JetBrains Mono"/>
              </a:defRPr>
            </a:lvl5pPr>
            <a:lvl6pPr algn="l">
              <a:defRPr sz="2700" b="1" i="0" kern="0" spc="-9">
                <a:solidFill>
                  <a:srgbClr val="0A2540"/>
                </a:solidFill>
                <a:latin typeface="JetBrains Mono"/>
                <a:ea typeface="JetBrains Mono"/>
                <a:cs typeface="JetBrains Mono"/>
              </a:defRPr>
            </a:lvl6pPr>
            <a:lvl7pPr algn="l">
              <a:defRPr sz="2700" b="1" i="0" kern="0" spc="-9">
                <a:solidFill>
                  <a:srgbClr val="0A2540"/>
                </a:solidFill>
                <a:latin typeface="JetBrains Mono"/>
                <a:ea typeface="JetBrains Mono"/>
                <a:cs typeface="JetBrains Mono"/>
              </a:defRPr>
            </a:lvl7pPr>
            <a:lvl8pPr algn="l">
              <a:defRPr sz="2700" b="1" i="0" kern="0" spc="-9">
                <a:solidFill>
                  <a:srgbClr val="0A2540"/>
                </a:solidFill>
                <a:latin typeface="JetBrains Mono"/>
                <a:ea typeface="JetBrains Mono"/>
                <a:cs typeface="JetBrains Mono"/>
              </a:defRPr>
            </a:lvl8pPr>
            <a:lvl9pPr algn="l">
              <a:defRPr sz="2700" b="1" i="0" kern="0" spc="-9">
                <a:solidFill>
                  <a:srgbClr val="0A2540"/>
                </a:solidFill>
                <a:latin typeface="JetBrains Mono"/>
                <a:ea typeface="JetBrains Mono"/>
                <a:cs typeface="JetBrains Mono"/>
              </a:defRPr>
            </a:lvl9pPr>
          </a:lstStyle>
          <a:p>
            <a:pPr algn="l">
              <a:lnSpc>
                <a:spcPct val="100000"/>
              </a:lnSpc>
              <a:buNone/>
              <a:defRPr sz="2700" b="1" i="0" kern="0" spc="-9">
                <a:solidFill>
                  <a:srgbClr val="0A2540"/>
                </a:solidFill>
                <a:latin typeface="JetBrains Mono"/>
                <a:ea typeface="JetBrains Mono"/>
                <a:cs typeface="JetBrains Mono"/>
              </a:defRPr>
            </a:pPr>
            <a:r>
              <a:rPr sz="2700" b="1" i="0" kern="0" spc="-9">
                <a:solidFill>
                  <a:srgbClr val="0A2540"/>
                </a:solidFill>
                <a:latin typeface="JetBrains Mono"/>
                <a:ea typeface="JetBrains Mono"/>
                <a:cs typeface="JetBrains Mono"/>
              </a:rPr>
              <a:t>38,600</a:t>
            </a:r>
          </a:p>
        </p:txBody>
      </p:sp>
      <p:sp>
        <p:nvSpPr>
          <p:cNvPr id="63" name="s14 text 36">
            <a:extLst>
              <a:ext uri="{FF2B5EF4-FFF2-40B4-BE49-F238E27FC236}">
                <a16:creationId xmlns:a16="http://schemas.microsoft.com/office/drawing/2014/main" id="{0402D373-FDFF-4E48-AF5D-DCB98BFE6D82}"/>
              </a:ext>
            </a:extLst>
          </p:cNvPr>
          <p:cNvSpPr>
            <a:spLocks noGrp="1"/>
          </p:cNvSpPr>
          <p:nvPr/>
        </p:nvSpPr>
        <p:spPr>
          <a:xfrm>
            <a:off x="514350" y="7370207"/>
            <a:ext cx="1906319"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QUESTION 5.2 · COUNTRY A</a:t>
            </a:r>
          </a:p>
        </p:txBody>
      </p:sp>
      <p:sp>
        <p:nvSpPr>
          <p:cNvPr id="64" name="s14 text 37">
            <a:extLst>
              <a:ext uri="{FF2B5EF4-FFF2-40B4-BE49-F238E27FC236}">
                <a16:creationId xmlns:a16="http://schemas.microsoft.com/office/drawing/2014/main" id="{0FB3285B-1F38-4B96-95C5-215AF6AEC9EB}"/>
              </a:ext>
            </a:extLst>
          </p:cNvPr>
          <p:cNvSpPr>
            <a:spLocks noGrp="1"/>
          </p:cNvSpPr>
          <p:nvPr/>
        </p:nvSpPr>
        <p:spPr>
          <a:xfrm>
            <a:off x="12654037" y="7370207"/>
            <a:ext cx="576503"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14 / 26</a:t>
            </a:r>
          </a:p>
        </p:txBody>
      </p:sp>
    </p:spTree>
    <p:extLst>
      <p:ext uri="{BB962C8B-B14F-4D97-AF65-F5344CB8AC3E}">
        <p14:creationId xmlns:p14="http://schemas.microsoft.com/office/powerpoint/2010/main" val="7822154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 name="Blueprint grid">
            <a:extLst>
              <a:ext uri="{FF2B5EF4-FFF2-40B4-BE49-F238E27FC236}">
                <a16:creationId xmlns:a16="http://schemas.microsoft.com/office/drawing/2014/main" id="{2B9764D3-5313-4347-8D5E-013A495F9AFE}"/>
              </a:ext>
            </a:extLst>
          </p:cNvPr>
          <p:cNvSpPr>
            <a:spLocks noGrp="1"/>
          </p:cNvSpPr>
          <p:nvPr/>
        </p:nvSpPr>
        <p:spPr>
          <a:xfrm>
            <a:off x="7144" y="0"/>
            <a:ext cx="7144" cy="7715250"/>
          </a:xfrm>
          <a:prstGeom prst="rect">
            <a:avLst/>
          </a:prstGeom>
          <a:solidFill>
            <a:srgbClr val="0A2540">
              <a:alpha val="5000"/>
            </a:srgbClr>
          </a:solidFill>
          <a:ln w="0">
            <a:noFill/>
            <a:prstDash val="solid"/>
          </a:ln>
        </p:spPr>
      </p:sp>
      <p:sp>
        <p:nvSpPr>
          <p:cNvPr id="2" name="Blueprint grid">
            <a:extLst>
              <a:ext uri="{FF2B5EF4-FFF2-40B4-BE49-F238E27FC236}">
                <a16:creationId xmlns:a16="http://schemas.microsoft.com/office/drawing/2014/main" id="{E0B74B62-CCCB-49F1-A25A-180668F904F0}"/>
              </a:ext>
            </a:extLst>
          </p:cNvPr>
          <p:cNvSpPr>
            <a:spLocks noGrp="1"/>
          </p:cNvSpPr>
          <p:nvPr/>
        </p:nvSpPr>
        <p:spPr>
          <a:xfrm>
            <a:off x="578644" y="0"/>
            <a:ext cx="7144" cy="7715250"/>
          </a:xfrm>
          <a:prstGeom prst="rect">
            <a:avLst/>
          </a:prstGeom>
          <a:solidFill>
            <a:srgbClr val="0A2540">
              <a:alpha val="5000"/>
            </a:srgbClr>
          </a:solidFill>
          <a:ln w="0">
            <a:noFill/>
            <a:prstDash val="solid"/>
          </a:ln>
        </p:spPr>
      </p:sp>
      <p:sp>
        <p:nvSpPr>
          <p:cNvPr id="3" name="Blueprint grid">
            <a:extLst>
              <a:ext uri="{FF2B5EF4-FFF2-40B4-BE49-F238E27FC236}">
                <a16:creationId xmlns:a16="http://schemas.microsoft.com/office/drawing/2014/main" id="{E1942158-68CF-44D6-99AA-C86FB44DCA2C}"/>
              </a:ext>
            </a:extLst>
          </p:cNvPr>
          <p:cNvSpPr>
            <a:spLocks noGrp="1"/>
          </p:cNvSpPr>
          <p:nvPr/>
        </p:nvSpPr>
        <p:spPr>
          <a:xfrm>
            <a:off x="9151144" y="0"/>
            <a:ext cx="7144" cy="7715250"/>
          </a:xfrm>
          <a:prstGeom prst="rect">
            <a:avLst/>
          </a:prstGeom>
          <a:solidFill>
            <a:srgbClr val="0A2540">
              <a:alpha val="5000"/>
            </a:srgbClr>
          </a:solidFill>
          <a:ln w="0">
            <a:noFill/>
            <a:prstDash val="solid"/>
          </a:ln>
        </p:spPr>
      </p:sp>
      <p:sp>
        <p:nvSpPr>
          <p:cNvPr id="4" name="Blueprint grid">
            <a:extLst>
              <a:ext uri="{FF2B5EF4-FFF2-40B4-BE49-F238E27FC236}">
                <a16:creationId xmlns:a16="http://schemas.microsoft.com/office/drawing/2014/main" id="{90696017-3827-41B0-84D4-AA96C368EE31}"/>
              </a:ext>
            </a:extLst>
          </p:cNvPr>
          <p:cNvSpPr>
            <a:spLocks noGrp="1"/>
          </p:cNvSpPr>
          <p:nvPr/>
        </p:nvSpPr>
        <p:spPr>
          <a:xfrm>
            <a:off x="9436894" y="0"/>
            <a:ext cx="7144" cy="7715250"/>
          </a:xfrm>
          <a:prstGeom prst="rect">
            <a:avLst/>
          </a:prstGeom>
          <a:solidFill>
            <a:srgbClr val="0A2540">
              <a:alpha val="5000"/>
            </a:srgbClr>
          </a:solidFill>
          <a:ln w="0">
            <a:noFill/>
            <a:prstDash val="solid"/>
          </a:ln>
        </p:spPr>
      </p:sp>
      <p:sp>
        <p:nvSpPr>
          <p:cNvPr id="5" name="Blueprint grid">
            <a:extLst>
              <a:ext uri="{FF2B5EF4-FFF2-40B4-BE49-F238E27FC236}">
                <a16:creationId xmlns:a16="http://schemas.microsoft.com/office/drawing/2014/main" id="{99432E47-16C7-4DAC-9568-1B4632E74903}"/>
              </a:ext>
            </a:extLst>
          </p:cNvPr>
          <p:cNvSpPr>
            <a:spLocks noGrp="1"/>
          </p:cNvSpPr>
          <p:nvPr/>
        </p:nvSpPr>
        <p:spPr>
          <a:xfrm>
            <a:off x="9722644" y="0"/>
            <a:ext cx="7144" cy="7715250"/>
          </a:xfrm>
          <a:prstGeom prst="rect">
            <a:avLst/>
          </a:prstGeom>
          <a:solidFill>
            <a:srgbClr val="0A2540">
              <a:alpha val="5000"/>
            </a:srgbClr>
          </a:solidFill>
          <a:ln w="0">
            <a:noFill/>
            <a:prstDash val="solid"/>
          </a:ln>
        </p:spPr>
      </p:sp>
      <p:sp>
        <p:nvSpPr>
          <p:cNvPr id="6" name="Blueprint grid">
            <a:extLst>
              <a:ext uri="{FF2B5EF4-FFF2-40B4-BE49-F238E27FC236}">
                <a16:creationId xmlns:a16="http://schemas.microsoft.com/office/drawing/2014/main" id="{72442EC9-DA39-47F3-BA56-D40E0B7D266F}"/>
              </a:ext>
            </a:extLst>
          </p:cNvPr>
          <p:cNvSpPr>
            <a:spLocks noGrp="1"/>
          </p:cNvSpPr>
          <p:nvPr/>
        </p:nvSpPr>
        <p:spPr>
          <a:xfrm>
            <a:off x="10008394" y="0"/>
            <a:ext cx="7144" cy="7715250"/>
          </a:xfrm>
          <a:prstGeom prst="rect">
            <a:avLst/>
          </a:prstGeom>
          <a:solidFill>
            <a:srgbClr val="0A2540">
              <a:alpha val="5000"/>
            </a:srgbClr>
          </a:solidFill>
          <a:ln w="0">
            <a:noFill/>
            <a:prstDash val="solid"/>
          </a:ln>
        </p:spPr>
      </p:sp>
      <p:sp>
        <p:nvSpPr>
          <p:cNvPr id="7" name="Blueprint grid">
            <a:extLst>
              <a:ext uri="{FF2B5EF4-FFF2-40B4-BE49-F238E27FC236}">
                <a16:creationId xmlns:a16="http://schemas.microsoft.com/office/drawing/2014/main" id="{04690A12-B8C4-44F9-AE01-FBCFF46FFCD7}"/>
              </a:ext>
            </a:extLst>
          </p:cNvPr>
          <p:cNvSpPr>
            <a:spLocks noGrp="1"/>
          </p:cNvSpPr>
          <p:nvPr/>
        </p:nvSpPr>
        <p:spPr>
          <a:xfrm>
            <a:off x="10294144" y="0"/>
            <a:ext cx="7144" cy="7715250"/>
          </a:xfrm>
          <a:prstGeom prst="rect">
            <a:avLst/>
          </a:prstGeom>
          <a:solidFill>
            <a:srgbClr val="0A2540">
              <a:alpha val="5000"/>
            </a:srgbClr>
          </a:solidFill>
          <a:ln w="0">
            <a:noFill/>
            <a:prstDash val="solid"/>
          </a:ln>
        </p:spPr>
      </p:sp>
      <p:sp>
        <p:nvSpPr>
          <p:cNvPr id="8" name="Blueprint grid">
            <a:extLst>
              <a:ext uri="{FF2B5EF4-FFF2-40B4-BE49-F238E27FC236}">
                <a16:creationId xmlns:a16="http://schemas.microsoft.com/office/drawing/2014/main" id="{5546BD0B-3053-4FDB-99EA-4F75D02A8FED}"/>
              </a:ext>
            </a:extLst>
          </p:cNvPr>
          <p:cNvSpPr>
            <a:spLocks noGrp="1"/>
          </p:cNvSpPr>
          <p:nvPr/>
        </p:nvSpPr>
        <p:spPr>
          <a:xfrm>
            <a:off x="10579894" y="0"/>
            <a:ext cx="7144" cy="7715250"/>
          </a:xfrm>
          <a:prstGeom prst="rect">
            <a:avLst/>
          </a:prstGeom>
          <a:solidFill>
            <a:srgbClr val="0A2540">
              <a:alpha val="5000"/>
            </a:srgbClr>
          </a:solidFill>
          <a:ln w="0">
            <a:noFill/>
            <a:prstDash val="solid"/>
          </a:ln>
        </p:spPr>
      </p:sp>
      <p:sp>
        <p:nvSpPr>
          <p:cNvPr id="9" name="Blueprint grid">
            <a:extLst>
              <a:ext uri="{FF2B5EF4-FFF2-40B4-BE49-F238E27FC236}">
                <a16:creationId xmlns:a16="http://schemas.microsoft.com/office/drawing/2014/main" id="{C2F0FD8F-459E-4AA5-8BA2-EEC5B39D72AF}"/>
              </a:ext>
            </a:extLst>
          </p:cNvPr>
          <p:cNvSpPr>
            <a:spLocks noGrp="1"/>
          </p:cNvSpPr>
          <p:nvPr/>
        </p:nvSpPr>
        <p:spPr>
          <a:xfrm>
            <a:off x="10865644" y="0"/>
            <a:ext cx="7144" cy="7715250"/>
          </a:xfrm>
          <a:prstGeom prst="rect">
            <a:avLst/>
          </a:prstGeom>
          <a:solidFill>
            <a:srgbClr val="0A2540">
              <a:alpha val="5000"/>
            </a:srgbClr>
          </a:solidFill>
          <a:ln w="0">
            <a:noFill/>
            <a:prstDash val="solid"/>
          </a:ln>
        </p:spPr>
      </p:sp>
      <p:sp>
        <p:nvSpPr>
          <p:cNvPr id="10" name="Layout surface">
            <a:extLst>
              <a:ext uri="{FF2B5EF4-FFF2-40B4-BE49-F238E27FC236}">
                <a16:creationId xmlns:a16="http://schemas.microsoft.com/office/drawing/2014/main" id="{92CB0BC8-C100-4A6D-9862-808F252BE929}"/>
              </a:ext>
            </a:extLst>
          </p:cNvPr>
          <p:cNvSpPr>
            <a:spLocks noGrp="1"/>
          </p:cNvSpPr>
          <p:nvPr/>
        </p:nvSpPr>
        <p:spPr>
          <a:xfrm>
            <a:off x="0" y="0"/>
            <a:ext cx="1428750" cy="35719"/>
          </a:xfrm>
          <a:prstGeom prst="rect">
            <a:avLst/>
          </a:prstGeom>
          <a:solidFill>
            <a:srgbClr val="0A2540"/>
          </a:solidFill>
          <a:ln w="0">
            <a:noFill/>
            <a:prstDash val="solid"/>
          </a:ln>
        </p:spPr>
      </p:sp>
      <p:sp>
        <p:nvSpPr>
          <p:cNvPr id="11" name="Layout surface">
            <a:extLst>
              <a:ext uri="{FF2B5EF4-FFF2-40B4-BE49-F238E27FC236}">
                <a16:creationId xmlns:a16="http://schemas.microsoft.com/office/drawing/2014/main" id="{3BCB7350-5765-4211-96C8-027F5F2FF0CA}"/>
              </a:ext>
            </a:extLst>
          </p:cNvPr>
          <p:cNvSpPr>
            <a:spLocks noGrp="1"/>
          </p:cNvSpPr>
          <p:nvPr/>
        </p:nvSpPr>
        <p:spPr>
          <a:xfrm>
            <a:off x="1428750" y="0"/>
            <a:ext cx="1000125" cy="35719"/>
          </a:xfrm>
          <a:prstGeom prst="rect">
            <a:avLst/>
          </a:prstGeom>
          <a:solidFill>
            <a:srgbClr val="1D4ED8"/>
          </a:solidFill>
          <a:ln w="0">
            <a:noFill/>
            <a:prstDash val="solid"/>
          </a:ln>
        </p:spPr>
      </p:sp>
      <p:sp>
        <p:nvSpPr>
          <p:cNvPr id="12" name="Layout surface">
            <a:extLst>
              <a:ext uri="{FF2B5EF4-FFF2-40B4-BE49-F238E27FC236}">
                <a16:creationId xmlns:a16="http://schemas.microsoft.com/office/drawing/2014/main" id="{EBD3886B-A322-423E-9A83-414E6AEF903F}"/>
              </a:ext>
            </a:extLst>
          </p:cNvPr>
          <p:cNvSpPr>
            <a:spLocks noGrp="1"/>
          </p:cNvSpPr>
          <p:nvPr/>
        </p:nvSpPr>
        <p:spPr>
          <a:xfrm>
            <a:off x="2428875" y="0"/>
            <a:ext cx="11287125" cy="35719"/>
          </a:xfrm>
          <a:prstGeom prst="rect">
            <a:avLst/>
          </a:prstGeom>
          <a:solidFill>
            <a:srgbClr val="0A2540">
              <a:alpha val="16000"/>
            </a:srgbClr>
          </a:solidFill>
          <a:ln w="0">
            <a:noFill/>
            <a:prstDash val="solid"/>
          </a:ln>
        </p:spPr>
      </p:sp>
      <p:sp>
        <p:nvSpPr>
          <p:cNvPr id="13" name="Source layout 5">
            <a:extLst>
              <a:ext uri="{FF2B5EF4-FFF2-40B4-BE49-F238E27FC236}">
                <a16:creationId xmlns:a16="http://schemas.microsoft.com/office/drawing/2014/main" id="{B6C92E44-2F01-46E1-BC5A-50E8ABA8E1BB}"/>
              </a:ext>
            </a:extLst>
          </p:cNvPr>
          <p:cNvSpPr>
            <a:spLocks noGrp="1"/>
          </p:cNvSpPr>
          <p:nvPr/>
        </p:nvSpPr>
        <p:spPr>
          <a:xfrm>
            <a:off x="514350" y="1421606"/>
            <a:ext cx="78581" cy="78581"/>
          </a:xfrm>
          <a:custGeom>
            <a:avLst/>
            <a:gdLst/>
            <a:ahLst/>
            <a:cxnLst/>
            <a:rect l="0" t="0" r="0" b="0"/>
            <a:pathLst>
              <a:path w="78581" h="78581">
                <a:moveTo>
                  <a:pt x="0" y="0"/>
                </a:moveTo>
                <a:lnTo>
                  <a:pt x="78581" y="0"/>
                </a:lnTo>
                <a:lnTo>
                  <a:pt x="78581" y="78581"/>
                </a:lnTo>
                <a:lnTo>
                  <a:pt x="0" y="78581"/>
                </a:lnTo>
                <a:close/>
              </a:path>
            </a:pathLst>
          </a:custGeom>
          <a:solidFill>
            <a:srgbClr val="1D4ED8"/>
          </a:solidFill>
          <a:ln w="7144">
            <a:noFill/>
            <a:prstDash val="solid"/>
          </a:ln>
        </p:spPr>
      </p:sp>
      <p:sp>
        <p:nvSpPr>
          <p:cNvPr id="14" name="Source layout 6">
            <a:extLst>
              <a:ext uri="{FF2B5EF4-FFF2-40B4-BE49-F238E27FC236}">
                <a16:creationId xmlns:a16="http://schemas.microsoft.com/office/drawing/2014/main" id="{86C5DC1C-C3EB-4982-A523-7CB019A54D7B}"/>
              </a:ext>
            </a:extLst>
          </p:cNvPr>
          <p:cNvSpPr>
            <a:spLocks noGrp="1"/>
          </p:cNvSpPr>
          <p:nvPr/>
        </p:nvSpPr>
        <p:spPr>
          <a:xfrm>
            <a:off x="514350" y="2271712"/>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15" name="Source layout 7">
            <a:extLst>
              <a:ext uri="{FF2B5EF4-FFF2-40B4-BE49-F238E27FC236}">
                <a16:creationId xmlns:a16="http://schemas.microsoft.com/office/drawing/2014/main" id="{91970E12-B523-4491-A5EC-0A3387DAD32F}"/>
              </a:ext>
            </a:extLst>
          </p:cNvPr>
          <p:cNvSpPr>
            <a:spLocks noGrp="1"/>
          </p:cNvSpPr>
          <p:nvPr/>
        </p:nvSpPr>
        <p:spPr>
          <a:xfrm>
            <a:off x="517922" y="2275284"/>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16" name="Source layout 8">
            <a:extLst>
              <a:ext uri="{FF2B5EF4-FFF2-40B4-BE49-F238E27FC236}">
                <a16:creationId xmlns:a16="http://schemas.microsoft.com/office/drawing/2014/main" id="{7F362A1A-C7C6-4DB9-B03E-092A977725F2}"/>
              </a:ext>
            </a:extLst>
          </p:cNvPr>
          <p:cNvSpPr>
            <a:spLocks noGrp="1"/>
          </p:cNvSpPr>
          <p:nvPr/>
        </p:nvSpPr>
        <p:spPr>
          <a:xfrm>
            <a:off x="514350" y="3028950"/>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17" name="Source layout 9">
            <a:extLst>
              <a:ext uri="{FF2B5EF4-FFF2-40B4-BE49-F238E27FC236}">
                <a16:creationId xmlns:a16="http://schemas.microsoft.com/office/drawing/2014/main" id="{75E2A8D8-1835-4F67-BC85-D1B1937CA779}"/>
              </a:ext>
            </a:extLst>
          </p:cNvPr>
          <p:cNvSpPr>
            <a:spLocks noGrp="1"/>
          </p:cNvSpPr>
          <p:nvPr/>
        </p:nvSpPr>
        <p:spPr>
          <a:xfrm>
            <a:off x="517922" y="3032522"/>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18" name="Source layout 10">
            <a:extLst>
              <a:ext uri="{FF2B5EF4-FFF2-40B4-BE49-F238E27FC236}">
                <a16:creationId xmlns:a16="http://schemas.microsoft.com/office/drawing/2014/main" id="{01F96316-1034-4817-A0C0-5D0B8C0E89FB}"/>
              </a:ext>
            </a:extLst>
          </p:cNvPr>
          <p:cNvSpPr>
            <a:spLocks noGrp="1"/>
          </p:cNvSpPr>
          <p:nvPr/>
        </p:nvSpPr>
        <p:spPr>
          <a:xfrm>
            <a:off x="514350" y="3786187"/>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19" name="Source layout 11">
            <a:extLst>
              <a:ext uri="{FF2B5EF4-FFF2-40B4-BE49-F238E27FC236}">
                <a16:creationId xmlns:a16="http://schemas.microsoft.com/office/drawing/2014/main" id="{AC6F5E35-EBA5-42FB-B46D-AFCF7A3AE3AD}"/>
              </a:ext>
            </a:extLst>
          </p:cNvPr>
          <p:cNvSpPr>
            <a:spLocks noGrp="1"/>
          </p:cNvSpPr>
          <p:nvPr/>
        </p:nvSpPr>
        <p:spPr>
          <a:xfrm>
            <a:off x="517922" y="3789759"/>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20" name="Source layout 12">
            <a:extLst>
              <a:ext uri="{FF2B5EF4-FFF2-40B4-BE49-F238E27FC236}">
                <a16:creationId xmlns:a16="http://schemas.microsoft.com/office/drawing/2014/main" id="{D96EE4B5-4577-482B-85D1-131A93B5D43E}"/>
              </a:ext>
            </a:extLst>
          </p:cNvPr>
          <p:cNvSpPr>
            <a:spLocks noGrp="1"/>
          </p:cNvSpPr>
          <p:nvPr/>
        </p:nvSpPr>
        <p:spPr>
          <a:xfrm>
            <a:off x="514350" y="4243387"/>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21" name="Source layout 13">
            <a:extLst>
              <a:ext uri="{FF2B5EF4-FFF2-40B4-BE49-F238E27FC236}">
                <a16:creationId xmlns:a16="http://schemas.microsoft.com/office/drawing/2014/main" id="{C397222D-1B97-49A5-91F5-B510EFA1ADFF}"/>
              </a:ext>
            </a:extLst>
          </p:cNvPr>
          <p:cNvSpPr>
            <a:spLocks noGrp="1"/>
          </p:cNvSpPr>
          <p:nvPr/>
        </p:nvSpPr>
        <p:spPr>
          <a:xfrm>
            <a:off x="517922" y="4246959"/>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22" name="Source layout 14">
            <a:extLst>
              <a:ext uri="{FF2B5EF4-FFF2-40B4-BE49-F238E27FC236}">
                <a16:creationId xmlns:a16="http://schemas.microsoft.com/office/drawing/2014/main" id="{9DEE3D2F-279A-4BDE-ABA2-8EC18C07D53E}"/>
              </a:ext>
            </a:extLst>
          </p:cNvPr>
          <p:cNvSpPr>
            <a:spLocks noGrp="1"/>
          </p:cNvSpPr>
          <p:nvPr/>
        </p:nvSpPr>
        <p:spPr>
          <a:xfrm>
            <a:off x="514350" y="4886325"/>
            <a:ext cx="4764881" cy="442912"/>
          </a:xfrm>
          <a:custGeom>
            <a:avLst/>
            <a:gdLst/>
            <a:ahLst/>
            <a:cxnLst/>
            <a:rect l="0" t="0" r="0" b="0"/>
            <a:pathLst>
              <a:path w="4764881" h="442912">
                <a:moveTo>
                  <a:pt x="0" y="0"/>
                </a:moveTo>
                <a:lnTo>
                  <a:pt x="4764881" y="0"/>
                </a:lnTo>
                <a:lnTo>
                  <a:pt x="4764881" y="442912"/>
                </a:lnTo>
                <a:lnTo>
                  <a:pt x="0" y="442912"/>
                </a:lnTo>
                <a:close/>
              </a:path>
            </a:pathLst>
          </a:custGeom>
          <a:solidFill>
            <a:srgbClr val="F1F5FA"/>
          </a:solidFill>
          <a:ln w="7144">
            <a:noFill/>
            <a:prstDash val="solid"/>
          </a:ln>
        </p:spPr>
      </p:sp>
      <p:sp>
        <p:nvSpPr>
          <p:cNvPr id="23" name="Source layout 15">
            <a:extLst>
              <a:ext uri="{FF2B5EF4-FFF2-40B4-BE49-F238E27FC236}">
                <a16:creationId xmlns:a16="http://schemas.microsoft.com/office/drawing/2014/main" id="{F4C48C30-FCBD-4BFE-BC47-E43096C6E0D2}"/>
              </a:ext>
            </a:extLst>
          </p:cNvPr>
          <p:cNvSpPr>
            <a:spLocks noGrp="1"/>
          </p:cNvSpPr>
          <p:nvPr/>
        </p:nvSpPr>
        <p:spPr>
          <a:xfrm>
            <a:off x="514350" y="4886325"/>
            <a:ext cx="28575" cy="442912"/>
          </a:xfrm>
          <a:custGeom>
            <a:avLst/>
            <a:gdLst/>
            <a:ahLst/>
            <a:cxnLst/>
            <a:rect l="0" t="0" r="0" b="0"/>
            <a:pathLst>
              <a:path w="28575" h="442912">
                <a:moveTo>
                  <a:pt x="0" y="0"/>
                </a:moveTo>
                <a:lnTo>
                  <a:pt x="28575" y="0"/>
                </a:lnTo>
                <a:lnTo>
                  <a:pt x="28575" y="442912"/>
                </a:lnTo>
                <a:lnTo>
                  <a:pt x="0" y="442912"/>
                </a:lnTo>
                <a:close/>
              </a:path>
            </a:pathLst>
          </a:custGeom>
          <a:solidFill>
            <a:srgbClr val="1D4ED8"/>
          </a:solidFill>
          <a:ln w="7144">
            <a:noFill/>
            <a:prstDash val="solid"/>
          </a:ln>
        </p:spPr>
      </p:sp>
      <p:sp>
        <p:nvSpPr>
          <p:cNvPr id="24" name="Source layout 16">
            <a:extLst>
              <a:ext uri="{FF2B5EF4-FFF2-40B4-BE49-F238E27FC236}">
                <a16:creationId xmlns:a16="http://schemas.microsoft.com/office/drawing/2014/main" id="{D61B092F-2CBC-4360-92A7-B0EAE146CC77}"/>
              </a:ext>
            </a:extLst>
          </p:cNvPr>
          <p:cNvSpPr>
            <a:spLocks noGrp="1"/>
          </p:cNvSpPr>
          <p:nvPr/>
        </p:nvSpPr>
        <p:spPr>
          <a:xfrm>
            <a:off x="5793581" y="2686050"/>
            <a:ext cx="7408068" cy="907256"/>
          </a:xfrm>
          <a:custGeom>
            <a:avLst/>
            <a:gdLst/>
            <a:ahLst/>
            <a:cxnLst/>
            <a:rect l="0" t="0" r="0" b="0"/>
            <a:pathLst>
              <a:path w="7408068" h="907256">
                <a:moveTo>
                  <a:pt x="0" y="0"/>
                </a:moveTo>
                <a:lnTo>
                  <a:pt x="7408068" y="0"/>
                </a:lnTo>
                <a:lnTo>
                  <a:pt x="7408068" y="907256"/>
                </a:lnTo>
                <a:lnTo>
                  <a:pt x="0" y="907256"/>
                </a:lnTo>
                <a:close/>
              </a:path>
            </a:pathLst>
          </a:custGeom>
          <a:solidFill>
            <a:srgbClr val="FFFFFF"/>
          </a:solidFill>
          <a:ln w="7144">
            <a:noFill/>
            <a:prstDash val="solid"/>
          </a:ln>
        </p:spPr>
      </p:sp>
      <p:sp>
        <p:nvSpPr>
          <p:cNvPr id="25" name="Source layout 17">
            <a:extLst>
              <a:ext uri="{FF2B5EF4-FFF2-40B4-BE49-F238E27FC236}">
                <a16:creationId xmlns:a16="http://schemas.microsoft.com/office/drawing/2014/main" id="{A2A6F318-C6EF-4226-B4AD-3BFDB882EE8D}"/>
              </a:ext>
            </a:extLst>
          </p:cNvPr>
          <p:cNvSpPr>
            <a:spLocks noGrp="1"/>
          </p:cNvSpPr>
          <p:nvPr/>
        </p:nvSpPr>
        <p:spPr>
          <a:xfrm>
            <a:off x="5797153" y="2689622"/>
            <a:ext cx="7400925" cy="900112"/>
          </a:xfrm>
          <a:custGeom>
            <a:avLst/>
            <a:gdLst/>
            <a:ahLst/>
            <a:cxnLst/>
            <a:rect l="0" t="0" r="0" b="0"/>
            <a:pathLst>
              <a:path w="7400925" h="900112">
                <a:moveTo>
                  <a:pt x="0" y="0"/>
                </a:moveTo>
                <a:lnTo>
                  <a:pt x="7400925" y="0"/>
                </a:lnTo>
                <a:lnTo>
                  <a:pt x="7400925" y="900112"/>
                </a:lnTo>
                <a:lnTo>
                  <a:pt x="0" y="900112"/>
                </a:lnTo>
                <a:close/>
              </a:path>
            </a:pathLst>
          </a:custGeom>
          <a:noFill/>
          <a:ln w="7144">
            <a:solidFill>
              <a:srgbClr val="0A2540">
                <a:alpha val="34120"/>
              </a:srgbClr>
            </a:solidFill>
            <a:prstDash val="solid"/>
          </a:ln>
        </p:spPr>
      </p:sp>
      <p:sp>
        <p:nvSpPr>
          <p:cNvPr id="26" name="Source layout 18">
            <a:extLst>
              <a:ext uri="{FF2B5EF4-FFF2-40B4-BE49-F238E27FC236}">
                <a16:creationId xmlns:a16="http://schemas.microsoft.com/office/drawing/2014/main" id="{0941C060-B4C4-4C30-846D-8D89126A9AB0}"/>
              </a:ext>
            </a:extLst>
          </p:cNvPr>
          <p:cNvSpPr>
            <a:spLocks noGrp="1"/>
          </p:cNvSpPr>
          <p:nvPr/>
        </p:nvSpPr>
        <p:spPr>
          <a:xfrm>
            <a:off x="5793581" y="3721894"/>
            <a:ext cx="7408068" cy="914400"/>
          </a:xfrm>
          <a:custGeom>
            <a:avLst/>
            <a:gdLst/>
            <a:ahLst/>
            <a:cxnLst/>
            <a:rect l="0" t="0" r="0" b="0"/>
            <a:pathLst>
              <a:path w="7408068" h="914400">
                <a:moveTo>
                  <a:pt x="0" y="0"/>
                </a:moveTo>
                <a:lnTo>
                  <a:pt x="7408068" y="0"/>
                </a:lnTo>
                <a:lnTo>
                  <a:pt x="7408068" y="914400"/>
                </a:lnTo>
                <a:lnTo>
                  <a:pt x="0" y="914400"/>
                </a:lnTo>
                <a:close/>
              </a:path>
            </a:pathLst>
          </a:custGeom>
          <a:solidFill>
            <a:srgbClr val="FFFFFF"/>
          </a:solidFill>
          <a:ln w="7144">
            <a:noFill/>
            <a:prstDash val="solid"/>
          </a:ln>
        </p:spPr>
      </p:sp>
      <p:sp>
        <p:nvSpPr>
          <p:cNvPr id="27" name="Source layout 19">
            <a:extLst>
              <a:ext uri="{FF2B5EF4-FFF2-40B4-BE49-F238E27FC236}">
                <a16:creationId xmlns:a16="http://schemas.microsoft.com/office/drawing/2014/main" id="{FAE7A810-59D1-41C5-B99A-7837885CFA3D}"/>
              </a:ext>
            </a:extLst>
          </p:cNvPr>
          <p:cNvSpPr>
            <a:spLocks noGrp="1"/>
          </p:cNvSpPr>
          <p:nvPr/>
        </p:nvSpPr>
        <p:spPr>
          <a:xfrm>
            <a:off x="5797153" y="3725465"/>
            <a:ext cx="7400925" cy="907256"/>
          </a:xfrm>
          <a:custGeom>
            <a:avLst/>
            <a:gdLst/>
            <a:ahLst/>
            <a:cxnLst/>
            <a:rect l="0" t="0" r="0" b="0"/>
            <a:pathLst>
              <a:path w="7400925" h="907256">
                <a:moveTo>
                  <a:pt x="0" y="0"/>
                </a:moveTo>
                <a:lnTo>
                  <a:pt x="7400925" y="0"/>
                </a:lnTo>
                <a:lnTo>
                  <a:pt x="7400925" y="907256"/>
                </a:lnTo>
                <a:lnTo>
                  <a:pt x="0" y="907256"/>
                </a:lnTo>
                <a:close/>
              </a:path>
            </a:pathLst>
          </a:custGeom>
          <a:noFill/>
          <a:ln w="7144">
            <a:solidFill>
              <a:srgbClr val="0A2540">
                <a:alpha val="34120"/>
              </a:srgbClr>
            </a:solidFill>
            <a:prstDash val="solid"/>
          </a:ln>
        </p:spPr>
      </p:sp>
      <p:sp>
        <p:nvSpPr>
          <p:cNvPr id="28" name="Source layout 20">
            <a:extLst>
              <a:ext uri="{FF2B5EF4-FFF2-40B4-BE49-F238E27FC236}">
                <a16:creationId xmlns:a16="http://schemas.microsoft.com/office/drawing/2014/main" id="{356091DB-A869-40C6-BF58-B905E1EBC4B8}"/>
              </a:ext>
            </a:extLst>
          </p:cNvPr>
          <p:cNvSpPr>
            <a:spLocks noGrp="1"/>
          </p:cNvSpPr>
          <p:nvPr/>
        </p:nvSpPr>
        <p:spPr>
          <a:xfrm>
            <a:off x="5793581" y="4764881"/>
            <a:ext cx="7408068" cy="885825"/>
          </a:xfrm>
          <a:custGeom>
            <a:avLst/>
            <a:gdLst/>
            <a:ahLst/>
            <a:cxnLst/>
            <a:rect l="0" t="0" r="0" b="0"/>
            <a:pathLst>
              <a:path w="7408068" h="885825">
                <a:moveTo>
                  <a:pt x="0" y="0"/>
                </a:moveTo>
                <a:lnTo>
                  <a:pt x="7408068" y="0"/>
                </a:lnTo>
                <a:lnTo>
                  <a:pt x="7408068" y="885825"/>
                </a:lnTo>
                <a:lnTo>
                  <a:pt x="0" y="885825"/>
                </a:lnTo>
                <a:close/>
              </a:path>
            </a:pathLst>
          </a:custGeom>
          <a:solidFill>
            <a:srgbClr val="FFFFFF"/>
          </a:solidFill>
          <a:ln w="7144">
            <a:noFill/>
            <a:prstDash val="solid"/>
          </a:ln>
        </p:spPr>
      </p:sp>
      <p:sp>
        <p:nvSpPr>
          <p:cNvPr id="29" name="Source layout 21">
            <a:extLst>
              <a:ext uri="{FF2B5EF4-FFF2-40B4-BE49-F238E27FC236}">
                <a16:creationId xmlns:a16="http://schemas.microsoft.com/office/drawing/2014/main" id="{9EF57B4B-34E1-414C-A76C-B26E9389DF6A}"/>
              </a:ext>
            </a:extLst>
          </p:cNvPr>
          <p:cNvSpPr>
            <a:spLocks noGrp="1"/>
          </p:cNvSpPr>
          <p:nvPr/>
        </p:nvSpPr>
        <p:spPr>
          <a:xfrm>
            <a:off x="5797153" y="4768453"/>
            <a:ext cx="7400925" cy="878681"/>
          </a:xfrm>
          <a:custGeom>
            <a:avLst/>
            <a:gdLst/>
            <a:ahLst/>
            <a:cxnLst/>
            <a:rect l="0" t="0" r="0" b="0"/>
            <a:pathLst>
              <a:path w="7400925" h="878681">
                <a:moveTo>
                  <a:pt x="0" y="0"/>
                </a:moveTo>
                <a:lnTo>
                  <a:pt x="7400925" y="0"/>
                </a:lnTo>
                <a:lnTo>
                  <a:pt x="7400925" y="878681"/>
                </a:lnTo>
                <a:lnTo>
                  <a:pt x="0" y="878681"/>
                </a:lnTo>
                <a:close/>
              </a:path>
            </a:pathLst>
          </a:custGeom>
          <a:noFill/>
          <a:ln w="7144">
            <a:solidFill>
              <a:srgbClr val="1D4ED8"/>
            </a:solidFill>
            <a:prstDash val="solid"/>
          </a:ln>
        </p:spPr>
      </p:sp>
      <p:sp>
        <p:nvSpPr>
          <p:cNvPr id="30" name="Source layout 22">
            <a:extLst>
              <a:ext uri="{FF2B5EF4-FFF2-40B4-BE49-F238E27FC236}">
                <a16:creationId xmlns:a16="http://schemas.microsoft.com/office/drawing/2014/main" id="{3EA8B056-E048-4E5D-B764-7A8C024C5DE1}"/>
              </a:ext>
            </a:extLst>
          </p:cNvPr>
          <p:cNvSpPr>
            <a:spLocks noGrp="1"/>
          </p:cNvSpPr>
          <p:nvPr/>
        </p:nvSpPr>
        <p:spPr>
          <a:xfrm>
            <a:off x="514350" y="7250906"/>
            <a:ext cx="12687299" cy="7144"/>
          </a:xfrm>
          <a:custGeom>
            <a:avLst/>
            <a:gdLst/>
            <a:ahLst/>
            <a:cxnLst/>
            <a:rect l="0" t="0" r="0" b="0"/>
            <a:pathLst>
              <a:path w="12687299" h="7144">
                <a:moveTo>
                  <a:pt x="0" y="0"/>
                </a:moveTo>
                <a:lnTo>
                  <a:pt x="12687299" y="0"/>
                </a:lnTo>
                <a:lnTo>
                  <a:pt x="12687299" y="7144"/>
                </a:lnTo>
                <a:lnTo>
                  <a:pt x="0" y="7144"/>
                </a:lnTo>
                <a:close/>
              </a:path>
            </a:pathLst>
          </a:custGeom>
          <a:solidFill>
            <a:srgbClr val="0A2540">
              <a:alpha val="16080"/>
            </a:srgbClr>
          </a:solidFill>
          <a:ln w="7144">
            <a:noFill/>
            <a:prstDash val="solid"/>
          </a:ln>
        </p:spPr>
      </p:sp>
      <p:sp>
        <p:nvSpPr>
          <p:cNvPr id="31" name="s15 text 1">
            <a:extLst>
              <a:ext uri="{FF2B5EF4-FFF2-40B4-BE49-F238E27FC236}">
                <a16:creationId xmlns:a16="http://schemas.microsoft.com/office/drawing/2014/main" id="{EDA2BF6F-5BDD-4DD0-97DB-9FE78FBD6BDD}"/>
              </a:ext>
            </a:extLst>
          </p:cNvPr>
          <p:cNvSpPr>
            <a:spLocks noGrp="1"/>
          </p:cNvSpPr>
          <p:nvPr/>
        </p:nvSpPr>
        <p:spPr>
          <a:xfrm>
            <a:off x="678656" y="1390745"/>
            <a:ext cx="1485902" cy="173507"/>
          </a:xfrm>
          <a:prstGeom prst="rect">
            <a:avLst/>
          </a:prstGeom>
          <a:noFill/>
          <a:ln w="0">
            <a:noFill/>
            <a:prstDash val="solid"/>
          </a:ln>
        </p:spPr>
        <p:txBody>
          <a:bodyPr wrap="none" lIns="0" tIns="0" rIns="0" bIns="0" anchor="t">
            <a:noAutofit/>
          </a:bodyPr>
          <a:lstStyle>
            <a:defPPr algn="l">
              <a:defRPr sz="900" b="0" i="0" kern="0" spc="180">
                <a:solidFill>
                  <a:srgbClr val="1D4ED8"/>
                </a:solidFill>
                <a:latin typeface="JetBrains Mono"/>
                <a:ea typeface="JetBrains Mono"/>
                <a:cs typeface="JetBrains Mono"/>
              </a:defRPr>
            </a:defPPr>
            <a:lvl1pPr algn="l">
              <a:defRPr sz="900" b="0" i="0" kern="0" spc="180">
                <a:solidFill>
                  <a:srgbClr val="1D4ED8"/>
                </a:solidFill>
                <a:latin typeface="JetBrains Mono"/>
                <a:ea typeface="JetBrains Mono"/>
                <a:cs typeface="JetBrains Mono"/>
              </a:defRPr>
            </a:lvl1pPr>
            <a:lvl2pPr algn="l">
              <a:defRPr sz="900" b="0" i="0" kern="0" spc="180">
                <a:solidFill>
                  <a:srgbClr val="1D4ED8"/>
                </a:solidFill>
                <a:latin typeface="JetBrains Mono"/>
                <a:ea typeface="JetBrains Mono"/>
                <a:cs typeface="JetBrains Mono"/>
              </a:defRPr>
            </a:lvl2pPr>
            <a:lvl3pPr algn="l">
              <a:defRPr sz="900" b="0" i="0" kern="0" spc="180">
                <a:solidFill>
                  <a:srgbClr val="1D4ED8"/>
                </a:solidFill>
                <a:latin typeface="JetBrains Mono"/>
                <a:ea typeface="JetBrains Mono"/>
                <a:cs typeface="JetBrains Mono"/>
              </a:defRPr>
            </a:lvl3pPr>
            <a:lvl4pPr algn="l">
              <a:defRPr sz="900" b="0" i="0" kern="0" spc="180">
                <a:solidFill>
                  <a:srgbClr val="1D4ED8"/>
                </a:solidFill>
                <a:latin typeface="JetBrains Mono"/>
                <a:ea typeface="JetBrains Mono"/>
                <a:cs typeface="JetBrains Mono"/>
              </a:defRPr>
            </a:lvl4pPr>
            <a:lvl5pPr algn="l">
              <a:defRPr sz="900" b="0" i="0" kern="0" spc="180">
                <a:solidFill>
                  <a:srgbClr val="1D4ED8"/>
                </a:solidFill>
                <a:latin typeface="JetBrains Mono"/>
                <a:ea typeface="JetBrains Mono"/>
                <a:cs typeface="JetBrains Mono"/>
              </a:defRPr>
            </a:lvl5pPr>
            <a:lvl6pPr algn="l">
              <a:defRPr sz="900" b="0" i="0" kern="0" spc="180">
                <a:solidFill>
                  <a:srgbClr val="1D4ED8"/>
                </a:solidFill>
                <a:latin typeface="JetBrains Mono"/>
                <a:ea typeface="JetBrains Mono"/>
                <a:cs typeface="JetBrains Mono"/>
              </a:defRPr>
            </a:lvl6pPr>
            <a:lvl7pPr algn="l">
              <a:defRPr sz="900" b="0" i="0" kern="0" spc="180">
                <a:solidFill>
                  <a:srgbClr val="1D4ED8"/>
                </a:solidFill>
                <a:latin typeface="JetBrains Mono"/>
                <a:ea typeface="JetBrains Mono"/>
                <a:cs typeface="JetBrains Mono"/>
              </a:defRPr>
            </a:lvl7pPr>
            <a:lvl8pPr algn="l">
              <a:defRPr sz="900" b="0" i="0" kern="0" spc="180">
                <a:solidFill>
                  <a:srgbClr val="1D4ED8"/>
                </a:solidFill>
                <a:latin typeface="JetBrains Mono"/>
                <a:ea typeface="JetBrains Mono"/>
                <a:cs typeface="JetBrains Mono"/>
              </a:defRPr>
            </a:lvl8pPr>
            <a:lvl9pPr algn="l">
              <a:defRPr sz="900" b="0" i="0" kern="0" spc="180">
                <a:solidFill>
                  <a:srgbClr val="1D4ED8"/>
                </a:solidFill>
                <a:latin typeface="JetBrains Mono"/>
                <a:ea typeface="JetBrains Mono"/>
                <a:cs typeface="JetBrains Mono"/>
              </a:defRPr>
            </a:lvl9pPr>
          </a:lstStyle>
          <a:p>
            <a:pPr algn="l">
              <a:lnSpc>
                <a:spcPct val="100000"/>
              </a:lnSpc>
              <a:buNone/>
              <a:defRPr sz="900" b="0" i="0" kern="0" spc="180">
                <a:solidFill>
                  <a:srgbClr val="1D4ED8"/>
                </a:solidFill>
                <a:latin typeface="JetBrains Mono"/>
                <a:ea typeface="JetBrains Mono"/>
                <a:cs typeface="JetBrains Mono"/>
              </a:defRPr>
            </a:pPr>
            <a:r>
              <a:rPr sz="900" b="0" i="0" kern="0" spc="180">
                <a:solidFill>
                  <a:srgbClr val="1D4ED8"/>
                </a:solidFill>
                <a:latin typeface="JetBrains Mono"/>
                <a:ea typeface="JetBrains Mono"/>
                <a:cs typeface="JetBrains Mono"/>
              </a:rPr>
              <a:t>QUESTION 5.2 (B)</a:t>
            </a:r>
          </a:p>
        </p:txBody>
      </p:sp>
      <p:sp>
        <p:nvSpPr>
          <p:cNvPr id="32" name="s15 text 2">
            <a:extLst>
              <a:ext uri="{FF2B5EF4-FFF2-40B4-BE49-F238E27FC236}">
                <a16:creationId xmlns:a16="http://schemas.microsoft.com/office/drawing/2014/main" id="{0B450956-C270-43C7-A447-A14D500F6D69}"/>
              </a:ext>
            </a:extLst>
          </p:cNvPr>
          <p:cNvSpPr>
            <a:spLocks noGrp="1"/>
          </p:cNvSpPr>
          <p:nvPr/>
        </p:nvSpPr>
        <p:spPr>
          <a:xfrm>
            <a:off x="514350" y="1591717"/>
            <a:ext cx="5680234" cy="576532"/>
          </a:xfrm>
          <a:prstGeom prst="rect">
            <a:avLst/>
          </a:prstGeom>
          <a:noFill/>
          <a:ln w="0">
            <a:noFill/>
            <a:prstDash val="solid"/>
          </a:ln>
        </p:spPr>
        <p:txBody>
          <a:bodyPr wrap="none" lIns="0" tIns="0" rIns="0" bIns="0" anchor="t">
            <a:noAutofit/>
          </a:bodyPr>
          <a:lstStyle>
            <a:defPPr algn="l">
              <a:defRPr sz="3262" b="0" i="0" kern="0" spc="-101">
                <a:solidFill>
                  <a:srgbClr val="0A2540"/>
                </a:solidFill>
                <a:latin typeface="Inter ExtraBold"/>
                <a:ea typeface="Inter ExtraBold"/>
                <a:cs typeface="Inter ExtraBold"/>
              </a:defRPr>
            </a:defPPr>
            <a:lvl1pPr algn="l">
              <a:defRPr sz="3262" b="0" i="0" kern="0" spc="-101">
                <a:solidFill>
                  <a:srgbClr val="0A2540"/>
                </a:solidFill>
                <a:latin typeface="Inter ExtraBold"/>
                <a:ea typeface="Inter ExtraBold"/>
                <a:cs typeface="Inter ExtraBold"/>
              </a:defRPr>
            </a:lvl1pPr>
            <a:lvl2pPr algn="l">
              <a:defRPr sz="3262" b="0" i="0" kern="0" spc="-101">
                <a:solidFill>
                  <a:srgbClr val="0A2540"/>
                </a:solidFill>
                <a:latin typeface="Inter ExtraBold"/>
                <a:ea typeface="Inter ExtraBold"/>
                <a:cs typeface="Inter ExtraBold"/>
              </a:defRPr>
            </a:lvl2pPr>
            <a:lvl3pPr algn="l">
              <a:defRPr sz="3262" b="0" i="0" kern="0" spc="-101">
                <a:solidFill>
                  <a:srgbClr val="0A2540"/>
                </a:solidFill>
                <a:latin typeface="Inter ExtraBold"/>
                <a:ea typeface="Inter ExtraBold"/>
                <a:cs typeface="Inter ExtraBold"/>
              </a:defRPr>
            </a:lvl3pPr>
            <a:lvl4pPr algn="l">
              <a:defRPr sz="3262" b="0" i="0" kern="0" spc="-101">
                <a:solidFill>
                  <a:srgbClr val="0A2540"/>
                </a:solidFill>
                <a:latin typeface="Inter ExtraBold"/>
                <a:ea typeface="Inter ExtraBold"/>
                <a:cs typeface="Inter ExtraBold"/>
              </a:defRPr>
            </a:lvl4pPr>
            <a:lvl5pPr algn="l">
              <a:defRPr sz="3262" b="0" i="0" kern="0" spc="-101">
                <a:solidFill>
                  <a:srgbClr val="0A2540"/>
                </a:solidFill>
                <a:latin typeface="Inter ExtraBold"/>
                <a:ea typeface="Inter ExtraBold"/>
                <a:cs typeface="Inter ExtraBold"/>
              </a:defRPr>
            </a:lvl5pPr>
            <a:lvl6pPr algn="l">
              <a:defRPr sz="3262" b="0" i="0" kern="0" spc="-101">
                <a:solidFill>
                  <a:srgbClr val="0A2540"/>
                </a:solidFill>
                <a:latin typeface="Inter ExtraBold"/>
                <a:ea typeface="Inter ExtraBold"/>
                <a:cs typeface="Inter ExtraBold"/>
              </a:defRPr>
            </a:lvl6pPr>
            <a:lvl7pPr algn="l">
              <a:defRPr sz="3262" b="0" i="0" kern="0" spc="-101">
                <a:solidFill>
                  <a:srgbClr val="0A2540"/>
                </a:solidFill>
                <a:latin typeface="Inter ExtraBold"/>
                <a:ea typeface="Inter ExtraBold"/>
                <a:cs typeface="Inter ExtraBold"/>
              </a:defRPr>
            </a:lvl7pPr>
            <a:lvl8pPr algn="l">
              <a:defRPr sz="3262" b="0" i="0" kern="0" spc="-101">
                <a:solidFill>
                  <a:srgbClr val="0A2540"/>
                </a:solidFill>
                <a:latin typeface="Inter ExtraBold"/>
                <a:ea typeface="Inter ExtraBold"/>
                <a:cs typeface="Inter ExtraBold"/>
              </a:defRPr>
            </a:lvl8pPr>
            <a:lvl9pPr algn="l">
              <a:defRPr sz="3262" b="0" i="0" kern="0" spc="-101">
                <a:solidFill>
                  <a:srgbClr val="0A2540"/>
                </a:solidFill>
                <a:latin typeface="Inter ExtraBold"/>
                <a:ea typeface="Inter ExtraBold"/>
                <a:cs typeface="Inter ExtraBold"/>
              </a:defRPr>
            </a:lvl9pPr>
          </a:lstStyle>
          <a:p>
            <a:pPr algn="l">
              <a:lnSpc>
                <a:spcPct val="100000"/>
              </a:lnSpc>
              <a:buNone/>
              <a:defRPr sz="3262" b="0" i="0" kern="0" spc="-101">
                <a:solidFill>
                  <a:srgbClr val="0A2540"/>
                </a:solidFill>
                <a:latin typeface="Inter ExtraBold"/>
                <a:ea typeface="Inter ExtraBold"/>
                <a:cs typeface="Inter ExtraBold"/>
              </a:defRPr>
            </a:pPr>
            <a:r>
              <a:rPr sz="3262" b="0" i="0" kern="0" spc="-101">
                <a:solidFill>
                  <a:srgbClr val="0A2540"/>
                </a:solidFill>
                <a:latin typeface="Inter ExtraBold"/>
                <a:ea typeface="Inter ExtraBold"/>
                <a:cs typeface="Inter ExtraBold"/>
              </a:rPr>
              <a:t>Imports under free trade (P</a:t>
            </a:r>
          </a:p>
        </p:txBody>
      </p:sp>
      <p:sp>
        <p:nvSpPr>
          <p:cNvPr id="33" name="s15 text 3">
            <a:extLst>
              <a:ext uri="{FF2B5EF4-FFF2-40B4-BE49-F238E27FC236}">
                <a16:creationId xmlns:a16="http://schemas.microsoft.com/office/drawing/2014/main" id="{4DD8762B-37C2-4E59-AE45-F5A7E112A9C9}"/>
              </a:ext>
            </a:extLst>
          </p:cNvPr>
          <p:cNvSpPr>
            <a:spLocks noGrp="1"/>
          </p:cNvSpPr>
          <p:nvPr/>
        </p:nvSpPr>
        <p:spPr>
          <a:xfrm>
            <a:off x="5681513" y="1748605"/>
            <a:ext cx="435989" cy="480410"/>
          </a:xfrm>
          <a:prstGeom prst="rect">
            <a:avLst/>
          </a:prstGeom>
          <a:noFill/>
          <a:ln w="0">
            <a:noFill/>
            <a:prstDash val="solid"/>
          </a:ln>
        </p:spPr>
        <p:txBody>
          <a:bodyPr wrap="none" lIns="0" tIns="0" rIns="0" bIns="0" anchor="t">
            <a:noAutofit/>
          </a:bodyPr>
          <a:lstStyle>
            <a:defPPr algn="l">
              <a:defRPr sz="2719" b="0" i="0" kern="0" spc="0">
                <a:solidFill>
                  <a:srgbClr val="0A2540"/>
                </a:solidFill>
                <a:latin typeface="Inter ExtraBold"/>
                <a:ea typeface="Inter ExtraBold"/>
                <a:cs typeface="Inter ExtraBold"/>
              </a:defRPr>
            </a:defPPr>
            <a:lvl1pPr algn="l">
              <a:defRPr sz="2719" b="0" i="0" kern="0" spc="0">
                <a:solidFill>
                  <a:srgbClr val="0A2540"/>
                </a:solidFill>
                <a:latin typeface="Inter ExtraBold"/>
                <a:ea typeface="Inter ExtraBold"/>
                <a:cs typeface="Inter ExtraBold"/>
              </a:defRPr>
            </a:lvl1pPr>
            <a:lvl2pPr algn="l">
              <a:defRPr sz="2719" b="0" i="0" kern="0" spc="0">
                <a:solidFill>
                  <a:srgbClr val="0A2540"/>
                </a:solidFill>
                <a:latin typeface="Inter ExtraBold"/>
                <a:ea typeface="Inter ExtraBold"/>
                <a:cs typeface="Inter ExtraBold"/>
              </a:defRPr>
            </a:lvl2pPr>
            <a:lvl3pPr algn="l">
              <a:defRPr sz="2719" b="0" i="0" kern="0" spc="0">
                <a:solidFill>
                  <a:srgbClr val="0A2540"/>
                </a:solidFill>
                <a:latin typeface="Inter ExtraBold"/>
                <a:ea typeface="Inter ExtraBold"/>
                <a:cs typeface="Inter ExtraBold"/>
              </a:defRPr>
            </a:lvl3pPr>
            <a:lvl4pPr algn="l">
              <a:defRPr sz="2719" b="0" i="0" kern="0" spc="0">
                <a:solidFill>
                  <a:srgbClr val="0A2540"/>
                </a:solidFill>
                <a:latin typeface="Inter ExtraBold"/>
                <a:ea typeface="Inter ExtraBold"/>
                <a:cs typeface="Inter ExtraBold"/>
              </a:defRPr>
            </a:lvl4pPr>
            <a:lvl5pPr algn="l">
              <a:defRPr sz="2719" b="0" i="0" kern="0" spc="0">
                <a:solidFill>
                  <a:srgbClr val="0A2540"/>
                </a:solidFill>
                <a:latin typeface="Inter ExtraBold"/>
                <a:ea typeface="Inter ExtraBold"/>
                <a:cs typeface="Inter ExtraBold"/>
              </a:defRPr>
            </a:lvl5pPr>
            <a:lvl6pPr algn="l">
              <a:defRPr sz="2719" b="0" i="0" kern="0" spc="0">
                <a:solidFill>
                  <a:srgbClr val="0A2540"/>
                </a:solidFill>
                <a:latin typeface="Inter ExtraBold"/>
                <a:ea typeface="Inter ExtraBold"/>
                <a:cs typeface="Inter ExtraBold"/>
              </a:defRPr>
            </a:lvl6pPr>
            <a:lvl7pPr algn="l">
              <a:defRPr sz="2719" b="0" i="0" kern="0" spc="0">
                <a:solidFill>
                  <a:srgbClr val="0A2540"/>
                </a:solidFill>
                <a:latin typeface="Inter ExtraBold"/>
                <a:ea typeface="Inter ExtraBold"/>
                <a:cs typeface="Inter ExtraBold"/>
              </a:defRPr>
            </a:lvl7pPr>
            <a:lvl8pPr algn="l">
              <a:defRPr sz="2719" b="0" i="0" kern="0" spc="0">
                <a:solidFill>
                  <a:srgbClr val="0A2540"/>
                </a:solidFill>
                <a:latin typeface="Inter ExtraBold"/>
                <a:ea typeface="Inter ExtraBold"/>
                <a:cs typeface="Inter ExtraBold"/>
              </a:defRPr>
            </a:lvl8pPr>
            <a:lvl9pPr algn="l">
              <a:defRPr sz="2719" b="0" i="0" kern="0" spc="0">
                <a:solidFill>
                  <a:srgbClr val="0A2540"/>
                </a:solidFill>
                <a:latin typeface="Inter ExtraBold"/>
                <a:ea typeface="Inter ExtraBold"/>
                <a:cs typeface="Inter ExtraBold"/>
              </a:defRPr>
            </a:lvl9pPr>
          </a:lstStyle>
          <a:p>
            <a:pPr algn="l">
              <a:lnSpc>
                <a:spcPct val="100000"/>
              </a:lnSpc>
              <a:buNone/>
              <a:defRPr sz="2719" b="0" i="0" kern="0" spc="0">
                <a:solidFill>
                  <a:srgbClr val="0A2540"/>
                </a:solidFill>
                <a:latin typeface="Inter ExtraBold"/>
                <a:ea typeface="Inter ExtraBold"/>
                <a:cs typeface="Inter ExtraBold"/>
              </a:defRPr>
            </a:pPr>
            <a:r>
              <a:rPr sz="2719" b="0" i="0" kern="0" spc="0">
                <a:solidFill>
                  <a:srgbClr val="0A2540"/>
                </a:solidFill>
                <a:latin typeface="Inter ExtraBold"/>
                <a:ea typeface="Inter ExtraBold"/>
                <a:cs typeface="Inter ExtraBold"/>
              </a:rPr>
              <a:t>w</a:t>
            </a:r>
          </a:p>
        </p:txBody>
      </p:sp>
      <p:sp>
        <p:nvSpPr>
          <p:cNvPr id="34" name="s15 text 4">
            <a:extLst>
              <a:ext uri="{FF2B5EF4-FFF2-40B4-BE49-F238E27FC236}">
                <a16:creationId xmlns:a16="http://schemas.microsoft.com/office/drawing/2014/main" id="{A8B9D24C-6D2D-45B1-B4F5-DC17884ADF08}"/>
              </a:ext>
            </a:extLst>
          </p:cNvPr>
          <p:cNvSpPr>
            <a:spLocks noGrp="1"/>
          </p:cNvSpPr>
          <p:nvPr/>
        </p:nvSpPr>
        <p:spPr>
          <a:xfrm>
            <a:off x="6043525" y="1591717"/>
            <a:ext cx="1819847" cy="576532"/>
          </a:xfrm>
          <a:prstGeom prst="rect">
            <a:avLst/>
          </a:prstGeom>
          <a:noFill/>
          <a:ln w="0">
            <a:noFill/>
            <a:prstDash val="solid"/>
          </a:ln>
        </p:spPr>
        <p:txBody>
          <a:bodyPr wrap="none" lIns="0" tIns="0" rIns="0" bIns="0" anchor="t">
            <a:noAutofit/>
          </a:bodyPr>
          <a:lstStyle>
            <a:defPPr algn="l">
              <a:defRPr sz="3262" b="0" i="0" kern="0" spc="-104">
                <a:solidFill>
                  <a:srgbClr val="0A2540"/>
                </a:solidFill>
                <a:latin typeface="Inter ExtraBold"/>
                <a:ea typeface="Inter ExtraBold"/>
                <a:cs typeface="Inter ExtraBold"/>
              </a:defRPr>
            </a:defPPr>
            <a:lvl1pPr algn="l">
              <a:defRPr sz="3262" b="0" i="0" kern="0" spc="-104">
                <a:solidFill>
                  <a:srgbClr val="0A2540"/>
                </a:solidFill>
                <a:latin typeface="Inter ExtraBold"/>
                <a:ea typeface="Inter ExtraBold"/>
                <a:cs typeface="Inter ExtraBold"/>
              </a:defRPr>
            </a:lvl1pPr>
            <a:lvl2pPr algn="l">
              <a:defRPr sz="3262" b="0" i="0" kern="0" spc="-104">
                <a:solidFill>
                  <a:srgbClr val="0A2540"/>
                </a:solidFill>
                <a:latin typeface="Inter ExtraBold"/>
                <a:ea typeface="Inter ExtraBold"/>
                <a:cs typeface="Inter ExtraBold"/>
              </a:defRPr>
            </a:lvl2pPr>
            <a:lvl3pPr algn="l">
              <a:defRPr sz="3262" b="0" i="0" kern="0" spc="-104">
                <a:solidFill>
                  <a:srgbClr val="0A2540"/>
                </a:solidFill>
                <a:latin typeface="Inter ExtraBold"/>
                <a:ea typeface="Inter ExtraBold"/>
                <a:cs typeface="Inter ExtraBold"/>
              </a:defRPr>
            </a:lvl3pPr>
            <a:lvl4pPr algn="l">
              <a:defRPr sz="3262" b="0" i="0" kern="0" spc="-104">
                <a:solidFill>
                  <a:srgbClr val="0A2540"/>
                </a:solidFill>
                <a:latin typeface="Inter ExtraBold"/>
                <a:ea typeface="Inter ExtraBold"/>
                <a:cs typeface="Inter ExtraBold"/>
              </a:defRPr>
            </a:lvl4pPr>
            <a:lvl5pPr algn="l">
              <a:defRPr sz="3262" b="0" i="0" kern="0" spc="-104">
                <a:solidFill>
                  <a:srgbClr val="0A2540"/>
                </a:solidFill>
                <a:latin typeface="Inter ExtraBold"/>
                <a:ea typeface="Inter ExtraBold"/>
                <a:cs typeface="Inter ExtraBold"/>
              </a:defRPr>
            </a:lvl5pPr>
            <a:lvl6pPr algn="l">
              <a:defRPr sz="3262" b="0" i="0" kern="0" spc="-104">
                <a:solidFill>
                  <a:srgbClr val="0A2540"/>
                </a:solidFill>
                <a:latin typeface="Inter ExtraBold"/>
                <a:ea typeface="Inter ExtraBold"/>
                <a:cs typeface="Inter ExtraBold"/>
              </a:defRPr>
            </a:lvl6pPr>
            <a:lvl7pPr algn="l">
              <a:defRPr sz="3262" b="0" i="0" kern="0" spc="-104">
                <a:solidFill>
                  <a:srgbClr val="0A2540"/>
                </a:solidFill>
                <a:latin typeface="Inter ExtraBold"/>
                <a:ea typeface="Inter ExtraBold"/>
                <a:cs typeface="Inter ExtraBold"/>
              </a:defRPr>
            </a:lvl7pPr>
            <a:lvl8pPr algn="l">
              <a:defRPr sz="3262" b="0" i="0" kern="0" spc="-104">
                <a:solidFill>
                  <a:srgbClr val="0A2540"/>
                </a:solidFill>
                <a:latin typeface="Inter ExtraBold"/>
                <a:ea typeface="Inter ExtraBold"/>
                <a:cs typeface="Inter ExtraBold"/>
              </a:defRPr>
            </a:lvl8pPr>
            <a:lvl9pPr algn="l">
              <a:defRPr sz="3262" b="0" i="0" kern="0" spc="-104">
                <a:solidFill>
                  <a:srgbClr val="0A2540"/>
                </a:solidFill>
                <a:latin typeface="Inter ExtraBold"/>
                <a:ea typeface="Inter ExtraBold"/>
                <a:cs typeface="Inter ExtraBold"/>
              </a:defRPr>
            </a:lvl9pPr>
          </a:lstStyle>
          <a:p>
            <a:pPr algn="l">
              <a:lnSpc>
                <a:spcPct val="100000"/>
              </a:lnSpc>
              <a:buNone/>
              <a:defRPr sz="3262" b="0" i="0" kern="0" spc="-104">
                <a:solidFill>
                  <a:srgbClr val="0A2540"/>
                </a:solidFill>
                <a:latin typeface="Inter ExtraBold"/>
                <a:ea typeface="Inter ExtraBold"/>
                <a:cs typeface="Inter ExtraBold"/>
              </a:defRPr>
            </a:pPr>
            <a:r>
              <a:rPr sz="3262" b="0" i="0" kern="0" spc="-104">
                <a:solidFill>
                  <a:srgbClr val="0A2540"/>
                </a:solidFill>
                <a:latin typeface="Inter ExtraBold"/>
                <a:ea typeface="Inter ExtraBold"/>
                <a:cs typeface="Inter ExtraBold"/>
              </a:rPr>
              <a:t>= $600)</a:t>
            </a:r>
          </a:p>
        </p:txBody>
      </p:sp>
      <p:sp>
        <p:nvSpPr>
          <p:cNvPr id="35" name="s15 text 5">
            <a:extLst>
              <a:ext uri="{FF2B5EF4-FFF2-40B4-BE49-F238E27FC236}">
                <a16:creationId xmlns:a16="http://schemas.microsoft.com/office/drawing/2014/main" id="{B5B36997-DBFC-4A87-BE19-A7260595043A}"/>
              </a:ext>
            </a:extLst>
          </p:cNvPr>
          <p:cNvSpPr>
            <a:spLocks noGrp="1"/>
          </p:cNvSpPr>
          <p:nvPr/>
        </p:nvSpPr>
        <p:spPr>
          <a:xfrm>
            <a:off x="631999" y="2332863"/>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1</a:t>
            </a:r>
          </a:p>
        </p:txBody>
      </p:sp>
      <p:sp>
        <p:nvSpPr>
          <p:cNvPr id="36" name="s15 text 6">
            <a:extLst>
              <a:ext uri="{FF2B5EF4-FFF2-40B4-BE49-F238E27FC236}">
                <a16:creationId xmlns:a16="http://schemas.microsoft.com/office/drawing/2014/main" id="{EFF8A55B-AEBC-40CC-AEEB-E3F8BC994951}"/>
              </a:ext>
            </a:extLst>
          </p:cNvPr>
          <p:cNvSpPr>
            <a:spLocks noGrp="1"/>
          </p:cNvSpPr>
          <p:nvPr/>
        </p:nvSpPr>
        <p:spPr>
          <a:xfrm>
            <a:off x="978694" y="2271489"/>
            <a:ext cx="3091910"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Quantity demanded at $600:</a:t>
            </a:r>
          </a:p>
        </p:txBody>
      </p:sp>
      <p:sp>
        <p:nvSpPr>
          <p:cNvPr id="37" name="s15 text 7">
            <a:extLst>
              <a:ext uri="{FF2B5EF4-FFF2-40B4-BE49-F238E27FC236}">
                <a16:creationId xmlns:a16="http://schemas.microsoft.com/office/drawing/2014/main" id="{AB0F111C-BE11-469A-BE96-B81528F64B4E}"/>
              </a:ext>
            </a:extLst>
          </p:cNvPr>
          <p:cNvSpPr>
            <a:spLocks noGrp="1"/>
          </p:cNvSpPr>
          <p:nvPr/>
        </p:nvSpPr>
        <p:spPr>
          <a:xfrm>
            <a:off x="4013448" y="2273693"/>
            <a:ext cx="208169" cy="316000"/>
          </a:xfrm>
          <a:prstGeom prst="rect">
            <a:avLst/>
          </a:prstGeom>
          <a:noFill/>
          <a:ln w="0">
            <a:noFill/>
            <a:prstDash val="solid"/>
          </a:ln>
        </p:spPr>
        <p:txBody>
          <a:bodyPr wrap="none" lIns="0" tIns="0" rIns="0" bIns="0" anchor="t">
            <a:noAutofit/>
          </a:bodyPr>
          <a:lstStyle>
            <a:defPPr algn="l">
              <a:defRPr sz="1639" b="0" i="0" kern="0" spc="0">
                <a:solidFill>
                  <a:srgbClr val="0A2540"/>
                </a:solidFill>
                <a:latin typeface="JetBrains Mono"/>
                <a:ea typeface="JetBrains Mono"/>
                <a:cs typeface="JetBrains Mono"/>
              </a:defRPr>
            </a:defPPr>
            <a:lvl1pPr algn="l">
              <a:defRPr sz="1639" b="0" i="0" kern="0" spc="0">
                <a:solidFill>
                  <a:srgbClr val="0A2540"/>
                </a:solidFill>
                <a:latin typeface="JetBrains Mono"/>
                <a:ea typeface="JetBrains Mono"/>
                <a:cs typeface="JetBrains Mono"/>
              </a:defRPr>
            </a:lvl1pPr>
            <a:lvl2pPr algn="l">
              <a:defRPr sz="1639" b="0" i="0" kern="0" spc="0">
                <a:solidFill>
                  <a:srgbClr val="0A2540"/>
                </a:solidFill>
                <a:latin typeface="JetBrains Mono"/>
                <a:ea typeface="JetBrains Mono"/>
                <a:cs typeface="JetBrains Mono"/>
              </a:defRPr>
            </a:lvl2pPr>
            <a:lvl3pPr algn="l">
              <a:defRPr sz="1639" b="0" i="0" kern="0" spc="0">
                <a:solidFill>
                  <a:srgbClr val="0A2540"/>
                </a:solidFill>
                <a:latin typeface="JetBrains Mono"/>
                <a:ea typeface="JetBrains Mono"/>
                <a:cs typeface="JetBrains Mono"/>
              </a:defRPr>
            </a:lvl3pPr>
            <a:lvl4pPr algn="l">
              <a:defRPr sz="1639" b="0" i="0" kern="0" spc="0">
                <a:solidFill>
                  <a:srgbClr val="0A2540"/>
                </a:solidFill>
                <a:latin typeface="JetBrains Mono"/>
                <a:ea typeface="JetBrains Mono"/>
                <a:cs typeface="JetBrains Mono"/>
              </a:defRPr>
            </a:lvl4pPr>
            <a:lvl5pPr algn="l">
              <a:defRPr sz="1639" b="0" i="0" kern="0" spc="0">
                <a:solidFill>
                  <a:srgbClr val="0A2540"/>
                </a:solidFill>
                <a:latin typeface="JetBrains Mono"/>
                <a:ea typeface="JetBrains Mono"/>
                <a:cs typeface="JetBrains Mono"/>
              </a:defRPr>
            </a:lvl5pPr>
            <a:lvl6pPr algn="l">
              <a:defRPr sz="1639" b="0" i="0" kern="0" spc="0">
                <a:solidFill>
                  <a:srgbClr val="0A2540"/>
                </a:solidFill>
                <a:latin typeface="JetBrains Mono"/>
                <a:ea typeface="JetBrains Mono"/>
                <a:cs typeface="JetBrains Mono"/>
              </a:defRPr>
            </a:lvl6pPr>
            <a:lvl7pPr algn="l">
              <a:defRPr sz="1639" b="0" i="0" kern="0" spc="0">
                <a:solidFill>
                  <a:srgbClr val="0A2540"/>
                </a:solidFill>
                <a:latin typeface="JetBrains Mono"/>
                <a:ea typeface="JetBrains Mono"/>
                <a:cs typeface="JetBrains Mono"/>
              </a:defRPr>
            </a:lvl7pPr>
            <a:lvl8pPr algn="l">
              <a:defRPr sz="1639" b="0" i="0" kern="0" spc="0">
                <a:solidFill>
                  <a:srgbClr val="0A2540"/>
                </a:solidFill>
                <a:latin typeface="JetBrains Mono"/>
                <a:ea typeface="JetBrains Mono"/>
                <a:cs typeface="JetBrains Mono"/>
              </a:defRPr>
            </a:lvl8pPr>
            <a:lvl9pPr algn="l">
              <a:defRPr sz="1639" b="0" i="0" kern="0" spc="0">
                <a:solidFill>
                  <a:srgbClr val="0A2540"/>
                </a:solidFill>
                <a:latin typeface="JetBrains Mono"/>
                <a:ea typeface="JetBrains Mono"/>
                <a:cs typeface="JetBrains Mono"/>
              </a:defRPr>
            </a:lvl9pPr>
          </a:lstStyle>
          <a:p>
            <a:pPr algn="l">
              <a:lnSpc>
                <a:spcPct val="100000"/>
              </a:lnSpc>
              <a:buNone/>
              <a:defRPr sz="1639" b="0" i="0" kern="0" spc="0">
                <a:solidFill>
                  <a:srgbClr val="0A2540"/>
                </a:solidFill>
                <a:latin typeface="JetBrains Mono"/>
                <a:ea typeface="JetBrains Mono"/>
                <a:cs typeface="JetBrains Mono"/>
              </a:defRPr>
            </a:pPr>
            <a:r>
              <a:rPr sz="1639" b="0" i="0" kern="0" spc="0">
                <a:solidFill>
                  <a:srgbClr val="0A2540"/>
                </a:solidFill>
                <a:latin typeface="JetBrains Mono"/>
                <a:ea typeface="JetBrains Mono"/>
                <a:cs typeface="JetBrains Mono"/>
              </a:rPr>
              <a:t>Q</a:t>
            </a:r>
          </a:p>
        </p:txBody>
      </p:sp>
      <p:sp>
        <p:nvSpPr>
          <p:cNvPr id="38" name="s15 text 8">
            <a:extLst>
              <a:ext uri="{FF2B5EF4-FFF2-40B4-BE49-F238E27FC236}">
                <a16:creationId xmlns:a16="http://schemas.microsoft.com/office/drawing/2014/main" id="{43358A87-04DE-42D8-A65C-367179CBEF1E}"/>
              </a:ext>
            </a:extLst>
          </p:cNvPr>
          <p:cNvSpPr>
            <a:spLocks noGrp="1"/>
          </p:cNvSpPr>
          <p:nvPr/>
        </p:nvSpPr>
        <p:spPr>
          <a:xfrm>
            <a:off x="4137236" y="2357884"/>
            <a:ext cx="173488" cy="263297"/>
          </a:xfrm>
          <a:prstGeom prst="rect">
            <a:avLst/>
          </a:prstGeom>
          <a:noFill/>
          <a:ln w="0">
            <a:noFill/>
            <a:prstDash val="solid"/>
          </a:ln>
        </p:spPr>
        <p:txBody>
          <a:bodyPr wrap="none" lIns="0" tIns="0" rIns="0" bIns="0" anchor="t">
            <a:noAutofit/>
          </a:bodyPr>
          <a:lstStyle>
            <a:defPPr algn="l">
              <a:defRPr sz="1366" b="0" i="0" kern="0" spc="0">
                <a:solidFill>
                  <a:srgbClr val="0A2540"/>
                </a:solidFill>
                <a:latin typeface="JetBrains Mono"/>
                <a:ea typeface="JetBrains Mono"/>
                <a:cs typeface="JetBrains Mono"/>
              </a:defRPr>
            </a:defPPr>
            <a:lvl1pPr algn="l">
              <a:defRPr sz="1366" b="0" i="0" kern="0" spc="0">
                <a:solidFill>
                  <a:srgbClr val="0A2540"/>
                </a:solidFill>
                <a:latin typeface="JetBrains Mono"/>
                <a:ea typeface="JetBrains Mono"/>
                <a:cs typeface="JetBrains Mono"/>
              </a:defRPr>
            </a:lvl1pPr>
            <a:lvl2pPr algn="l">
              <a:defRPr sz="1366" b="0" i="0" kern="0" spc="0">
                <a:solidFill>
                  <a:srgbClr val="0A2540"/>
                </a:solidFill>
                <a:latin typeface="JetBrains Mono"/>
                <a:ea typeface="JetBrains Mono"/>
                <a:cs typeface="JetBrains Mono"/>
              </a:defRPr>
            </a:lvl2pPr>
            <a:lvl3pPr algn="l">
              <a:defRPr sz="1366" b="0" i="0" kern="0" spc="0">
                <a:solidFill>
                  <a:srgbClr val="0A2540"/>
                </a:solidFill>
                <a:latin typeface="JetBrains Mono"/>
                <a:ea typeface="JetBrains Mono"/>
                <a:cs typeface="JetBrains Mono"/>
              </a:defRPr>
            </a:lvl3pPr>
            <a:lvl4pPr algn="l">
              <a:defRPr sz="1366" b="0" i="0" kern="0" spc="0">
                <a:solidFill>
                  <a:srgbClr val="0A2540"/>
                </a:solidFill>
                <a:latin typeface="JetBrains Mono"/>
                <a:ea typeface="JetBrains Mono"/>
                <a:cs typeface="JetBrains Mono"/>
              </a:defRPr>
            </a:lvl4pPr>
            <a:lvl5pPr algn="l">
              <a:defRPr sz="1366" b="0" i="0" kern="0" spc="0">
                <a:solidFill>
                  <a:srgbClr val="0A2540"/>
                </a:solidFill>
                <a:latin typeface="JetBrains Mono"/>
                <a:ea typeface="JetBrains Mono"/>
                <a:cs typeface="JetBrains Mono"/>
              </a:defRPr>
            </a:lvl5pPr>
            <a:lvl6pPr algn="l">
              <a:defRPr sz="1366" b="0" i="0" kern="0" spc="0">
                <a:solidFill>
                  <a:srgbClr val="0A2540"/>
                </a:solidFill>
                <a:latin typeface="JetBrains Mono"/>
                <a:ea typeface="JetBrains Mono"/>
                <a:cs typeface="JetBrains Mono"/>
              </a:defRPr>
            </a:lvl6pPr>
            <a:lvl7pPr algn="l">
              <a:defRPr sz="1366" b="0" i="0" kern="0" spc="0">
                <a:solidFill>
                  <a:srgbClr val="0A2540"/>
                </a:solidFill>
                <a:latin typeface="JetBrains Mono"/>
                <a:ea typeface="JetBrains Mono"/>
                <a:cs typeface="JetBrains Mono"/>
              </a:defRPr>
            </a:lvl7pPr>
            <a:lvl8pPr algn="l">
              <a:defRPr sz="1366" b="0" i="0" kern="0" spc="0">
                <a:solidFill>
                  <a:srgbClr val="0A2540"/>
                </a:solidFill>
                <a:latin typeface="JetBrains Mono"/>
                <a:ea typeface="JetBrains Mono"/>
                <a:cs typeface="JetBrains Mono"/>
              </a:defRPr>
            </a:lvl8pPr>
            <a:lvl9pPr algn="l">
              <a:defRPr sz="1366" b="0" i="0" kern="0" spc="0">
                <a:solidFill>
                  <a:srgbClr val="0A2540"/>
                </a:solidFill>
                <a:latin typeface="JetBrains Mono"/>
                <a:ea typeface="JetBrains Mono"/>
                <a:cs typeface="JetBrains Mono"/>
              </a:defRPr>
            </a:lvl9pPr>
          </a:lstStyle>
          <a:p>
            <a:pPr algn="l">
              <a:lnSpc>
                <a:spcPct val="100000"/>
              </a:lnSpc>
              <a:buNone/>
              <a:defRPr sz="1366" b="0" i="0" kern="0" spc="0">
                <a:solidFill>
                  <a:srgbClr val="0A2540"/>
                </a:solidFill>
                <a:latin typeface="JetBrains Mono"/>
                <a:ea typeface="JetBrains Mono"/>
                <a:cs typeface="JetBrains Mono"/>
              </a:defRPr>
            </a:pPr>
            <a:r>
              <a:rPr sz="1366" b="0" i="0" kern="0" spc="0">
                <a:solidFill>
                  <a:srgbClr val="0A2540"/>
                </a:solidFill>
                <a:latin typeface="JetBrains Mono"/>
                <a:ea typeface="JetBrains Mono"/>
                <a:cs typeface="JetBrains Mono"/>
              </a:rPr>
              <a:t>d</a:t>
            </a:r>
          </a:p>
        </p:txBody>
      </p:sp>
      <p:sp>
        <p:nvSpPr>
          <p:cNvPr id="39" name="s15 text 9">
            <a:extLst>
              <a:ext uri="{FF2B5EF4-FFF2-40B4-BE49-F238E27FC236}">
                <a16:creationId xmlns:a16="http://schemas.microsoft.com/office/drawing/2014/main" id="{EEE7631B-ADAB-48B1-8725-171262F1E47F}"/>
              </a:ext>
            </a:extLst>
          </p:cNvPr>
          <p:cNvSpPr>
            <a:spLocks noGrp="1"/>
          </p:cNvSpPr>
          <p:nvPr/>
        </p:nvSpPr>
        <p:spPr>
          <a:xfrm>
            <a:off x="4363844" y="2273693"/>
            <a:ext cx="208169" cy="316000"/>
          </a:xfrm>
          <a:prstGeom prst="rect">
            <a:avLst/>
          </a:prstGeom>
          <a:noFill/>
          <a:ln w="0">
            <a:noFill/>
            <a:prstDash val="solid"/>
          </a:ln>
        </p:spPr>
        <p:txBody>
          <a:bodyPr wrap="none" lIns="0" tIns="0" rIns="0" bIns="0" anchor="t">
            <a:noAutofit/>
          </a:bodyPr>
          <a:lstStyle>
            <a:defPPr algn="l">
              <a:defRPr sz="1639" b="0" i="0" kern="0" spc="0">
                <a:solidFill>
                  <a:srgbClr val="0A2540"/>
                </a:solidFill>
                <a:latin typeface="JetBrains Mono"/>
                <a:ea typeface="JetBrains Mono"/>
                <a:cs typeface="JetBrains Mono"/>
              </a:defRPr>
            </a:defPPr>
            <a:lvl1pPr algn="l">
              <a:defRPr sz="1639" b="0" i="0" kern="0" spc="0">
                <a:solidFill>
                  <a:srgbClr val="0A2540"/>
                </a:solidFill>
                <a:latin typeface="JetBrains Mono"/>
                <a:ea typeface="JetBrains Mono"/>
                <a:cs typeface="JetBrains Mono"/>
              </a:defRPr>
            </a:lvl1pPr>
            <a:lvl2pPr algn="l">
              <a:defRPr sz="1639" b="0" i="0" kern="0" spc="0">
                <a:solidFill>
                  <a:srgbClr val="0A2540"/>
                </a:solidFill>
                <a:latin typeface="JetBrains Mono"/>
                <a:ea typeface="JetBrains Mono"/>
                <a:cs typeface="JetBrains Mono"/>
              </a:defRPr>
            </a:lvl2pPr>
            <a:lvl3pPr algn="l">
              <a:defRPr sz="1639" b="0" i="0" kern="0" spc="0">
                <a:solidFill>
                  <a:srgbClr val="0A2540"/>
                </a:solidFill>
                <a:latin typeface="JetBrains Mono"/>
                <a:ea typeface="JetBrains Mono"/>
                <a:cs typeface="JetBrains Mono"/>
              </a:defRPr>
            </a:lvl3pPr>
            <a:lvl4pPr algn="l">
              <a:defRPr sz="1639" b="0" i="0" kern="0" spc="0">
                <a:solidFill>
                  <a:srgbClr val="0A2540"/>
                </a:solidFill>
                <a:latin typeface="JetBrains Mono"/>
                <a:ea typeface="JetBrains Mono"/>
                <a:cs typeface="JetBrains Mono"/>
              </a:defRPr>
            </a:lvl4pPr>
            <a:lvl5pPr algn="l">
              <a:defRPr sz="1639" b="0" i="0" kern="0" spc="0">
                <a:solidFill>
                  <a:srgbClr val="0A2540"/>
                </a:solidFill>
                <a:latin typeface="JetBrains Mono"/>
                <a:ea typeface="JetBrains Mono"/>
                <a:cs typeface="JetBrains Mono"/>
              </a:defRPr>
            </a:lvl5pPr>
            <a:lvl6pPr algn="l">
              <a:defRPr sz="1639" b="0" i="0" kern="0" spc="0">
                <a:solidFill>
                  <a:srgbClr val="0A2540"/>
                </a:solidFill>
                <a:latin typeface="JetBrains Mono"/>
                <a:ea typeface="JetBrains Mono"/>
                <a:cs typeface="JetBrains Mono"/>
              </a:defRPr>
            </a:lvl6pPr>
            <a:lvl7pPr algn="l">
              <a:defRPr sz="1639" b="0" i="0" kern="0" spc="0">
                <a:solidFill>
                  <a:srgbClr val="0A2540"/>
                </a:solidFill>
                <a:latin typeface="JetBrains Mono"/>
                <a:ea typeface="JetBrains Mono"/>
                <a:cs typeface="JetBrains Mono"/>
              </a:defRPr>
            </a:lvl7pPr>
            <a:lvl8pPr algn="l">
              <a:defRPr sz="1639" b="0" i="0" kern="0" spc="0">
                <a:solidFill>
                  <a:srgbClr val="0A2540"/>
                </a:solidFill>
                <a:latin typeface="JetBrains Mono"/>
                <a:ea typeface="JetBrains Mono"/>
                <a:cs typeface="JetBrains Mono"/>
              </a:defRPr>
            </a:lvl8pPr>
            <a:lvl9pPr algn="l">
              <a:defRPr sz="1639" b="0" i="0" kern="0" spc="0">
                <a:solidFill>
                  <a:srgbClr val="0A2540"/>
                </a:solidFill>
                <a:latin typeface="JetBrains Mono"/>
                <a:ea typeface="JetBrains Mono"/>
                <a:cs typeface="JetBrains Mono"/>
              </a:defRPr>
            </a:lvl9pPr>
          </a:lstStyle>
          <a:p>
            <a:pPr algn="l">
              <a:lnSpc>
                <a:spcPct val="100000"/>
              </a:lnSpc>
              <a:buNone/>
              <a:defRPr sz="1639" b="0" i="0" kern="0" spc="0">
                <a:solidFill>
                  <a:srgbClr val="0A2540"/>
                </a:solidFill>
                <a:latin typeface="JetBrains Mono"/>
                <a:ea typeface="JetBrains Mono"/>
                <a:cs typeface="JetBrains Mono"/>
              </a:defRPr>
            </a:pPr>
            <a:r>
              <a:rPr sz="1639" b="0" i="0" kern="0" spc="0">
                <a:solidFill>
                  <a:srgbClr val="0A2540"/>
                </a:solidFill>
                <a:latin typeface="JetBrains Mono"/>
                <a:ea typeface="JetBrains Mono"/>
                <a:cs typeface="JetBrains Mono"/>
              </a:rPr>
              <a:t>=</a:t>
            </a:r>
          </a:p>
        </p:txBody>
      </p:sp>
      <p:sp>
        <p:nvSpPr>
          <p:cNvPr id="40" name="s15 text 10">
            <a:extLst>
              <a:ext uri="{FF2B5EF4-FFF2-40B4-BE49-F238E27FC236}">
                <a16:creationId xmlns:a16="http://schemas.microsoft.com/office/drawing/2014/main" id="{B2E21550-0478-4447-8E8B-0FEF954A1C09}"/>
              </a:ext>
            </a:extLst>
          </p:cNvPr>
          <p:cNvSpPr>
            <a:spLocks noGrp="1"/>
          </p:cNvSpPr>
          <p:nvPr/>
        </p:nvSpPr>
        <p:spPr>
          <a:xfrm>
            <a:off x="978694" y="2609449"/>
            <a:ext cx="2331453"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−2(600) + 40,000 =</a:t>
            </a:r>
          </a:p>
        </p:txBody>
      </p:sp>
      <p:sp>
        <p:nvSpPr>
          <p:cNvPr id="41" name="s15 text 11">
            <a:extLst>
              <a:ext uri="{FF2B5EF4-FFF2-40B4-BE49-F238E27FC236}">
                <a16:creationId xmlns:a16="http://schemas.microsoft.com/office/drawing/2014/main" id="{DB81C7CB-2795-480C-969F-749DEF46A437}"/>
              </a:ext>
            </a:extLst>
          </p:cNvPr>
          <p:cNvSpPr>
            <a:spLocks noGrp="1"/>
          </p:cNvSpPr>
          <p:nvPr/>
        </p:nvSpPr>
        <p:spPr>
          <a:xfrm>
            <a:off x="3328987" y="2609449"/>
            <a:ext cx="832695" cy="316000"/>
          </a:xfrm>
          <a:prstGeom prst="rect">
            <a:avLst/>
          </a:prstGeom>
          <a:noFill/>
          <a:ln w="0">
            <a:noFill/>
            <a:prstDash val="solid"/>
          </a:ln>
        </p:spPr>
        <p:txBody>
          <a:bodyPr wrap="none" lIns="0" tIns="0" rIns="0" bIns="0" anchor="t">
            <a:noAutofit/>
          </a:bodyPr>
          <a:lstStyle>
            <a:defPPr algn="l">
              <a:defRPr sz="1639" b="1" i="0" kern="0" spc="-10">
                <a:solidFill>
                  <a:srgbClr val="0A2540"/>
                </a:solidFill>
                <a:latin typeface="JetBrains Mono"/>
                <a:ea typeface="JetBrains Mono"/>
                <a:cs typeface="JetBrains Mono"/>
              </a:defRPr>
            </a:defPPr>
            <a:lvl1pPr algn="l">
              <a:defRPr sz="1639" b="1" i="0" kern="0" spc="-10">
                <a:solidFill>
                  <a:srgbClr val="0A2540"/>
                </a:solidFill>
                <a:latin typeface="JetBrains Mono"/>
                <a:ea typeface="JetBrains Mono"/>
                <a:cs typeface="JetBrains Mono"/>
              </a:defRPr>
            </a:lvl1pPr>
            <a:lvl2pPr algn="l">
              <a:defRPr sz="1639" b="1" i="0" kern="0" spc="-10">
                <a:solidFill>
                  <a:srgbClr val="0A2540"/>
                </a:solidFill>
                <a:latin typeface="JetBrains Mono"/>
                <a:ea typeface="JetBrains Mono"/>
                <a:cs typeface="JetBrains Mono"/>
              </a:defRPr>
            </a:lvl2pPr>
            <a:lvl3pPr algn="l">
              <a:defRPr sz="1639" b="1" i="0" kern="0" spc="-10">
                <a:solidFill>
                  <a:srgbClr val="0A2540"/>
                </a:solidFill>
                <a:latin typeface="JetBrains Mono"/>
                <a:ea typeface="JetBrains Mono"/>
                <a:cs typeface="JetBrains Mono"/>
              </a:defRPr>
            </a:lvl3pPr>
            <a:lvl4pPr algn="l">
              <a:defRPr sz="1639" b="1" i="0" kern="0" spc="-10">
                <a:solidFill>
                  <a:srgbClr val="0A2540"/>
                </a:solidFill>
                <a:latin typeface="JetBrains Mono"/>
                <a:ea typeface="JetBrains Mono"/>
                <a:cs typeface="JetBrains Mono"/>
              </a:defRPr>
            </a:lvl4pPr>
            <a:lvl5pPr algn="l">
              <a:defRPr sz="1639" b="1" i="0" kern="0" spc="-10">
                <a:solidFill>
                  <a:srgbClr val="0A2540"/>
                </a:solidFill>
                <a:latin typeface="JetBrains Mono"/>
                <a:ea typeface="JetBrains Mono"/>
                <a:cs typeface="JetBrains Mono"/>
              </a:defRPr>
            </a:lvl5pPr>
            <a:lvl6pPr algn="l">
              <a:defRPr sz="1639" b="1" i="0" kern="0" spc="-10">
                <a:solidFill>
                  <a:srgbClr val="0A2540"/>
                </a:solidFill>
                <a:latin typeface="JetBrains Mono"/>
                <a:ea typeface="JetBrains Mono"/>
                <a:cs typeface="JetBrains Mono"/>
              </a:defRPr>
            </a:lvl6pPr>
            <a:lvl7pPr algn="l">
              <a:defRPr sz="1639" b="1" i="0" kern="0" spc="-10">
                <a:solidFill>
                  <a:srgbClr val="0A2540"/>
                </a:solidFill>
                <a:latin typeface="JetBrains Mono"/>
                <a:ea typeface="JetBrains Mono"/>
                <a:cs typeface="JetBrains Mono"/>
              </a:defRPr>
            </a:lvl7pPr>
            <a:lvl8pPr algn="l">
              <a:defRPr sz="1639" b="1" i="0" kern="0" spc="-10">
                <a:solidFill>
                  <a:srgbClr val="0A2540"/>
                </a:solidFill>
                <a:latin typeface="JetBrains Mono"/>
                <a:ea typeface="JetBrains Mono"/>
                <a:cs typeface="JetBrains Mono"/>
              </a:defRPr>
            </a:lvl8pPr>
            <a:lvl9pPr algn="l">
              <a:defRPr sz="1639" b="1" i="0" kern="0" spc="-10">
                <a:solidFill>
                  <a:srgbClr val="0A2540"/>
                </a:solidFill>
                <a:latin typeface="JetBrains Mono"/>
                <a:ea typeface="JetBrains Mono"/>
                <a:cs typeface="JetBrains Mono"/>
              </a:defRPr>
            </a:lvl9pPr>
          </a:lstStyle>
          <a:p>
            <a:pPr algn="l">
              <a:lnSpc>
                <a:spcPct val="100000"/>
              </a:lnSpc>
              <a:buNone/>
              <a:defRPr sz="1639" b="1" i="0" kern="0" spc="-10">
                <a:solidFill>
                  <a:srgbClr val="0A2540"/>
                </a:solidFill>
                <a:latin typeface="JetBrains Mono"/>
                <a:ea typeface="JetBrains Mono"/>
                <a:cs typeface="JetBrains Mono"/>
              </a:defRPr>
            </a:pPr>
            <a:r>
              <a:rPr sz="1639" b="1" i="0" kern="0" spc="-10">
                <a:solidFill>
                  <a:srgbClr val="0A2540"/>
                </a:solidFill>
                <a:latin typeface="JetBrains Mono"/>
                <a:ea typeface="JetBrains Mono"/>
                <a:cs typeface="JetBrains Mono"/>
              </a:rPr>
              <a:t>38,800</a:t>
            </a:r>
          </a:p>
        </p:txBody>
      </p:sp>
      <p:sp>
        <p:nvSpPr>
          <p:cNvPr id="42" name="s15 text 12">
            <a:extLst>
              <a:ext uri="{FF2B5EF4-FFF2-40B4-BE49-F238E27FC236}">
                <a16:creationId xmlns:a16="http://schemas.microsoft.com/office/drawing/2014/main" id="{240F700A-9AAD-42FA-88F8-53A6A93A9FAE}"/>
              </a:ext>
            </a:extLst>
          </p:cNvPr>
          <p:cNvSpPr>
            <a:spLocks noGrp="1"/>
          </p:cNvSpPr>
          <p:nvPr/>
        </p:nvSpPr>
        <p:spPr>
          <a:xfrm>
            <a:off x="631999" y="3090100"/>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2</a:t>
            </a:r>
          </a:p>
        </p:txBody>
      </p:sp>
      <p:sp>
        <p:nvSpPr>
          <p:cNvPr id="43" name="s15 text 13">
            <a:extLst>
              <a:ext uri="{FF2B5EF4-FFF2-40B4-BE49-F238E27FC236}">
                <a16:creationId xmlns:a16="http://schemas.microsoft.com/office/drawing/2014/main" id="{1932C8E4-E540-46AE-A809-0D992FF89C5C}"/>
              </a:ext>
            </a:extLst>
          </p:cNvPr>
          <p:cNvSpPr>
            <a:spLocks noGrp="1"/>
          </p:cNvSpPr>
          <p:nvPr/>
        </p:nvSpPr>
        <p:spPr>
          <a:xfrm>
            <a:off x="978694" y="3028727"/>
            <a:ext cx="2868644"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Quantity supplied at $600:</a:t>
            </a:r>
          </a:p>
        </p:txBody>
      </p:sp>
      <p:sp>
        <p:nvSpPr>
          <p:cNvPr id="44" name="s15 text 14">
            <a:extLst>
              <a:ext uri="{FF2B5EF4-FFF2-40B4-BE49-F238E27FC236}">
                <a16:creationId xmlns:a16="http://schemas.microsoft.com/office/drawing/2014/main" id="{9BDC504F-96FA-40B0-BBD9-AEA838077BC7}"/>
              </a:ext>
            </a:extLst>
          </p:cNvPr>
          <p:cNvSpPr>
            <a:spLocks noGrp="1"/>
          </p:cNvSpPr>
          <p:nvPr/>
        </p:nvSpPr>
        <p:spPr>
          <a:xfrm>
            <a:off x="3790317" y="3030930"/>
            <a:ext cx="208169" cy="316000"/>
          </a:xfrm>
          <a:prstGeom prst="rect">
            <a:avLst/>
          </a:prstGeom>
          <a:noFill/>
          <a:ln w="0">
            <a:noFill/>
            <a:prstDash val="solid"/>
          </a:ln>
        </p:spPr>
        <p:txBody>
          <a:bodyPr wrap="none" lIns="0" tIns="0" rIns="0" bIns="0" anchor="t">
            <a:noAutofit/>
          </a:bodyPr>
          <a:lstStyle>
            <a:defPPr algn="l">
              <a:defRPr sz="1639" b="0" i="0" kern="0" spc="0">
                <a:solidFill>
                  <a:srgbClr val="0A2540"/>
                </a:solidFill>
                <a:latin typeface="JetBrains Mono"/>
                <a:ea typeface="JetBrains Mono"/>
                <a:cs typeface="JetBrains Mono"/>
              </a:defRPr>
            </a:defPPr>
            <a:lvl1pPr algn="l">
              <a:defRPr sz="1639" b="0" i="0" kern="0" spc="0">
                <a:solidFill>
                  <a:srgbClr val="0A2540"/>
                </a:solidFill>
                <a:latin typeface="JetBrains Mono"/>
                <a:ea typeface="JetBrains Mono"/>
                <a:cs typeface="JetBrains Mono"/>
              </a:defRPr>
            </a:lvl1pPr>
            <a:lvl2pPr algn="l">
              <a:defRPr sz="1639" b="0" i="0" kern="0" spc="0">
                <a:solidFill>
                  <a:srgbClr val="0A2540"/>
                </a:solidFill>
                <a:latin typeface="JetBrains Mono"/>
                <a:ea typeface="JetBrains Mono"/>
                <a:cs typeface="JetBrains Mono"/>
              </a:defRPr>
            </a:lvl2pPr>
            <a:lvl3pPr algn="l">
              <a:defRPr sz="1639" b="0" i="0" kern="0" spc="0">
                <a:solidFill>
                  <a:srgbClr val="0A2540"/>
                </a:solidFill>
                <a:latin typeface="JetBrains Mono"/>
                <a:ea typeface="JetBrains Mono"/>
                <a:cs typeface="JetBrains Mono"/>
              </a:defRPr>
            </a:lvl3pPr>
            <a:lvl4pPr algn="l">
              <a:defRPr sz="1639" b="0" i="0" kern="0" spc="0">
                <a:solidFill>
                  <a:srgbClr val="0A2540"/>
                </a:solidFill>
                <a:latin typeface="JetBrains Mono"/>
                <a:ea typeface="JetBrains Mono"/>
                <a:cs typeface="JetBrains Mono"/>
              </a:defRPr>
            </a:lvl4pPr>
            <a:lvl5pPr algn="l">
              <a:defRPr sz="1639" b="0" i="0" kern="0" spc="0">
                <a:solidFill>
                  <a:srgbClr val="0A2540"/>
                </a:solidFill>
                <a:latin typeface="JetBrains Mono"/>
                <a:ea typeface="JetBrains Mono"/>
                <a:cs typeface="JetBrains Mono"/>
              </a:defRPr>
            </a:lvl5pPr>
            <a:lvl6pPr algn="l">
              <a:defRPr sz="1639" b="0" i="0" kern="0" spc="0">
                <a:solidFill>
                  <a:srgbClr val="0A2540"/>
                </a:solidFill>
                <a:latin typeface="JetBrains Mono"/>
                <a:ea typeface="JetBrains Mono"/>
                <a:cs typeface="JetBrains Mono"/>
              </a:defRPr>
            </a:lvl6pPr>
            <a:lvl7pPr algn="l">
              <a:defRPr sz="1639" b="0" i="0" kern="0" spc="0">
                <a:solidFill>
                  <a:srgbClr val="0A2540"/>
                </a:solidFill>
                <a:latin typeface="JetBrains Mono"/>
                <a:ea typeface="JetBrains Mono"/>
                <a:cs typeface="JetBrains Mono"/>
              </a:defRPr>
            </a:lvl7pPr>
            <a:lvl8pPr algn="l">
              <a:defRPr sz="1639" b="0" i="0" kern="0" spc="0">
                <a:solidFill>
                  <a:srgbClr val="0A2540"/>
                </a:solidFill>
                <a:latin typeface="JetBrains Mono"/>
                <a:ea typeface="JetBrains Mono"/>
                <a:cs typeface="JetBrains Mono"/>
              </a:defRPr>
            </a:lvl8pPr>
            <a:lvl9pPr algn="l">
              <a:defRPr sz="1639" b="0" i="0" kern="0" spc="0">
                <a:solidFill>
                  <a:srgbClr val="0A2540"/>
                </a:solidFill>
                <a:latin typeface="JetBrains Mono"/>
                <a:ea typeface="JetBrains Mono"/>
                <a:cs typeface="JetBrains Mono"/>
              </a:defRPr>
            </a:lvl9pPr>
          </a:lstStyle>
          <a:p>
            <a:pPr algn="l">
              <a:lnSpc>
                <a:spcPct val="100000"/>
              </a:lnSpc>
              <a:buNone/>
              <a:defRPr sz="1639" b="0" i="0" kern="0" spc="0">
                <a:solidFill>
                  <a:srgbClr val="0A2540"/>
                </a:solidFill>
                <a:latin typeface="JetBrains Mono"/>
                <a:ea typeface="JetBrains Mono"/>
                <a:cs typeface="JetBrains Mono"/>
              </a:defRPr>
            </a:pPr>
            <a:r>
              <a:rPr sz="1639" b="0" i="0" kern="0" spc="0">
                <a:solidFill>
                  <a:srgbClr val="0A2540"/>
                </a:solidFill>
                <a:latin typeface="JetBrains Mono"/>
                <a:ea typeface="JetBrains Mono"/>
                <a:cs typeface="JetBrains Mono"/>
              </a:rPr>
              <a:t>Q</a:t>
            </a:r>
          </a:p>
        </p:txBody>
      </p:sp>
      <p:sp>
        <p:nvSpPr>
          <p:cNvPr id="45" name="s15 text 15">
            <a:extLst>
              <a:ext uri="{FF2B5EF4-FFF2-40B4-BE49-F238E27FC236}">
                <a16:creationId xmlns:a16="http://schemas.microsoft.com/office/drawing/2014/main" id="{F640CCA5-CB8B-4003-8DA8-E7F077548955}"/>
              </a:ext>
            </a:extLst>
          </p:cNvPr>
          <p:cNvSpPr>
            <a:spLocks noGrp="1"/>
          </p:cNvSpPr>
          <p:nvPr/>
        </p:nvSpPr>
        <p:spPr>
          <a:xfrm>
            <a:off x="3914105" y="3115121"/>
            <a:ext cx="173488" cy="263297"/>
          </a:xfrm>
          <a:prstGeom prst="rect">
            <a:avLst/>
          </a:prstGeom>
          <a:noFill/>
          <a:ln w="0">
            <a:noFill/>
            <a:prstDash val="solid"/>
          </a:ln>
        </p:spPr>
        <p:txBody>
          <a:bodyPr wrap="none" lIns="0" tIns="0" rIns="0" bIns="0" anchor="t">
            <a:noAutofit/>
          </a:bodyPr>
          <a:lstStyle>
            <a:defPPr algn="l">
              <a:defRPr sz="1366" b="0" i="0" kern="0" spc="0">
                <a:solidFill>
                  <a:srgbClr val="0A2540"/>
                </a:solidFill>
                <a:latin typeface="JetBrains Mono"/>
                <a:ea typeface="JetBrains Mono"/>
                <a:cs typeface="JetBrains Mono"/>
              </a:defRPr>
            </a:defPPr>
            <a:lvl1pPr algn="l">
              <a:defRPr sz="1366" b="0" i="0" kern="0" spc="0">
                <a:solidFill>
                  <a:srgbClr val="0A2540"/>
                </a:solidFill>
                <a:latin typeface="JetBrains Mono"/>
                <a:ea typeface="JetBrains Mono"/>
                <a:cs typeface="JetBrains Mono"/>
              </a:defRPr>
            </a:lvl1pPr>
            <a:lvl2pPr algn="l">
              <a:defRPr sz="1366" b="0" i="0" kern="0" spc="0">
                <a:solidFill>
                  <a:srgbClr val="0A2540"/>
                </a:solidFill>
                <a:latin typeface="JetBrains Mono"/>
                <a:ea typeface="JetBrains Mono"/>
                <a:cs typeface="JetBrains Mono"/>
              </a:defRPr>
            </a:lvl2pPr>
            <a:lvl3pPr algn="l">
              <a:defRPr sz="1366" b="0" i="0" kern="0" spc="0">
                <a:solidFill>
                  <a:srgbClr val="0A2540"/>
                </a:solidFill>
                <a:latin typeface="JetBrains Mono"/>
                <a:ea typeface="JetBrains Mono"/>
                <a:cs typeface="JetBrains Mono"/>
              </a:defRPr>
            </a:lvl3pPr>
            <a:lvl4pPr algn="l">
              <a:defRPr sz="1366" b="0" i="0" kern="0" spc="0">
                <a:solidFill>
                  <a:srgbClr val="0A2540"/>
                </a:solidFill>
                <a:latin typeface="JetBrains Mono"/>
                <a:ea typeface="JetBrains Mono"/>
                <a:cs typeface="JetBrains Mono"/>
              </a:defRPr>
            </a:lvl4pPr>
            <a:lvl5pPr algn="l">
              <a:defRPr sz="1366" b="0" i="0" kern="0" spc="0">
                <a:solidFill>
                  <a:srgbClr val="0A2540"/>
                </a:solidFill>
                <a:latin typeface="JetBrains Mono"/>
                <a:ea typeface="JetBrains Mono"/>
                <a:cs typeface="JetBrains Mono"/>
              </a:defRPr>
            </a:lvl5pPr>
            <a:lvl6pPr algn="l">
              <a:defRPr sz="1366" b="0" i="0" kern="0" spc="0">
                <a:solidFill>
                  <a:srgbClr val="0A2540"/>
                </a:solidFill>
                <a:latin typeface="JetBrains Mono"/>
                <a:ea typeface="JetBrains Mono"/>
                <a:cs typeface="JetBrains Mono"/>
              </a:defRPr>
            </a:lvl6pPr>
            <a:lvl7pPr algn="l">
              <a:defRPr sz="1366" b="0" i="0" kern="0" spc="0">
                <a:solidFill>
                  <a:srgbClr val="0A2540"/>
                </a:solidFill>
                <a:latin typeface="JetBrains Mono"/>
                <a:ea typeface="JetBrains Mono"/>
                <a:cs typeface="JetBrains Mono"/>
              </a:defRPr>
            </a:lvl7pPr>
            <a:lvl8pPr algn="l">
              <a:defRPr sz="1366" b="0" i="0" kern="0" spc="0">
                <a:solidFill>
                  <a:srgbClr val="0A2540"/>
                </a:solidFill>
                <a:latin typeface="JetBrains Mono"/>
                <a:ea typeface="JetBrains Mono"/>
                <a:cs typeface="JetBrains Mono"/>
              </a:defRPr>
            </a:lvl8pPr>
            <a:lvl9pPr algn="l">
              <a:defRPr sz="1366" b="0" i="0" kern="0" spc="0">
                <a:solidFill>
                  <a:srgbClr val="0A2540"/>
                </a:solidFill>
                <a:latin typeface="JetBrains Mono"/>
                <a:ea typeface="JetBrains Mono"/>
                <a:cs typeface="JetBrains Mono"/>
              </a:defRPr>
            </a:lvl9pPr>
          </a:lstStyle>
          <a:p>
            <a:pPr algn="l">
              <a:lnSpc>
                <a:spcPct val="100000"/>
              </a:lnSpc>
              <a:buNone/>
              <a:defRPr sz="1366" b="0" i="0" kern="0" spc="0">
                <a:solidFill>
                  <a:srgbClr val="0A2540"/>
                </a:solidFill>
                <a:latin typeface="JetBrains Mono"/>
                <a:ea typeface="JetBrains Mono"/>
                <a:cs typeface="JetBrains Mono"/>
              </a:defRPr>
            </a:pPr>
            <a:r>
              <a:rPr sz="1366" b="0" i="0" kern="0" spc="0">
                <a:solidFill>
                  <a:srgbClr val="0A2540"/>
                </a:solidFill>
                <a:latin typeface="JetBrains Mono"/>
                <a:ea typeface="JetBrains Mono"/>
                <a:cs typeface="JetBrains Mono"/>
              </a:rPr>
              <a:t>s</a:t>
            </a:r>
          </a:p>
        </p:txBody>
      </p:sp>
      <p:sp>
        <p:nvSpPr>
          <p:cNvPr id="46" name="s15 text 16">
            <a:extLst>
              <a:ext uri="{FF2B5EF4-FFF2-40B4-BE49-F238E27FC236}">
                <a16:creationId xmlns:a16="http://schemas.microsoft.com/office/drawing/2014/main" id="{082433F9-5D33-4F78-AC77-CF842D7AC82D}"/>
              </a:ext>
            </a:extLst>
          </p:cNvPr>
          <p:cNvSpPr>
            <a:spLocks noGrp="1"/>
          </p:cNvSpPr>
          <p:nvPr/>
        </p:nvSpPr>
        <p:spPr>
          <a:xfrm>
            <a:off x="4140714" y="3030930"/>
            <a:ext cx="1207408"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 46(600)</a:t>
            </a:r>
          </a:p>
        </p:txBody>
      </p:sp>
      <p:sp>
        <p:nvSpPr>
          <p:cNvPr id="47" name="s15 text 17">
            <a:extLst>
              <a:ext uri="{FF2B5EF4-FFF2-40B4-BE49-F238E27FC236}">
                <a16:creationId xmlns:a16="http://schemas.microsoft.com/office/drawing/2014/main" id="{F72E4DDC-2105-4B5A-B04E-329C9FBD8175}"/>
              </a:ext>
            </a:extLst>
          </p:cNvPr>
          <p:cNvSpPr>
            <a:spLocks noGrp="1"/>
          </p:cNvSpPr>
          <p:nvPr/>
        </p:nvSpPr>
        <p:spPr>
          <a:xfrm>
            <a:off x="978694" y="3373830"/>
            <a:ext cx="1207408" cy="316000"/>
          </a:xfrm>
          <a:prstGeom prst="rect">
            <a:avLst/>
          </a:prstGeom>
          <a:noFill/>
          <a:ln w="0">
            <a:noFill/>
            <a:prstDash val="solid"/>
          </a:ln>
        </p:spPr>
        <p:txBody>
          <a:bodyPr wrap="none" lIns="0" tIns="0" rIns="0" bIns="0" anchor="t">
            <a:noAutofit/>
          </a:bodyPr>
          <a:lstStyle>
            <a:defPPr algn="l">
              <a:defRPr sz="1639" b="0" i="0" kern="0" spc="-11">
                <a:solidFill>
                  <a:srgbClr val="0A2540"/>
                </a:solidFill>
                <a:latin typeface="JetBrains Mono"/>
                <a:ea typeface="JetBrains Mono"/>
                <a:cs typeface="JetBrains Mono"/>
              </a:defRPr>
            </a:defPPr>
            <a:lvl1pPr algn="l">
              <a:defRPr sz="1639" b="0" i="0" kern="0" spc="-11">
                <a:solidFill>
                  <a:srgbClr val="0A2540"/>
                </a:solidFill>
                <a:latin typeface="JetBrains Mono"/>
                <a:ea typeface="JetBrains Mono"/>
                <a:cs typeface="JetBrains Mono"/>
              </a:defRPr>
            </a:lvl1pPr>
            <a:lvl2pPr algn="l">
              <a:defRPr sz="1639" b="0" i="0" kern="0" spc="-11">
                <a:solidFill>
                  <a:srgbClr val="0A2540"/>
                </a:solidFill>
                <a:latin typeface="JetBrains Mono"/>
                <a:ea typeface="JetBrains Mono"/>
                <a:cs typeface="JetBrains Mono"/>
              </a:defRPr>
            </a:lvl2pPr>
            <a:lvl3pPr algn="l">
              <a:defRPr sz="1639" b="0" i="0" kern="0" spc="-11">
                <a:solidFill>
                  <a:srgbClr val="0A2540"/>
                </a:solidFill>
                <a:latin typeface="JetBrains Mono"/>
                <a:ea typeface="JetBrains Mono"/>
                <a:cs typeface="JetBrains Mono"/>
              </a:defRPr>
            </a:lvl3pPr>
            <a:lvl4pPr algn="l">
              <a:defRPr sz="1639" b="0" i="0" kern="0" spc="-11">
                <a:solidFill>
                  <a:srgbClr val="0A2540"/>
                </a:solidFill>
                <a:latin typeface="JetBrains Mono"/>
                <a:ea typeface="JetBrains Mono"/>
                <a:cs typeface="JetBrains Mono"/>
              </a:defRPr>
            </a:lvl4pPr>
            <a:lvl5pPr algn="l">
              <a:defRPr sz="1639" b="0" i="0" kern="0" spc="-11">
                <a:solidFill>
                  <a:srgbClr val="0A2540"/>
                </a:solidFill>
                <a:latin typeface="JetBrains Mono"/>
                <a:ea typeface="JetBrains Mono"/>
                <a:cs typeface="JetBrains Mono"/>
              </a:defRPr>
            </a:lvl5pPr>
            <a:lvl6pPr algn="l">
              <a:defRPr sz="1639" b="0" i="0" kern="0" spc="-11">
                <a:solidFill>
                  <a:srgbClr val="0A2540"/>
                </a:solidFill>
                <a:latin typeface="JetBrains Mono"/>
                <a:ea typeface="JetBrains Mono"/>
                <a:cs typeface="JetBrains Mono"/>
              </a:defRPr>
            </a:lvl6pPr>
            <a:lvl7pPr algn="l">
              <a:defRPr sz="1639" b="0" i="0" kern="0" spc="-11">
                <a:solidFill>
                  <a:srgbClr val="0A2540"/>
                </a:solidFill>
                <a:latin typeface="JetBrains Mono"/>
                <a:ea typeface="JetBrains Mono"/>
                <a:cs typeface="JetBrains Mono"/>
              </a:defRPr>
            </a:lvl7pPr>
            <a:lvl8pPr algn="l">
              <a:defRPr sz="1639" b="0" i="0" kern="0" spc="-11">
                <a:solidFill>
                  <a:srgbClr val="0A2540"/>
                </a:solidFill>
                <a:latin typeface="JetBrains Mono"/>
                <a:ea typeface="JetBrains Mono"/>
                <a:cs typeface="JetBrains Mono"/>
              </a:defRPr>
            </a:lvl8pPr>
            <a:lvl9pPr algn="l">
              <a:defRPr sz="1639" b="0" i="0" kern="0" spc="-11">
                <a:solidFill>
                  <a:srgbClr val="0A2540"/>
                </a:solidFill>
                <a:latin typeface="JetBrains Mono"/>
                <a:ea typeface="JetBrains Mono"/>
                <a:cs typeface="JetBrains Mono"/>
              </a:defRPr>
            </a:lvl9pPr>
          </a:lstStyle>
          <a:p>
            <a:pPr algn="l">
              <a:lnSpc>
                <a:spcPct val="100000"/>
              </a:lnSpc>
              <a:buNone/>
              <a:defRPr sz="1639" b="0" i="0" kern="0" spc="-11">
                <a:solidFill>
                  <a:srgbClr val="0A2540"/>
                </a:solidFill>
                <a:latin typeface="JetBrains Mono"/>
                <a:ea typeface="JetBrains Mono"/>
                <a:cs typeface="JetBrains Mono"/>
              </a:defRPr>
            </a:pPr>
            <a:r>
              <a:rPr sz="1639" b="0" i="0" kern="0" spc="-11">
                <a:solidFill>
                  <a:srgbClr val="0A2540"/>
                </a:solidFill>
                <a:latin typeface="JetBrains Mono"/>
                <a:ea typeface="JetBrains Mono"/>
                <a:cs typeface="JetBrains Mono"/>
              </a:rPr>
              <a:t>+ 6,400 =</a:t>
            </a:r>
          </a:p>
        </p:txBody>
      </p:sp>
      <p:sp>
        <p:nvSpPr>
          <p:cNvPr id="48" name="s15 text 18">
            <a:extLst>
              <a:ext uri="{FF2B5EF4-FFF2-40B4-BE49-F238E27FC236}">
                <a16:creationId xmlns:a16="http://schemas.microsoft.com/office/drawing/2014/main" id="{0E58A22E-B2EC-42B2-A2BF-3238DC8493D0}"/>
              </a:ext>
            </a:extLst>
          </p:cNvPr>
          <p:cNvSpPr>
            <a:spLocks noGrp="1"/>
          </p:cNvSpPr>
          <p:nvPr/>
        </p:nvSpPr>
        <p:spPr>
          <a:xfrm>
            <a:off x="2215679" y="3373830"/>
            <a:ext cx="832695" cy="316000"/>
          </a:xfrm>
          <a:prstGeom prst="rect">
            <a:avLst/>
          </a:prstGeom>
          <a:noFill/>
          <a:ln w="0">
            <a:noFill/>
            <a:prstDash val="solid"/>
          </a:ln>
        </p:spPr>
        <p:txBody>
          <a:bodyPr wrap="none" lIns="0" tIns="0" rIns="0" bIns="0" anchor="t">
            <a:noAutofit/>
          </a:bodyPr>
          <a:lstStyle>
            <a:defPPr algn="l">
              <a:defRPr sz="1639" b="1" i="0" kern="0" spc="-10">
                <a:solidFill>
                  <a:srgbClr val="0A2540"/>
                </a:solidFill>
                <a:latin typeface="JetBrains Mono"/>
                <a:ea typeface="JetBrains Mono"/>
                <a:cs typeface="JetBrains Mono"/>
              </a:defRPr>
            </a:defPPr>
            <a:lvl1pPr algn="l">
              <a:defRPr sz="1639" b="1" i="0" kern="0" spc="-10">
                <a:solidFill>
                  <a:srgbClr val="0A2540"/>
                </a:solidFill>
                <a:latin typeface="JetBrains Mono"/>
                <a:ea typeface="JetBrains Mono"/>
                <a:cs typeface="JetBrains Mono"/>
              </a:defRPr>
            </a:lvl1pPr>
            <a:lvl2pPr algn="l">
              <a:defRPr sz="1639" b="1" i="0" kern="0" spc="-10">
                <a:solidFill>
                  <a:srgbClr val="0A2540"/>
                </a:solidFill>
                <a:latin typeface="JetBrains Mono"/>
                <a:ea typeface="JetBrains Mono"/>
                <a:cs typeface="JetBrains Mono"/>
              </a:defRPr>
            </a:lvl2pPr>
            <a:lvl3pPr algn="l">
              <a:defRPr sz="1639" b="1" i="0" kern="0" spc="-10">
                <a:solidFill>
                  <a:srgbClr val="0A2540"/>
                </a:solidFill>
                <a:latin typeface="JetBrains Mono"/>
                <a:ea typeface="JetBrains Mono"/>
                <a:cs typeface="JetBrains Mono"/>
              </a:defRPr>
            </a:lvl3pPr>
            <a:lvl4pPr algn="l">
              <a:defRPr sz="1639" b="1" i="0" kern="0" spc="-10">
                <a:solidFill>
                  <a:srgbClr val="0A2540"/>
                </a:solidFill>
                <a:latin typeface="JetBrains Mono"/>
                <a:ea typeface="JetBrains Mono"/>
                <a:cs typeface="JetBrains Mono"/>
              </a:defRPr>
            </a:lvl4pPr>
            <a:lvl5pPr algn="l">
              <a:defRPr sz="1639" b="1" i="0" kern="0" spc="-10">
                <a:solidFill>
                  <a:srgbClr val="0A2540"/>
                </a:solidFill>
                <a:latin typeface="JetBrains Mono"/>
                <a:ea typeface="JetBrains Mono"/>
                <a:cs typeface="JetBrains Mono"/>
              </a:defRPr>
            </a:lvl5pPr>
            <a:lvl6pPr algn="l">
              <a:defRPr sz="1639" b="1" i="0" kern="0" spc="-10">
                <a:solidFill>
                  <a:srgbClr val="0A2540"/>
                </a:solidFill>
                <a:latin typeface="JetBrains Mono"/>
                <a:ea typeface="JetBrains Mono"/>
                <a:cs typeface="JetBrains Mono"/>
              </a:defRPr>
            </a:lvl6pPr>
            <a:lvl7pPr algn="l">
              <a:defRPr sz="1639" b="1" i="0" kern="0" spc="-10">
                <a:solidFill>
                  <a:srgbClr val="0A2540"/>
                </a:solidFill>
                <a:latin typeface="JetBrains Mono"/>
                <a:ea typeface="JetBrains Mono"/>
                <a:cs typeface="JetBrains Mono"/>
              </a:defRPr>
            </a:lvl7pPr>
            <a:lvl8pPr algn="l">
              <a:defRPr sz="1639" b="1" i="0" kern="0" spc="-10">
                <a:solidFill>
                  <a:srgbClr val="0A2540"/>
                </a:solidFill>
                <a:latin typeface="JetBrains Mono"/>
                <a:ea typeface="JetBrains Mono"/>
                <a:cs typeface="JetBrains Mono"/>
              </a:defRPr>
            </a:lvl8pPr>
            <a:lvl9pPr algn="l">
              <a:defRPr sz="1639" b="1" i="0" kern="0" spc="-10">
                <a:solidFill>
                  <a:srgbClr val="0A2540"/>
                </a:solidFill>
                <a:latin typeface="JetBrains Mono"/>
                <a:ea typeface="JetBrains Mono"/>
                <a:cs typeface="JetBrains Mono"/>
              </a:defRPr>
            </a:lvl9pPr>
          </a:lstStyle>
          <a:p>
            <a:pPr algn="l">
              <a:lnSpc>
                <a:spcPct val="100000"/>
              </a:lnSpc>
              <a:buNone/>
              <a:defRPr sz="1639" b="1" i="0" kern="0" spc="-10">
                <a:solidFill>
                  <a:srgbClr val="0A2540"/>
                </a:solidFill>
                <a:latin typeface="JetBrains Mono"/>
                <a:ea typeface="JetBrains Mono"/>
                <a:cs typeface="JetBrains Mono"/>
              </a:defRPr>
            </a:pPr>
            <a:r>
              <a:rPr sz="1639" b="1" i="0" kern="0" spc="-10">
                <a:solidFill>
                  <a:srgbClr val="0A2540"/>
                </a:solidFill>
                <a:latin typeface="JetBrains Mono"/>
                <a:ea typeface="JetBrains Mono"/>
                <a:cs typeface="JetBrains Mono"/>
              </a:rPr>
              <a:t>34,000</a:t>
            </a:r>
          </a:p>
        </p:txBody>
      </p:sp>
      <p:sp>
        <p:nvSpPr>
          <p:cNvPr id="49" name="s15 text 19">
            <a:extLst>
              <a:ext uri="{FF2B5EF4-FFF2-40B4-BE49-F238E27FC236}">
                <a16:creationId xmlns:a16="http://schemas.microsoft.com/office/drawing/2014/main" id="{F8DCC1B6-CC45-47F2-A677-3E43E81A4E1A}"/>
              </a:ext>
            </a:extLst>
          </p:cNvPr>
          <p:cNvSpPr>
            <a:spLocks noGrp="1"/>
          </p:cNvSpPr>
          <p:nvPr/>
        </p:nvSpPr>
        <p:spPr>
          <a:xfrm>
            <a:off x="631999" y="3847338"/>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3</a:t>
            </a:r>
          </a:p>
        </p:txBody>
      </p:sp>
      <p:sp>
        <p:nvSpPr>
          <p:cNvPr id="50" name="s15 text 20">
            <a:extLst>
              <a:ext uri="{FF2B5EF4-FFF2-40B4-BE49-F238E27FC236}">
                <a16:creationId xmlns:a16="http://schemas.microsoft.com/office/drawing/2014/main" id="{EA0E24AC-87AE-4240-8653-101D812758D5}"/>
              </a:ext>
            </a:extLst>
          </p:cNvPr>
          <p:cNvSpPr>
            <a:spLocks noGrp="1"/>
          </p:cNvSpPr>
          <p:nvPr/>
        </p:nvSpPr>
        <p:spPr>
          <a:xfrm>
            <a:off x="978694" y="3785964"/>
            <a:ext cx="1093280" cy="308146"/>
          </a:xfrm>
          <a:prstGeom prst="rect">
            <a:avLst/>
          </a:prstGeom>
          <a:noFill/>
          <a:ln w="0">
            <a:noFill/>
            <a:prstDash val="solid"/>
          </a:ln>
        </p:spPr>
        <p:txBody>
          <a:bodyPr wrap="none" lIns="0" tIns="0" rIns="0" bIns="0" anchor="t">
            <a:noAutofit/>
          </a:bodyPr>
          <a:lstStyle>
            <a:defPPr algn="l">
              <a:defRPr sz="1744" b="0" i="0" kern="0" spc="-10">
                <a:solidFill>
                  <a:srgbClr val="0A2540"/>
                </a:solidFill>
                <a:latin typeface="Inter"/>
                <a:ea typeface="Inter"/>
                <a:cs typeface="Inter"/>
              </a:defRPr>
            </a:defPPr>
            <a:lvl1pPr algn="l">
              <a:defRPr sz="1744" b="0" i="0" kern="0" spc="-10">
                <a:solidFill>
                  <a:srgbClr val="0A2540"/>
                </a:solidFill>
                <a:latin typeface="Inter"/>
                <a:ea typeface="Inter"/>
                <a:cs typeface="Inter"/>
              </a:defRPr>
            </a:lvl1pPr>
            <a:lvl2pPr algn="l">
              <a:defRPr sz="1744" b="0" i="0" kern="0" spc="-10">
                <a:solidFill>
                  <a:srgbClr val="0A2540"/>
                </a:solidFill>
                <a:latin typeface="Inter"/>
                <a:ea typeface="Inter"/>
                <a:cs typeface="Inter"/>
              </a:defRPr>
            </a:lvl2pPr>
            <a:lvl3pPr algn="l">
              <a:defRPr sz="1744" b="0" i="0" kern="0" spc="-10">
                <a:solidFill>
                  <a:srgbClr val="0A2540"/>
                </a:solidFill>
                <a:latin typeface="Inter"/>
                <a:ea typeface="Inter"/>
                <a:cs typeface="Inter"/>
              </a:defRPr>
            </a:lvl3pPr>
            <a:lvl4pPr algn="l">
              <a:defRPr sz="1744" b="0" i="0" kern="0" spc="-10">
                <a:solidFill>
                  <a:srgbClr val="0A2540"/>
                </a:solidFill>
                <a:latin typeface="Inter"/>
                <a:ea typeface="Inter"/>
                <a:cs typeface="Inter"/>
              </a:defRPr>
            </a:lvl4pPr>
            <a:lvl5pPr algn="l">
              <a:defRPr sz="1744" b="0" i="0" kern="0" spc="-10">
                <a:solidFill>
                  <a:srgbClr val="0A2540"/>
                </a:solidFill>
                <a:latin typeface="Inter"/>
                <a:ea typeface="Inter"/>
                <a:cs typeface="Inter"/>
              </a:defRPr>
            </a:lvl5pPr>
            <a:lvl6pPr algn="l">
              <a:defRPr sz="1744" b="0" i="0" kern="0" spc="-10">
                <a:solidFill>
                  <a:srgbClr val="0A2540"/>
                </a:solidFill>
                <a:latin typeface="Inter"/>
                <a:ea typeface="Inter"/>
                <a:cs typeface="Inter"/>
              </a:defRPr>
            </a:lvl6pPr>
            <a:lvl7pPr algn="l">
              <a:defRPr sz="1744" b="0" i="0" kern="0" spc="-10">
                <a:solidFill>
                  <a:srgbClr val="0A2540"/>
                </a:solidFill>
                <a:latin typeface="Inter"/>
                <a:ea typeface="Inter"/>
                <a:cs typeface="Inter"/>
              </a:defRPr>
            </a:lvl7pPr>
            <a:lvl8pPr algn="l">
              <a:defRPr sz="1744" b="0" i="0" kern="0" spc="-10">
                <a:solidFill>
                  <a:srgbClr val="0A2540"/>
                </a:solidFill>
                <a:latin typeface="Inter"/>
                <a:ea typeface="Inter"/>
                <a:cs typeface="Inter"/>
              </a:defRPr>
            </a:lvl8pPr>
            <a:lvl9pPr algn="l">
              <a:defRPr sz="1744" b="0" i="0" kern="0" spc="-10">
                <a:solidFill>
                  <a:srgbClr val="0A2540"/>
                </a:solidFill>
                <a:latin typeface="Inter"/>
                <a:ea typeface="Inter"/>
                <a:cs typeface="Inter"/>
              </a:defRPr>
            </a:lvl9pPr>
          </a:lstStyle>
          <a:p>
            <a:pPr algn="l">
              <a:lnSpc>
                <a:spcPct val="100000"/>
              </a:lnSpc>
              <a:buNone/>
              <a:defRPr sz="1744" b="0" i="0" kern="0" spc="-10">
                <a:solidFill>
                  <a:srgbClr val="0A2540"/>
                </a:solidFill>
                <a:latin typeface="Inter"/>
                <a:ea typeface="Inter"/>
                <a:cs typeface="Inter"/>
              </a:defRPr>
            </a:pPr>
            <a:r>
              <a:rPr sz="1744" b="0" i="0" kern="0" spc="-10">
                <a:solidFill>
                  <a:srgbClr val="0A2540"/>
                </a:solidFill>
                <a:latin typeface="Inter"/>
                <a:ea typeface="Inter"/>
                <a:cs typeface="Inter"/>
              </a:rPr>
              <a:t>Imports =</a:t>
            </a:r>
          </a:p>
        </p:txBody>
      </p:sp>
      <p:sp>
        <p:nvSpPr>
          <p:cNvPr id="51" name="s15 text 21">
            <a:extLst>
              <a:ext uri="{FF2B5EF4-FFF2-40B4-BE49-F238E27FC236}">
                <a16:creationId xmlns:a16="http://schemas.microsoft.com/office/drawing/2014/main" id="{22770E00-2C60-4142-9C61-FDD0D972E170}"/>
              </a:ext>
            </a:extLst>
          </p:cNvPr>
          <p:cNvSpPr>
            <a:spLocks noGrp="1"/>
          </p:cNvSpPr>
          <p:nvPr/>
        </p:nvSpPr>
        <p:spPr>
          <a:xfrm>
            <a:off x="2034294" y="3788168"/>
            <a:ext cx="1956835"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38,800 − 34,000</a:t>
            </a:r>
          </a:p>
        </p:txBody>
      </p:sp>
      <p:sp>
        <p:nvSpPr>
          <p:cNvPr id="52" name="s15 text 22">
            <a:extLst>
              <a:ext uri="{FF2B5EF4-FFF2-40B4-BE49-F238E27FC236}">
                <a16:creationId xmlns:a16="http://schemas.microsoft.com/office/drawing/2014/main" id="{4BEF64EA-8D0E-454D-8FA3-A5F02190B50D}"/>
              </a:ext>
            </a:extLst>
          </p:cNvPr>
          <p:cNvSpPr>
            <a:spLocks noGrp="1"/>
          </p:cNvSpPr>
          <p:nvPr/>
        </p:nvSpPr>
        <p:spPr>
          <a:xfrm>
            <a:off x="631999" y="4304538"/>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4</a:t>
            </a:r>
          </a:p>
        </p:txBody>
      </p:sp>
      <p:sp>
        <p:nvSpPr>
          <p:cNvPr id="53" name="s15 text 23">
            <a:extLst>
              <a:ext uri="{FF2B5EF4-FFF2-40B4-BE49-F238E27FC236}">
                <a16:creationId xmlns:a16="http://schemas.microsoft.com/office/drawing/2014/main" id="{B048F21C-2BF3-434C-B510-BEC544606EE6}"/>
              </a:ext>
            </a:extLst>
          </p:cNvPr>
          <p:cNvSpPr>
            <a:spLocks noGrp="1"/>
          </p:cNvSpPr>
          <p:nvPr/>
        </p:nvSpPr>
        <p:spPr>
          <a:xfrm>
            <a:off x="978694" y="4243164"/>
            <a:ext cx="3664839"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Short cut with the import function:</a:t>
            </a:r>
          </a:p>
        </p:txBody>
      </p:sp>
      <p:sp>
        <p:nvSpPr>
          <p:cNvPr id="54" name="s15 text 24">
            <a:extLst>
              <a:ext uri="{FF2B5EF4-FFF2-40B4-BE49-F238E27FC236}">
                <a16:creationId xmlns:a16="http://schemas.microsoft.com/office/drawing/2014/main" id="{189A7EDC-E8B7-4034-B618-C0F142D9FDE5}"/>
              </a:ext>
            </a:extLst>
          </p:cNvPr>
          <p:cNvSpPr>
            <a:spLocks noGrp="1"/>
          </p:cNvSpPr>
          <p:nvPr/>
        </p:nvSpPr>
        <p:spPr>
          <a:xfrm>
            <a:off x="4576130" y="4245368"/>
            <a:ext cx="832695"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33,600</a:t>
            </a:r>
          </a:p>
        </p:txBody>
      </p:sp>
      <p:sp>
        <p:nvSpPr>
          <p:cNvPr id="55" name="s15 text 25">
            <a:extLst>
              <a:ext uri="{FF2B5EF4-FFF2-40B4-BE49-F238E27FC236}">
                <a16:creationId xmlns:a16="http://schemas.microsoft.com/office/drawing/2014/main" id="{C1EADEE4-FE63-4005-8A37-9367EE99F85F}"/>
              </a:ext>
            </a:extLst>
          </p:cNvPr>
          <p:cNvSpPr>
            <a:spLocks noGrp="1"/>
          </p:cNvSpPr>
          <p:nvPr/>
        </p:nvSpPr>
        <p:spPr>
          <a:xfrm>
            <a:off x="978694" y="4552549"/>
            <a:ext cx="2206581"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− 48(600) = 4,800</a:t>
            </a:r>
          </a:p>
        </p:txBody>
      </p:sp>
      <p:sp>
        <p:nvSpPr>
          <p:cNvPr id="56" name="s15 text 27">
            <a:extLst>
              <a:ext uri="{FF2B5EF4-FFF2-40B4-BE49-F238E27FC236}">
                <a16:creationId xmlns:a16="http://schemas.microsoft.com/office/drawing/2014/main" id="{38AEB8EB-0370-4C73-95FA-789079A8A2D9}"/>
              </a:ext>
            </a:extLst>
          </p:cNvPr>
          <p:cNvSpPr>
            <a:spLocks noGrp="1"/>
          </p:cNvSpPr>
          <p:nvPr/>
        </p:nvSpPr>
        <p:spPr>
          <a:xfrm>
            <a:off x="3142665" y="4525907"/>
            <a:ext cx="254413" cy="338737"/>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Arial"/>
                <a:ea typeface="Arial"/>
                <a:cs typeface="Arial"/>
              </a:defRPr>
            </a:defPPr>
            <a:lvl1pPr algn="l">
              <a:defRPr sz="1744" b="0" i="0" kern="0" spc="0">
                <a:solidFill>
                  <a:srgbClr val="0A2540"/>
                </a:solidFill>
                <a:latin typeface="Arial"/>
                <a:ea typeface="Arial"/>
                <a:cs typeface="Arial"/>
              </a:defRPr>
            </a:lvl1pPr>
            <a:lvl2pPr algn="l">
              <a:defRPr sz="1744" b="0" i="0" kern="0" spc="0">
                <a:solidFill>
                  <a:srgbClr val="0A2540"/>
                </a:solidFill>
                <a:latin typeface="Arial"/>
                <a:ea typeface="Arial"/>
                <a:cs typeface="Arial"/>
              </a:defRPr>
            </a:lvl2pPr>
            <a:lvl3pPr algn="l">
              <a:defRPr sz="1744" b="0" i="0" kern="0" spc="0">
                <a:solidFill>
                  <a:srgbClr val="0A2540"/>
                </a:solidFill>
                <a:latin typeface="Arial"/>
                <a:ea typeface="Arial"/>
                <a:cs typeface="Arial"/>
              </a:defRPr>
            </a:lvl3pPr>
            <a:lvl4pPr algn="l">
              <a:defRPr sz="1744" b="0" i="0" kern="0" spc="0">
                <a:solidFill>
                  <a:srgbClr val="0A2540"/>
                </a:solidFill>
                <a:latin typeface="Arial"/>
                <a:ea typeface="Arial"/>
                <a:cs typeface="Arial"/>
              </a:defRPr>
            </a:lvl4pPr>
            <a:lvl5pPr algn="l">
              <a:defRPr sz="1744" b="0" i="0" kern="0" spc="0">
                <a:solidFill>
                  <a:srgbClr val="0A2540"/>
                </a:solidFill>
                <a:latin typeface="Arial"/>
                <a:ea typeface="Arial"/>
                <a:cs typeface="Arial"/>
              </a:defRPr>
            </a:lvl5pPr>
            <a:lvl6pPr algn="l">
              <a:defRPr sz="1744" b="0" i="0" kern="0" spc="0">
                <a:solidFill>
                  <a:srgbClr val="0A2540"/>
                </a:solidFill>
                <a:latin typeface="Arial"/>
                <a:ea typeface="Arial"/>
                <a:cs typeface="Arial"/>
              </a:defRPr>
            </a:lvl6pPr>
            <a:lvl7pPr algn="l">
              <a:defRPr sz="1744" b="0" i="0" kern="0" spc="0">
                <a:solidFill>
                  <a:srgbClr val="0A2540"/>
                </a:solidFill>
                <a:latin typeface="Arial"/>
                <a:ea typeface="Arial"/>
                <a:cs typeface="Arial"/>
              </a:defRPr>
            </a:lvl7pPr>
            <a:lvl8pPr algn="l">
              <a:defRPr sz="1744" b="0" i="0" kern="0" spc="0">
                <a:solidFill>
                  <a:srgbClr val="0A2540"/>
                </a:solidFill>
                <a:latin typeface="Arial"/>
                <a:ea typeface="Arial"/>
                <a:cs typeface="Arial"/>
              </a:defRPr>
            </a:lvl8pPr>
            <a:lvl9pPr algn="l">
              <a:defRPr sz="1744" b="0" i="0" kern="0" spc="0">
                <a:solidFill>
                  <a:srgbClr val="0A2540"/>
                </a:solidFill>
                <a:latin typeface="Arial"/>
                <a:ea typeface="Arial"/>
                <a:cs typeface="Arial"/>
              </a:defRPr>
            </a:lvl9pPr>
          </a:lstStyle>
          <a:p>
            <a:pPr algn="l">
              <a:lnSpc>
                <a:spcPct val="100000"/>
              </a:lnSpc>
              <a:buNone/>
              <a:defRPr sz="1744" b="0" i="0" kern="0" spc="0">
                <a:solidFill>
                  <a:srgbClr val="0A2540"/>
                </a:solidFill>
                <a:latin typeface="Arial"/>
                <a:ea typeface="Arial"/>
                <a:cs typeface="Arial"/>
              </a:defRPr>
            </a:pPr>
            <a:r>
              <a:rPr sz="1744" b="0" i="0" kern="0" spc="0">
                <a:solidFill>
                  <a:srgbClr val="0A2540"/>
                </a:solidFill>
                <a:latin typeface="Arial"/>
                <a:ea typeface="Arial"/>
                <a:cs typeface="Arial"/>
              </a:rPr>
              <a:t>✓</a:t>
            </a:r>
          </a:p>
        </p:txBody>
      </p:sp>
      <p:sp>
        <p:nvSpPr>
          <p:cNvPr id="57" name="s15 text 28">
            <a:extLst>
              <a:ext uri="{FF2B5EF4-FFF2-40B4-BE49-F238E27FC236}">
                <a16:creationId xmlns:a16="http://schemas.microsoft.com/office/drawing/2014/main" id="{B44B9179-028F-487B-84FF-2C89871A785E}"/>
              </a:ext>
            </a:extLst>
          </p:cNvPr>
          <p:cNvSpPr>
            <a:spLocks noGrp="1"/>
          </p:cNvSpPr>
          <p:nvPr/>
        </p:nvSpPr>
        <p:spPr>
          <a:xfrm>
            <a:off x="671512" y="4990052"/>
            <a:ext cx="2125980" cy="260261"/>
          </a:xfrm>
          <a:prstGeom prst="rect">
            <a:avLst/>
          </a:prstGeom>
          <a:noFill/>
          <a:ln w="0">
            <a:noFill/>
            <a:prstDash val="solid"/>
          </a:ln>
        </p:spPr>
        <p:txBody>
          <a:bodyPr wrap="none" lIns="0" tIns="0" rIns="0" bIns="0" anchor="t">
            <a:noAutofit/>
          </a:bodyPr>
          <a:lstStyle>
            <a:defPPr algn="l">
              <a:defRPr sz="1350" b="0" i="0" kern="0" spc="-9">
                <a:solidFill>
                  <a:srgbClr val="0A2540"/>
                </a:solidFill>
                <a:latin typeface="JetBrains Mono"/>
                <a:ea typeface="JetBrains Mono"/>
                <a:cs typeface="JetBrains Mono"/>
              </a:defRPr>
            </a:defPPr>
            <a:lvl1pPr algn="l">
              <a:defRPr sz="1350" b="0" i="0" kern="0" spc="-9">
                <a:solidFill>
                  <a:srgbClr val="0A2540"/>
                </a:solidFill>
                <a:latin typeface="JetBrains Mono"/>
                <a:ea typeface="JetBrains Mono"/>
                <a:cs typeface="JetBrains Mono"/>
              </a:defRPr>
            </a:lvl1pPr>
            <a:lvl2pPr algn="l">
              <a:defRPr sz="1350" b="0" i="0" kern="0" spc="-9">
                <a:solidFill>
                  <a:srgbClr val="0A2540"/>
                </a:solidFill>
                <a:latin typeface="JetBrains Mono"/>
                <a:ea typeface="JetBrains Mono"/>
                <a:cs typeface="JetBrains Mono"/>
              </a:defRPr>
            </a:lvl2pPr>
            <a:lvl3pPr algn="l">
              <a:defRPr sz="1350" b="0" i="0" kern="0" spc="-9">
                <a:solidFill>
                  <a:srgbClr val="0A2540"/>
                </a:solidFill>
                <a:latin typeface="JetBrains Mono"/>
                <a:ea typeface="JetBrains Mono"/>
                <a:cs typeface="JetBrains Mono"/>
              </a:defRPr>
            </a:lvl3pPr>
            <a:lvl4pPr algn="l">
              <a:defRPr sz="1350" b="0" i="0" kern="0" spc="-9">
                <a:solidFill>
                  <a:srgbClr val="0A2540"/>
                </a:solidFill>
                <a:latin typeface="JetBrains Mono"/>
                <a:ea typeface="JetBrains Mono"/>
                <a:cs typeface="JetBrains Mono"/>
              </a:defRPr>
            </a:lvl4pPr>
            <a:lvl5pPr algn="l">
              <a:defRPr sz="1350" b="0" i="0" kern="0" spc="-9">
                <a:solidFill>
                  <a:srgbClr val="0A2540"/>
                </a:solidFill>
                <a:latin typeface="JetBrains Mono"/>
                <a:ea typeface="JetBrains Mono"/>
                <a:cs typeface="JetBrains Mono"/>
              </a:defRPr>
            </a:lvl5pPr>
            <a:lvl6pPr algn="l">
              <a:defRPr sz="1350" b="0" i="0" kern="0" spc="-9">
                <a:solidFill>
                  <a:srgbClr val="0A2540"/>
                </a:solidFill>
                <a:latin typeface="JetBrains Mono"/>
                <a:ea typeface="JetBrains Mono"/>
                <a:cs typeface="JetBrains Mono"/>
              </a:defRPr>
            </a:lvl6pPr>
            <a:lvl7pPr algn="l">
              <a:defRPr sz="1350" b="0" i="0" kern="0" spc="-9">
                <a:solidFill>
                  <a:srgbClr val="0A2540"/>
                </a:solidFill>
                <a:latin typeface="JetBrains Mono"/>
                <a:ea typeface="JetBrains Mono"/>
                <a:cs typeface="JetBrains Mono"/>
              </a:defRPr>
            </a:lvl7pPr>
            <a:lvl8pPr algn="l">
              <a:defRPr sz="1350" b="0" i="0" kern="0" spc="-9">
                <a:solidFill>
                  <a:srgbClr val="0A2540"/>
                </a:solidFill>
                <a:latin typeface="JetBrains Mono"/>
                <a:ea typeface="JetBrains Mono"/>
                <a:cs typeface="JetBrains Mono"/>
              </a:defRPr>
            </a:lvl8pPr>
            <a:lvl9pPr algn="l">
              <a:defRPr sz="1350" b="0" i="0" kern="0" spc="-9">
                <a:solidFill>
                  <a:srgbClr val="0A2540"/>
                </a:solidFill>
                <a:latin typeface="JetBrains Mono"/>
                <a:ea typeface="JetBrains Mono"/>
                <a:cs typeface="JetBrains Mono"/>
              </a:defRPr>
            </a:lvl9pPr>
          </a:lstStyle>
          <a:p>
            <a:pPr algn="l">
              <a:lnSpc>
                <a:spcPct val="100000"/>
              </a:lnSpc>
              <a:buNone/>
              <a:defRPr sz="1350" b="0" i="0" kern="0" spc="-9">
                <a:solidFill>
                  <a:srgbClr val="0A2540"/>
                </a:solidFill>
                <a:latin typeface="JetBrains Mono"/>
                <a:ea typeface="JetBrains Mono"/>
                <a:cs typeface="JetBrains Mono"/>
              </a:defRPr>
            </a:pPr>
            <a:r>
              <a:rPr sz="1350" b="0" i="0" kern="0" spc="-9">
                <a:solidFill>
                  <a:srgbClr val="0A2540"/>
                </a:solidFill>
                <a:latin typeface="JetBrains Mono"/>
                <a:ea typeface="JetBrains Mono"/>
                <a:cs typeface="JetBrains Mono"/>
              </a:rPr>
              <a:t>Free-trade imports =</a:t>
            </a:r>
          </a:p>
        </p:txBody>
      </p:sp>
      <p:sp>
        <p:nvSpPr>
          <p:cNvPr id="58" name="s15 text 29">
            <a:extLst>
              <a:ext uri="{FF2B5EF4-FFF2-40B4-BE49-F238E27FC236}">
                <a16:creationId xmlns:a16="http://schemas.microsoft.com/office/drawing/2014/main" id="{9BBD62BA-7DB6-4960-868D-AF71680CE578}"/>
              </a:ext>
            </a:extLst>
          </p:cNvPr>
          <p:cNvSpPr>
            <a:spLocks noGrp="1"/>
          </p:cNvSpPr>
          <p:nvPr/>
        </p:nvSpPr>
        <p:spPr>
          <a:xfrm>
            <a:off x="2807829" y="4990052"/>
            <a:ext cx="2434590" cy="260261"/>
          </a:xfrm>
          <a:prstGeom prst="rect">
            <a:avLst/>
          </a:prstGeom>
          <a:noFill/>
          <a:ln w="0">
            <a:noFill/>
            <a:prstDash val="solid"/>
          </a:ln>
        </p:spPr>
        <p:txBody>
          <a:bodyPr wrap="none" lIns="0" tIns="0" rIns="0" bIns="0" anchor="t">
            <a:noAutofit/>
          </a:bodyPr>
          <a:lstStyle>
            <a:defPPr algn="l">
              <a:defRPr sz="1350" b="1" i="0" kern="0" spc="-9">
                <a:solidFill>
                  <a:srgbClr val="0A2540"/>
                </a:solidFill>
                <a:latin typeface="JetBrains Mono"/>
                <a:ea typeface="JetBrains Mono"/>
                <a:cs typeface="JetBrains Mono"/>
              </a:defRPr>
            </a:defPPr>
            <a:lvl1pPr algn="l">
              <a:defRPr sz="1350" b="1" i="0" kern="0" spc="-9">
                <a:solidFill>
                  <a:srgbClr val="0A2540"/>
                </a:solidFill>
                <a:latin typeface="JetBrains Mono"/>
                <a:ea typeface="JetBrains Mono"/>
                <a:cs typeface="JetBrains Mono"/>
              </a:defRPr>
            </a:lvl1pPr>
            <a:lvl2pPr algn="l">
              <a:defRPr sz="1350" b="1" i="0" kern="0" spc="-9">
                <a:solidFill>
                  <a:srgbClr val="0A2540"/>
                </a:solidFill>
                <a:latin typeface="JetBrains Mono"/>
                <a:ea typeface="JetBrains Mono"/>
                <a:cs typeface="JetBrains Mono"/>
              </a:defRPr>
            </a:lvl2pPr>
            <a:lvl3pPr algn="l">
              <a:defRPr sz="1350" b="1" i="0" kern="0" spc="-9">
                <a:solidFill>
                  <a:srgbClr val="0A2540"/>
                </a:solidFill>
                <a:latin typeface="JetBrains Mono"/>
                <a:ea typeface="JetBrains Mono"/>
                <a:cs typeface="JetBrains Mono"/>
              </a:defRPr>
            </a:lvl3pPr>
            <a:lvl4pPr algn="l">
              <a:defRPr sz="1350" b="1" i="0" kern="0" spc="-9">
                <a:solidFill>
                  <a:srgbClr val="0A2540"/>
                </a:solidFill>
                <a:latin typeface="JetBrains Mono"/>
                <a:ea typeface="JetBrains Mono"/>
                <a:cs typeface="JetBrains Mono"/>
              </a:defRPr>
            </a:lvl4pPr>
            <a:lvl5pPr algn="l">
              <a:defRPr sz="1350" b="1" i="0" kern="0" spc="-9">
                <a:solidFill>
                  <a:srgbClr val="0A2540"/>
                </a:solidFill>
                <a:latin typeface="JetBrains Mono"/>
                <a:ea typeface="JetBrains Mono"/>
                <a:cs typeface="JetBrains Mono"/>
              </a:defRPr>
            </a:lvl5pPr>
            <a:lvl6pPr algn="l">
              <a:defRPr sz="1350" b="1" i="0" kern="0" spc="-9">
                <a:solidFill>
                  <a:srgbClr val="0A2540"/>
                </a:solidFill>
                <a:latin typeface="JetBrains Mono"/>
                <a:ea typeface="JetBrains Mono"/>
                <a:cs typeface="JetBrains Mono"/>
              </a:defRPr>
            </a:lvl6pPr>
            <a:lvl7pPr algn="l">
              <a:defRPr sz="1350" b="1" i="0" kern="0" spc="-9">
                <a:solidFill>
                  <a:srgbClr val="0A2540"/>
                </a:solidFill>
                <a:latin typeface="JetBrains Mono"/>
                <a:ea typeface="JetBrains Mono"/>
                <a:cs typeface="JetBrains Mono"/>
              </a:defRPr>
            </a:lvl7pPr>
            <a:lvl8pPr algn="l">
              <a:defRPr sz="1350" b="1" i="0" kern="0" spc="-9">
                <a:solidFill>
                  <a:srgbClr val="0A2540"/>
                </a:solidFill>
                <a:latin typeface="JetBrains Mono"/>
                <a:ea typeface="JetBrains Mono"/>
                <a:cs typeface="JetBrains Mono"/>
              </a:defRPr>
            </a:lvl8pPr>
            <a:lvl9pPr algn="l">
              <a:defRPr sz="1350" b="1" i="0" kern="0" spc="-9">
                <a:solidFill>
                  <a:srgbClr val="0A2540"/>
                </a:solidFill>
                <a:latin typeface="JetBrains Mono"/>
                <a:ea typeface="JetBrains Mono"/>
                <a:cs typeface="JetBrains Mono"/>
              </a:defRPr>
            </a:lvl9pPr>
          </a:lstStyle>
          <a:p>
            <a:pPr algn="l">
              <a:lnSpc>
                <a:spcPct val="100000"/>
              </a:lnSpc>
              <a:buNone/>
              <a:defRPr sz="1350" b="1" i="0" kern="0" spc="-9">
                <a:solidFill>
                  <a:srgbClr val="0A2540"/>
                </a:solidFill>
                <a:latin typeface="JetBrains Mono"/>
                <a:ea typeface="JetBrains Mono"/>
                <a:cs typeface="JetBrains Mono"/>
              </a:defRPr>
            </a:pPr>
            <a:r>
              <a:rPr sz="1350" b="1" i="0" kern="0" spc="-9">
                <a:solidFill>
                  <a:srgbClr val="0A2540"/>
                </a:solidFill>
                <a:latin typeface="JetBrains Mono"/>
                <a:ea typeface="JetBrains Mono"/>
                <a:cs typeface="JetBrains Mono"/>
              </a:rPr>
              <a:t>4,800 handbags per year</a:t>
            </a:r>
          </a:p>
        </p:txBody>
      </p:sp>
      <p:sp>
        <p:nvSpPr>
          <p:cNvPr id="59" name="s15 text 30">
            <a:extLst>
              <a:ext uri="{FF2B5EF4-FFF2-40B4-BE49-F238E27FC236}">
                <a16:creationId xmlns:a16="http://schemas.microsoft.com/office/drawing/2014/main" id="{DDD458E5-1684-44F3-9147-FA3AF5478335}"/>
              </a:ext>
            </a:extLst>
          </p:cNvPr>
          <p:cNvSpPr>
            <a:spLocks noGrp="1"/>
          </p:cNvSpPr>
          <p:nvPr/>
        </p:nvSpPr>
        <p:spPr>
          <a:xfrm>
            <a:off x="514350" y="5412953"/>
            <a:ext cx="4677061"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The world price $600 is below the autarky price $700, so A</a:t>
            </a:r>
          </a:p>
        </p:txBody>
      </p:sp>
      <p:sp>
        <p:nvSpPr>
          <p:cNvPr id="60" name="s15 text 31">
            <a:extLst>
              <a:ext uri="{FF2B5EF4-FFF2-40B4-BE49-F238E27FC236}">
                <a16:creationId xmlns:a16="http://schemas.microsoft.com/office/drawing/2014/main" id="{60F584C2-C0BA-40B3-A510-586833658069}"/>
              </a:ext>
            </a:extLst>
          </p:cNvPr>
          <p:cNvSpPr>
            <a:spLocks noGrp="1"/>
          </p:cNvSpPr>
          <p:nvPr/>
        </p:nvSpPr>
        <p:spPr>
          <a:xfrm>
            <a:off x="514350" y="5677272"/>
            <a:ext cx="699230"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imports.</a:t>
            </a:r>
          </a:p>
        </p:txBody>
      </p:sp>
      <p:sp>
        <p:nvSpPr>
          <p:cNvPr id="61" name="s15 text 32">
            <a:extLst>
              <a:ext uri="{FF2B5EF4-FFF2-40B4-BE49-F238E27FC236}">
                <a16:creationId xmlns:a16="http://schemas.microsoft.com/office/drawing/2014/main" id="{DDC2F9E1-DB06-47B6-8D3F-8610F876963F}"/>
              </a:ext>
            </a:extLst>
          </p:cNvPr>
          <p:cNvSpPr>
            <a:spLocks noGrp="1"/>
          </p:cNvSpPr>
          <p:nvPr/>
        </p:nvSpPr>
        <p:spPr>
          <a:xfrm>
            <a:off x="5973514" y="2905506"/>
            <a:ext cx="100013" cy="151819"/>
          </a:xfrm>
          <a:prstGeom prst="rect">
            <a:avLst/>
          </a:prstGeom>
          <a:noFill/>
          <a:ln w="0">
            <a:noFill/>
            <a:prstDash val="solid"/>
          </a:ln>
        </p:spPr>
        <p:txBody>
          <a:bodyPr wrap="none" lIns="0" tIns="0" rIns="0" bIns="0" anchor="t">
            <a:noAutofit/>
          </a:bodyPr>
          <a:lstStyle>
            <a:defPPr algn="l">
              <a:defRPr sz="787" b="0" i="0" kern="0" spc="0">
                <a:solidFill>
                  <a:srgbClr val="8B98AD"/>
                </a:solidFill>
                <a:latin typeface="JetBrains Mono"/>
                <a:ea typeface="JetBrains Mono"/>
                <a:cs typeface="JetBrains Mono"/>
              </a:defRPr>
            </a:defPPr>
            <a:lvl1pPr algn="l">
              <a:defRPr sz="787" b="0" i="0" kern="0" spc="0">
                <a:solidFill>
                  <a:srgbClr val="8B98AD"/>
                </a:solidFill>
                <a:latin typeface="JetBrains Mono"/>
                <a:ea typeface="JetBrains Mono"/>
                <a:cs typeface="JetBrains Mono"/>
              </a:defRPr>
            </a:lvl1pPr>
            <a:lvl2pPr algn="l">
              <a:defRPr sz="787" b="0" i="0" kern="0" spc="0">
                <a:solidFill>
                  <a:srgbClr val="8B98AD"/>
                </a:solidFill>
                <a:latin typeface="JetBrains Mono"/>
                <a:ea typeface="JetBrains Mono"/>
                <a:cs typeface="JetBrains Mono"/>
              </a:defRPr>
            </a:lvl2pPr>
            <a:lvl3pPr algn="l">
              <a:defRPr sz="787" b="0" i="0" kern="0" spc="0">
                <a:solidFill>
                  <a:srgbClr val="8B98AD"/>
                </a:solidFill>
                <a:latin typeface="JetBrains Mono"/>
                <a:ea typeface="JetBrains Mono"/>
                <a:cs typeface="JetBrains Mono"/>
              </a:defRPr>
            </a:lvl3pPr>
            <a:lvl4pPr algn="l">
              <a:defRPr sz="787" b="0" i="0" kern="0" spc="0">
                <a:solidFill>
                  <a:srgbClr val="8B98AD"/>
                </a:solidFill>
                <a:latin typeface="JetBrains Mono"/>
                <a:ea typeface="JetBrains Mono"/>
                <a:cs typeface="JetBrains Mono"/>
              </a:defRPr>
            </a:lvl4pPr>
            <a:lvl5pPr algn="l">
              <a:defRPr sz="787" b="0" i="0" kern="0" spc="0">
                <a:solidFill>
                  <a:srgbClr val="8B98AD"/>
                </a:solidFill>
                <a:latin typeface="JetBrains Mono"/>
                <a:ea typeface="JetBrains Mono"/>
                <a:cs typeface="JetBrains Mono"/>
              </a:defRPr>
            </a:lvl5pPr>
            <a:lvl6pPr algn="l">
              <a:defRPr sz="787" b="0" i="0" kern="0" spc="0">
                <a:solidFill>
                  <a:srgbClr val="8B98AD"/>
                </a:solidFill>
                <a:latin typeface="JetBrains Mono"/>
                <a:ea typeface="JetBrains Mono"/>
                <a:cs typeface="JetBrains Mono"/>
              </a:defRPr>
            </a:lvl6pPr>
            <a:lvl7pPr algn="l">
              <a:defRPr sz="787" b="0" i="0" kern="0" spc="0">
                <a:solidFill>
                  <a:srgbClr val="8B98AD"/>
                </a:solidFill>
                <a:latin typeface="JetBrains Mono"/>
                <a:ea typeface="JetBrains Mono"/>
                <a:cs typeface="JetBrains Mono"/>
              </a:defRPr>
            </a:lvl7pPr>
            <a:lvl8pPr algn="l">
              <a:defRPr sz="787" b="0" i="0" kern="0" spc="0">
                <a:solidFill>
                  <a:srgbClr val="8B98AD"/>
                </a:solidFill>
                <a:latin typeface="JetBrains Mono"/>
                <a:ea typeface="JetBrains Mono"/>
                <a:cs typeface="JetBrains Mono"/>
              </a:defRPr>
            </a:lvl8pPr>
            <a:lvl9pPr algn="l">
              <a:defRPr sz="787" b="0" i="0" kern="0" spc="0">
                <a:solidFill>
                  <a:srgbClr val="8B98AD"/>
                </a:solidFill>
                <a:latin typeface="JetBrains Mono"/>
                <a:ea typeface="JetBrains Mono"/>
                <a:cs typeface="JetBrains Mono"/>
              </a:defRPr>
            </a:lvl9pPr>
          </a:lstStyle>
          <a:p>
            <a:pPr algn="l">
              <a:lnSpc>
                <a:spcPct val="100000"/>
              </a:lnSpc>
              <a:buNone/>
              <a:defRPr sz="787" b="0" i="0" kern="0" spc="0">
                <a:solidFill>
                  <a:srgbClr val="8B98AD"/>
                </a:solidFill>
                <a:latin typeface="JetBrains Mono"/>
                <a:ea typeface="JetBrains Mono"/>
                <a:cs typeface="JetBrains Mono"/>
              </a:defRPr>
            </a:pPr>
            <a:r>
              <a:rPr sz="787" b="0" i="0" kern="0" spc="0">
                <a:solidFill>
                  <a:srgbClr val="8B98AD"/>
                </a:solidFill>
                <a:latin typeface="JetBrains Mono"/>
                <a:ea typeface="JetBrains Mono"/>
                <a:cs typeface="JetBrains Mono"/>
              </a:rPr>
              <a:t>Q</a:t>
            </a:r>
          </a:p>
        </p:txBody>
      </p:sp>
      <p:sp>
        <p:nvSpPr>
          <p:cNvPr id="62" name="s15 text 33">
            <a:extLst>
              <a:ext uri="{FF2B5EF4-FFF2-40B4-BE49-F238E27FC236}">
                <a16:creationId xmlns:a16="http://schemas.microsoft.com/office/drawing/2014/main" id="{D2EF044D-9FBB-4291-8C3F-A84F908F0578}"/>
              </a:ext>
            </a:extLst>
          </p:cNvPr>
          <p:cNvSpPr>
            <a:spLocks noGrp="1"/>
          </p:cNvSpPr>
          <p:nvPr/>
        </p:nvSpPr>
        <p:spPr>
          <a:xfrm>
            <a:off x="6047631" y="2949681"/>
            <a:ext cx="83325" cy="126444"/>
          </a:xfrm>
          <a:prstGeom prst="rect">
            <a:avLst/>
          </a:prstGeom>
          <a:noFill/>
          <a:ln w="0">
            <a:noFill/>
            <a:prstDash val="solid"/>
          </a:ln>
        </p:spPr>
        <p:txBody>
          <a:bodyPr wrap="none" lIns="0" tIns="0" rIns="0" bIns="0" anchor="t">
            <a:noAutofit/>
          </a:bodyPr>
          <a:lstStyle>
            <a:defPPr algn="l">
              <a:defRPr sz="656" b="0" i="0" kern="0" spc="0">
                <a:solidFill>
                  <a:srgbClr val="8B98AD"/>
                </a:solidFill>
                <a:latin typeface="JetBrains Mono"/>
                <a:ea typeface="JetBrains Mono"/>
                <a:cs typeface="JetBrains Mono"/>
              </a:defRPr>
            </a:defPPr>
            <a:lvl1pPr algn="l">
              <a:defRPr sz="656" b="0" i="0" kern="0" spc="0">
                <a:solidFill>
                  <a:srgbClr val="8B98AD"/>
                </a:solidFill>
                <a:latin typeface="JetBrains Mono"/>
                <a:ea typeface="JetBrains Mono"/>
                <a:cs typeface="JetBrains Mono"/>
              </a:defRPr>
            </a:lvl1pPr>
            <a:lvl2pPr algn="l">
              <a:defRPr sz="656" b="0" i="0" kern="0" spc="0">
                <a:solidFill>
                  <a:srgbClr val="8B98AD"/>
                </a:solidFill>
                <a:latin typeface="JetBrains Mono"/>
                <a:ea typeface="JetBrains Mono"/>
                <a:cs typeface="JetBrains Mono"/>
              </a:defRPr>
            </a:lvl2pPr>
            <a:lvl3pPr algn="l">
              <a:defRPr sz="656" b="0" i="0" kern="0" spc="0">
                <a:solidFill>
                  <a:srgbClr val="8B98AD"/>
                </a:solidFill>
                <a:latin typeface="JetBrains Mono"/>
                <a:ea typeface="JetBrains Mono"/>
                <a:cs typeface="JetBrains Mono"/>
              </a:defRPr>
            </a:lvl3pPr>
            <a:lvl4pPr algn="l">
              <a:defRPr sz="656" b="0" i="0" kern="0" spc="0">
                <a:solidFill>
                  <a:srgbClr val="8B98AD"/>
                </a:solidFill>
                <a:latin typeface="JetBrains Mono"/>
                <a:ea typeface="JetBrains Mono"/>
                <a:cs typeface="JetBrains Mono"/>
              </a:defRPr>
            </a:lvl4pPr>
            <a:lvl5pPr algn="l">
              <a:defRPr sz="656" b="0" i="0" kern="0" spc="0">
                <a:solidFill>
                  <a:srgbClr val="8B98AD"/>
                </a:solidFill>
                <a:latin typeface="JetBrains Mono"/>
                <a:ea typeface="JetBrains Mono"/>
                <a:cs typeface="JetBrains Mono"/>
              </a:defRPr>
            </a:lvl5pPr>
            <a:lvl6pPr algn="l">
              <a:defRPr sz="656" b="0" i="0" kern="0" spc="0">
                <a:solidFill>
                  <a:srgbClr val="8B98AD"/>
                </a:solidFill>
                <a:latin typeface="JetBrains Mono"/>
                <a:ea typeface="JetBrains Mono"/>
                <a:cs typeface="JetBrains Mono"/>
              </a:defRPr>
            </a:lvl6pPr>
            <a:lvl7pPr algn="l">
              <a:defRPr sz="656" b="0" i="0" kern="0" spc="0">
                <a:solidFill>
                  <a:srgbClr val="8B98AD"/>
                </a:solidFill>
                <a:latin typeface="JetBrains Mono"/>
                <a:ea typeface="JetBrains Mono"/>
                <a:cs typeface="JetBrains Mono"/>
              </a:defRPr>
            </a:lvl7pPr>
            <a:lvl8pPr algn="l">
              <a:defRPr sz="656" b="0" i="0" kern="0" spc="0">
                <a:solidFill>
                  <a:srgbClr val="8B98AD"/>
                </a:solidFill>
                <a:latin typeface="JetBrains Mono"/>
                <a:ea typeface="JetBrains Mono"/>
                <a:cs typeface="JetBrains Mono"/>
              </a:defRPr>
            </a:lvl8pPr>
            <a:lvl9pPr algn="l">
              <a:defRPr sz="656" b="0" i="0" kern="0" spc="0">
                <a:solidFill>
                  <a:srgbClr val="8B98AD"/>
                </a:solidFill>
                <a:latin typeface="JetBrains Mono"/>
                <a:ea typeface="JetBrains Mono"/>
                <a:cs typeface="JetBrains Mono"/>
              </a:defRPr>
            </a:lvl9pPr>
          </a:lstStyle>
          <a:p>
            <a:pPr algn="l">
              <a:lnSpc>
                <a:spcPct val="100000"/>
              </a:lnSpc>
              <a:buNone/>
              <a:defRPr sz="656" b="0" i="0" kern="0" spc="0">
                <a:solidFill>
                  <a:srgbClr val="8B98AD"/>
                </a:solidFill>
                <a:latin typeface="JetBrains Mono"/>
                <a:ea typeface="JetBrains Mono"/>
                <a:cs typeface="JetBrains Mono"/>
              </a:defRPr>
            </a:pPr>
            <a:r>
              <a:rPr sz="656" b="0" i="0" kern="0" spc="0">
                <a:solidFill>
                  <a:srgbClr val="8B98AD"/>
                </a:solidFill>
                <a:latin typeface="JetBrains Mono"/>
                <a:ea typeface="JetBrains Mono"/>
                <a:cs typeface="JetBrains Mono"/>
              </a:rPr>
              <a:t>D</a:t>
            </a:r>
          </a:p>
        </p:txBody>
      </p:sp>
      <p:sp>
        <p:nvSpPr>
          <p:cNvPr id="63" name="s15 text 34">
            <a:extLst>
              <a:ext uri="{FF2B5EF4-FFF2-40B4-BE49-F238E27FC236}">
                <a16:creationId xmlns:a16="http://schemas.microsoft.com/office/drawing/2014/main" id="{2C2318F0-25BD-466D-818C-ACE5D80C39FF}"/>
              </a:ext>
            </a:extLst>
          </p:cNvPr>
          <p:cNvSpPr>
            <a:spLocks noGrp="1"/>
          </p:cNvSpPr>
          <p:nvPr/>
        </p:nvSpPr>
        <p:spPr>
          <a:xfrm>
            <a:off x="6185710" y="2905506"/>
            <a:ext cx="544066" cy="151819"/>
          </a:xfrm>
          <a:prstGeom prst="rect">
            <a:avLst/>
          </a:prstGeom>
          <a:noFill/>
          <a:ln w="0">
            <a:noFill/>
            <a:prstDash val="solid"/>
          </a:ln>
        </p:spPr>
        <p:txBody>
          <a:bodyPr wrap="none" lIns="0" tIns="0" rIns="0" bIns="0" anchor="t">
            <a:noAutofit/>
          </a:bodyPr>
          <a:lstStyle>
            <a:defPPr algn="l">
              <a:defRPr sz="787" b="0" i="0" kern="0" spc="110">
                <a:solidFill>
                  <a:srgbClr val="8B98AD"/>
                </a:solidFill>
                <a:latin typeface="JetBrains Mono"/>
                <a:ea typeface="JetBrains Mono"/>
                <a:cs typeface="JetBrains Mono"/>
              </a:defRPr>
            </a:defPPr>
            <a:lvl1pPr algn="l">
              <a:defRPr sz="787" b="0" i="0" kern="0" spc="110">
                <a:solidFill>
                  <a:srgbClr val="8B98AD"/>
                </a:solidFill>
                <a:latin typeface="JetBrains Mono"/>
                <a:ea typeface="JetBrains Mono"/>
                <a:cs typeface="JetBrains Mono"/>
              </a:defRPr>
            </a:lvl1pPr>
            <a:lvl2pPr algn="l">
              <a:defRPr sz="787" b="0" i="0" kern="0" spc="110">
                <a:solidFill>
                  <a:srgbClr val="8B98AD"/>
                </a:solidFill>
                <a:latin typeface="JetBrains Mono"/>
                <a:ea typeface="JetBrains Mono"/>
                <a:cs typeface="JetBrains Mono"/>
              </a:defRPr>
            </a:lvl2pPr>
            <a:lvl3pPr algn="l">
              <a:defRPr sz="787" b="0" i="0" kern="0" spc="110">
                <a:solidFill>
                  <a:srgbClr val="8B98AD"/>
                </a:solidFill>
                <a:latin typeface="JetBrains Mono"/>
                <a:ea typeface="JetBrains Mono"/>
                <a:cs typeface="JetBrains Mono"/>
              </a:defRPr>
            </a:lvl3pPr>
            <a:lvl4pPr algn="l">
              <a:defRPr sz="787" b="0" i="0" kern="0" spc="110">
                <a:solidFill>
                  <a:srgbClr val="8B98AD"/>
                </a:solidFill>
                <a:latin typeface="JetBrains Mono"/>
                <a:ea typeface="JetBrains Mono"/>
                <a:cs typeface="JetBrains Mono"/>
              </a:defRPr>
            </a:lvl4pPr>
            <a:lvl5pPr algn="l">
              <a:defRPr sz="787" b="0" i="0" kern="0" spc="110">
                <a:solidFill>
                  <a:srgbClr val="8B98AD"/>
                </a:solidFill>
                <a:latin typeface="JetBrains Mono"/>
                <a:ea typeface="JetBrains Mono"/>
                <a:cs typeface="JetBrains Mono"/>
              </a:defRPr>
            </a:lvl5pPr>
            <a:lvl6pPr algn="l">
              <a:defRPr sz="787" b="0" i="0" kern="0" spc="110">
                <a:solidFill>
                  <a:srgbClr val="8B98AD"/>
                </a:solidFill>
                <a:latin typeface="JetBrains Mono"/>
                <a:ea typeface="JetBrains Mono"/>
                <a:cs typeface="JetBrains Mono"/>
              </a:defRPr>
            </a:lvl6pPr>
            <a:lvl7pPr algn="l">
              <a:defRPr sz="787" b="0" i="0" kern="0" spc="110">
                <a:solidFill>
                  <a:srgbClr val="8B98AD"/>
                </a:solidFill>
                <a:latin typeface="JetBrains Mono"/>
                <a:ea typeface="JetBrains Mono"/>
                <a:cs typeface="JetBrains Mono"/>
              </a:defRPr>
            </a:lvl7pPr>
            <a:lvl8pPr algn="l">
              <a:defRPr sz="787" b="0" i="0" kern="0" spc="110">
                <a:solidFill>
                  <a:srgbClr val="8B98AD"/>
                </a:solidFill>
                <a:latin typeface="JetBrains Mono"/>
                <a:ea typeface="JetBrains Mono"/>
                <a:cs typeface="JetBrains Mono"/>
              </a:defRPr>
            </a:lvl8pPr>
            <a:lvl9pPr algn="l">
              <a:defRPr sz="787" b="0" i="0" kern="0" spc="110">
                <a:solidFill>
                  <a:srgbClr val="8B98AD"/>
                </a:solidFill>
                <a:latin typeface="JetBrains Mono"/>
                <a:ea typeface="JetBrains Mono"/>
                <a:cs typeface="JetBrains Mono"/>
              </a:defRPr>
            </a:lvl9pPr>
          </a:lstStyle>
          <a:p>
            <a:pPr algn="l">
              <a:lnSpc>
                <a:spcPct val="100000"/>
              </a:lnSpc>
              <a:buNone/>
              <a:defRPr sz="787" b="0" i="0" kern="0" spc="110">
                <a:solidFill>
                  <a:srgbClr val="8B98AD"/>
                </a:solidFill>
                <a:latin typeface="JetBrains Mono"/>
                <a:ea typeface="JetBrains Mono"/>
                <a:cs typeface="JetBrains Mono"/>
              </a:defRPr>
            </a:pPr>
            <a:r>
              <a:rPr sz="787" b="0" i="0" kern="0" spc="110">
                <a:solidFill>
                  <a:srgbClr val="8B98AD"/>
                </a:solidFill>
                <a:latin typeface="JetBrains Mono"/>
                <a:ea typeface="JetBrains Mono"/>
                <a:cs typeface="JetBrains Mono"/>
              </a:rPr>
              <a:t>AT $600</a:t>
            </a:r>
          </a:p>
        </p:txBody>
      </p:sp>
      <p:sp>
        <p:nvSpPr>
          <p:cNvPr id="64" name="s15 text 35">
            <a:extLst>
              <a:ext uri="{FF2B5EF4-FFF2-40B4-BE49-F238E27FC236}">
                <a16:creationId xmlns:a16="http://schemas.microsoft.com/office/drawing/2014/main" id="{15D78F69-3BAC-406B-92F7-CC0728925006}"/>
              </a:ext>
            </a:extLst>
          </p:cNvPr>
          <p:cNvSpPr>
            <a:spLocks noGrp="1"/>
          </p:cNvSpPr>
          <p:nvPr/>
        </p:nvSpPr>
        <p:spPr>
          <a:xfrm>
            <a:off x="5973514" y="3036379"/>
            <a:ext cx="1371600" cy="520522"/>
          </a:xfrm>
          <a:prstGeom prst="rect">
            <a:avLst/>
          </a:prstGeom>
          <a:noFill/>
          <a:ln w="0">
            <a:noFill/>
            <a:prstDash val="solid"/>
          </a:ln>
        </p:spPr>
        <p:txBody>
          <a:bodyPr wrap="none" lIns="0" tIns="0" rIns="0" bIns="0" anchor="t">
            <a:noAutofit/>
          </a:bodyPr>
          <a:lstStyle>
            <a:defPPr algn="l">
              <a:defRPr sz="2700" b="1" i="0" kern="0" spc="-9">
                <a:solidFill>
                  <a:srgbClr val="0A2540"/>
                </a:solidFill>
                <a:latin typeface="JetBrains Mono"/>
                <a:ea typeface="JetBrains Mono"/>
                <a:cs typeface="JetBrains Mono"/>
              </a:defRPr>
            </a:defPPr>
            <a:lvl1pPr algn="l">
              <a:defRPr sz="2700" b="1" i="0" kern="0" spc="-9">
                <a:solidFill>
                  <a:srgbClr val="0A2540"/>
                </a:solidFill>
                <a:latin typeface="JetBrains Mono"/>
                <a:ea typeface="JetBrains Mono"/>
                <a:cs typeface="JetBrains Mono"/>
              </a:defRPr>
            </a:lvl1pPr>
            <a:lvl2pPr algn="l">
              <a:defRPr sz="2700" b="1" i="0" kern="0" spc="-9">
                <a:solidFill>
                  <a:srgbClr val="0A2540"/>
                </a:solidFill>
                <a:latin typeface="JetBrains Mono"/>
                <a:ea typeface="JetBrains Mono"/>
                <a:cs typeface="JetBrains Mono"/>
              </a:defRPr>
            </a:lvl2pPr>
            <a:lvl3pPr algn="l">
              <a:defRPr sz="2700" b="1" i="0" kern="0" spc="-9">
                <a:solidFill>
                  <a:srgbClr val="0A2540"/>
                </a:solidFill>
                <a:latin typeface="JetBrains Mono"/>
                <a:ea typeface="JetBrains Mono"/>
                <a:cs typeface="JetBrains Mono"/>
              </a:defRPr>
            </a:lvl3pPr>
            <a:lvl4pPr algn="l">
              <a:defRPr sz="2700" b="1" i="0" kern="0" spc="-9">
                <a:solidFill>
                  <a:srgbClr val="0A2540"/>
                </a:solidFill>
                <a:latin typeface="JetBrains Mono"/>
                <a:ea typeface="JetBrains Mono"/>
                <a:cs typeface="JetBrains Mono"/>
              </a:defRPr>
            </a:lvl4pPr>
            <a:lvl5pPr algn="l">
              <a:defRPr sz="2700" b="1" i="0" kern="0" spc="-9">
                <a:solidFill>
                  <a:srgbClr val="0A2540"/>
                </a:solidFill>
                <a:latin typeface="JetBrains Mono"/>
                <a:ea typeface="JetBrains Mono"/>
                <a:cs typeface="JetBrains Mono"/>
              </a:defRPr>
            </a:lvl5pPr>
            <a:lvl6pPr algn="l">
              <a:defRPr sz="2700" b="1" i="0" kern="0" spc="-9">
                <a:solidFill>
                  <a:srgbClr val="0A2540"/>
                </a:solidFill>
                <a:latin typeface="JetBrains Mono"/>
                <a:ea typeface="JetBrains Mono"/>
                <a:cs typeface="JetBrains Mono"/>
              </a:defRPr>
            </a:lvl6pPr>
            <a:lvl7pPr algn="l">
              <a:defRPr sz="2700" b="1" i="0" kern="0" spc="-9">
                <a:solidFill>
                  <a:srgbClr val="0A2540"/>
                </a:solidFill>
                <a:latin typeface="JetBrains Mono"/>
                <a:ea typeface="JetBrains Mono"/>
                <a:cs typeface="JetBrains Mono"/>
              </a:defRPr>
            </a:lvl7pPr>
            <a:lvl8pPr algn="l">
              <a:defRPr sz="2700" b="1" i="0" kern="0" spc="-9">
                <a:solidFill>
                  <a:srgbClr val="0A2540"/>
                </a:solidFill>
                <a:latin typeface="JetBrains Mono"/>
                <a:ea typeface="JetBrains Mono"/>
                <a:cs typeface="JetBrains Mono"/>
              </a:defRPr>
            </a:lvl8pPr>
            <a:lvl9pPr algn="l">
              <a:defRPr sz="2700" b="1" i="0" kern="0" spc="-9">
                <a:solidFill>
                  <a:srgbClr val="0A2540"/>
                </a:solidFill>
                <a:latin typeface="JetBrains Mono"/>
                <a:ea typeface="JetBrains Mono"/>
                <a:cs typeface="JetBrains Mono"/>
              </a:defRPr>
            </a:lvl9pPr>
          </a:lstStyle>
          <a:p>
            <a:pPr algn="l">
              <a:lnSpc>
                <a:spcPct val="100000"/>
              </a:lnSpc>
              <a:buNone/>
              <a:defRPr sz="2700" b="1" i="0" kern="0" spc="-9">
                <a:solidFill>
                  <a:srgbClr val="0A2540"/>
                </a:solidFill>
                <a:latin typeface="JetBrains Mono"/>
                <a:ea typeface="JetBrains Mono"/>
                <a:cs typeface="JetBrains Mono"/>
              </a:defRPr>
            </a:pPr>
            <a:r>
              <a:rPr sz="2700" b="1" i="0" kern="0" spc="-9">
                <a:solidFill>
                  <a:srgbClr val="0A2540"/>
                </a:solidFill>
                <a:latin typeface="JetBrains Mono"/>
                <a:ea typeface="JetBrains Mono"/>
                <a:cs typeface="JetBrains Mono"/>
              </a:rPr>
              <a:t>38,800</a:t>
            </a:r>
          </a:p>
        </p:txBody>
      </p:sp>
      <p:sp>
        <p:nvSpPr>
          <p:cNvPr id="65" name="s15 text 36">
            <a:extLst>
              <a:ext uri="{FF2B5EF4-FFF2-40B4-BE49-F238E27FC236}">
                <a16:creationId xmlns:a16="http://schemas.microsoft.com/office/drawing/2014/main" id="{15E76EA4-7F71-45AE-97BA-7270AA1F9B91}"/>
              </a:ext>
            </a:extLst>
          </p:cNvPr>
          <p:cNvSpPr>
            <a:spLocks noGrp="1"/>
          </p:cNvSpPr>
          <p:nvPr/>
        </p:nvSpPr>
        <p:spPr>
          <a:xfrm>
            <a:off x="5973514" y="3941350"/>
            <a:ext cx="100013" cy="151819"/>
          </a:xfrm>
          <a:prstGeom prst="rect">
            <a:avLst/>
          </a:prstGeom>
          <a:noFill/>
          <a:ln w="0">
            <a:noFill/>
            <a:prstDash val="solid"/>
          </a:ln>
        </p:spPr>
        <p:txBody>
          <a:bodyPr wrap="none" lIns="0" tIns="0" rIns="0" bIns="0" anchor="t">
            <a:noAutofit/>
          </a:bodyPr>
          <a:lstStyle>
            <a:defPPr algn="l">
              <a:defRPr sz="787" b="0" i="0" kern="0" spc="0">
                <a:solidFill>
                  <a:srgbClr val="8B98AD"/>
                </a:solidFill>
                <a:latin typeface="JetBrains Mono"/>
                <a:ea typeface="JetBrains Mono"/>
                <a:cs typeface="JetBrains Mono"/>
              </a:defRPr>
            </a:defPPr>
            <a:lvl1pPr algn="l">
              <a:defRPr sz="787" b="0" i="0" kern="0" spc="0">
                <a:solidFill>
                  <a:srgbClr val="8B98AD"/>
                </a:solidFill>
                <a:latin typeface="JetBrains Mono"/>
                <a:ea typeface="JetBrains Mono"/>
                <a:cs typeface="JetBrains Mono"/>
              </a:defRPr>
            </a:lvl1pPr>
            <a:lvl2pPr algn="l">
              <a:defRPr sz="787" b="0" i="0" kern="0" spc="0">
                <a:solidFill>
                  <a:srgbClr val="8B98AD"/>
                </a:solidFill>
                <a:latin typeface="JetBrains Mono"/>
                <a:ea typeface="JetBrains Mono"/>
                <a:cs typeface="JetBrains Mono"/>
              </a:defRPr>
            </a:lvl2pPr>
            <a:lvl3pPr algn="l">
              <a:defRPr sz="787" b="0" i="0" kern="0" spc="0">
                <a:solidFill>
                  <a:srgbClr val="8B98AD"/>
                </a:solidFill>
                <a:latin typeface="JetBrains Mono"/>
                <a:ea typeface="JetBrains Mono"/>
                <a:cs typeface="JetBrains Mono"/>
              </a:defRPr>
            </a:lvl3pPr>
            <a:lvl4pPr algn="l">
              <a:defRPr sz="787" b="0" i="0" kern="0" spc="0">
                <a:solidFill>
                  <a:srgbClr val="8B98AD"/>
                </a:solidFill>
                <a:latin typeface="JetBrains Mono"/>
                <a:ea typeface="JetBrains Mono"/>
                <a:cs typeface="JetBrains Mono"/>
              </a:defRPr>
            </a:lvl4pPr>
            <a:lvl5pPr algn="l">
              <a:defRPr sz="787" b="0" i="0" kern="0" spc="0">
                <a:solidFill>
                  <a:srgbClr val="8B98AD"/>
                </a:solidFill>
                <a:latin typeface="JetBrains Mono"/>
                <a:ea typeface="JetBrains Mono"/>
                <a:cs typeface="JetBrains Mono"/>
              </a:defRPr>
            </a:lvl5pPr>
            <a:lvl6pPr algn="l">
              <a:defRPr sz="787" b="0" i="0" kern="0" spc="0">
                <a:solidFill>
                  <a:srgbClr val="8B98AD"/>
                </a:solidFill>
                <a:latin typeface="JetBrains Mono"/>
                <a:ea typeface="JetBrains Mono"/>
                <a:cs typeface="JetBrains Mono"/>
              </a:defRPr>
            </a:lvl6pPr>
            <a:lvl7pPr algn="l">
              <a:defRPr sz="787" b="0" i="0" kern="0" spc="0">
                <a:solidFill>
                  <a:srgbClr val="8B98AD"/>
                </a:solidFill>
                <a:latin typeface="JetBrains Mono"/>
                <a:ea typeface="JetBrains Mono"/>
                <a:cs typeface="JetBrains Mono"/>
              </a:defRPr>
            </a:lvl7pPr>
            <a:lvl8pPr algn="l">
              <a:defRPr sz="787" b="0" i="0" kern="0" spc="0">
                <a:solidFill>
                  <a:srgbClr val="8B98AD"/>
                </a:solidFill>
                <a:latin typeface="JetBrains Mono"/>
                <a:ea typeface="JetBrains Mono"/>
                <a:cs typeface="JetBrains Mono"/>
              </a:defRPr>
            </a:lvl8pPr>
            <a:lvl9pPr algn="l">
              <a:defRPr sz="787" b="0" i="0" kern="0" spc="0">
                <a:solidFill>
                  <a:srgbClr val="8B98AD"/>
                </a:solidFill>
                <a:latin typeface="JetBrains Mono"/>
                <a:ea typeface="JetBrains Mono"/>
                <a:cs typeface="JetBrains Mono"/>
              </a:defRPr>
            </a:lvl9pPr>
          </a:lstStyle>
          <a:p>
            <a:pPr algn="l">
              <a:lnSpc>
                <a:spcPct val="100000"/>
              </a:lnSpc>
              <a:buNone/>
              <a:defRPr sz="787" b="0" i="0" kern="0" spc="0">
                <a:solidFill>
                  <a:srgbClr val="8B98AD"/>
                </a:solidFill>
                <a:latin typeface="JetBrains Mono"/>
                <a:ea typeface="JetBrains Mono"/>
                <a:cs typeface="JetBrains Mono"/>
              </a:defRPr>
            </a:pPr>
            <a:r>
              <a:rPr sz="787" b="0" i="0" kern="0" spc="0">
                <a:solidFill>
                  <a:srgbClr val="8B98AD"/>
                </a:solidFill>
                <a:latin typeface="JetBrains Mono"/>
                <a:ea typeface="JetBrains Mono"/>
                <a:cs typeface="JetBrains Mono"/>
              </a:rPr>
              <a:t>Q</a:t>
            </a:r>
          </a:p>
        </p:txBody>
      </p:sp>
      <p:sp>
        <p:nvSpPr>
          <p:cNvPr id="66" name="s15 text 37">
            <a:extLst>
              <a:ext uri="{FF2B5EF4-FFF2-40B4-BE49-F238E27FC236}">
                <a16:creationId xmlns:a16="http://schemas.microsoft.com/office/drawing/2014/main" id="{7328F6CE-C763-4761-9B89-A6F0E964642E}"/>
              </a:ext>
            </a:extLst>
          </p:cNvPr>
          <p:cNvSpPr>
            <a:spLocks noGrp="1"/>
          </p:cNvSpPr>
          <p:nvPr/>
        </p:nvSpPr>
        <p:spPr>
          <a:xfrm>
            <a:off x="6047631" y="3985524"/>
            <a:ext cx="83325" cy="126444"/>
          </a:xfrm>
          <a:prstGeom prst="rect">
            <a:avLst/>
          </a:prstGeom>
          <a:noFill/>
          <a:ln w="0">
            <a:noFill/>
            <a:prstDash val="solid"/>
          </a:ln>
        </p:spPr>
        <p:txBody>
          <a:bodyPr wrap="none" lIns="0" tIns="0" rIns="0" bIns="0" anchor="t">
            <a:noAutofit/>
          </a:bodyPr>
          <a:lstStyle>
            <a:defPPr algn="l">
              <a:defRPr sz="656" b="0" i="0" kern="0" spc="0">
                <a:solidFill>
                  <a:srgbClr val="8B98AD"/>
                </a:solidFill>
                <a:latin typeface="JetBrains Mono"/>
                <a:ea typeface="JetBrains Mono"/>
                <a:cs typeface="JetBrains Mono"/>
              </a:defRPr>
            </a:defPPr>
            <a:lvl1pPr algn="l">
              <a:defRPr sz="656" b="0" i="0" kern="0" spc="0">
                <a:solidFill>
                  <a:srgbClr val="8B98AD"/>
                </a:solidFill>
                <a:latin typeface="JetBrains Mono"/>
                <a:ea typeface="JetBrains Mono"/>
                <a:cs typeface="JetBrains Mono"/>
              </a:defRPr>
            </a:lvl1pPr>
            <a:lvl2pPr algn="l">
              <a:defRPr sz="656" b="0" i="0" kern="0" spc="0">
                <a:solidFill>
                  <a:srgbClr val="8B98AD"/>
                </a:solidFill>
                <a:latin typeface="JetBrains Mono"/>
                <a:ea typeface="JetBrains Mono"/>
                <a:cs typeface="JetBrains Mono"/>
              </a:defRPr>
            </a:lvl2pPr>
            <a:lvl3pPr algn="l">
              <a:defRPr sz="656" b="0" i="0" kern="0" spc="0">
                <a:solidFill>
                  <a:srgbClr val="8B98AD"/>
                </a:solidFill>
                <a:latin typeface="JetBrains Mono"/>
                <a:ea typeface="JetBrains Mono"/>
                <a:cs typeface="JetBrains Mono"/>
              </a:defRPr>
            </a:lvl3pPr>
            <a:lvl4pPr algn="l">
              <a:defRPr sz="656" b="0" i="0" kern="0" spc="0">
                <a:solidFill>
                  <a:srgbClr val="8B98AD"/>
                </a:solidFill>
                <a:latin typeface="JetBrains Mono"/>
                <a:ea typeface="JetBrains Mono"/>
                <a:cs typeface="JetBrains Mono"/>
              </a:defRPr>
            </a:lvl4pPr>
            <a:lvl5pPr algn="l">
              <a:defRPr sz="656" b="0" i="0" kern="0" spc="0">
                <a:solidFill>
                  <a:srgbClr val="8B98AD"/>
                </a:solidFill>
                <a:latin typeface="JetBrains Mono"/>
                <a:ea typeface="JetBrains Mono"/>
                <a:cs typeface="JetBrains Mono"/>
              </a:defRPr>
            </a:lvl5pPr>
            <a:lvl6pPr algn="l">
              <a:defRPr sz="656" b="0" i="0" kern="0" spc="0">
                <a:solidFill>
                  <a:srgbClr val="8B98AD"/>
                </a:solidFill>
                <a:latin typeface="JetBrains Mono"/>
                <a:ea typeface="JetBrains Mono"/>
                <a:cs typeface="JetBrains Mono"/>
              </a:defRPr>
            </a:lvl6pPr>
            <a:lvl7pPr algn="l">
              <a:defRPr sz="656" b="0" i="0" kern="0" spc="0">
                <a:solidFill>
                  <a:srgbClr val="8B98AD"/>
                </a:solidFill>
                <a:latin typeface="JetBrains Mono"/>
                <a:ea typeface="JetBrains Mono"/>
                <a:cs typeface="JetBrains Mono"/>
              </a:defRPr>
            </a:lvl7pPr>
            <a:lvl8pPr algn="l">
              <a:defRPr sz="656" b="0" i="0" kern="0" spc="0">
                <a:solidFill>
                  <a:srgbClr val="8B98AD"/>
                </a:solidFill>
                <a:latin typeface="JetBrains Mono"/>
                <a:ea typeface="JetBrains Mono"/>
                <a:cs typeface="JetBrains Mono"/>
              </a:defRPr>
            </a:lvl8pPr>
            <a:lvl9pPr algn="l">
              <a:defRPr sz="656" b="0" i="0" kern="0" spc="0">
                <a:solidFill>
                  <a:srgbClr val="8B98AD"/>
                </a:solidFill>
                <a:latin typeface="JetBrains Mono"/>
                <a:ea typeface="JetBrains Mono"/>
                <a:cs typeface="JetBrains Mono"/>
              </a:defRPr>
            </a:lvl9pPr>
          </a:lstStyle>
          <a:p>
            <a:pPr algn="l">
              <a:lnSpc>
                <a:spcPct val="100000"/>
              </a:lnSpc>
              <a:buNone/>
              <a:defRPr sz="656" b="0" i="0" kern="0" spc="0">
                <a:solidFill>
                  <a:srgbClr val="8B98AD"/>
                </a:solidFill>
                <a:latin typeface="JetBrains Mono"/>
                <a:ea typeface="JetBrains Mono"/>
                <a:cs typeface="JetBrains Mono"/>
              </a:defRPr>
            </a:pPr>
            <a:r>
              <a:rPr sz="656" b="0" i="0" kern="0" spc="0">
                <a:solidFill>
                  <a:srgbClr val="8B98AD"/>
                </a:solidFill>
                <a:latin typeface="JetBrains Mono"/>
                <a:ea typeface="JetBrains Mono"/>
                <a:cs typeface="JetBrains Mono"/>
              </a:rPr>
              <a:t>S</a:t>
            </a:r>
          </a:p>
        </p:txBody>
      </p:sp>
      <p:sp>
        <p:nvSpPr>
          <p:cNvPr id="67" name="s15 text 38">
            <a:extLst>
              <a:ext uri="{FF2B5EF4-FFF2-40B4-BE49-F238E27FC236}">
                <a16:creationId xmlns:a16="http://schemas.microsoft.com/office/drawing/2014/main" id="{BEAC1980-BE0A-42B6-A185-6D02A06AB279}"/>
              </a:ext>
            </a:extLst>
          </p:cNvPr>
          <p:cNvSpPr>
            <a:spLocks noGrp="1"/>
          </p:cNvSpPr>
          <p:nvPr/>
        </p:nvSpPr>
        <p:spPr>
          <a:xfrm>
            <a:off x="6185710" y="3941350"/>
            <a:ext cx="544066" cy="151819"/>
          </a:xfrm>
          <a:prstGeom prst="rect">
            <a:avLst/>
          </a:prstGeom>
          <a:noFill/>
          <a:ln w="0">
            <a:noFill/>
            <a:prstDash val="solid"/>
          </a:ln>
        </p:spPr>
        <p:txBody>
          <a:bodyPr wrap="none" lIns="0" tIns="0" rIns="0" bIns="0" anchor="t">
            <a:noAutofit/>
          </a:bodyPr>
          <a:lstStyle>
            <a:defPPr algn="l">
              <a:defRPr sz="787" b="0" i="0" kern="0" spc="110">
                <a:solidFill>
                  <a:srgbClr val="8B98AD"/>
                </a:solidFill>
                <a:latin typeface="JetBrains Mono"/>
                <a:ea typeface="JetBrains Mono"/>
                <a:cs typeface="JetBrains Mono"/>
              </a:defRPr>
            </a:defPPr>
            <a:lvl1pPr algn="l">
              <a:defRPr sz="787" b="0" i="0" kern="0" spc="110">
                <a:solidFill>
                  <a:srgbClr val="8B98AD"/>
                </a:solidFill>
                <a:latin typeface="JetBrains Mono"/>
                <a:ea typeface="JetBrains Mono"/>
                <a:cs typeface="JetBrains Mono"/>
              </a:defRPr>
            </a:lvl1pPr>
            <a:lvl2pPr algn="l">
              <a:defRPr sz="787" b="0" i="0" kern="0" spc="110">
                <a:solidFill>
                  <a:srgbClr val="8B98AD"/>
                </a:solidFill>
                <a:latin typeface="JetBrains Mono"/>
                <a:ea typeface="JetBrains Mono"/>
                <a:cs typeface="JetBrains Mono"/>
              </a:defRPr>
            </a:lvl2pPr>
            <a:lvl3pPr algn="l">
              <a:defRPr sz="787" b="0" i="0" kern="0" spc="110">
                <a:solidFill>
                  <a:srgbClr val="8B98AD"/>
                </a:solidFill>
                <a:latin typeface="JetBrains Mono"/>
                <a:ea typeface="JetBrains Mono"/>
                <a:cs typeface="JetBrains Mono"/>
              </a:defRPr>
            </a:lvl3pPr>
            <a:lvl4pPr algn="l">
              <a:defRPr sz="787" b="0" i="0" kern="0" spc="110">
                <a:solidFill>
                  <a:srgbClr val="8B98AD"/>
                </a:solidFill>
                <a:latin typeface="JetBrains Mono"/>
                <a:ea typeface="JetBrains Mono"/>
                <a:cs typeface="JetBrains Mono"/>
              </a:defRPr>
            </a:lvl4pPr>
            <a:lvl5pPr algn="l">
              <a:defRPr sz="787" b="0" i="0" kern="0" spc="110">
                <a:solidFill>
                  <a:srgbClr val="8B98AD"/>
                </a:solidFill>
                <a:latin typeface="JetBrains Mono"/>
                <a:ea typeface="JetBrains Mono"/>
                <a:cs typeface="JetBrains Mono"/>
              </a:defRPr>
            </a:lvl5pPr>
            <a:lvl6pPr algn="l">
              <a:defRPr sz="787" b="0" i="0" kern="0" spc="110">
                <a:solidFill>
                  <a:srgbClr val="8B98AD"/>
                </a:solidFill>
                <a:latin typeface="JetBrains Mono"/>
                <a:ea typeface="JetBrains Mono"/>
                <a:cs typeface="JetBrains Mono"/>
              </a:defRPr>
            </a:lvl6pPr>
            <a:lvl7pPr algn="l">
              <a:defRPr sz="787" b="0" i="0" kern="0" spc="110">
                <a:solidFill>
                  <a:srgbClr val="8B98AD"/>
                </a:solidFill>
                <a:latin typeface="JetBrains Mono"/>
                <a:ea typeface="JetBrains Mono"/>
                <a:cs typeface="JetBrains Mono"/>
              </a:defRPr>
            </a:lvl7pPr>
            <a:lvl8pPr algn="l">
              <a:defRPr sz="787" b="0" i="0" kern="0" spc="110">
                <a:solidFill>
                  <a:srgbClr val="8B98AD"/>
                </a:solidFill>
                <a:latin typeface="JetBrains Mono"/>
                <a:ea typeface="JetBrains Mono"/>
                <a:cs typeface="JetBrains Mono"/>
              </a:defRPr>
            </a:lvl8pPr>
            <a:lvl9pPr algn="l">
              <a:defRPr sz="787" b="0" i="0" kern="0" spc="110">
                <a:solidFill>
                  <a:srgbClr val="8B98AD"/>
                </a:solidFill>
                <a:latin typeface="JetBrains Mono"/>
                <a:ea typeface="JetBrains Mono"/>
                <a:cs typeface="JetBrains Mono"/>
              </a:defRPr>
            </a:lvl9pPr>
          </a:lstStyle>
          <a:p>
            <a:pPr algn="l">
              <a:lnSpc>
                <a:spcPct val="100000"/>
              </a:lnSpc>
              <a:buNone/>
              <a:defRPr sz="787" b="0" i="0" kern="0" spc="110">
                <a:solidFill>
                  <a:srgbClr val="8B98AD"/>
                </a:solidFill>
                <a:latin typeface="JetBrains Mono"/>
                <a:ea typeface="JetBrains Mono"/>
                <a:cs typeface="JetBrains Mono"/>
              </a:defRPr>
            </a:pPr>
            <a:r>
              <a:rPr sz="787" b="0" i="0" kern="0" spc="110">
                <a:solidFill>
                  <a:srgbClr val="8B98AD"/>
                </a:solidFill>
                <a:latin typeface="JetBrains Mono"/>
                <a:ea typeface="JetBrains Mono"/>
                <a:cs typeface="JetBrains Mono"/>
              </a:rPr>
              <a:t>AT $600</a:t>
            </a:r>
          </a:p>
        </p:txBody>
      </p:sp>
      <p:sp>
        <p:nvSpPr>
          <p:cNvPr id="68" name="s15 text 39">
            <a:extLst>
              <a:ext uri="{FF2B5EF4-FFF2-40B4-BE49-F238E27FC236}">
                <a16:creationId xmlns:a16="http://schemas.microsoft.com/office/drawing/2014/main" id="{DA9DC6A1-A53E-44B0-93A2-F7AB0A62E138}"/>
              </a:ext>
            </a:extLst>
          </p:cNvPr>
          <p:cNvSpPr>
            <a:spLocks noGrp="1"/>
          </p:cNvSpPr>
          <p:nvPr/>
        </p:nvSpPr>
        <p:spPr>
          <a:xfrm>
            <a:off x="5973514" y="4072223"/>
            <a:ext cx="1371600" cy="520522"/>
          </a:xfrm>
          <a:prstGeom prst="rect">
            <a:avLst/>
          </a:prstGeom>
          <a:noFill/>
          <a:ln w="0">
            <a:noFill/>
            <a:prstDash val="solid"/>
          </a:ln>
        </p:spPr>
        <p:txBody>
          <a:bodyPr wrap="none" lIns="0" tIns="0" rIns="0" bIns="0" anchor="t">
            <a:noAutofit/>
          </a:bodyPr>
          <a:lstStyle>
            <a:defPPr algn="l">
              <a:defRPr sz="2700" b="1" i="0" kern="0" spc="-9">
                <a:solidFill>
                  <a:srgbClr val="0A2540"/>
                </a:solidFill>
                <a:latin typeface="JetBrains Mono"/>
                <a:ea typeface="JetBrains Mono"/>
                <a:cs typeface="JetBrains Mono"/>
              </a:defRPr>
            </a:defPPr>
            <a:lvl1pPr algn="l">
              <a:defRPr sz="2700" b="1" i="0" kern="0" spc="-9">
                <a:solidFill>
                  <a:srgbClr val="0A2540"/>
                </a:solidFill>
                <a:latin typeface="JetBrains Mono"/>
                <a:ea typeface="JetBrains Mono"/>
                <a:cs typeface="JetBrains Mono"/>
              </a:defRPr>
            </a:lvl1pPr>
            <a:lvl2pPr algn="l">
              <a:defRPr sz="2700" b="1" i="0" kern="0" spc="-9">
                <a:solidFill>
                  <a:srgbClr val="0A2540"/>
                </a:solidFill>
                <a:latin typeface="JetBrains Mono"/>
                <a:ea typeface="JetBrains Mono"/>
                <a:cs typeface="JetBrains Mono"/>
              </a:defRPr>
            </a:lvl2pPr>
            <a:lvl3pPr algn="l">
              <a:defRPr sz="2700" b="1" i="0" kern="0" spc="-9">
                <a:solidFill>
                  <a:srgbClr val="0A2540"/>
                </a:solidFill>
                <a:latin typeface="JetBrains Mono"/>
                <a:ea typeface="JetBrains Mono"/>
                <a:cs typeface="JetBrains Mono"/>
              </a:defRPr>
            </a:lvl3pPr>
            <a:lvl4pPr algn="l">
              <a:defRPr sz="2700" b="1" i="0" kern="0" spc="-9">
                <a:solidFill>
                  <a:srgbClr val="0A2540"/>
                </a:solidFill>
                <a:latin typeface="JetBrains Mono"/>
                <a:ea typeface="JetBrains Mono"/>
                <a:cs typeface="JetBrains Mono"/>
              </a:defRPr>
            </a:lvl4pPr>
            <a:lvl5pPr algn="l">
              <a:defRPr sz="2700" b="1" i="0" kern="0" spc="-9">
                <a:solidFill>
                  <a:srgbClr val="0A2540"/>
                </a:solidFill>
                <a:latin typeface="JetBrains Mono"/>
                <a:ea typeface="JetBrains Mono"/>
                <a:cs typeface="JetBrains Mono"/>
              </a:defRPr>
            </a:lvl5pPr>
            <a:lvl6pPr algn="l">
              <a:defRPr sz="2700" b="1" i="0" kern="0" spc="-9">
                <a:solidFill>
                  <a:srgbClr val="0A2540"/>
                </a:solidFill>
                <a:latin typeface="JetBrains Mono"/>
                <a:ea typeface="JetBrains Mono"/>
                <a:cs typeface="JetBrains Mono"/>
              </a:defRPr>
            </a:lvl6pPr>
            <a:lvl7pPr algn="l">
              <a:defRPr sz="2700" b="1" i="0" kern="0" spc="-9">
                <a:solidFill>
                  <a:srgbClr val="0A2540"/>
                </a:solidFill>
                <a:latin typeface="JetBrains Mono"/>
                <a:ea typeface="JetBrains Mono"/>
                <a:cs typeface="JetBrains Mono"/>
              </a:defRPr>
            </a:lvl7pPr>
            <a:lvl8pPr algn="l">
              <a:defRPr sz="2700" b="1" i="0" kern="0" spc="-9">
                <a:solidFill>
                  <a:srgbClr val="0A2540"/>
                </a:solidFill>
                <a:latin typeface="JetBrains Mono"/>
                <a:ea typeface="JetBrains Mono"/>
                <a:cs typeface="JetBrains Mono"/>
              </a:defRPr>
            </a:lvl8pPr>
            <a:lvl9pPr algn="l">
              <a:defRPr sz="2700" b="1" i="0" kern="0" spc="-9">
                <a:solidFill>
                  <a:srgbClr val="0A2540"/>
                </a:solidFill>
                <a:latin typeface="JetBrains Mono"/>
                <a:ea typeface="JetBrains Mono"/>
                <a:cs typeface="JetBrains Mono"/>
              </a:defRPr>
            </a:lvl9pPr>
          </a:lstStyle>
          <a:p>
            <a:pPr algn="l">
              <a:lnSpc>
                <a:spcPct val="100000"/>
              </a:lnSpc>
              <a:buNone/>
              <a:defRPr sz="2700" b="1" i="0" kern="0" spc="-9">
                <a:solidFill>
                  <a:srgbClr val="0A2540"/>
                </a:solidFill>
                <a:latin typeface="JetBrains Mono"/>
                <a:ea typeface="JetBrains Mono"/>
                <a:cs typeface="JetBrains Mono"/>
              </a:defRPr>
            </a:pPr>
            <a:r>
              <a:rPr sz="2700" b="1" i="0" kern="0" spc="-9">
                <a:solidFill>
                  <a:srgbClr val="0A2540"/>
                </a:solidFill>
                <a:latin typeface="JetBrains Mono"/>
                <a:ea typeface="JetBrains Mono"/>
                <a:cs typeface="JetBrains Mono"/>
              </a:rPr>
              <a:t>34,000</a:t>
            </a:r>
          </a:p>
        </p:txBody>
      </p:sp>
      <p:sp>
        <p:nvSpPr>
          <p:cNvPr id="69" name="s15 text 40">
            <a:extLst>
              <a:ext uri="{FF2B5EF4-FFF2-40B4-BE49-F238E27FC236}">
                <a16:creationId xmlns:a16="http://schemas.microsoft.com/office/drawing/2014/main" id="{3541F38B-E997-4E5B-8380-503F434052A2}"/>
              </a:ext>
            </a:extLst>
          </p:cNvPr>
          <p:cNvSpPr>
            <a:spLocks noGrp="1"/>
          </p:cNvSpPr>
          <p:nvPr/>
        </p:nvSpPr>
        <p:spPr>
          <a:xfrm>
            <a:off x="5973514" y="4984337"/>
            <a:ext cx="544066" cy="151819"/>
          </a:xfrm>
          <a:prstGeom prst="rect">
            <a:avLst/>
          </a:prstGeom>
          <a:noFill/>
          <a:ln w="0">
            <a:noFill/>
            <a:prstDash val="solid"/>
          </a:ln>
        </p:spPr>
        <p:txBody>
          <a:bodyPr wrap="none" lIns="0" tIns="0" rIns="0" bIns="0" anchor="t">
            <a:noAutofit/>
          </a:bodyPr>
          <a:lstStyle>
            <a:defPPr algn="l">
              <a:defRPr sz="787" b="0" i="0" kern="0" spc="110">
                <a:solidFill>
                  <a:srgbClr val="8B98AD"/>
                </a:solidFill>
                <a:latin typeface="JetBrains Mono"/>
                <a:ea typeface="JetBrains Mono"/>
                <a:cs typeface="JetBrains Mono"/>
              </a:defRPr>
            </a:defPPr>
            <a:lvl1pPr algn="l">
              <a:defRPr sz="787" b="0" i="0" kern="0" spc="110">
                <a:solidFill>
                  <a:srgbClr val="8B98AD"/>
                </a:solidFill>
                <a:latin typeface="JetBrains Mono"/>
                <a:ea typeface="JetBrains Mono"/>
                <a:cs typeface="JetBrains Mono"/>
              </a:defRPr>
            </a:lvl1pPr>
            <a:lvl2pPr algn="l">
              <a:defRPr sz="787" b="0" i="0" kern="0" spc="110">
                <a:solidFill>
                  <a:srgbClr val="8B98AD"/>
                </a:solidFill>
                <a:latin typeface="JetBrains Mono"/>
                <a:ea typeface="JetBrains Mono"/>
                <a:cs typeface="JetBrains Mono"/>
              </a:defRPr>
            </a:lvl2pPr>
            <a:lvl3pPr algn="l">
              <a:defRPr sz="787" b="0" i="0" kern="0" spc="110">
                <a:solidFill>
                  <a:srgbClr val="8B98AD"/>
                </a:solidFill>
                <a:latin typeface="JetBrains Mono"/>
                <a:ea typeface="JetBrains Mono"/>
                <a:cs typeface="JetBrains Mono"/>
              </a:defRPr>
            </a:lvl3pPr>
            <a:lvl4pPr algn="l">
              <a:defRPr sz="787" b="0" i="0" kern="0" spc="110">
                <a:solidFill>
                  <a:srgbClr val="8B98AD"/>
                </a:solidFill>
                <a:latin typeface="JetBrains Mono"/>
                <a:ea typeface="JetBrains Mono"/>
                <a:cs typeface="JetBrains Mono"/>
              </a:defRPr>
            </a:lvl4pPr>
            <a:lvl5pPr algn="l">
              <a:defRPr sz="787" b="0" i="0" kern="0" spc="110">
                <a:solidFill>
                  <a:srgbClr val="8B98AD"/>
                </a:solidFill>
                <a:latin typeface="JetBrains Mono"/>
                <a:ea typeface="JetBrains Mono"/>
                <a:cs typeface="JetBrains Mono"/>
              </a:defRPr>
            </a:lvl5pPr>
            <a:lvl6pPr algn="l">
              <a:defRPr sz="787" b="0" i="0" kern="0" spc="110">
                <a:solidFill>
                  <a:srgbClr val="8B98AD"/>
                </a:solidFill>
                <a:latin typeface="JetBrains Mono"/>
                <a:ea typeface="JetBrains Mono"/>
                <a:cs typeface="JetBrains Mono"/>
              </a:defRPr>
            </a:lvl6pPr>
            <a:lvl7pPr algn="l">
              <a:defRPr sz="787" b="0" i="0" kern="0" spc="110">
                <a:solidFill>
                  <a:srgbClr val="8B98AD"/>
                </a:solidFill>
                <a:latin typeface="JetBrains Mono"/>
                <a:ea typeface="JetBrains Mono"/>
                <a:cs typeface="JetBrains Mono"/>
              </a:defRPr>
            </a:lvl7pPr>
            <a:lvl8pPr algn="l">
              <a:defRPr sz="787" b="0" i="0" kern="0" spc="110">
                <a:solidFill>
                  <a:srgbClr val="8B98AD"/>
                </a:solidFill>
                <a:latin typeface="JetBrains Mono"/>
                <a:ea typeface="JetBrains Mono"/>
                <a:cs typeface="JetBrains Mono"/>
              </a:defRPr>
            </a:lvl8pPr>
            <a:lvl9pPr algn="l">
              <a:defRPr sz="787" b="0" i="0" kern="0" spc="110">
                <a:solidFill>
                  <a:srgbClr val="8B98AD"/>
                </a:solidFill>
                <a:latin typeface="JetBrains Mono"/>
                <a:ea typeface="JetBrains Mono"/>
                <a:cs typeface="JetBrains Mono"/>
              </a:defRPr>
            </a:lvl9pPr>
          </a:lstStyle>
          <a:p>
            <a:pPr algn="l">
              <a:lnSpc>
                <a:spcPct val="100000"/>
              </a:lnSpc>
              <a:buNone/>
              <a:defRPr sz="787" b="0" i="0" kern="0" spc="110">
                <a:solidFill>
                  <a:srgbClr val="8B98AD"/>
                </a:solidFill>
                <a:latin typeface="JetBrains Mono"/>
                <a:ea typeface="JetBrains Mono"/>
                <a:cs typeface="JetBrains Mono"/>
              </a:defRPr>
            </a:pPr>
            <a:r>
              <a:rPr sz="787" b="0" i="0" kern="0" spc="110">
                <a:solidFill>
                  <a:srgbClr val="8B98AD"/>
                </a:solidFill>
                <a:latin typeface="JetBrains Mono"/>
                <a:ea typeface="JetBrains Mono"/>
                <a:cs typeface="JetBrains Mono"/>
              </a:rPr>
              <a:t>IMPORTS</a:t>
            </a:r>
          </a:p>
        </p:txBody>
      </p:sp>
      <p:sp>
        <p:nvSpPr>
          <p:cNvPr id="70" name="s15 text 41">
            <a:extLst>
              <a:ext uri="{FF2B5EF4-FFF2-40B4-BE49-F238E27FC236}">
                <a16:creationId xmlns:a16="http://schemas.microsoft.com/office/drawing/2014/main" id="{4206FBB7-6EB7-4404-87D4-EA68DC664153}"/>
              </a:ext>
            </a:extLst>
          </p:cNvPr>
          <p:cNvSpPr>
            <a:spLocks noGrp="1"/>
          </p:cNvSpPr>
          <p:nvPr/>
        </p:nvSpPr>
        <p:spPr>
          <a:xfrm>
            <a:off x="5973514" y="5086636"/>
            <a:ext cx="1165860" cy="520522"/>
          </a:xfrm>
          <a:prstGeom prst="rect">
            <a:avLst/>
          </a:prstGeom>
          <a:noFill/>
          <a:ln w="0">
            <a:noFill/>
            <a:prstDash val="solid"/>
          </a:ln>
        </p:spPr>
        <p:txBody>
          <a:bodyPr wrap="none" lIns="0" tIns="0" rIns="0" bIns="0" anchor="t">
            <a:noAutofit/>
          </a:bodyPr>
          <a:lstStyle>
            <a:defPPr algn="l">
              <a:defRPr sz="2700" b="1" i="0" kern="0" spc="-9">
                <a:solidFill>
                  <a:srgbClr val="0A2540"/>
                </a:solidFill>
                <a:latin typeface="JetBrains Mono"/>
                <a:ea typeface="JetBrains Mono"/>
                <a:cs typeface="JetBrains Mono"/>
              </a:defRPr>
            </a:defPPr>
            <a:lvl1pPr algn="l">
              <a:defRPr sz="2700" b="1" i="0" kern="0" spc="-9">
                <a:solidFill>
                  <a:srgbClr val="0A2540"/>
                </a:solidFill>
                <a:latin typeface="JetBrains Mono"/>
                <a:ea typeface="JetBrains Mono"/>
                <a:cs typeface="JetBrains Mono"/>
              </a:defRPr>
            </a:lvl1pPr>
            <a:lvl2pPr algn="l">
              <a:defRPr sz="2700" b="1" i="0" kern="0" spc="-9">
                <a:solidFill>
                  <a:srgbClr val="0A2540"/>
                </a:solidFill>
                <a:latin typeface="JetBrains Mono"/>
                <a:ea typeface="JetBrains Mono"/>
                <a:cs typeface="JetBrains Mono"/>
              </a:defRPr>
            </a:lvl2pPr>
            <a:lvl3pPr algn="l">
              <a:defRPr sz="2700" b="1" i="0" kern="0" spc="-9">
                <a:solidFill>
                  <a:srgbClr val="0A2540"/>
                </a:solidFill>
                <a:latin typeface="JetBrains Mono"/>
                <a:ea typeface="JetBrains Mono"/>
                <a:cs typeface="JetBrains Mono"/>
              </a:defRPr>
            </a:lvl3pPr>
            <a:lvl4pPr algn="l">
              <a:defRPr sz="2700" b="1" i="0" kern="0" spc="-9">
                <a:solidFill>
                  <a:srgbClr val="0A2540"/>
                </a:solidFill>
                <a:latin typeface="JetBrains Mono"/>
                <a:ea typeface="JetBrains Mono"/>
                <a:cs typeface="JetBrains Mono"/>
              </a:defRPr>
            </a:lvl4pPr>
            <a:lvl5pPr algn="l">
              <a:defRPr sz="2700" b="1" i="0" kern="0" spc="-9">
                <a:solidFill>
                  <a:srgbClr val="0A2540"/>
                </a:solidFill>
                <a:latin typeface="JetBrains Mono"/>
                <a:ea typeface="JetBrains Mono"/>
                <a:cs typeface="JetBrains Mono"/>
              </a:defRPr>
            </a:lvl5pPr>
            <a:lvl6pPr algn="l">
              <a:defRPr sz="2700" b="1" i="0" kern="0" spc="-9">
                <a:solidFill>
                  <a:srgbClr val="0A2540"/>
                </a:solidFill>
                <a:latin typeface="JetBrains Mono"/>
                <a:ea typeface="JetBrains Mono"/>
                <a:cs typeface="JetBrains Mono"/>
              </a:defRPr>
            </a:lvl6pPr>
            <a:lvl7pPr algn="l">
              <a:defRPr sz="2700" b="1" i="0" kern="0" spc="-9">
                <a:solidFill>
                  <a:srgbClr val="0A2540"/>
                </a:solidFill>
                <a:latin typeface="JetBrains Mono"/>
                <a:ea typeface="JetBrains Mono"/>
                <a:cs typeface="JetBrains Mono"/>
              </a:defRPr>
            </a:lvl7pPr>
            <a:lvl8pPr algn="l">
              <a:defRPr sz="2700" b="1" i="0" kern="0" spc="-9">
                <a:solidFill>
                  <a:srgbClr val="0A2540"/>
                </a:solidFill>
                <a:latin typeface="JetBrains Mono"/>
                <a:ea typeface="JetBrains Mono"/>
                <a:cs typeface="JetBrains Mono"/>
              </a:defRPr>
            </a:lvl8pPr>
            <a:lvl9pPr algn="l">
              <a:defRPr sz="2700" b="1" i="0" kern="0" spc="-9">
                <a:solidFill>
                  <a:srgbClr val="0A2540"/>
                </a:solidFill>
                <a:latin typeface="JetBrains Mono"/>
                <a:ea typeface="JetBrains Mono"/>
                <a:cs typeface="JetBrains Mono"/>
              </a:defRPr>
            </a:lvl9pPr>
          </a:lstStyle>
          <a:p>
            <a:pPr algn="l">
              <a:lnSpc>
                <a:spcPct val="100000"/>
              </a:lnSpc>
              <a:buNone/>
              <a:defRPr sz="2700" b="1" i="0" kern="0" spc="-9">
                <a:solidFill>
                  <a:srgbClr val="0A2540"/>
                </a:solidFill>
                <a:latin typeface="JetBrains Mono"/>
                <a:ea typeface="JetBrains Mono"/>
                <a:cs typeface="JetBrains Mono"/>
              </a:defRPr>
            </a:pPr>
            <a:r>
              <a:rPr sz="2700" b="1" i="0" kern="0" spc="-9">
                <a:solidFill>
                  <a:srgbClr val="0A2540"/>
                </a:solidFill>
                <a:latin typeface="JetBrains Mono"/>
                <a:ea typeface="JetBrains Mono"/>
                <a:cs typeface="JetBrains Mono"/>
              </a:rPr>
              <a:t>4,800</a:t>
            </a:r>
          </a:p>
        </p:txBody>
      </p:sp>
      <p:sp>
        <p:nvSpPr>
          <p:cNvPr id="71" name="s15 text 42">
            <a:extLst>
              <a:ext uri="{FF2B5EF4-FFF2-40B4-BE49-F238E27FC236}">
                <a16:creationId xmlns:a16="http://schemas.microsoft.com/office/drawing/2014/main" id="{AC8F9C83-4E93-4B29-800D-CA8431E56D6F}"/>
              </a:ext>
            </a:extLst>
          </p:cNvPr>
          <p:cNvSpPr>
            <a:spLocks noGrp="1"/>
          </p:cNvSpPr>
          <p:nvPr/>
        </p:nvSpPr>
        <p:spPr>
          <a:xfrm>
            <a:off x="514350" y="7370207"/>
            <a:ext cx="1906319"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QUESTION 5.2 · COUNTRY A</a:t>
            </a:r>
          </a:p>
        </p:txBody>
      </p:sp>
      <p:sp>
        <p:nvSpPr>
          <p:cNvPr id="72" name="s15 text 43">
            <a:extLst>
              <a:ext uri="{FF2B5EF4-FFF2-40B4-BE49-F238E27FC236}">
                <a16:creationId xmlns:a16="http://schemas.microsoft.com/office/drawing/2014/main" id="{C6654B68-C05F-4C80-A6A3-2607FA337AFB}"/>
              </a:ext>
            </a:extLst>
          </p:cNvPr>
          <p:cNvSpPr>
            <a:spLocks noGrp="1"/>
          </p:cNvSpPr>
          <p:nvPr/>
        </p:nvSpPr>
        <p:spPr>
          <a:xfrm>
            <a:off x="12654037" y="7370207"/>
            <a:ext cx="576503"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15 / 26</a:t>
            </a:r>
          </a:p>
        </p:txBody>
      </p:sp>
    </p:spTree>
    <p:extLst>
      <p:ext uri="{BB962C8B-B14F-4D97-AF65-F5344CB8AC3E}">
        <p14:creationId xmlns:p14="http://schemas.microsoft.com/office/powerpoint/2010/main" val="18299068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1" name="Blueprint grid">
            <a:extLst>
              <a:ext uri="{FF2B5EF4-FFF2-40B4-BE49-F238E27FC236}">
                <a16:creationId xmlns:a16="http://schemas.microsoft.com/office/drawing/2014/main" id="{5D8991F2-B1FB-4AEA-B27F-617B36D47D31}"/>
              </a:ext>
            </a:extLst>
          </p:cNvPr>
          <p:cNvSpPr>
            <a:spLocks noGrp="1"/>
          </p:cNvSpPr>
          <p:nvPr/>
        </p:nvSpPr>
        <p:spPr>
          <a:xfrm>
            <a:off x="7144" y="0"/>
            <a:ext cx="7144" cy="7715250"/>
          </a:xfrm>
          <a:prstGeom prst="rect">
            <a:avLst/>
          </a:prstGeom>
          <a:solidFill>
            <a:srgbClr val="0A2540">
              <a:alpha val="5000"/>
            </a:srgbClr>
          </a:solidFill>
          <a:ln w="0">
            <a:noFill/>
            <a:prstDash val="solid"/>
          </a:ln>
        </p:spPr>
      </p:sp>
      <p:sp>
        <p:nvSpPr>
          <p:cNvPr id="2" name="Blueprint grid">
            <a:extLst>
              <a:ext uri="{FF2B5EF4-FFF2-40B4-BE49-F238E27FC236}">
                <a16:creationId xmlns:a16="http://schemas.microsoft.com/office/drawing/2014/main" id="{C3E14292-2746-4661-9A38-4515FD5CB1CB}"/>
              </a:ext>
            </a:extLst>
          </p:cNvPr>
          <p:cNvSpPr>
            <a:spLocks noGrp="1"/>
          </p:cNvSpPr>
          <p:nvPr/>
        </p:nvSpPr>
        <p:spPr>
          <a:xfrm>
            <a:off x="578644" y="0"/>
            <a:ext cx="7144" cy="7715250"/>
          </a:xfrm>
          <a:prstGeom prst="rect">
            <a:avLst/>
          </a:prstGeom>
          <a:solidFill>
            <a:srgbClr val="0A2540">
              <a:alpha val="5000"/>
            </a:srgbClr>
          </a:solidFill>
          <a:ln w="0">
            <a:noFill/>
            <a:prstDash val="solid"/>
          </a:ln>
        </p:spPr>
      </p:sp>
      <p:sp>
        <p:nvSpPr>
          <p:cNvPr id="3" name="Blueprint grid">
            <a:extLst>
              <a:ext uri="{FF2B5EF4-FFF2-40B4-BE49-F238E27FC236}">
                <a16:creationId xmlns:a16="http://schemas.microsoft.com/office/drawing/2014/main" id="{E21C0537-CB44-4CCD-8280-08CAB66CB987}"/>
              </a:ext>
            </a:extLst>
          </p:cNvPr>
          <p:cNvSpPr>
            <a:spLocks noGrp="1"/>
          </p:cNvSpPr>
          <p:nvPr/>
        </p:nvSpPr>
        <p:spPr>
          <a:xfrm>
            <a:off x="9151144" y="0"/>
            <a:ext cx="7144" cy="7715250"/>
          </a:xfrm>
          <a:prstGeom prst="rect">
            <a:avLst/>
          </a:prstGeom>
          <a:solidFill>
            <a:srgbClr val="0A2540">
              <a:alpha val="5000"/>
            </a:srgbClr>
          </a:solidFill>
          <a:ln w="0">
            <a:noFill/>
            <a:prstDash val="solid"/>
          </a:ln>
        </p:spPr>
      </p:sp>
      <p:sp>
        <p:nvSpPr>
          <p:cNvPr id="4" name="Blueprint grid">
            <a:extLst>
              <a:ext uri="{FF2B5EF4-FFF2-40B4-BE49-F238E27FC236}">
                <a16:creationId xmlns:a16="http://schemas.microsoft.com/office/drawing/2014/main" id="{E7DB7A29-A903-4198-ADE0-6483FFC42E1D}"/>
              </a:ext>
            </a:extLst>
          </p:cNvPr>
          <p:cNvSpPr>
            <a:spLocks noGrp="1"/>
          </p:cNvSpPr>
          <p:nvPr/>
        </p:nvSpPr>
        <p:spPr>
          <a:xfrm>
            <a:off x="9436894" y="0"/>
            <a:ext cx="7144" cy="7715250"/>
          </a:xfrm>
          <a:prstGeom prst="rect">
            <a:avLst/>
          </a:prstGeom>
          <a:solidFill>
            <a:srgbClr val="0A2540">
              <a:alpha val="5000"/>
            </a:srgbClr>
          </a:solidFill>
          <a:ln w="0">
            <a:noFill/>
            <a:prstDash val="solid"/>
          </a:ln>
        </p:spPr>
      </p:sp>
      <p:sp>
        <p:nvSpPr>
          <p:cNvPr id="5" name="Blueprint grid">
            <a:extLst>
              <a:ext uri="{FF2B5EF4-FFF2-40B4-BE49-F238E27FC236}">
                <a16:creationId xmlns:a16="http://schemas.microsoft.com/office/drawing/2014/main" id="{03DCFD9E-C750-46FD-886F-7425178129B0}"/>
              </a:ext>
            </a:extLst>
          </p:cNvPr>
          <p:cNvSpPr>
            <a:spLocks noGrp="1"/>
          </p:cNvSpPr>
          <p:nvPr/>
        </p:nvSpPr>
        <p:spPr>
          <a:xfrm>
            <a:off x="9722644" y="0"/>
            <a:ext cx="7144" cy="7715250"/>
          </a:xfrm>
          <a:prstGeom prst="rect">
            <a:avLst/>
          </a:prstGeom>
          <a:solidFill>
            <a:srgbClr val="0A2540">
              <a:alpha val="5000"/>
            </a:srgbClr>
          </a:solidFill>
          <a:ln w="0">
            <a:noFill/>
            <a:prstDash val="solid"/>
          </a:ln>
        </p:spPr>
      </p:sp>
      <p:sp>
        <p:nvSpPr>
          <p:cNvPr id="6" name="Blueprint grid">
            <a:extLst>
              <a:ext uri="{FF2B5EF4-FFF2-40B4-BE49-F238E27FC236}">
                <a16:creationId xmlns:a16="http://schemas.microsoft.com/office/drawing/2014/main" id="{1691BE78-7D45-4871-9CEA-5D659DBD43FD}"/>
              </a:ext>
            </a:extLst>
          </p:cNvPr>
          <p:cNvSpPr>
            <a:spLocks noGrp="1"/>
          </p:cNvSpPr>
          <p:nvPr/>
        </p:nvSpPr>
        <p:spPr>
          <a:xfrm>
            <a:off x="10008394" y="0"/>
            <a:ext cx="7144" cy="7715250"/>
          </a:xfrm>
          <a:prstGeom prst="rect">
            <a:avLst/>
          </a:prstGeom>
          <a:solidFill>
            <a:srgbClr val="0A2540">
              <a:alpha val="5000"/>
            </a:srgbClr>
          </a:solidFill>
          <a:ln w="0">
            <a:noFill/>
            <a:prstDash val="solid"/>
          </a:ln>
        </p:spPr>
      </p:sp>
      <p:sp>
        <p:nvSpPr>
          <p:cNvPr id="7" name="Blueprint grid">
            <a:extLst>
              <a:ext uri="{FF2B5EF4-FFF2-40B4-BE49-F238E27FC236}">
                <a16:creationId xmlns:a16="http://schemas.microsoft.com/office/drawing/2014/main" id="{28488B0B-3821-4898-8CDA-053A94E6B53B}"/>
              </a:ext>
            </a:extLst>
          </p:cNvPr>
          <p:cNvSpPr>
            <a:spLocks noGrp="1"/>
          </p:cNvSpPr>
          <p:nvPr/>
        </p:nvSpPr>
        <p:spPr>
          <a:xfrm>
            <a:off x="10294144" y="0"/>
            <a:ext cx="7144" cy="7715250"/>
          </a:xfrm>
          <a:prstGeom prst="rect">
            <a:avLst/>
          </a:prstGeom>
          <a:solidFill>
            <a:srgbClr val="0A2540">
              <a:alpha val="5000"/>
            </a:srgbClr>
          </a:solidFill>
          <a:ln w="0">
            <a:noFill/>
            <a:prstDash val="solid"/>
          </a:ln>
        </p:spPr>
      </p:sp>
      <p:sp>
        <p:nvSpPr>
          <p:cNvPr id="8" name="Blueprint grid">
            <a:extLst>
              <a:ext uri="{FF2B5EF4-FFF2-40B4-BE49-F238E27FC236}">
                <a16:creationId xmlns:a16="http://schemas.microsoft.com/office/drawing/2014/main" id="{FBE1B07B-193C-4C26-B0BD-315B014DD9D9}"/>
              </a:ext>
            </a:extLst>
          </p:cNvPr>
          <p:cNvSpPr>
            <a:spLocks noGrp="1"/>
          </p:cNvSpPr>
          <p:nvPr/>
        </p:nvSpPr>
        <p:spPr>
          <a:xfrm>
            <a:off x="10579894" y="0"/>
            <a:ext cx="7144" cy="7715250"/>
          </a:xfrm>
          <a:prstGeom prst="rect">
            <a:avLst/>
          </a:prstGeom>
          <a:solidFill>
            <a:srgbClr val="0A2540">
              <a:alpha val="5000"/>
            </a:srgbClr>
          </a:solidFill>
          <a:ln w="0">
            <a:noFill/>
            <a:prstDash val="solid"/>
          </a:ln>
        </p:spPr>
      </p:sp>
      <p:sp>
        <p:nvSpPr>
          <p:cNvPr id="9" name="Blueprint grid">
            <a:extLst>
              <a:ext uri="{FF2B5EF4-FFF2-40B4-BE49-F238E27FC236}">
                <a16:creationId xmlns:a16="http://schemas.microsoft.com/office/drawing/2014/main" id="{5B3B574F-CCDA-4F75-AFB4-C5978692EFAF}"/>
              </a:ext>
            </a:extLst>
          </p:cNvPr>
          <p:cNvSpPr>
            <a:spLocks noGrp="1"/>
          </p:cNvSpPr>
          <p:nvPr/>
        </p:nvSpPr>
        <p:spPr>
          <a:xfrm>
            <a:off x="10865644" y="0"/>
            <a:ext cx="7144" cy="7715250"/>
          </a:xfrm>
          <a:prstGeom prst="rect">
            <a:avLst/>
          </a:prstGeom>
          <a:solidFill>
            <a:srgbClr val="0A2540">
              <a:alpha val="5000"/>
            </a:srgbClr>
          </a:solidFill>
          <a:ln w="0">
            <a:noFill/>
            <a:prstDash val="solid"/>
          </a:ln>
        </p:spPr>
      </p:sp>
      <p:sp>
        <p:nvSpPr>
          <p:cNvPr id="10" name="Layout surface">
            <a:extLst>
              <a:ext uri="{FF2B5EF4-FFF2-40B4-BE49-F238E27FC236}">
                <a16:creationId xmlns:a16="http://schemas.microsoft.com/office/drawing/2014/main" id="{5B96EA95-2D27-40C8-A39E-D33E3D86DC5F}"/>
              </a:ext>
            </a:extLst>
          </p:cNvPr>
          <p:cNvSpPr>
            <a:spLocks noGrp="1"/>
          </p:cNvSpPr>
          <p:nvPr/>
        </p:nvSpPr>
        <p:spPr>
          <a:xfrm>
            <a:off x="0" y="0"/>
            <a:ext cx="1428750" cy="35719"/>
          </a:xfrm>
          <a:prstGeom prst="rect">
            <a:avLst/>
          </a:prstGeom>
          <a:solidFill>
            <a:srgbClr val="0A2540"/>
          </a:solidFill>
          <a:ln w="0">
            <a:noFill/>
            <a:prstDash val="solid"/>
          </a:ln>
        </p:spPr>
      </p:sp>
      <p:sp>
        <p:nvSpPr>
          <p:cNvPr id="11" name="Layout surface">
            <a:extLst>
              <a:ext uri="{FF2B5EF4-FFF2-40B4-BE49-F238E27FC236}">
                <a16:creationId xmlns:a16="http://schemas.microsoft.com/office/drawing/2014/main" id="{283BCA28-0E25-4563-8ED0-BDE3D7B0DDF1}"/>
              </a:ext>
            </a:extLst>
          </p:cNvPr>
          <p:cNvSpPr>
            <a:spLocks noGrp="1"/>
          </p:cNvSpPr>
          <p:nvPr/>
        </p:nvSpPr>
        <p:spPr>
          <a:xfrm>
            <a:off x="1428750" y="0"/>
            <a:ext cx="1000125" cy="35719"/>
          </a:xfrm>
          <a:prstGeom prst="rect">
            <a:avLst/>
          </a:prstGeom>
          <a:solidFill>
            <a:srgbClr val="1D4ED8"/>
          </a:solidFill>
          <a:ln w="0">
            <a:noFill/>
            <a:prstDash val="solid"/>
          </a:ln>
        </p:spPr>
      </p:sp>
      <p:sp>
        <p:nvSpPr>
          <p:cNvPr id="12" name="Layout surface">
            <a:extLst>
              <a:ext uri="{FF2B5EF4-FFF2-40B4-BE49-F238E27FC236}">
                <a16:creationId xmlns:a16="http://schemas.microsoft.com/office/drawing/2014/main" id="{49DDFCBE-88A8-4CCF-B6EE-1ECB01F469EC}"/>
              </a:ext>
            </a:extLst>
          </p:cNvPr>
          <p:cNvSpPr>
            <a:spLocks noGrp="1"/>
          </p:cNvSpPr>
          <p:nvPr/>
        </p:nvSpPr>
        <p:spPr>
          <a:xfrm>
            <a:off x="2428875" y="0"/>
            <a:ext cx="11287125" cy="35719"/>
          </a:xfrm>
          <a:prstGeom prst="rect">
            <a:avLst/>
          </a:prstGeom>
          <a:solidFill>
            <a:srgbClr val="0A2540">
              <a:alpha val="16000"/>
            </a:srgbClr>
          </a:solidFill>
          <a:ln w="0">
            <a:noFill/>
            <a:prstDash val="solid"/>
          </a:ln>
        </p:spPr>
      </p:sp>
      <p:sp>
        <p:nvSpPr>
          <p:cNvPr id="13" name="Source layout 5">
            <a:extLst>
              <a:ext uri="{FF2B5EF4-FFF2-40B4-BE49-F238E27FC236}">
                <a16:creationId xmlns:a16="http://schemas.microsoft.com/office/drawing/2014/main" id="{F863A356-9E17-401F-AACF-0A7CE01BA93B}"/>
              </a:ext>
            </a:extLst>
          </p:cNvPr>
          <p:cNvSpPr>
            <a:spLocks noGrp="1"/>
          </p:cNvSpPr>
          <p:nvPr/>
        </p:nvSpPr>
        <p:spPr>
          <a:xfrm>
            <a:off x="514350" y="1285875"/>
            <a:ext cx="78581" cy="78581"/>
          </a:xfrm>
          <a:custGeom>
            <a:avLst/>
            <a:gdLst/>
            <a:ahLst/>
            <a:cxnLst/>
            <a:rect l="0" t="0" r="0" b="0"/>
            <a:pathLst>
              <a:path w="78581" h="78581">
                <a:moveTo>
                  <a:pt x="0" y="0"/>
                </a:moveTo>
                <a:lnTo>
                  <a:pt x="78581" y="0"/>
                </a:lnTo>
                <a:lnTo>
                  <a:pt x="78581" y="78581"/>
                </a:lnTo>
                <a:lnTo>
                  <a:pt x="0" y="78581"/>
                </a:lnTo>
                <a:close/>
              </a:path>
            </a:pathLst>
          </a:custGeom>
          <a:solidFill>
            <a:srgbClr val="1D4ED8"/>
          </a:solidFill>
          <a:ln w="7144">
            <a:noFill/>
            <a:prstDash val="solid"/>
          </a:ln>
        </p:spPr>
      </p:sp>
      <p:sp>
        <p:nvSpPr>
          <p:cNvPr id="14" name="Source layout 6">
            <a:extLst>
              <a:ext uri="{FF2B5EF4-FFF2-40B4-BE49-F238E27FC236}">
                <a16:creationId xmlns:a16="http://schemas.microsoft.com/office/drawing/2014/main" id="{33AAE75B-69D9-4DDA-9449-5325E9AF0878}"/>
              </a:ext>
            </a:extLst>
          </p:cNvPr>
          <p:cNvSpPr>
            <a:spLocks noGrp="1"/>
          </p:cNvSpPr>
          <p:nvPr/>
        </p:nvSpPr>
        <p:spPr>
          <a:xfrm>
            <a:off x="8265318" y="2364581"/>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15" name="Source layout 7">
            <a:extLst>
              <a:ext uri="{FF2B5EF4-FFF2-40B4-BE49-F238E27FC236}">
                <a16:creationId xmlns:a16="http://schemas.microsoft.com/office/drawing/2014/main" id="{731078F9-6681-4C8C-AEBB-7E82ECD9024A}"/>
              </a:ext>
            </a:extLst>
          </p:cNvPr>
          <p:cNvSpPr>
            <a:spLocks noGrp="1"/>
          </p:cNvSpPr>
          <p:nvPr/>
        </p:nvSpPr>
        <p:spPr>
          <a:xfrm>
            <a:off x="8268890" y="2368153"/>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16" name="Source layout 8">
            <a:extLst>
              <a:ext uri="{FF2B5EF4-FFF2-40B4-BE49-F238E27FC236}">
                <a16:creationId xmlns:a16="http://schemas.microsoft.com/office/drawing/2014/main" id="{5B1D7C76-EB30-4814-BC1C-A64F99F79A00}"/>
              </a:ext>
            </a:extLst>
          </p:cNvPr>
          <p:cNvSpPr>
            <a:spLocks noGrp="1"/>
          </p:cNvSpPr>
          <p:nvPr/>
        </p:nvSpPr>
        <p:spPr>
          <a:xfrm>
            <a:off x="8265318" y="2821781"/>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17" name="Source layout 9">
            <a:extLst>
              <a:ext uri="{FF2B5EF4-FFF2-40B4-BE49-F238E27FC236}">
                <a16:creationId xmlns:a16="http://schemas.microsoft.com/office/drawing/2014/main" id="{5F10DF37-42AD-4EEB-800E-33F64E9FB8EA}"/>
              </a:ext>
            </a:extLst>
          </p:cNvPr>
          <p:cNvSpPr>
            <a:spLocks noGrp="1"/>
          </p:cNvSpPr>
          <p:nvPr/>
        </p:nvSpPr>
        <p:spPr>
          <a:xfrm>
            <a:off x="8268890" y="2825353"/>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18" name="Source layout 10">
            <a:extLst>
              <a:ext uri="{FF2B5EF4-FFF2-40B4-BE49-F238E27FC236}">
                <a16:creationId xmlns:a16="http://schemas.microsoft.com/office/drawing/2014/main" id="{7C78A340-C905-4083-9A75-7DDF0EE8E130}"/>
              </a:ext>
            </a:extLst>
          </p:cNvPr>
          <p:cNvSpPr>
            <a:spLocks noGrp="1"/>
          </p:cNvSpPr>
          <p:nvPr/>
        </p:nvSpPr>
        <p:spPr>
          <a:xfrm>
            <a:off x="8265318" y="3550444"/>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19" name="Source layout 11">
            <a:extLst>
              <a:ext uri="{FF2B5EF4-FFF2-40B4-BE49-F238E27FC236}">
                <a16:creationId xmlns:a16="http://schemas.microsoft.com/office/drawing/2014/main" id="{3F797191-4F47-492A-8778-BA34DEF55556}"/>
              </a:ext>
            </a:extLst>
          </p:cNvPr>
          <p:cNvSpPr>
            <a:spLocks noGrp="1"/>
          </p:cNvSpPr>
          <p:nvPr/>
        </p:nvSpPr>
        <p:spPr>
          <a:xfrm>
            <a:off x="8268890" y="3554015"/>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20" name="Source layout 12">
            <a:extLst>
              <a:ext uri="{FF2B5EF4-FFF2-40B4-BE49-F238E27FC236}">
                <a16:creationId xmlns:a16="http://schemas.microsoft.com/office/drawing/2014/main" id="{F2B69692-7CC8-4615-B3AB-C34530441202}"/>
              </a:ext>
            </a:extLst>
          </p:cNvPr>
          <p:cNvSpPr>
            <a:spLocks noGrp="1"/>
          </p:cNvSpPr>
          <p:nvPr/>
        </p:nvSpPr>
        <p:spPr>
          <a:xfrm>
            <a:off x="8265318" y="4007644"/>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21" name="Source layout 13">
            <a:extLst>
              <a:ext uri="{FF2B5EF4-FFF2-40B4-BE49-F238E27FC236}">
                <a16:creationId xmlns:a16="http://schemas.microsoft.com/office/drawing/2014/main" id="{B299BD35-C47E-40DF-B160-F755288687ED}"/>
              </a:ext>
            </a:extLst>
          </p:cNvPr>
          <p:cNvSpPr>
            <a:spLocks noGrp="1"/>
          </p:cNvSpPr>
          <p:nvPr/>
        </p:nvSpPr>
        <p:spPr>
          <a:xfrm>
            <a:off x="8268890" y="4011215"/>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22" name="Source layout 14">
            <a:extLst>
              <a:ext uri="{FF2B5EF4-FFF2-40B4-BE49-F238E27FC236}">
                <a16:creationId xmlns:a16="http://schemas.microsoft.com/office/drawing/2014/main" id="{3CC278DA-8D9B-4548-836E-8B62AECF79AE}"/>
              </a:ext>
            </a:extLst>
          </p:cNvPr>
          <p:cNvSpPr>
            <a:spLocks noGrp="1"/>
          </p:cNvSpPr>
          <p:nvPr/>
        </p:nvSpPr>
        <p:spPr>
          <a:xfrm>
            <a:off x="8265318" y="4950619"/>
            <a:ext cx="2214562" cy="442912"/>
          </a:xfrm>
          <a:custGeom>
            <a:avLst/>
            <a:gdLst/>
            <a:ahLst/>
            <a:cxnLst/>
            <a:rect l="0" t="0" r="0" b="0"/>
            <a:pathLst>
              <a:path w="2214562" h="442912">
                <a:moveTo>
                  <a:pt x="0" y="0"/>
                </a:moveTo>
                <a:lnTo>
                  <a:pt x="2214562" y="0"/>
                </a:lnTo>
                <a:lnTo>
                  <a:pt x="2214562" y="442912"/>
                </a:lnTo>
                <a:lnTo>
                  <a:pt x="0" y="442912"/>
                </a:lnTo>
                <a:close/>
              </a:path>
            </a:pathLst>
          </a:custGeom>
          <a:solidFill>
            <a:srgbClr val="F1F5FA"/>
          </a:solidFill>
          <a:ln w="7144">
            <a:noFill/>
            <a:prstDash val="solid"/>
          </a:ln>
        </p:spPr>
      </p:sp>
      <p:sp>
        <p:nvSpPr>
          <p:cNvPr id="23" name="Source layout 15">
            <a:extLst>
              <a:ext uri="{FF2B5EF4-FFF2-40B4-BE49-F238E27FC236}">
                <a16:creationId xmlns:a16="http://schemas.microsoft.com/office/drawing/2014/main" id="{261DFB72-12BF-40FC-9FFF-BA35B2417DA0}"/>
              </a:ext>
            </a:extLst>
          </p:cNvPr>
          <p:cNvSpPr>
            <a:spLocks noGrp="1"/>
          </p:cNvSpPr>
          <p:nvPr/>
        </p:nvSpPr>
        <p:spPr>
          <a:xfrm>
            <a:off x="8265318" y="4950619"/>
            <a:ext cx="28575" cy="442912"/>
          </a:xfrm>
          <a:custGeom>
            <a:avLst/>
            <a:gdLst/>
            <a:ahLst/>
            <a:cxnLst/>
            <a:rect l="0" t="0" r="0" b="0"/>
            <a:pathLst>
              <a:path w="28575" h="442912">
                <a:moveTo>
                  <a:pt x="0" y="0"/>
                </a:moveTo>
                <a:lnTo>
                  <a:pt x="28575" y="0"/>
                </a:lnTo>
                <a:lnTo>
                  <a:pt x="28575" y="442912"/>
                </a:lnTo>
                <a:lnTo>
                  <a:pt x="0" y="442912"/>
                </a:lnTo>
                <a:close/>
              </a:path>
            </a:pathLst>
          </a:custGeom>
          <a:solidFill>
            <a:srgbClr val="1D4ED8"/>
          </a:solidFill>
          <a:ln w="7144">
            <a:noFill/>
            <a:prstDash val="solid"/>
          </a:ln>
        </p:spPr>
      </p:sp>
      <p:sp>
        <p:nvSpPr>
          <p:cNvPr id="24" name="Source layout 16">
            <a:extLst>
              <a:ext uri="{FF2B5EF4-FFF2-40B4-BE49-F238E27FC236}">
                <a16:creationId xmlns:a16="http://schemas.microsoft.com/office/drawing/2014/main" id="{E7B496E3-15CB-4995-9732-B37E82AE3915}"/>
              </a:ext>
            </a:extLst>
          </p:cNvPr>
          <p:cNvSpPr>
            <a:spLocks noGrp="1"/>
          </p:cNvSpPr>
          <p:nvPr/>
        </p:nvSpPr>
        <p:spPr>
          <a:xfrm>
            <a:off x="514350" y="2035969"/>
            <a:ext cx="7408068" cy="4179094"/>
          </a:xfrm>
          <a:custGeom>
            <a:avLst/>
            <a:gdLst/>
            <a:ahLst/>
            <a:cxnLst/>
            <a:rect l="0" t="0" r="0" b="0"/>
            <a:pathLst>
              <a:path w="7408068" h="4179094">
                <a:moveTo>
                  <a:pt x="0" y="0"/>
                </a:moveTo>
                <a:lnTo>
                  <a:pt x="7408068" y="0"/>
                </a:lnTo>
                <a:lnTo>
                  <a:pt x="7408068" y="4179094"/>
                </a:lnTo>
                <a:lnTo>
                  <a:pt x="0" y="4179094"/>
                </a:lnTo>
                <a:close/>
              </a:path>
            </a:pathLst>
          </a:custGeom>
          <a:solidFill>
            <a:srgbClr val="FFFFFF"/>
          </a:solidFill>
          <a:ln w="7144">
            <a:noFill/>
            <a:prstDash val="solid"/>
          </a:ln>
        </p:spPr>
      </p:sp>
      <p:sp>
        <p:nvSpPr>
          <p:cNvPr id="25" name="Source layout 17">
            <a:extLst>
              <a:ext uri="{FF2B5EF4-FFF2-40B4-BE49-F238E27FC236}">
                <a16:creationId xmlns:a16="http://schemas.microsoft.com/office/drawing/2014/main" id="{CA51A34C-FB46-4267-BFF7-FF0F2D231906}"/>
              </a:ext>
            </a:extLst>
          </p:cNvPr>
          <p:cNvSpPr>
            <a:spLocks noGrp="1"/>
          </p:cNvSpPr>
          <p:nvPr/>
        </p:nvSpPr>
        <p:spPr>
          <a:xfrm>
            <a:off x="517922" y="2039541"/>
            <a:ext cx="7400925" cy="4171950"/>
          </a:xfrm>
          <a:custGeom>
            <a:avLst/>
            <a:gdLst/>
            <a:ahLst/>
            <a:cxnLst/>
            <a:rect l="0" t="0" r="0" b="0"/>
            <a:pathLst>
              <a:path w="7400925" h="4171950">
                <a:moveTo>
                  <a:pt x="0" y="0"/>
                </a:moveTo>
                <a:lnTo>
                  <a:pt x="7400925" y="0"/>
                </a:lnTo>
                <a:lnTo>
                  <a:pt x="7400925" y="4171950"/>
                </a:lnTo>
                <a:lnTo>
                  <a:pt x="0" y="4171950"/>
                </a:lnTo>
                <a:close/>
              </a:path>
            </a:pathLst>
          </a:custGeom>
          <a:noFill/>
          <a:ln w="7144">
            <a:solidFill>
              <a:srgbClr val="0A2540">
                <a:alpha val="34120"/>
              </a:srgbClr>
            </a:solidFill>
            <a:prstDash val="solid"/>
          </a:ln>
        </p:spPr>
      </p:sp>
      <p:sp>
        <p:nvSpPr>
          <p:cNvPr id="26" name="Source layout 34">
            <a:extLst>
              <a:ext uri="{FF2B5EF4-FFF2-40B4-BE49-F238E27FC236}">
                <a16:creationId xmlns:a16="http://schemas.microsoft.com/office/drawing/2014/main" id="{9EDB689C-0203-4EFC-9084-C931045EE227}"/>
              </a:ext>
            </a:extLst>
          </p:cNvPr>
          <p:cNvSpPr>
            <a:spLocks noGrp="1"/>
          </p:cNvSpPr>
          <p:nvPr/>
        </p:nvSpPr>
        <p:spPr>
          <a:xfrm>
            <a:off x="521494" y="2043112"/>
            <a:ext cx="3964781" cy="264319"/>
          </a:xfrm>
          <a:custGeom>
            <a:avLst/>
            <a:gdLst/>
            <a:ahLst/>
            <a:cxnLst/>
            <a:rect l="0" t="0" r="0" b="0"/>
            <a:pathLst>
              <a:path w="3964781" h="264319">
                <a:moveTo>
                  <a:pt x="0" y="0"/>
                </a:moveTo>
                <a:lnTo>
                  <a:pt x="3964781" y="0"/>
                </a:lnTo>
                <a:lnTo>
                  <a:pt x="3964781" y="264319"/>
                </a:lnTo>
                <a:lnTo>
                  <a:pt x="0" y="264319"/>
                </a:lnTo>
                <a:close/>
              </a:path>
            </a:pathLst>
          </a:custGeom>
          <a:solidFill>
            <a:srgbClr val="0A2540"/>
          </a:solidFill>
          <a:ln w="7144">
            <a:noFill/>
            <a:prstDash val="solid"/>
          </a:ln>
        </p:spPr>
      </p:sp>
      <p:sp>
        <p:nvSpPr>
          <p:cNvPr id="27" name="Source layout 35">
            <a:extLst>
              <a:ext uri="{FF2B5EF4-FFF2-40B4-BE49-F238E27FC236}">
                <a16:creationId xmlns:a16="http://schemas.microsoft.com/office/drawing/2014/main" id="{D191141C-1A83-48B0-AA44-56A5EC14ED64}"/>
              </a:ext>
            </a:extLst>
          </p:cNvPr>
          <p:cNvSpPr>
            <a:spLocks noGrp="1"/>
          </p:cNvSpPr>
          <p:nvPr/>
        </p:nvSpPr>
        <p:spPr>
          <a:xfrm>
            <a:off x="514350" y="7250906"/>
            <a:ext cx="12687299" cy="7144"/>
          </a:xfrm>
          <a:custGeom>
            <a:avLst/>
            <a:gdLst/>
            <a:ahLst/>
            <a:cxnLst/>
            <a:rect l="0" t="0" r="0" b="0"/>
            <a:pathLst>
              <a:path w="12687299" h="7144">
                <a:moveTo>
                  <a:pt x="0" y="0"/>
                </a:moveTo>
                <a:lnTo>
                  <a:pt x="12687299" y="0"/>
                </a:lnTo>
                <a:lnTo>
                  <a:pt x="12687299" y="7144"/>
                </a:lnTo>
                <a:lnTo>
                  <a:pt x="0" y="7144"/>
                </a:lnTo>
                <a:close/>
              </a:path>
            </a:pathLst>
          </a:custGeom>
          <a:solidFill>
            <a:srgbClr val="0A2540">
              <a:alpha val="16080"/>
            </a:srgbClr>
          </a:solidFill>
          <a:ln w="7144">
            <a:noFill/>
            <a:prstDash val="solid"/>
          </a:ln>
        </p:spPr>
      </p:sp>
      <p:grpSp>
        <p:nvGrpSpPr>
          <p:cNvPr id="122" name="Editable diagram: f6-q52-gap"/>
          <p:cNvGrpSpPr/>
          <p:nvPr/>
        </p:nvGrpSpPr>
        <p:grpSpPr>
          <a:xfrm>
            <a:off x="452136" y="2523344"/>
            <a:ext cx="6490718" cy="2934137"/>
            <a:chOff x="452136" y="2523344"/>
            <a:chExt cx="6490718" cy="2934137"/>
          </a:xfrm>
        </p:grpSpPr>
        <p:sp>
          <p:nvSpPr>
            <p:cNvPr id="28" name="f6-q52-gap · line 1">
              <a:extLst>
                <a:ext uri="{FF2B5EF4-FFF2-40B4-BE49-F238E27FC236}">
                  <a16:creationId xmlns:a16="http://schemas.microsoft.com/office/drawing/2014/main" id="{0AA1E28A-7446-4DF4-AEAF-FF3E224B6028}"/>
                </a:ext>
              </a:extLst>
            </p:cNvPr>
            <p:cNvSpPr>
              <a:spLocks noGrp="1"/>
            </p:cNvSpPr>
            <p:nvPr/>
          </p:nvSpPr>
          <p:spPr>
            <a:xfrm>
              <a:off x="3239448" y="3313477"/>
              <a:ext cx="3180076" cy="95"/>
            </a:xfrm>
            <a:custGeom>
              <a:avLst/>
              <a:gdLst/>
              <a:ahLst/>
              <a:cxnLst/>
              <a:rect l="0" t="0" r="0" b="0"/>
              <a:pathLst>
                <a:path w="3180076" h="95">
                  <a:moveTo>
                    <a:pt x="0" y="0"/>
                  </a:moveTo>
                  <a:lnTo>
                    <a:pt x="3180076" y="0"/>
                  </a:lnTo>
                </a:path>
              </a:pathLst>
            </a:custGeom>
            <a:noFill/>
            <a:ln w="85620">
              <a:solidFill>
                <a:srgbClr val="1D4ED8">
                  <a:alpha val="50000"/>
                </a:srgbClr>
              </a:solidFill>
              <a:prstDash val="solid"/>
            </a:ln>
          </p:spPr>
        </p:sp>
        <p:sp>
          <p:nvSpPr>
            <p:cNvPr id="29" name="f6-q52-gap · circle 2">
              <a:extLst>
                <a:ext uri="{FF2B5EF4-FFF2-40B4-BE49-F238E27FC236}">
                  <a16:creationId xmlns:a16="http://schemas.microsoft.com/office/drawing/2014/main" id="{DA02971B-3EAF-42DD-A22B-352FAB3DE523}"/>
                </a:ext>
              </a:extLst>
            </p:cNvPr>
            <p:cNvSpPr>
              <a:spLocks noGrp="1"/>
            </p:cNvSpPr>
            <p:nvPr/>
          </p:nvSpPr>
          <p:spPr>
            <a:xfrm>
              <a:off x="3189503" y="3263532"/>
              <a:ext cx="99890" cy="99890"/>
            </a:xfrm>
            <a:custGeom>
              <a:avLst/>
              <a:gdLst/>
              <a:ahLst/>
              <a:cxnLst/>
              <a:rect l="0" t="0" r="0" b="0"/>
              <a:pathLst>
                <a:path w="99890" h="99890">
                  <a:moveTo>
                    <a:pt x="99890" y="49945"/>
                  </a:moveTo>
                  <a:cubicBezTo>
                    <a:pt x="99890" y="77529"/>
                    <a:pt x="77529" y="99890"/>
                    <a:pt x="49945" y="99890"/>
                  </a:cubicBezTo>
                  <a:cubicBezTo>
                    <a:pt x="22361" y="99890"/>
                    <a:pt x="0" y="77529"/>
                    <a:pt x="0" y="49945"/>
                  </a:cubicBezTo>
                  <a:cubicBezTo>
                    <a:pt x="0" y="22361"/>
                    <a:pt x="22361" y="0"/>
                    <a:pt x="49945" y="0"/>
                  </a:cubicBezTo>
                  <a:cubicBezTo>
                    <a:pt x="77529" y="0"/>
                    <a:pt x="99890" y="22361"/>
                    <a:pt x="99890" y="49945"/>
                  </a:cubicBezTo>
                  <a:close/>
                </a:path>
              </a:pathLst>
            </a:custGeom>
            <a:solidFill>
              <a:srgbClr val="1D4ED8"/>
            </a:solidFill>
            <a:ln w="7135">
              <a:noFill/>
              <a:prstDash val="solid"/>
            </a:ln>
          </p:spPr>
        </p:sp>
        <p:sp>
          <p:nvSpPr>
            <p:cNvPr id="30" name="f6-q52-gap · circle 3">
              <a:extLst>
                <a:ext uri="{FF2B5EF4-FFF2-40B4-BE49-F238E27FC236}">
                  <a16:creationId xmlns:a16="http://schemas.microsoft.com/office/drawing/2014/main" id="{CE6E2DAB-0A66-48A3-98A7-4CFD4F21277A}"/>
                </a:ext>
              </a:extLst>
            </p:cNvPr>
            <p:cNvSpPr>
              <a:spLocks noGrp="1"/>
            </p:cNvSpPr>
            <p:nvPr/>
          </p:nvSpPr>
          <p:spPr>
            <a:xfrm>
              <a:off x="6369579" y="3263532"/>
              <a:ext cx="99890" cy="99890"/>
            </a:xfrm>
            <a:custGeom>
              <a:avLst/>
              <a:gdLst/>
              <a:ahLst/>
              <a:cxnLst/>
              <a:rect l="0" t="0" r="0" b="0"/>
              <a:pathLst>
                <a:path w="99890" h="99890">
                  <a:moveTo>
                    <a:pt x="99890" y="49945"/>
                  </a:moveTo>
                  <a:cubicBezTo>
                    <a:pt x="99890" y="77529"/>
                    <a:pt x="77529" y="99890"/>
                    <a:pt x="49945" y="99890"/>
                  </a:cubicBezTo>
                  <a:cubicBezTo>
                    <a:pt x="22361" y="99890"/>
                    <a:pt x="0" y="77529"/>
                    <a:pt x="0" y="49945"/>
                  </a:cubicBezTo>
                  <a:cubicBezTo>
                    <a:pt x="0" y="22361"/>
                    <a:pt x="22361" y="0"/>
                    <a:pt x="49945" y="0"/>
                  </a:cubicBezTo>
                  <a:cubicBezTo>
                    <a:pt x="77529" y="0"/>
                    <a:pt x="99890" y="22361"/>
                    <a:pt x="99890" y="49945"/>
                  </a:cubicBezTo>
                  <a:close/>
                </a:path>
              </a:pathLst>
            </a:custGeom>
            <a:solidFill>
              <a:srgbClr val="1D4ED8"/>
            </a:solidFill>
            <a:ln w="7135">
              <a:noFill/>
              <a:prstDash val="solid"/>
            </a:ln>
          </p:spPr>
        </p:sp>
        <p:sp>
          <p:nvSpPr>
            <p:cNvPr id="31" name="f6-q52-gap · line 4">
              <a:extLst>
                <a:ext uri="{FF2B5EF4-FFF2-40B4-BE49-F238E27FC236}">
                  <a16:creationId xmlns:a16="http://schemas.microsoft.com/office/drawing/2014/main" id="{21B0A4ED-5DDA-4107-9E2B-CF2C96A04A88}"/>
                </a:ext>
              </a:extLst>
            </p:cNvPr>
            <p:cNvSpPr>
              <a:spLocks noGrp="1"/>
            </p:cNvSpPr>
            <p:nvPr/>
          </p:nvSpPr>
          <p:spPr>
            <a:xfrm>
              <a:off x="3239448" y="3313477"/>
              <a:ext cx="95" cy="214050"/>
            </a:xfrm>
            <a:custGeom>
              <a:avLst/>
              <a:gdLst/>
              <a:ahLst/>
              <a:cxnLst/>
              <a:rect l="0" t="0" r="0" b="0"/>
              <a:pathLst>
                <a:path w="95" h="214050">
                  <a:moveTo>
                    <a:pt x="0" y="0"/>
                  </a:moveTo>
                  <a:lnTo>
                    <a:pt x="0" y="214050"/>
                  </a:lnTo>
                </a:path>
              </a:pathLst>
            </a:custGeom>
            <a:noFill/>
            <a:ln w="10703">
              <a:solidFill>
                <a:srgbClr val="1D4ED8"/>
              </a:solidFill>
              <a:prstDash val="dash"/>
            </a:ln>
          </p:spPr>
        </p:sp>
        <p:sp>
          <p:nvSpPr>
            <p:cNvPr id="32" name="f6-q52-gap · line 5">
              <a:extLst>
                <a:ext uri="{FF2B5EF4-FFF2-40B4-BE49-F238E27FC236}">
                  <a16:creationId xmlns:a16="http://schemas.microsoft.com/office/drawing/2014/main" id="{0DE38994-F3BE-4B02-8593-876DD1A1456B}"/>
                </a:ext>
              </a:extLst>
            </p:cNvPr>
            <p:cNvSpPr>
              <a:spLocks noGrp="1"/>
            </p:cNvSpPr>
            <p:nvPr/>
          </p:nvSpPr>
          <p:spPr>
            <a:xfrm>
              <a:off x="6419524" y="3313477"/>
              <a:ext cx="95" cy="214050"/>
            </a:xfrm>
            <a:custGeom>
              <a:avLst/>
              <a:gdLst/>
              <a:ahLst/>
              <a:cxnLst/>
              <a:rect l="0" t="0" r="0" b="0"/>
              <a:pathLst>
                <a:path w="95" h="214050">
                  <a:moveTo>
                    <a:pt x="0" y="0"/>
                  </a:moveTo>
                  <a:lnTo>
                    <a:pt x="0" y="214050"/>
                  </a:lnTo>
                </a:path>
              </a:pathLst>
            </a:custGeom>
            <a:noFill/>
            <a:ln w="10703">
              <a:solidFill>
                <a:srgbClr val="1D4ED8"/>
              </a:solidFill>
              <a:prstDash val="dash"/>
            </a:ln>
          </p:spPr>
        </p:sp>
        <p:sp>
          <p:nvSpPr>
            <p:cNvPr id="33" name="f6-q52-gap · line 6">
              <a:extLst>
                <a:ext uri="{FF2B5EF4-FFF2-40B4-BE49-F238E27FC236}">
                  <a16:creationId xmlns:a16="http://schemas.microsoft.com/office/drawing/2014/main" id="{81DF123C-1496-4E20-A1BC-95D6EB0ABD64}"/>
                </a:ext>
              </a:extLst>
            </p:cNvPr>
            <p:cNvSpPr>
              <a:spLocks noGrp="1"/>
            </p:cNvSpPr>
            <p:nvPr/>
          </p:nvSpPr>
          <p:spPr>
            <a:xfrm>
              <a:off x="3239448" y="3070886"/>
              <a:ext cx="3180076" cy="95"/>
            </a:xfrm>
            <a:custGeom>
              <a:avLst/>
              <a:gdLst/>
              <a:ahLst/>
              <a:cxnLst/>
              <a:rect l="0" t="0" r="0" b="0"/>
              <a:pathLst>
                <a:path w="3180076" h="95">
                  <a:moveTo>
                    <a:pt x="0" y="0"/>
                  </a:moveTo>
                  <a:lnTo>
                    <a:pt x="3180076" y="0"/>
                  </a:lnTo>
                </a:path>
              </a:pathLst>
            </a:custGeom>
            <a:noFill/>
            <a:ln w="17124">
              <a:solidFill>
                <a:srgbClr val="1D4ED8"/>
              </a:solidFill>
              <a:prstDash val="solid"/>
            </a:ln>
          </p:spPr>
        </p:sp>
        <p:sp>
          <p:nvSpPr>
            <p:cNvPr id="34" name="f6-q52-gap arrowhead">
              <a:extLst>
                <a:ext uri="{FF2B5EF4-FFF2-40B4-BE49-F238E27FC236}">
                  <a16:creationId xmlns:a16="http://schemas.microsoft.com/office/drawing/2014/main" id="{B904D19B-0222-4FED-8057-845C1264CDBD}"/>
                </a:ext>
              </a:extLst>
            </p:cNvPr>
            <p:cNvSpPr>
              <a:spLocks noGrp="1"/>
            </p:cNvSpPr>
            <p:nvPr/>
          </p:nvSpPr>
          <p:spPr>
            <a:xfrm>
              <a:off x="3179514" y="3010952"/>
              <a:ext cx="119868" cy="119868"/>
            </a:xfrm>
            <a:custGeom>
              <a:avLst/>
              <a:gdLst/>
              <a:ahLst/>
              <a:cxnLst/>
              <a:rect l="0" t="0" r="0" b="0"/>
              <a:pathLst>
                <a:path w="119868" h="119868">
                  <a:moveTo>
                    <a:pt x="119868" y="0"/>
                  </a:moveTo>
                  <a:lnTo>
                    <a:pt x="0" y="59934"/>
                  </a:lnTo>
                  <a:lnTo>
                    <a:pt x="119868" y="119868"/>
                  </a:lnTo>
                  <a:close/>
                </a:path>
              </a:pathLst>
            </a:custGeom>
            <a:solidFill>
              <a:srgbClr val="7B8BA0"/>
            </a:solidFill>
            <a:ln w="95">
              <a:noFill/>
              <a:prstDash val="solid"/>
            </a:ln>
          </p:spPr>
        </p:sp>
        <p:sp>
          <p:nvSpPr>
            <p:cNvPr id="35" name="f6-q52-gap arrowhead">
              <a:extLst>
                <a:ext uri="{FF2B5EF4-FFF2-40B4-BE49-F238E27FC236}">
                  <a16:creationId xmlns:a16="http://schemas.microsoft.com/office/drawing/2014/main" id="{3531B731-0815-41B6-8A9D-E93760487512}"/>
                </a:ext>
              </a:extLst>
            </p:cNvPr>
            <p:cNvSpPr>
              <a:spLocks noGrp="1"/>
            </p:cNvSpPr>
            <p:nvPr/>
          </p:nvSpPr>
          <p:spPr>
            <a:xfrm>
              <a:off x="6311642" y="3010952"/>
              <a:ext cx="119868" cy="119868"/>
            </a:xfrm>
            <a:custGeom>
              <a:avLst/>
              <a:gdLst/>
              <a:ahLst/>
              <a:cxnLst/>
              <a:rect l="0" t="0" r="0" b="0"/>
              <a:pathLst>
                <a:path w="119868" h="119868">
                  <a:moveTo>
                    <a:pt x="0" y="0"/>
                  </a:moveTo>
                  <a:lnTo>
                    <a:pt x="119868" y="59934"/>
                  </a:lnTo>
                  <a:lnTo>
                    <a:pt x="0" y="119868"/>
                  </a:lnTo>
                  <a:close/>
                </a:path>
              </a:pathLst>
            </a:custGeom>
            <a:solidFill>
              <a:srgbClr val="7B8BA0"/>
            </a:solidFill>
            <a:ln w="95">
              <a:noFill/>
              <a:prstDash val="solid"/>
            </a:ln>
          </p:spPr>
        </p:sp>
        <p:sp>
          <p:nvSpPr>
            <p:cNvPr id="36" name="f6-q52-gap · line 7">
              <a:extLst>
                <a:ext uri="{FF2B5EF4-FFF2-40B4-BE49-F238E27FC236}">
                  <a16:creationId xmlns:a16="http://schemas.microsoft.com/office/drawing/2014/main" id="{89DFE7B6-B79C-4B69-A4D7-4A1F4195C7A4}"/>
                </a:ext>
              </a:extLst>
            </p:cNvPr>
            <p:cNvSpPr>
              <a:spLocks noGrp="1"/>
            </p:cNvSpPr>
            <p:nvPr/>
          </p:nvSpPr>
          <p:spPr>
            <a:xfrm>
              <a:off x="4000754" y="4383729"/>
              <a:ext cx="2385235" cy="95"/>
            </a:xfrm>
            <a:custGeom>
              <a:avLst/>
              <a:gdLst/>
              <a:ahLst/>
              <a:cxnLst/>
              <a:rect l="0" t="0" r="0" b="0"/>
              <a:pathLst>
                <a:path w="2385235" h="95">
                  <a:moveTo>
                    <a:pt x="0" y="0"/>
                  </a:moveTo>
                  <a:lnTo>
                    <a:pt x="2385235" y="0"/>
                  </a:lnTo>
                </a:path>
              </a:pathLst>
            </a:custGeom>
            <a:noFill/>
            <a:ln w="85620">
              <a:solidFill>
                <a:srgbClr val="D97706">
                  <a:alpha val="50000"/>
                </a:srgbClr>
              </a:solidFill>
              <a:prstDash val="solid"/>
            </a:ln>
          </p:spPr>
        </p:sp>
        <p:sp>
          <p:nvSpPr>
            <p:cNvPr id="37" name="f6-q52-gap · circle 8">
              <a:extLst>
                <a:ext uri="{FF2B5EF4-FFF2-40B4-BE49-F238E27FC236}">
                  <a16:creationId xmlns:a16="http://schemas.microsoft.com/office/drawing/2014/main" id="{3DB01408-BD2A-4093-9F0A-7D23858E6279}"/>
                </a:ext>
              </a:extLst>
            </p:cNvPr>
            <p:cNvSpPr>
              <a:spLocks noGrp="1"/>
            </p:cNvSpPr>
            <p:nvPr/>
          </p:nvSpPr>
          <p:spPr>
            <a:xfrm>
              <a:off x="3950809" y="4333784"/>
              <a:ext cx="99890" cy="99890"/>
            </a:xfrm>
            <a:custGeom>
              <a:avLst/>
              <a:gdLst/>
              <a:ahLst/>
              <a:cxnLst/>
              <a:rect l="0" t="0" r="0" b="0"/>
              <a:pathLst>
                <a:path w="99890" h="99890">
                  <a:moveTo>
                    <a:pt x="99890" y="49945"/>
                  </a:moveTo>
                  <a:cubicBezTo>
                    <a:pt x="99890" y="77529"/>
                    <a:pt x="77529" y="99890"/>
                    <a:pt x="49945" y="99890"/>
                  </a:cubicBezTo>
                  <a:cubicBezTo>
                    <a:pt x="22361" y="99890"/>
                    <a:pt x="0" y="77529"/>
                    <a:pt x="0" y="49945"/>
                  </a:cubicBezTo>
                  <a:cubicBezTo>
                    <a:pt x="0" y="22361"/>
                    <a:pt x="22361" y="0"/>
                    <a:pt x="49945" y="0"/>
                  </a:cubicBezTo>
                  <a:cubicBezTo>
                    <a:pt x="77529" y="0"/>
                    <a:pt x="99890" y="22361"/>
                    <a:pt x="99890" y="49945"/>
                  </a:cubicBezTo>
                  <a:close/>
                </a:path>
              </a:pathLst>
            </a:custGeom>
            <a:solidFill>
              <a:srgbClr val="D97706"/>
            </a:solidFill>
            <a:ln w="7135">
              <a:noFill/>
              <a:prstDash val="solid"/>
            </a:ln>
          </p:spPr>
        </p:sp>
        <p:sp>
          <p:nvSpPr>
            <p:cNvPr id="38" name="f6-q52-gap · circle 9">
              <a:extLst>
                <a:ext uri="{FF2B5EF4-FFF2-40B4-BE49-F238E27FC236}">
                  <a16:creationId xmlns:a16="http://schemas.microsoft.com/office/drawing/2014/main" id="{B4F4491E-11C9-43E3-B691-62A312778792}"/>
                </a:ext>
              </a:extLst>
            </p:cNvPr>
            <p:cNvSpPr>
              <a:spLocks noGrp="1"/>
            </p:cNvSpPr>
            <p:nvPr/>
          </p:nvSpPr>
          <p:spPr>
            <a:xfrm>
              <a:off x="6336044" y="4333784"/>
              <a:ext cx="99890" cy="99890"/>
            </a:xfrm>
            <a:custGeom>
              <a:avLst/>
              <a:gdLst/>
              <a:ahLst/>
              <a:cxnLst/>
              <a:rect l="0" t="0" r="0" b="0"/>
              <a:pathLst>
                <a:path w="99890" h="99890">
                  <a:moveTo>
                    <a:pt x="99890" y="49945"/>
                  </a:moveTo>
                  <a:cubicBezTo>
                    <a:pt x="99890" y="77529"/>
                    <a:pt x="77529" y="99890"/>
                    <a:pt x="49945" y="99890"/>
                  </a:cubicBezTo>
                  <a:cubicBezTo>
                    <a:pt x="22361" y="99890"/>
                    <a:pt x="0" y="77529"/>
                    <a:pt x="0" y="49945"/>
                  </a:cubicBezTo>
                  <a:cubicBezTo>
                    <a:pt x="0" y="22361"/>
                    <a:pt x="22361" y="0"/>
                    <a:pt x="49945" y="0"/>
                  </a:cubicBezTo>
                  <a:cubicBezTo>
                    <a:pt x="77529" y="0"/>
                    <a:pt x="99890" y="22361"/>
                    <a:pt x="99890" y="49945"/>
                  </a:cubicBezTo>
                  <a:close/>
                </a:path>
              </a:pathLst>
            </a:custGeom>
            <a:solidFill>
              <a:srgbClr val="D97706"/>
            </a:solidFill>
            <a:ln w="7135">
              <a:noFill/>
              <a:prstDash val="solid"/>
            </a:ln>
          </p:spPr>
        </p:sp>
        <p:sp>
          <p:nvSpPr>
            <p:cNvPr id="39" name="f6-q52-gap · line 10">
              <a:extLst>
                <a:ext uri="{FF2B5EF4-FFF2-40B4-BE49-F238E27FC236}">
                  <a16:creationId xmlns:a16="http://schemas.microsoft.com/office/drawing/2014/main" id="{8DB9A405-A2C7-4D28-ADD3-E1CF2FC54A7A}"/>
                </a:ext>
              </a:extLst>
            </p:cNvPr>
            <p:cNvSpPr>
              <a:spLocks noGrp="1"/>
            </p:cNvSpPr>
            <p:nvPr/>
          </p:nvSpPr>
          <p:spPr>
            <a:xfrm>
              <a:off x="4000754" y="4383729"/>
              <a:ext cx="95" cy="214050"/>
            </a:xfrm>
            <a:custGeom>
              <a:avLst/>
              <a:gdLst/>
              <a:ahLst/>
              <a:cxnLst/>
              <a:rect l="0" t="0" r="0" b="0"/>
              <a:pathLst>
                <a:path w="95" h="214050">
                  <a:moveTo>
                    <a:pt x="0" y="0"/>
                  </a:moveTo>
                  <a:lnTo>
                    <a:pt x="0" y="214050"/>
                  </a:lnTo>
                </a:path>
              </a:pathLst>
            </a:custGeom>
            <a:noFill/>
            <a:ln w="10703">
              <a:solidFill>
                <a:srgbClr val="D97706"/>
              </a:solidFill>
              <a:prstDash val="dash"/>
            </a:ln>
          </p:spPr>
        </p:sp>
        <p:sp>
          <p:nvSpPr>
            <p:cNvPr id="40" name="f6-q52-gap · line 11">
              <a:extLst>
                <a:ext uri="{FF2B5EF4-FFF2-40B4-BE49-F238E27FC236}">
                  <a16:creationId xmlns:a16="http://schemas.microsoft.com/office/drawing/2014/main" id="{6F5B21D1-A32B-410E-B9C6-9E88F25C5FBD}"/>
                </a:ext>
              </a:extLst>
            </p:cNvPr>
            <p:cNvSpPr>
              <a:spLocks noGrp="1"/>
            </p:cNvSpPr>
            <p:nvPr/>
          </p:nvSpPr>
          <p:spPr>
            <a:xfrm>
              <a:off x="6385989" y="4383729"/>
              <a:ext cx="95" cy="214050"/>
            </a:xfrm>
            <a:custGeom>
              <a:avLst/>
              <a:gdLst/>
              <a:ahLst/>
              <a:cxnLst/>
              <a:rect l="0" t="0" r="0" b="0"/>
              <a:pathLst>
                <a:path w="95" h="214050">
                  <a:moveTo>
                    <a:pt x="0" y="0"/>
                  </a:moveTo>
                  <a:lnTo>
                    <a:pt x="0" y="214050"/>
                  </a:lnTo>
                </a:path>
              </a:pathLst>
            </a:custGeom>
            <a:noFill/>
            <a:ln w="10703">
              <a:solidFill>
                <a:srgbClr val="D97706"/>
              </a:solidFill>
              <a:prstDash val="dash"/>
            </a:ln>
          </p:spPr>
        </p:sp>
        <p:sp>
          <p:nvSpPr>
            <p:cNvPr id="41" name="f6-q52-gap · line 12">
              <a:extLst>
                <a:ext uri="{FF2B5EF4-FFF2-40B4-BE49-F238E27FC236}">
                  <a16:creationId xmlns:a16="http://schemas.microsoft.com/office/drawing/2014/main" id="{B3537D28-1EA3-4E29-9A16-A38B2611D095}"/>
                </a:ext>
              </a:extLst>
            </p:cNvPr>
            <p:cNvSpPr>
              <a:spLocks noGrp="1"/>
            </p:cNvSpPr>
            <p:nvPr/>
          </p:nvSpPr>
          <p:spPr>
            <a:xfrm>
              <a:off x="4000754" y="4141138"/>
              <a:ext cx="2385235" cy="95"/>
            </a:xfrm>
            <a:custGeom>
              <a:avLst/>
              <a:gdLst/>
              <a:ahLst/>
              <a:cxnLst/>
              <a:rect l="0" t="0" r="0" b="0"/>
              <a:pathLst>
                <a:path w="2385235" h="95">
                  <a:moveTo>
                    <a:pt x="0" y="0"/>
                  </a:moveTo>
                  <a:lnTo>
                    <a:pt x="2385235" y="0"/>
                  </a:lnTo>
                </a:path>
              </a:pathLst>
            </a:custGeom>
            <a:noFill/>
            <a:ln w="17124">
              <a:solidFill>
                <a:srgbClr val="D97706"/>
              </a:solidFill>
              <a:prstDash val="solid"/>
            </a:ln>
          </p:spPr>
        </p:sp>
        <p:sp>
          <p:nvSpPr>
            <p:cNvPr id="42" name="f6-q52-gap arrowhead">
              <a:extLst>
                <a:ext uri="{FF2B5EF4-FFF2-40B4-BE49-F238E27FC236}">
                  <a16:creationId xmlns:a16="http://schemas.microsoft.com/office/drawing/2014/main" id="{4C7BAD6E-EC9F-4383-82EC-1631CA7229E5}"/>
                </a:ext>
              </a:extLst>
            </p:cNvPr>
            <p:cNvSpPr>
              <a:spLocks noGrp="1"/>
            </p:cNvSpPr>
            <p:nvPr/>
          </p:nvSpPr>
          <p:spPr>
            <a:xfrm>
              <a:off x="3940820" y="4081204"/>
              <a:ext cx="119868" cy="119868"/>
            </a:xfrm>
            <a:custGeom>
              <a:avLst/>
              <a:gdLst/>
              <a:ahLst/>
              <a:cxnLst/>
              <a:rect l="0" t="0" r="0" b="0"/>
              <a:pathLst>
                <a:path w="119868" h="119868">
                  <a:moveTo>
                    <a:pt x="119868" y="0"/>
                  </a:moveTo>
                  <a:lnTo>
                    <a:pt x="0" y="59934"/>
                  </a:lnTo>
                  <a:lnTo>
                    <a:pt x="119868" y="119868"/>
                  </a:lnTo>
                  <a:close/>
                </a:path>
              </a:pathLst>
            </a:custGeom>
            <a:solidFill>
              <a:srgbClr val="7B8BA0"/>
            </a:solidFill>
            <a:ln w="95">
              <a:noFill/>
              <a:prstDash val="solid"/>
            </a:ln>
          </p:spPr>
        </p:sp>
        <p:sp>
          <p:nvSpPr>
            <p:cNvPr id="43" name="f6-q52-gap arrowhead">
              <a:extLst>
                <a:ext uri="{FF2B5EF4-FFF2-40B4-BE49-F238E27FC236}">
                  <a16:creationId xmlns:a16="http://schemas.microsoft.com/office/drawing/2014/main" id="{70C700B2-C221-430D-BA90-67946DDFD1FE}"/>
                </a:ext>
              </a:extLst>
            </p:cNvPr>
            <p:cNvSpPr>
              <a:spLocks noGrp="1"/>
            </p:cNvSpPr>
            <p:nvPr/>
          </p:nvSpPr>
          <p:spPr>
            <a:xfrm>
              <a:off x="6278108" y="4081204"/>
              <a:ext cx="119868" cy="119868"/>
            </a:xfrm>
            <a:custGeom>
              <a:avLst/>
              <a:gdLst/>
              <a:ahLst/>
              <a:cxnLst/>
              <a:rect l="0" t="0" r="0" b="0"/>
              <a:pathLst>
                <a:path w="119868" h="119868">
                  <a:moveTo>
                    <a:pt x="0" y="0"/>
                  </a:moveTo>
                  <a:lnTo>
                    <a:pt x="119868" y="59934"/>
                  </a:lnTo>
                  <a:lnTo>
                    <a:pt x="0" y="119868"/>
                  </a:lnTo>
                  <a:close/>
                </a:path>
              </a:pathLst>
            </a:custGeom>
            <a:solidFill>
              <a:srgbClr val="7B8BA0"/>
            </a:solidFill>
            <a:ln w="95">
              <a:noFill/>
              <a:prstDash val="solid"/>
            </a:ln>
          </p:spPr>
        </p:sp>
        <p:sp>
          <p:nvSpPr>
            <p:cNvPr id="76" name="s16 text 36 halo">
              <a:extLst>
                <a:ext uri="{FF2B5EF4-FFF2-40B4-BE49-F238E27FC236}">
                  <a16:creationId xmlns:a16="http://schemas.microsoft.com/office/drawing/2014/main" id="{2F480DA5-1264-4B1C-8E49-C6376C8B088C}"/>
                </a:ext>
              </a:extLst>
            </p:cNvPr>
            <p:cNvSpPr>
              <a:spLocks noGrp="1"/>
            </p:cNvSpPr>
            <p:nvPr/>
          </p:nvSpPr>
          <p:spPr>
            <a:xfrm>
              <a:off x="2576508" y="2523344"/>
              <a:ext cx="2529735" cy="232899"/>
            </a:xfrm>
            <a:prstGeom prst="rect">
              <a:avLst/>
            </a:prstGeom>
            <a:noFill/>
            <a:ln w="0">
              <a:noFill/>
              <a:prstDash val="solid"/>
            </a:ln>
          </p:spPr>
          <p:txBody>
            <a:bodyPr wrap="none" lIns="0" tIns="0" rIns="0" bIns="0" anchor="t">
              <a:noAutofit/>
            </a:bodyPr>
            <a:lstStyle>
              <a:defPPr algn="l">
                <a:defRPr sz="1318" b="0" i="0" kern="0" spc="-9">
                  <a:ln w="42810">
                    <a:solidFill>
                      <a:srgbClr val="FFFFFF"/>
                    </a:solidFill>
                    <a:prstDash val="solid"/>
                  </a:ln>
                  <a:solidFill>
                    <a:srgbClr val="FFFFFF"/>
                  </a:solidFill>
                  <a:latin typeface="Inter SemiBold"/>
                  <a:ea typeface="Inter SemiBold"/>
                  <a:cs typeface="Inter SemiBold"/>
                </a:defRPr>
              </a:defPPr>
              <a:lvl1pPr algn="l">
                <a:defRPr sz="1318" b="0" i="0" kern="0" spc="-9">
                  <a:ln w="42810">
                    <a:solidFill>
                      <a:srgbClr val="FFFFFF"/>
                    </a:solidFill>
                    <a:prstDash val="solid"/>
                  </a:ln>
                  <a:solidFill>
                    <a:srgbClr val="FFFFFF"/>
                  </a:solidFill>
                  <a:latin typeface="Inter SemiBold"/>
                  <a:ea typeface="Inter SemiBold"/>
                  <a:cs typeface="Inter SemiBold"/>
                </a:defRPr>
              </a:lvl1pPr>
              <a:lvl2pPr algn="l">
                <a:defRPr sz="1318" b="0" i="0" kern="0" spc="-9">
                  <a:ln w="42810">
                    <a:solidFill>
                      <a:srgbClr val="FFFFFF"/>
                    </a:solidFill>
                    <a:prstDash val="solid"/>
                  </a:ln>
                  <a:solidFill>
                    <a:srgbClr val="FFFFFF"/>
                  </a:solidFill>
                  <a:latin typeface="Inter SemiBold"/>
                  <a:ea typeface="Inter SemiBold"/>
                  <a:cs typeface="Inter SemiBold"/>
                </a:defRPr>
              </a:lvl2pPr>
              <a:lvl3pPr algn="l">
                <a:defRPr sz="1318" b="0" i="0" kern="0" spc="-9">
                  <a:ln w="42810">
                    <a:solidFill>
                      <a:srgbClr val="FFFFFF"/>
                    </a:solidFill>
                    <a:prstDash val="solid"/>
                  </a:ln>
                  <a:solidFill>
                    <a:srgbClr val="FFFFFF"/>
                  </a:solidFill>
                  <a:latin typeface="Inter SemiBold"/>
                  <a:ea typeface="Inter SemiBold"/>
                  <a:cs typeface="Inter SemiBold"/>
                </a:defRPr>
              </a:lvl3pPr>
              <a:lvl4pPr algn="l">
                <a:defRPr sz="1318" b="0" i="0" kern="0" spc="-9">
                  <a:ln w="42810">
                    <a:solidFill>
                      <a:srgbClr val="FFFFFF"/>
                    </a:solidFill>
                    <a:prstDash val="solid"/>
                  </a:ln>
                  <a:solidFill>
                    <a:srgbClr val="FFFFFF"/>
                  </a:solidFill>
                  <a:latin typeface="Inter SemiBold"/>
                  <a:ea typeface="Inter SemiBold"/>
                  <a:cs typeface="Inter SemiBold"/>
                </a:defRPr>
              </a:lvl4pPr>
              <a:lvl5pPr algn="l">
                <a:defRPr sz="1318" b="0" i="0" kern="0" spc="-9">
                  <a:ln w="42810">
                    <a:solidFill>
                      <a:srgbClr val="FFFFFF"/>
                    </a:solidFill>
                    <a:prstDash val="solid"/>
                  </a:ln>
                  <a:solidFill>
                    <a:srgbClr val="FFFFFF"/>
                  </a:solidFill>
                  <a:latin typeface="Inter SemiBold"/>
                  <a:ea typeface="Inter SemiBold"/>
                  <a:cs typeface="Inter SemiBold"/>
                </a:defRPr>
              </a:lvl5pPr>
              <a:lvl6pPr algn="l">
                <a:defRPr sz="1318" b="0" i="0" kern="0" spc="-9">
                  <a:ln w="42810">
                    <a:solidFill>
                      <a:srgbClr val="FFFFFF"/>
                    </a:solidFill>
                    <a:prstDash val="solid"/>
                  </a:ln>
                  <a:solidFill>
                    <a:srgbClr val="FFFFFF"/>
                  </a:solidFill>
                  <a:latin typeface="Inter SemiBold"/>
                  <a:ea typeface="Inter SemiBold"/>
                  <a:cs typeface="Inter SemiBold"/>
                </a:defRPr>
              </a:lvl6pPr>
              <a:lvl7pPr algn="l">
                <a:defRPr sz="1318" b="0" i="0" kern="0" spc="-9">
                  <a:ln w="42810">
                    <a:solidFill>
                      <a:srgbClr val="FFFFFF"/>
                    </a:solidFill>
                    <a:prstDash val="solid"/>
                  </a:ln>
                  <a:solidFill>
                    <a:srgbClr val="FFFFFF"/>
                  </a:solidFill>
                  <a:latin typeface="Inter SemiBold"/>
                  <a:ea typeface="Inter SemiBold"/>
                  <a:cs typeface="Inter SemiBold"/>
                </a:defRPr>
              </a:lvl7pPr>
              <a:lvl8pPr algn="l">
                <a:defRPr sz="1318" b="0" i="0" kern="0" spc="-9">
                  <a:ln w="42810">
                    <a:solidFill>
                      <a:srgbClr val="FFFFFF"/>
                    </a:solidFill>
                    <a:prstDash val="solid"/>
                  </a:ln>
                  <a:solidFill>
                    <a:srgbClr val="FFFFFF"/>
                  </a:solidFill>
                  <a:latin typeface="Inter SemiBold"/>
                  <a:ea typeface="Inter SemiBold"/>
                  <a:cs typeface="Inter SemiBold"/>
                </a:defRPr>
              </a:lvl8pPr>
              <a:lvl9pPr algn="l">
                <a:defRPr sz="1318" b="0" i="0" kern="0" spc="-9">
                  <a:ln w="42810">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318" b="0" i="0" kern="0" spc="-9">
                  <a:solidFill>
                    <a:srgbClr val="FFFFFF"/>
                  </a:solidFill>
                  <a:latin typeface="Inter SemiBold"/>
                  <a:ea typeface="Inter SemiBold"/>
                  <a:cs typeface="Inter SemiBold"/>
                </a:defRPr>
              </a:pPr>
              <a:r>
                <a:rPr sz="1318" b="0" i="0" kern="0" spc="-9">
                  <a:ln w="42810">
                    <a:solidFill>
                      <a:srgbClr val="FFFFFF"/>
                    </a:solidFill>
                    <a:prstDash val="solid"/>
                  </a:ln>
                  <a:solidFill>
                    <a:srgbClr val="FFFFFF"/>
                  </a:solidFill>
                  <a:latin typeface="Inter SemiBold"/>
                  <a:ea typeface="Inter SemiBold"/>
                  <a:cs typeface="Inter SemiBold"/>
                </a:rPr>
                <a:t>Quantity of handbags per year</a:t>
              </a:r>
            </a:p>
          </p:txBody>
        </p:sp>
        <p:sp>
          <p:nvSpPr>
            <p:cNvPr id="77" name="s16 text 36">
              <a:extLst>
                <a:ext uri="{FF2B5EF4-FFF2-40B4-BE49-F238E27FC236}">
                  <a16:creationId xmlns:a16="http://schemas.microsoft.com/office/drawing/2014/main" id="{320745C9-84B9-4477-A6F3-5171C9516339}"/>
                </a:ext>
              </a:extLst>
            </p:cNvPr>
            <p:cNvSpPr>
              <a:spLocks noGrp="1"/>
            </p:cNvSpPr>
            <p:nvPr/>
          </p:nvSpPr>
          <p:spPr>
            <a:xfrm>
              <a:off x="2576508" y="2523344"/>
              <a:ext cx="2529735" cy="232899"/>
            </a:xfrm>
            <a:prstGeom prst="rect">
              <a:avLst/>
            </a:prstGeom>
            <a:noFill/>
            <a:ln w="0">
              <a:noFill/>
              <a:prstDash val="solid"/>
            </a:ln>
          </p:spPr>
          <p:txBody>
            <a:bodyPr wrap="none" lIns="0" tIns="0" rIns="0" bIns="0" anchor="t">
              <a:noAutofit/>
            </a:bodyPr>
            <a:lstStyle>
              <a:defPPr algn="l">
                <a:defRPr sz="1318" b="0" i="0" kern="0" spc="-9">
                  <a:solidFill>
                    <a:srgbClr val="7B8BA0"/>
                  </a:solidFill>
                  <a:latin typeface="Inter SemiBold"/>
                  <a:ea typeface="Inter SemiBold"/>
                  <a:cs typeface="Inter SemiBold"/>
                </a:defRPr>
              </a:defPPr>
              <a:lvl1pPr algn="l">
                <a:defRPr sz="1318" b="0" i="0" kern="0" spc="-9">
                  <a:solidFill>
                    <a:srgbClr val="7B8BA0"/>
                  </a:solidFill>
                  <a:latin typeface="Inter SemiBold"/>
                  <a:ea typeface="Inter SemiBold"/>
                  <a:cs typeface="Inter SemiBold"/>
                </a:defRPr>
              </a:lvl1pPr>
              <a:lvl2pPr algn="l">
                <a:defRPr sz="1318" b="0" i="0" kern="0" spc="-9">
                  <a:solidFill>
                    <a:srgbClr val="7B8BA0"/>
                  </a:solidFill>
                  <a:latin typeface="Inter SemiBold"/>
                  <a:ea typeface="Inter SemiBold"/>
                  <a:cs typeface="Inter SemiBold"/>
                </a:defRPr>
              </a:lvl2pPr>
              <a:lvl3pPr algn="l">
                <a:defRPr sz="1318" b="0" i="0" kern="0" spc="-9">
                  <a:solidFill>
                    <a:srgbClr val="7B8BA0"/>
                  </a:solidFill>
                  <a:latin typeface="Inter SemiBold"/>
                  <a:ea typeface="Inter SemiBold"/>
                  <a:cs typeface="Inter SemiBold"/>
                </a:defRPr>
              </a:lvl3pPr>
              <a:lvl4pPr algn="l">
                <a:defRPr sz="1318" b="0" i="0" kern="0" spc="-9">
                  <a:solidFill>
                    <a:srgbClr val="7B8BA0"/>
                  </a:solidFill>
                  <a:latin typeface="Inter SemiBold"/>
                  <a:ea typeface="Inter SemiBold"/>
                  <a:cs typeface="Inter SemiBold"/>
                </a:defRPr>
              </a:lvl4pPr>
              <a:lvl5pPr algn="l">
                <a:defRPr sz="1318" b="0" i="0" kern="0" spc="-9">
                  <a:solidFill>
                    <a:srgbClr val="7B8BA0"/>
                  </a:solidFill>
                  <a:latin typeface="Inter SemiBold"/>
                  <a:ea typeface="Inter SemiBold"/>
                  <a:cs typeface="Inter SemiBold"/>
                </a:defRPr>
              </a:lvl5pPr>
              <a:lvl6pPr algn="l">
                <a:defRPr sz="1318" b="0" i="0" kern="0" spc="-9">
                  <a:solidFill>
                    <a:srgbClr val="7B8BA0"/>
                  </a:solidFill>
                  <a:latin typeface="Inter SemiBold"/>
                  <a:ea typeface="Inter SemiBold"/>
                  <a:cs typeface="Inter SemiBold"/>
                </a:defRPr>
              </a:lvl6pPr>
              <a:lvl7pPr algn="l">
                <a:defRPr sz="1318" b="0" i="0" kern="0" spc="-9">
                  <a:solidFill>
                    <a:srgbClr val="7B8BA0"/>
                  </a:solidFill>
                  <a:latin typeface="Inter SemiBold"/>
                  <a:ea typeface="Inter SemiBold"/>
                  <a:cs typeface="Inter SemiBold"/>
                </a:defRPr>
              </a:lvl7pPr>
              <a:lvl8pPr algn="l">
                <a:defRPr sz="1318" b="0" i="0" kern="0" spc="-9">
                  <a:solidFill>
                    <a:srgbClr val="7B8BA0"/>
                  </a:solidFill>
                  <a:latin typeface="Inter SemiBold"/>
                  <a:ea typeface="Inter SemiBold"/>
                  <a:cs typeface="Inter SemiBold"/>
                </a:defRPr>
              </a:lvl8pPr>
              <a:lvl9pPr algn="l">
                <a:defRPr sz="1318" b="0" i="0" kern="0" spc="-9">
                  <a:solidFill>
                    <a:srgbClr val="7B8BA0"/>
                  </a:solidFill>
                  <a:latin typeface="Inter SemiBold"/>
                  <a:ea typeface="Inter SemiBold"/>
                  <a:cs typeface="Inter SemiBold"/>
                </a:defRPr>
              </a:lvl9pPr>
            </a:lstStyle>
            <a:p>
              <a:pPr algn="l">
                <a:lnSpc>
                  <a:spcPct val="100000"/>
                </a:lnSpc>
                <a:buNone/>
                <a:defRPr sz="1318" b="0" i="0" kern="0" spc="-9">
                  <a:solidFill>
                    <a:srgbClr val="7B8BA0"/>
                  </a:solidFill>
                  <a:latin typeface="Inter SemiBold"/>
                  <a:ea typeface="Inter SemiBold"/>
                  <a:cs typeface="Inter SemiBold"/>
                </a:defRPr>
              </a:pPr>
              <a:r>
                <a:rPr sz="1318" b="0" i="0" kern="0" spc="-9">
                  <a:solidFill>
                    <a:srgbClr val="7B8BA0"/>
                  </a:solidFill>
                  <a:latin typeface="Inter SemiBold"/>
                  <a:ea typeface="Inter SemiBold"/>
                  <a:cs typeface="Inter SemiBold"/>
                </a:rPr>
                <a:t>Quantity of handbags per year</a:t>
              </a:r>
            </a:p>
          </p:txBody>
        </p:sp>
        <p:sp>
          <p:nvSpPr>
            <p:cNvPr id="78" name="s16 text 37 halo">
              <a:extLst>
                <a:ext uri="{FF2B5EF4-FFF2-40B4-BE49-F238E27FC236}">
                  <a16:creationId xmlns:a16="http://schemas.microsoft.com/office/drawing/2014/main" id="{0EE5120E-52BC-44FF-A41E-E896D61A515D}"/>
                </a:ext>
              </a:extLst>
            </p:cNvPr>
            <p:cNvSpPr>
              <a:spLocks noGrp="1"/>
            </p:cNvSpPr>
            <p:nvPr/>
          </p:nvSpPr>
          <p:spPr>
            <a:xfrm>
              <a:off x="452136" y="2751714"/>
              <a:ext cx="2041379" cy="273952"/>
            </a:xfrm>
            <a:prstGeom prst="rect">
              <a:avLst/>
            </a:prstGeom>
            <a:noFill/>
            <a:ln w="0">
              <a:noFill/>
              <a:prstDash val="solid"/>
            </a:ln>
          </p:spPr>
          <p:txBody>
            <a:bodyPr wrap="none" lIns="0" tIns="0" rIns="0" bIns="0" anchor="t">
              <a:noAutofit/>
            </a:bodyPr>
            <a:lstStyle>
              <a:defPPr algn="l">
                <a:defRPr sz="1550" b="1" i="0" kern="0" spc="-9">
                  <a:ln w="42810">
                    <a:solidFill>
                      <a:srgbClr val="FFFFFF"/>
                    </a:solidFill>
                    <a:prstDash val="solid"/>
                  </a:ln>
                  <a:solidFill>
                    <a:srgbClr val="FFFFFF"/>
                  </a:solidFill>
                  <a:latin typeface="Inter"/>
                  <a:ea typeface="Inter"/>
                  <a:cs typeface="Inter"/>
                </a:defRPr>
              </a:defPPr>
              <a:lvl1pPr algn="l">
                <a:defRPr sz="1550" b="1" i="0" kern="0" spc="-9">
                  <a:ln w="42810">
                    <a:solidFill>
                      <a:srgbClr val="FFFFFF"/>
                    </a:solidFill>
                    <a:prstDash val="solid"/>
                  </a:ln>
                  <a:solidFill>
                    <a:srgbClr val="FFFFFF"/>
                  </a:solidFill>
                  <a:latin typeface="Inter"/>
                  <a:ea typeface="Inter"/>
                  <a:cs typeface="Inter"/>
                </a:defRPr>
              </a:lvl1pPr>
              <a:lvl2pPr algn="l">
                <a:defRPr sz="1550" b="1" i="0" kern="0" spc="-9">
                  <a:ln w="42810">
                    <a:solidFill>
                      <a:srgbClr val="FFFFFF"/>
                    </a:solidFill>
                    <a:prstDash val="solid"/>
                  </a:ln>
                  <a:solidFill>
                    <a:srgbClr val="FFFFFF"/>
                  </a:solidFill>
                  <a:latin typeface="Inter"/>
                  <a:ea typeface="Inter"/>
                  <a:cs typeface="Inter"/>
                </a:defRPr>
              </a:lvl2pPr>
              <a:lvl3pPr algn="l">
                <a:defRPr sz="1550" b="1" i="0" kern="0" spc="-9">
                  <a:ln w="42810">
                    <a:solidFill>
                      <a:srgbClr val="FFFFFF"/>
                    </a:solidFill>
                    <a:prstDash val="solid"/>
                  </a:ln>
                  <a:solidFill>
                    <a:srgbClr val="FFFFFF"/>
                  </a:solidFill>
                  <a:latin typeface="Inter"/>
                  <a:ea typeface="Inter"/>
                  <a:cs typeface="Inter"/>
                </a:defRPr>
              </a:lvl3pPr>
              <a:lvl4pPr algn="l">
                <a:defRPr sz="1550" b="1" i="0" kern="0" spc="-9">
                  <a:ln w="42810">
                    <a:solidFill>
                      <a:srgbClr val="FFFFFF"/>
                    </a:solidFill>
                    <a:prstDash val="solid"/>
                  </a:ln>
                  <a:solidFill>
                    <a:srgbClr val="FFFFFF"/>
                  </a:solidFill>
                  <a:latin typeface="Inter"/>
                  <a:ea typeface="Inter"/>
                  <a:cs typeface="Inter"/>
                </a:defRPr>
              </a:lvl4pPr>
              <a:lvl5pPr algn="l">
                <a:defRPr sz="1550" b="1" i="0" kern="0" spc="-9">
                  <a:ln w="42810">
                    <a:solidFill>
                      <a:srgbClr val="FFFFFF"/>
                    </a:solidFill>
                    <a:prstDash val="solid"/>
                  </a:ln>
                  <a:solidFill>
                    <a:srgbClr val="FFFFFF"/>
                  </a:solidFill>
                  <a:latin typeface="Inter"/>
                  <a:ea typeface="Inter"/>
                  <a:cs typeface="Inter"/>
                </a:defRPr>
              </a:lvl5pPr>
              <a:lvl6pPr algn="l">
                <a:defRPr sz="1550" b="1" i="0" kern="0" spc="-9">
                  <a:ln w="42810">
                    <a:solidFill>
                      <a:srgbClr val="FFFFFF"/>
                    </a:solidFill>
                    <a:prstDash val="solid"/>
                  </a:ln>
                  <a:solidFill>
                    <a:srgbClr val="FFFFFF"/>
                  </a:solidFill>
                  <a:latin typeface="Inter"/>
                  <a:ea typeface="Inter"/>
                  <a:cs typeface="Inter"/>
                </a:defRPr>
              </a:lvl6pPr>
              <a:lvl7pPr algn="l">
                <a:defRPr sz="1550" b="1" i="0" kern="0" spc="-9">
                  <a:ln w="42810">
                    <a:solidFill>
                      <a:srgbClr val="FFFFFF"/>
                    </a:solidFill>
                    <a:prstDash val="solid"/>
                  </a:ln>
                  <a:solidFill>
                    <a:srgbClr val="FFFFFF"/>
                  </a:solidFill>
                  <a:latin typeface="Inter"/>
                  <a:ea typeface="Inter"/>
                  <a:cs typeface="Inter"/>
                </a:defRPr>
              </a:lvl7pPr>
              <a:lvl8pPr algn="l">
                <a:defRPr sz="1550" b="1" i="0" kern="0" spc="-9">
                  <a:ln w="42810">
                    <a:solidFill>
                      <a:srgbClr val="FFFFFF"/>
                    </a:solidFill>
                    <a:prstDash val="solid"/>
                  </a:ln>
                  <a:solidFill>
                    <a:srgbClr val="FFFFFF"/>
                  </a:solidFill>
                  <a:latin typeface="Inter"/>
                  <a:ea typeface="Inter"/>
                  <a:cs typeface="Inter"/>
                </a:defRPr>
              </a:lvl8pPr>
              <a:lvl9pPr algn="l">
                <a:defRPr sz="1550" b="1" i="0" kern="0" spc="-9">
                  <a:ln w="42810">
                    <a:solidFill>
                      <a:srgbClr val="FFFFFF"/>
                    </a:solidFill>
                    <a:prstDash val="solid"/>
                  </a:ln>
                  <a:solidFill>
                    <a:srgbClr val="FFFFFF"/>
                  </a:solidFill>
                  <a:latin typeface="Inter"/>
                  <a:ea typeface="Inter"/>
                  <a:cs typeface="Inter"/>
                </a:defRPr>
              </a:lvl9pPr>
            </a:lstStyle>
            <a:p>
              <a:pPr algn="l">
                <a:lnSpc>
                  <a:spcPct val="100000"/>
                </a:lnSpc>
                <a:buNone/>
                <a:defRPr sz="1550" b="1" i="0" kern="0" spc="-9">
                  <a:solidFill>
                    <a:srgbClr val="FFFFFF"/>
                  </a:solidFill>
                  <a:latin typeface="Inter"/>
                  <a:ea typeface="Inter"/>
                  <a:cs typeface="Inter"/>
                </a:defRPr>
              </a:pPr>
              <a:r>
                <a:rPr sz="1550" b="1" i="0" kern="0" spc="-9">
                  <a:ln w="42810">
                    <a:solidFill>
                      <a:srgbClr val="FFFFFF"/>
                    </a:solidFill>
                    <a:prstDash val="solid"/>
                  </a:ln>
                  <a:solidFill>
                    <a:srgbClr val="FFFFFF"/>
                  </a:solidFill>
                  <a:latin typeface="Inter"/>
                  <a:ea typeface="Inter"/>
                  <a:cs typeface="Inter"/>
                </a:rPr>
                <a:t>Free trade: P = $600</a:t>
              </a:r>
            </a:p>
          </p:txBody>
        </p:sp>
        <p:sp>
          <p:nvSpPr>
            <p:cNvPr id="79" name="s16 text 37">
              <a:extLst>
                <a:ext uri="{FF2B5EF4-FFF2-40B4-BE49-F238E27FC236}">
                  <a16:creationId xmlns:a16="http://schemas.microsoft.com/office/drawing/2014/main" id="{AB26F224-3E86-413B-8EA8-13B53818591A}"/>
                </a:ext>
              </a:extLst>
            </p:cNvPr>
            <p:cNvSpPr>
              <a:spLocks noGrp="1"/>
            </p:cNvSpPr>
            <p:nvPr/>
          </p:nvSpPr>
          <p:spPr>
            <a:xfrm>
              <a:off x="452136" y="2751714"/>
              <a:ext cx="2041379" cy="273952"/>
            </a:xfrm>
            <a:prstGeom prst="rect">
              <a:avLst/>
            </a:prstGeom>
            <a:noFill/>
            <a:ln w="0">
              <a:noFill/>
              <a:prstDash val="solid"/>
            </a:ln>
          </p:spPr>
          <p:txBody>
            <a:bodyPr wrap="none" lIns="0" tIns="0" rIns="0" bIns="0" anchor="t">
              <a:noAutofit/>
            </a:bodyPr>
            <a:lstStyle>
              <a:defPPr algn="l">
                <a:defRPr sz="1550" b="1" i="0" kern="0" spc="-9">
                  <a:solidFill>
                    <a:srgbClr val="1D4ED8"/>
                  </a:solidFill>
                  <a:latin typeface="Inter"/>
                  <a:ea typeface="Inter"/>
                  <a:cs typeface="Inter"/>
                </a:defRPr>
              </a:defPPr>
              <a:lvl1pPr algn="l">
                <a:defRPr sz="1550" b="1" i="0" kern="0" spc="-9">
                  <a:solidFill>
                    <a:srgbClr val="1D4ED8"/>
                  </a:solidFill>
                  <a:latin typeface="Inter"/>
                  <a:ea typeface="Inter"/>
                  <a:cs typeface="Inter"/>
                </a:defRPr>
              </a:lvl1pPr>
              <a:lvl2pPr algn="l">
                <a:defRPr sz="1550" b="1" i="0" kern="0" spc="-9">
                  <a:solidFill>
                    <a:srgbClr val="1D4ED8"/>
                  </a:solidFill>
                  <a:latin typeface="Inter"/>
                  <a:ea typeface="Inter"/>
                  <a:cs typeface="Inter"/>
                </a:defRPr>
              </a:lvl2pPr>
              <a:lvl3pPr algn="l">
                <a:defRPr sz="1550" b="1" i="0" kern="0" spc="-9">
                  <a:solidFill>
                    <a:srgbClr val="1D4ED8"/>
                  </a:solidFill>
                  <a:latin typeface="Inter"/>
                  <a:ea typeface="Inter"/>
                  <a:cs typeface="Inter"/>
                </a:defRPr>
              </a:lvl3pPr>
              <a:lvl4pPr algn="l">
                <a:defRPr sz="1550" b="1" i="0" kern="0" spc="-9">
                  <a:solidFill>
                    <a:srgbClr val="1D4ED8"/>
                  </a:solidFill>
                  <a:latin typeface="Inter"/>
                  <a:ea typeface="Inter"/>
                  <a:cs typeface="Inter"/>
                </a:defRPr>
              </a:lvl4pPr>
              <a:lvl5pPr algn="l">
                <a:defRPr sz="1550" b="1" i="0" kern="0" spc="-9">
                  <a:solidFill>
                    <a:srgbClr val="1D4ED8"/>
                  </a:solidFill>
                  <a:latin typeface="Inter"/>
                  <a:ea typeface="Inter"/>
                  <a:cs typeface="Inter"/>
                </a:defRPr>
              </a:lvl5pPr>
              <a:lvl6pPr algn="l">
                <a:defRPr sz="1550" b="1" i="0" kern="0" spc="-9">
                  <a:solidFill>
                    <a:srgbClr val="1D4ED8"/>
                  </a:solidFill>
                  <a:latin typeface="Inter"/>
                  <a:ea typeface="Inter"/>
                  <a:cs typeface="Inter"/>
                </a:defRPr>
              </a:lvl6pPr>
              <a:lvl7pPr algn="l">
                <a:defRPr sz="1550" b="1" i="0" kern="0" spc="-9">
                  <a:solidFill>
                    <a:srgbClr val="1D4ED8"/>
                  </a:solidFill>
                  <a:latin typeface="Inter"/>
                  <a:ea typeface="Inter"/>
                  <a:cs typeface="Inter"/>
                </a:defRPr>
              </a:lvl7pPr>
              <a:lvl8pPr algn="l">
                <a:defRPr sz="1550" b="1" i="0" kern="0" spc="-9">
                  <a:solidFill>
                    <a:srgbClr val="1D4ED8"/>
                  </a:solidFill>
                  <a:latin typeface="Inter"/>
                  <a:ea typeface="Inter"/>
                  <a:cs typeface="Inter"/>
                </a:defRPr>
              </a:lvl8pPr>
              <a:lvl9pPr algn="l">
                <a:defRPr sz="1550" b="1" i="0" kern="0" spc="-9">
                  <a:solidFill>
                    <a:srgbClr val="1D4ED8"/>
                  </a:solidFill>
                  <a:latin typeface="Inter"/>
                  <a:ea typeface="Inter"/>
                  <a:cs typeface="Inter"/>
                </a:defRPr>
              </a:lvl9pPr>
            </a:lstStyle>
            <a:p>
              <a:pPr algn="l">
                <a:lnSpc>
                  <a:spcPct val="100000"/>
                </a:lnSpc>
                <a:buNone/>
                <a:defRPr sz="1550" b="1" i="0" kern="0" spc="-9">
                  <a:solidFill>
                    <a:srgbClr val="1D4ED8"/>
                  </a:solidFill>
                  <a:latin typeface="Inter"/>
                  <a:ea typeface="Inter"/>
                  <a:cs typeface="Inter"/>
                </a:defRPr>
              </a:pPr>
              <a:r>
                <a:rPr sz="1550" b="1" i="0" kern="0" spc="-9">
                  <a:solidFill>
                    <a:srgbClr val="1D4ED8"/>
                  </a:solidFill>
                  <a:latin typeface="Inter"/>
                  <a:ea typeface="Inter"/>
                  <a:cs typeface="Inter"/>
                </a:rPr>
                <a:t>Free trade: P = $600</a:t>
              </a:r>
            </a:p>
          </p:txBody>
        </p:sp>
        <p:sp>
          <p:nvSpPr>
            <p:cNvPr id="80" name="s16 text 38 halo">
              <a:extLst>
                <a:ext uri="{FF2B5EF4-FFF2-40B4-BE49-F238E27FC236}">
                  <a16:creationId xmlns:a16="http://schemas.microsoft.com/office/drawing/2014/main" id="{01298C44-1DEF-4324-8277-E6B95048A199}"/>
                </a:ext>
              </a:extLst>
            </p:cNvPr>
            <p:cNvSpPr>
              <a:spLocks noGrp="1"/>
            </p:cNvSpPr>
            <p:nvPr/>
          </p:nvSpPr>
          <p:spPr>
            <a:xfrm>
              <a:off x="3134502" y="3460649"/>
              <a:ext cx="270901" cy="321367"/>
            </a:xfrm>
            <a:prstGeom prst="rect">
              <a:avLst/>
            </a:prstGeom>
            <a:noFill/>
            <a:ln w="0">
              <a:noFill/>
              <a:prstDash val="solid"/>
            </a:ln>
          </p:spPr>
          <p:txBody>
            <a:bodyPr wrap="none" lIns="0" tIns="0" rIns="0" bIns="0" anchor="t">
              <a:noAutofit/>
            </a:bodyPr>
            <a:lstStyle>
              <a:defPPr algn="l">
                <a:defRPr sz="1819" b="0" i="0" kern="0" spc="0">
                  <a:ln w="42810">
                    <a:solidFill>
                      <a:srgbClr val="FFFFFF"/>
                    </a:solidFill>
                    <a:prstDash val="solid"/>
                  </a:ln>
                  <a:solidFill>
                    <a:srgbClr val="FFFFFF"/>
                  </a:solidFill>
                  <a:latin typeface="Inter SemiBold"/>
                  <a:ea typeface="Inter SemiBold"/>
                  <a:cs typeface="Inter SemiBold"/>
                </a:defRPr>
              </a:defPPr>
              <a:lvl1pPr algn="l">
                <a:defRPr sz="1819" b="0" i="0" kern="0" spc="0">
                  <a:ln w="42810">
                    <a:solidFill>
                      <a:srgbClr val="FFFFFF"/>
                    </a:solidFill>
                    <a:prstDash val="solid"/>
                  </a:ln>
                  <a:solidFill>
                    <a:srgbClr val="FFFFFF"/>
                  </a:solidFill>
                  <a:latin typeface="Inter SemiBold"/>
                  <a:ea typeface="Inter SemiBold"/>
                  <a:cs typeface="Inter SemiBold"/>
                </a:defRPr>
              </a:lvl1pPr>
              <a:lvl2pPr algn="l">
                <a:defRPr sz="1819" b="0" i="0" kern="0" spc="0">
                  <a:ln w="42810">
                    <a:solidFill>
                      <a:srgbClr val="FFFFFF"/>
                    </a:solidFill>
                    <a:prstDash val="solid"/>
                  </a:ln>
                  <a:solidFill>
                    <a:srgbClr val="FFFFFF"/>
                  </a:solidFill>
                  <a:latin typeface="Inter SemiBold"/>
                  <a:ea typeface="Inter SemiBold"/>
                  <a:cs typeface="Inter SemiBold"/>
                </a:defRPr>
              </a:lvl2pPr>
              <a:lvl3pPr algn="l">
                <a:defRPr sz="1819" b="0" i="0" kern="0" spc="0">
                  <a:ln w="42810">
                    <a:solidFill>
                      <a:srgbClr val="FFFFFF"/>
                    </a:solidFill>
                    <a:prstDash val="solid"/>
                  </a:ln>
                  <a:solidFill>
                    <a:srgbClr val="FFFFFF"/>
                  </a:solidFill>
                  <a:latin typeface="Inter SemiBold"/>
                  <a:ea typeface="Inter SemiBold"/>
                  <a:cs typeface="Inter SemiBold"/>
                </a:defRPr>
              </a:lvl3pPr>
              <a:lvl4pPr algn="l">
                <a:defRPr sz="1819" b="0" i="0" kern="0" spc="0">
                  <a:ln w="42810">
                    <a:solidFill>
                      <a:srgbClr val="FFFFFF"/>
                    </a:solidFill>
                    <a:prstDash val="solid"/>
                  </a:ln>
                  <a:solidFill>
                    <a:srgbClr val="FFFFFF"/>
                  </a:solidFill>
                  <a:latin typeface="Inter SemiBold"/>
                  <a:ea typeface="Inter SemiBold"/>
                  <a:cs typeface="Inter SemiBold"/>
                </a:defRPr>
              </a:lvl4pPr>
              <a:lvl5pPr algn="l">
                <a:defRPr sz="1819" b="0" i="0" kern="0" spc="0">
                  <a:ln w="42810">
                    <a:solidFill>
                      <a:srgbClr val="FFFFFF"/>
                    </a:solidFill>
                    <a:prstDash val="solid"/>
                  </a:ln>
                  <a:solidFill>
                    <a:srgbClr val="FFFFFF"/>
                  </a:solidFill>
                  <a:latin typeface="Inter SemiBold"/>
                  <a:ea typeface="Inter SemiBold"/>
                  <a:cs typeface="Inter SemiBold"/>
                </a:defRPr>
              </a:lvl5pPr>
              <a:lvl6pPr algn="l">
                <a:defRPr sz="1819" b="0" i="0" kern="0" spc="0">
                  <a:ln w="42810">
                    <a:solidFill>
                      <a:srgbClr val="FFFFFF"/>
                    </a:solidFill>
                    <a:prstDash val="solid"/>
                  </a:ln>
                  <a:solidFill>
                    <a:srgbClr val="FFFFFF"/>
                  </a:solidFill>
                  <a:latin typeface="Inter SemiBold"/>
                  <a:ea typeface="Inter SemiBold"/>
                  <a:cs typeface="Inter SemiBold"/>
                </a:defRPr>
              </a:lvl6pPr>
              <a:lvl7pPr algn="l">
                <a:defRPr sz="1819" b="0" i="0" kern="0" spc="0">
                  <a:ln w="42810">
                    <a:solidFill>
                      <a:srgbClr val="FFFFFF"/>
                    </a:solidFill>
                    <a:prstDash val="solid"/>
                  </a:ln>
                  <a:solidFill>
                    <a:srgbClr val="FFFFFF"/>
                  </a:solidFill>
                  <a:latin typeface="Inter SemiBold"/>
                  <a:ea typeface="Inter SemiBold"/>
                  <a:cs typeface="Inter SemiBold"/>
                </a:defRPr>
              </a:lvl7pPr>
              <a:lvl8pPr algn="l">
                <a:defRPr sz="1819" b="0" i="0" kern="0" spc="0">
                  <a:ln w="42810">
                    <a:solidFill>
                      <a:srgbClr val="FFFFFF"/>
                    </a:solidFill>
                    <a:prstDash val="solid"/>
                  </a:ln>
                  <a:solidFill>
                    <a:srgbClr val="FFFFFF"/>
                  </a:solidFill>
                  <a:latin typeface="Inter SemiBold"/>
                  <a:ea typeface="Inter SemiBold"/>
                  <a:cs typeface="Inter SemiBold"/>
                </a:defRPr>
              </a:lvl8pPr>
              <a:lvl9pPr algn="l">
                <a:defRPr sz="1819" b="0" i="0" kern="0" spc="0">
                  <a:ln w="42810">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819" b="0" i="0" kern="0" spc="0">
                  <a:solidFill>
                    <a:srgbClr val="FFFFFF"/>
                  </a:solidFill>
                  <a:latin typeface="Inter SemiBold"/>
                  <a:ea typeface="Inter SemiBold"/>
                  <a:cs typeface="Inter SemiBold"/>
                </a:defRPr>
              </a:pPr>
              <a:r>
                <a:rPr sz="1819" b="0" i="0" kern="0" spc="0">
                  <a:ln w="42810">
                    <a:solidFill>
                      <a:srgbClr val="FFFFFF"/>
                    </a:solidFill>
                    <a:prstDash val="solid"/>
                  </a:ln>
                  <a:solidFill>
                    <a:srgbClr val="FFFFFF"/>
                  </a:solidFill>
                  <a:latin typeface="Inter SemiBold"/>
                  <a:ea typeface="Inter SemiBold"/>
                  <a:cs typeface="Inter SemiBold"/>
                </a:rPr>
                <a:t>Q</a:t>
              </a:r>
            </a:p>
          </p:txBody>
        </p:sp>
        <p:sp>
          <p:nvSpPr>
            <p:cNvPr id="81" name="s16 text 38">
              <a:extLst>
                <a:ext uri="{FF2B5EF4-FFF2-40B4-BE49-F238E27FC236}">
                  <a16:creationId xmlns:a16="http://schemas.microsoft.com/office/drawing/2014/main" id="{040494DA-660F-4AA4-A5C2-15241F55104A}"/>
                </a:ext>
              </a:extLst>
            </p:cNvPr>
            <p:cNvSpPr>
              <a:spLocks noGrp="1"/>
            </p:cNvSpPr>
            <p:nvPr/>
          </p:nvSpPr>
          <p:spPr>
            <a:xfrm>
              <a:off x="3134502" y="3460649"/>
              <a:ext cx="270901" cy="321367"/>
            </a:xfrm>
            <a:prstGeom prst="rect">
              <a:avLst/>
            </a:prstGeom>
            <a:noFill/>
            <a:ln w="0">
              <a:noFill/>
              <a:prstDash val="solid"/>
            </a:ln>
          </p:spPr>
          <p:txBody>
            <a:bodyPr wrap="none" lIns="0" tIns="0" rIns="0" bIns="0" anchor="t">
              <a:noAutofit/>
            </a:bodyPr>
            <a:lstStyle>
              <a:defPPr algn="l">
                <a:defRPr sz="1819" b="0" i="0" kern="0" spc="0">
                  <a:solidFill>
                    <a:srgbClr val="0A2540"/>
                  </a:solidFill>
                  <a:latin typeface="Inter SemiBold"/>
                  <a:ea typeface="Inter SemiBold"/>
                  <a:cs typeface="Inter SemiBold"/>
                </a:defRPr>
              </a:defPPr>
              <a:lvl1pPr algn="l">
                <a:defRPr sz="1819" b="0" i="0" kern="0" spc="0">
                  <a:solidFill>
                    <a:srgbClr val="0A2540"/>
                  </a:solidFill>
                  <a:latin typeface="Inter SemiBold"/>
                  <a:ea typeface="Inter SemiBold"/>
                  <a:cs typeface="Inter SemiBold"/>
                </a:defRPr>
              </a:lvl1pPr>
              <a:lvl2pPr algn="l">
                <a:defRPr sz="1819" b="0" i="0" kern="0" spc="0">
                  <a:solidFill>
                    <a:srgbClr val="0A2540"/>
                  </a:solidFill>
                  <a:latin typeface="Inter SemiBold"/>
                  <a:ea typeface="Inter SemiBold"/>
                  <a:cs typeface="Inter SemiBold"/>
                </a:defRPr>
              </a:lvl2pPr>
              <a:lvl3pPr algn="l">
                <a:defRPr sz="1819" b="0" i="0" kern="0" spc="0">
                  <a:solidFill>
                    <a:srgbClr val="0A2540"/>
                  </a:solidFill>
                  <a:latin typeface="Inter SemiBold"/>
                  <a:ea typeface="Inter SemiBold"/>
                  <a:cs typeface="Inter SemiBold"/>
                </a:defRPr>
              </a:lvl3pPr>
              <a:lvl4pPr algn="l">
                <a:defRPr sz="1819" b="0" i="0" kern="0" spc="0">
                  <a:solidFill>
                    <a:srgbClr val="0A2540"/>
                  </a:solidFill>
                  <a:latin typeface="Inter SemiBold"/>
                  <a:ea typeface="Inter SemiBold"/>
                  <a:cs typeface="Inter SemiBold"/>
                </a:defRPr>
              </a:lvl4pPr>
              <a:lvl5pPr algn="l">
                <a:defRPr sz="1819" b="0" i="0" kern="0" spc="0">
                  <a:solidFill>
                    <a:srgbClr val="0A2540"/>
                  </a:solidFill>
                  <a:latin typeface="Inter SemiBold"/>
                  <a:ea typeface="Inter SemiBold"/>
                  <a:cs typeface="Inter SemiBold"/>
                </a:defRPr>
              </a:lvl5pPr>
              <a:lvl6pPr algn="l">
                <a:defRPr sz="1819" b="0" i="0" kern="0" spc="0">
                  <a:solidFill>
                    <a:srgbClr val="0A2540"/>
                  </a:solidFill>
                  <a:latin typeface="Inter SemiBold"/>
                  <a:ea typeface="Inter SemiBold"/>
                  <a:cs typeface="Inter SemiBold"/>
                </a:defRPr>
              </a:lvl6pPr>
              <a:lvl7pPr algn="l">
                <a:defRPr sz="1819" b="0" i="0" kern="0" spc="0">
                  <a:solidFill>
                    <a:srgbClr val="0A2540"/>
                  </a:solidFill>
                  <a:latin typeface="Inter SemiBold"/>
                  <a:ea typeface="Inter SemiBold"/>
                  <a:cs typeface="Inter SemiBold"/>
                </a:defRPr>
              </a:lvl7pPr>
              <a:lvl8pPr algn="l">
                <a:defRPr sz="1819" b="0" i="0" kern="0" spc="0">
                  <a:solidFill>
                    <a:srgbClr val="0A2540"/>
                  </a:solidFill>
                  <a:latin typeface="Inter SemiBold"/>
                  <a:ea typeface="Inter SemiBold"/>
                  <a:cs typeface="Inter SemiBold"/>
                </a:defRPr>
              </a:lvl8pPr>
              <a:lvl9pPr algn="l">
                <a:defRPr sz="1819" b="0" i="0" kern="0" spc="0">
                  <a:solidFill>
                    <a:srgbClr val="0A2540"/>
                  </a:solidFill>
                  <a:latin typeface="Inter SemiBold"/>
                  <a:ea typeface="Inter SemiBold"/>
                  <a:cs typeface="Inter SemiBold"/>
                </a:defRPr>
              </a:lvl9pPr>
            </a:lstStyle>
            <a:p>
              <a:pPr algn="l">
                <a:lnSpc>
                  <a:spcPct val="100000"/>
                </a:lnSpc>
                <a:buNone/>
                <a:defRPr sz="1819" b="0" i="0" kern="0" spc="0">
                  <a:solidFill>
                    <a:srgbClr val="0A2540"/>
                  </a:solidFill>
                  <a:latin typeface="Inter SemiBold"/>
                  <a:ea typeface="Inter SemiBold"/>
                  <a:cs typeface="Inter SemiBold"/>
                </a:defRPr>
              </a:pPr>
              <a:r>
                <a:rPr sz="1819" b="0" i="0" kern="0" spc="0">
                  <a:solidFill>
                    <a:srgbClr val="0A2540"/>
                  </a:solidFill>
                  <a:latin typeface="Inter SemiBold"/>
                  <a:ea typeface="Inter SemiBold"/>
                  <a:cs typeface="Inter SemiBold"/>
                </a:rPr>
                <a:t>Q</a:t>
              </a:r>
            </a:p>
          </p:txBody>
        </p:sp>
        <p:sp>
          <p:nvSpPr>
            <p:cNvPr id="82" name="s16 text 39 halo">
              <a:extLst>
                <a:ext uri="{FF2B5EF4-FFF2-40B4-BE49-F238E27FC236}">
                  <a16:creationId xmlns:a16="http://schemas.microsoft.com/office/drawing/2014/main" id="{477C19BD-3289-4DAB-88C3-B92FF2170C8C}"/>
                </a:ext>
              </a:extLst>
            </p:cNvPr>
            <p:cNvSpPr>
              <a:spLocks noGrp="1"/>
            </p:cNvSpPr>
            <p:nvPr/>
          </p:nvSpPr>
          <p:spPr>
            <a:xfrm>
              <a:off x="3268671" y="3604810"/>
              <a:ext cx="114407" cy="167691"/>
            </a:xfrm>
            <a:prstGeom prst="rect">
              <a:avLst/>
            </a:prstGeom>
            <a:noFill/>
            <a:ln w="0">
              <a:noFill/>
              <a:prstDash val="solid"/>
            </a:ln>
          </p:spPr>
          <p:txBody>
            <a:bodyPr wrap="none" lIns="0" tIns="0" rIns="0" bIns="0" anchor="t">
              <a:noAutofit/>
            </a:bodyPr>
            <a:lstStyle>
              <a:defPPr algn="l">
                <a:defRPr sz="949" b="0" i="0" kern="0" spc="0">
                  <a:ln w="42810">
                    <a:solidFill>
                      <a:srgbClr val="FFFFFF"/>
                    </a:solidFill>
                    <a:prstDash val="solid"/>
                  </a:ln>
                  <a:solidFill>
                    <a:srgbClr val="FFFFFF"/>
                  </a:solidFill>
                  <a:latin typeface="Inter SemiBold"/>
                  <a:ea typeface="Inter SemiBold"/>
                  <a:cs typeface="Inter SemiBold"/>
                </a:defRPr>
              </a:defPPr>
              <a:lvl1pPr algn="l">
                <a:defRPr sz="949" b="0" i="0" kern="0" spc="0">
                  <a:ln w="42810">
                    <a:solidFill>
                      <a:srgbClr val="FFFFFF"/>
                    </a:solidFill>
                    <a:prstDash val="solid"/>
                  </a:ln>
                  <a:solidFill>
                    <a:srgbClr val="FFFFFF"/>
                  </a:solidFill>
                  <a:latin typeface="Inter SemiBold"/>
                  <a:ea typeface="Inter SemiBold"/>
                  <a:cs typeface="Inter SemiBold"/>
                </a:defRPr>
              </a:lvl1pPr>
              <a:lvl2pPr algn="l">
                <a:defRPr sz="949" b="0" i="0" kern="0" spc="0">
                  <a:ln w="42810">
                    <a:solidFill>
                      <a:srgbClr val="FFFFFF"/>
                    </a:solidFill>
                    <a:prstDash val="solid"/>
                  </a:ln>
                  <a:solidFill>
                    <a:srgbClr val="FFFFFF"/>
                  </a:solidFill>
                  <a:latin typeface="Inter SemiBold"/>
                  <a:ea typeface="Inter SemiBold"/>
                  <a:cs typeface="Inter SemiBold"/>
                </a:defRPr>
              </a:lvl2pPr>
              <a:lvl3pPr algn="l">
                <a:defRPr sz="949" b="0" i="0" kern="0" spc="0">
                  <a:ln w="42810">
                    <a:solidFill>
                      <a:srgbClr val="FFFFFF"/>
                    </a:solidFill>
                    <a:prstDash val="solid"/>
                  </a:ln>
                  <a:solidFill>
                    <a:srgbClr val="FFFFFF"/>
                  </a:solidFill>
                  <a:latin typeface="Inter SemiBold"/>
                  <a:ea typeface="Inter SemiBold"/>
                  <a:cs typeface="Inter SemiBold"/>
                </a:defRPr>
              </a:lvl3pPr>
              <a:lvl4pPr algn="l">
                <a:defRPr sz="949" b="0" i="0" kern="0" spc="0">
                  <a:ln w="42810">
                    <a:solidFill>
                      <a:srgbClr val="FFFFFF"/>
                    </a:solidFill>
                    <a:prstDash val="solid"/>
                  </a:ln>
                  <a:solidFill>
                    <a:srgbClr val="FFFFFF"/>
                  </a:solidFill>
                  <a:latin typeface="Inter SemiBold"/>
                  <a:ea typeface="Inter SemiBold"/>
                  <a:cs typeface="Inter SemiBold"/>
                </a:defRPr>
              </a:lvl4pPr>
              <a:lvl5pPr algn="l">
                <a:defRPr sz="949" b="0" i="0" kern="0" spc="0">
                  <a:ln w="42810">
                    <a:solidFill>
                      <a:srgbClr val="FFFFFF"/>
                    </a:solidFill>
                    <a:prstDash val="solid"/>
                  </a:ln>
                  <a:solidFill>
                    <a:srgbClr val="FFFFFF"/>
                  </a:solidFill>
                  <a:latin typeface="Inter SemiBold"/>
                  <a:ea typeface="Inter SemiBold"/>
                  <a:cs typeface="Inter SemiBold"/>
                </a:defRPr>
              </a:lvl5pPr>
              <a:lvl6pPr algn="l">
                <a:defRPr sz="949" b="0" i="0" kern="0" spc="0">
                  <a:ln w="42810">
                    <a:solidFill>
                      <a:srgbClr val="FFFFFF"/>
                    </a:solidFill>
                    <a:prstDash val="solid"/>
                  </a:ln>
                  <a:solidFill>
                    <a:srgbClr val="FFFFFF"/>
                  </a:solidFill>
                  <a:latin typeface="Inter SemiBold"/>
                  <a:ea typeface="Inter SemiBold"/>
                  <a:cs typeface="Inter SemiBold"/>
                </a:defRPr>
              </a:lvl6pPr>
              <a:lvl7pPr algn="l">
                <a:defRPr sz="949" b="0" i="0" kern="0" spc="0">
                  <a:ln w="42810">
                    <a:solidFill>
                      <a:srgbClr val="FFFFFF"/>
                    </a:solidFill>
                    <a:prstDash val="solid"/>
                  </a:ln>
                  <a:solidFill>
                    <a:srgbClr val="FFFFFF"/>
                  </a:solidFill>
                  <a:latin typeface="Inter SemiBold"/>
                  <a:ea typeface="Inter SemiBold"/>
                  <a:cs typeface="Inter SemiBold"/>
                </a:defRPr>
              </a:lvl7pPr>
              <a:lvl8pPr algn="l">
                <a:defRPr sz="949" b="0" i="0" kern="0" spc="0">
                  <a:ln w="42810">
                    <a:solidFill>
                      <a:srgbClr val="FFFFFF"/>
                    </a:solidFill>
                    <a:prstDash val="solid"/>
                  </a:ln>
                  <a:solidFill>
                    <a:srgbClr val="FFFFFF"/>
                  </a:solidFill>
                  <a:latin typeface="Inter SemiBold"/>
                  <a:ea typeface="Inter SemiBold"/>
                  <a:cs typeface="Inter SemiBold"/>
                </a:defRPr>
              </a:lvl8pPr>
              <a:lvl9pPr algn="l">
                <a:defRPr sz="949" b="0" i="0" kern="0" spc="0">
                  <a:ln w="42810">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949" b="0" i="0" kern="0" spc="0">
                  <a:solidFill>
                    <a:srgbClr val="FFFFFF"/>
                  </a:solidFill>
                  <a:latin typeface="Inter SemiBold"/>
                  <a:ea typeface="Inter SemiBold"/>
                  <a:cs typeface="Inter SemiBold"/>
                </a:defRPr>
              </a:pPr>
              <a:r>
                <a:rPr sz="949" b="0" i="0" kern="0" spc="0">
                  <a:ln w="42810">
                    <a:solidFill>
                      <a:srgbClr val="FFFFFF"/>
                    </a:solidFill>
                    <a:prstDash val="solid"/>
                  </a:ln>
                  <a:solidFill>
                    <a:srgbClr val="FFFFFF"/>
                  </a:solidFill>
                  <a:latin typeface="Inter SemiBold"/>
                  <a:ea typeface="Inter SemiBold"/>
                  <a:cs typeface="Inter SemiBold"/>
                </a:rPr>
                <a:t>s</a:t>
              </a:r>
            </a:p>
          </p:txBody>
        </p:sp>
        <p:sp>
          <p:nvSpPr>
            <p:cNvPr id="83" name="s16 text 39">
              <a:extLst>
                <a:ext uri="{FF2B5EF4-FFF2-40B4-BE49-F238E27FC236}">
                  <a16:creationId xmlns:a16="http://schemas.microsoft.com/office/drawing/2014/main" id="{DFE60958-F218-468A-BB12-25294DC79DD9}"/>
                </a:ext>
              </a:extLst>
            </p:cNvPr>
            <p:cNvSpPr>
              <a:spLocks noGrp="1"/>
            </p:cNvSpPr>
            <p:nvPr/>
          </p:nvSpPr>
          <p:spPr>
            <a:xfrm>
              <a:off x="3268671" y="3604810"/>
              <a:ext cx="114407" cy="167691"/>
            </a:xfrm>
            <a:prstGeom prst="rect">
              <a:avLst/>
            </a:prstGeom>
            <a:noFill/>
            <a:ln w="0">
              <a:noFill/>
              <a:prstDash val="solid"/>
            </a:ln>
          </p:spPr>
          <p:txBody>
            <a:bodyPr wrap="none" lIns="0" tIns="0" rIns="0" bIns="0" anchor="t">
              <a:noAutofit/>
            </a:bodyPr>
            <a:lstStyle>
              <a:defPPr algn="l">
                <a:defRPr sz="949" b="0" i="0" kern="0" spc="0">
                  <a:solidFill>
                    <a:srgbClr val="0A2540"/>
                  </a:solidFill>
                  <a:latin typeface="Inter SemiBold"/>
                  <a:ea typeface="Inter SemiBold"/>
                  <a:cs typeface="Inter SemiBold"/>
                </a:defRPr>
              </a:defPPr>
              <a:lvl1pPr algn="l">
                <a:defRPr sz="949" b="0" i="0" kern="0" spc="0">
                  <a:solidFill>
                    <a:srgbClr val="0A2540"/>
                  </a:solidFill>
                  <a:latin typeface="Inter SemiBold"/>
                  <a:ea typeface="Inter SemiBold"/>
                  <a:cs typeface="Inter SemiBold"/>
                </a:defRPr>
              </a:lvl1pPr>
              <a:lvl2pPr algn="l">
                <a:defRPr sz="949" b="0" i="0" kern="0" spc="0">
                  <a:solidFill>
                    <a:srgbClr val="0A2540"/>
                  </a:solidFill>
                  <a:latin typeface="Inter SemiBold"/>
                  <a:ea typeface="Inter SemiBold"/>
                  <a:cs typeface="Inter SemiBold"/>
                </a:defRPr>
              </a:lvl2pPr>
              <a:lvl3pPr algn="l">
                <a:defRPr sz="949" b="0" i="0" kern="0" spc="0">
                  <a:solidFill>
                    <a:srgbClr val="0A2540"/>
                  </a:solidFill>
                  <a:latin typeface="Inter SemiBold"/>
                  <a:ea typeface="Inter SemiBold"/>
                  <a:cs typeface="Inter SemiBold"/>
                </a:defRPr>
              </a:lvl3pPr>
              <a:lvl4pPr algn="l">
                <a:defRPr sz="949" b="0" i="0" kern="0" spc="0">
                  <a:solidFill>
                    <a:srgbClr val="0A2540"/>
                  </a:solidFill>
                  <a:latin typeface="Inter SemiBold"/>
                  <a:ea typeface="Inter SemiBold"/>
                  <a:cs typeface="Inter SemiBold"/>
                </a:defRPr>
              </a:lvl4pPr>
              <a:lvl5pPr algn="l">
                <a:defRPr sz="949" b="0" i="0" kern="0" spc="0">
                  <a:solidFill>
                    <a:srgbClr val="0A2540"/>
                  </a:solidFill>
                  <a:latin typeface="Inter SemiBold"/>
                  <a:ea typeface="Inter SemiBold"/>
                  <a:cs typeface="Inter SemiBold"/>
                </a:defRPr>
              </a:lvl5pPr>
              <a:lvl6pPr algn="l">
                <a:defRPr sz="949" b="0" i="0" kern="0" spc="0">
                  <a:solidFill>
                    <a:srgbClr val="0A2540"/>
                  </a:solidFill>
                  <a:latin typeface="Inter SemiBold"/>
                  <a:ea typeface="Inter SemiBold"/>
                  <a:cs typeface="Inter SemiBold"/>
                </a:defRPr>
              </a:lvl6pPr>
              <a:lvl7pPr algn="l">
                <a:defRPr sz="949" b="0" i="0" kern="0" spc="0">
                  <a:solidFill>
                    <a:srgbClr val="0A2540"/>
                  </a:solidFill>
                  <a:latin typeface="Inter SemiBold"/>
                  <a:ea typeface="Inter SemiBold"/>
                  <a:cs typeface="Inter SemiBold"/>
                </a:defRPr>
              </a:lvl7pPr>
              <a:lvl8pPr algn="l">
                <a:defRPr sz="949" b="0" i="0" kern="0" spc="0">
                  <a:solidFill>
                    <a:srgbClr val="0A2540"/>
                  </a:solidFill>
                  <a:latin typeface="Inter SemiBold"/>
                  <a:ea typeface="Inter SemiBold"/>
                  <a:cs typeface="Inter SemiBold"/>
                </a:defRPr>
              </a:lvl8pPr>
              <a:lvl9pPr algn="l">
                <a:defRPr sz="949" b="0" i="0" kern="0" spc="0">
                  <a:solidFill>
                    <a:srgbClr val="0A2540"/>
                  </a:solidFill>
                  <a:latin typeface="Inter SemiBold"/>
                  <a:ea typeface="Inter SemiBold"/>
                  <a:cs typeface="Inter SemiBold"/>
                </a:defRPr>
              </a:lvl9pPr>
            </a:lstStyle>
            <a:p>
              <a:pPr algn="l">
                <a:lnSpc>
                  <a:spcPct val="100000"/>
                </a:lnSpc>
                <a:buNone/>
                <a:defRPr sz="949" b="0" i="0" kern="0" spc="0">
                  <a:solidFill>
                    <a:srgbClr val="0A2540"/>
                  </a:solidFill>
                  <a:latin typeface="Inter SemiBold"/>
                  <a:ea typeface="Inter SemiBold"/>
                  <a:cs typeface="Inter SemiBold"/>
                </a:defRPr>
              </a:pPr>
              <a:r>
                <a:rPr sz="949" b="0" i="0" kern="0" spc="0">
                  <a:solidFill>
                    <a:srgbClr val="0A2540"/>
                  </a:solidFill>
                  <a:latin typeface="Inter SemiBold"/>
                  <a:ea typeface="Inter SemiBold"/>
                  <a:cs typeface="Inter SemiBold"/>
                </a:rPr>
                <a:t>s</a:t>
              </a:r>
            </a:p>
          </p:txBody>
        </p:sp>
        <p:sp>
          <p:nvSpPr>
            <p:cNvPr id="84" name="s16 text 40 halo">
              <a:extLst>
                <a:ext uri="{FF2B5EF4-FFF2-40B4-BE49-F238E27FC236}">
                  <a16:creationId xmlns:a16="http://schemas.microsoft.com/office/drawing/2014/main" id="{E107C179-AF5F-42D5-9BFE-A5CB8BB697B4}"/>
                </a:ext>
              </a:extLst>
            </p:cNvPr>
            <p:cNvSpPr>
              <a:spLocks noGrp="1"/>
            </p:cNvSpPr>
            <p:nvPr/>
          </p:nvSpPr>
          <p:spPr>
            <a:xfrm>
              <a:off x="3382078" y="3522241"/>
              <a:ext cx="813997" cy="232899"/>
            </a:xfrm>
            <a:prstGeom prst="rect">
              <a:avLst/>
            </a:prstGeom>
            <a:noFill/>
            <a:ln w="0">
              <a:noFill/>
              <a:prstDash val="solid"/>
            </a:ln>
          </p:spPr>
          <p:txBody>
            <a:bodyPr wrap="none" lIns="0" tIns="0" rIns="0" bIns="0" anchor="t">
              <a:noAutofit/>
            </a:bodyPr>
            <a:lstStyle>
              <a:defPPr algn="l">
                <a:defRPr sz="1318" b="0" i="0" kern="0" spc="-9">
                  <a:ln w="42810">
                    <a:solidFill>
                      <a:srgbClr val="FFFFFF"/>
                    </a:solidFill>
                    <a:prstDash val="solid"/>
                  </a:ln>
                  <a:solidFill>
                    <a:srgbClr val="FFFFFF"/>
                  </a:solidFill>
                  <a:latin typeface="Inter SemiBold"/>
                  <a:ea typeface="Inter SemiBold"/>
                  <a:cs typeface="Inter SemiBold"/>
                </a:defRPr>
              </a:defPPr>
              <a:lvl1pPr algn="l">
                <a:defRPr sz="1318" b="0" i="0" kern="0" spc="-9">
                  <a:ln w="42810">
                    <a:solidFill>
                      <a:srgbClr val="FFFFFF"/>
                    </a:solidFill>
                    <a:prstDash val="solid"/>
                  </a:ln>
                  <a:solidFill>
                    <a:srgbClr val="FFFFFF"/>
                  </a:solidFill>
                  <a:latin typeface="Inter SemiBold"/>
                  <a:ea typeface="Inter SemiBold"/>
                  <a:cs typeface="Inter SemiBold"/>
                </a:defRPr>
              </a:lvl1pPr>
              <a:lvl2pPr algn="l">
                <a:defRPr sz="1318" b="0" i="0" kern="0" spc="-9">
                  <a:ln w="42810">
                    <a:solidFill>
                      <a:srgbClr val="FFFFFF"/>
                    </a:solidFill>
                    <a:prstDash val="solid"/>
                  </a:ln>
                  <a:solidFill>
                    <a:srgbClr val="FFFFFF"/>
                  </a:solidFill>
                  <a:latin typeface="Inter SemiBold"/>
                  <a:ea typeface="Inter SemiBold"/>
                  <a:cs typeface="Inter SemiBold"/>
                </a:defRPr>
              </a:lvl2pPr>
              <a:lvl3pPr algn="l">
                <a:defRPr sz="1318" b="0" i="0" kern="0" spc="-9">
                  <a:ln w="42810">
                    <a:solidFill>
                      <a:srgbClr val="FFFFFF"/>
                    </a:solidFill>
                    <a:prstDash val="solid"/>
                  </a:ln>
                  <a:solidFill>
                    <a:srgbClr val="FFFFFF"/>
                  </a:solidFill>
                  <a:latin typeface="Inter SemiBold"/>
                  <a:ea typeface="Inter SemiBold"/>
                  <a:cs typeface="Inter SemiBold"/>
                </a:defRPr>
              </a:lvl3pPr>
              <a:lvl4pPr algn="l">
                <a:defRPr sz="1318" b="0" i="0" kern="0" spc="-9">
                  <a:ln w="42810">
                    <a:solidFill>
                      <a:srgbClr val="FFFFFF"/>
                    </a:solidFill>
                    <a:prstDash val="solid"/>
                  </a:ln>
                  <a:solidFill>
                    <a:srgbClr val="FFFFFF"/>
                  </a:solidFill>
                  <a:latin typeface="Inter SemiBold"/>
                  <a:ea typeface="Inter SemiBold"/>
                  <a:cs typeface="Inter SemiBold"/>
                </a:defRPr>
              </a:lvl4pPr>
              <a:lvl5pPr algn="l">
                <a:defRPr sz="1318" b="0" i="0" kern="0" spc="-9">
                  <a:ln w="42810">
                    <a:solidFill>
                      <a:srgbClr val="FFFFFF"/>
                    </a:solidFill>
                    <a:prstDash val="solid"/>
                  </a:ln>
                  <a:solidFill>
                    <a:srgbClr val="FFFFFF"/>
                  </a:solidFill>
                  <a:latin typeface="Inter SemiBold"/>
                  <a:ea typeface="Inter SemiBold"/>
                  <a:cs typeface="Inter SemiBold"/>
                </a:defRPr>
              </a:lvl5pPr>
              <a:lvl6pPr algn="l">
                <a:defRPr sz="1318" b="0" i="0" kern="0" spc="-9">
                  <a:ln w="42810">
                    <a:solidFill>
                      <a:srgbClr val="FFFFFF"/>
                    </a:solidFill>
                    <a:prstDash val="solid"/>
                  </a:ln>
                  <a:solidFill>
                    <a:srgbClr val="FFFFFF"/>
                  </a:solidFill>
                  <a:latin typeface="Inter SemiBold"/>
                  <a:ea typeface="Inter SemiBold"/>
                  <a:cs typeface="Inter SemiBold"/>
                </a:defRPr>
              </a:lvl6pPr>
              <a:lvl7pPr algn="l">
                <a:defRPr sz="1318" b="0" i="0" kern="0" spc="-9">
                  <a:ln w="42810">
                    <a:solidFill>
                      <a:srgbClr val="FFFFFF"/>
                    </a:solidFill>
                    <a:prstDash val="solid"/>
                  </a:ln>
                  <a:solidFill>
                    <a:srgbClr val="FFFFFF"/>
                  </a:solidFill>
                  <a:latin typeface="Inter SemiBold"/>
                  <a:ea typeface="Inter SemiBold"/>
                  <a:cs typeface="Inter SemiBold"/>
                </a:defRPr>
              </a:lvl7pPr>
              <a:lvl8pPr algn="l">
                <a:defRPr sz="1318" b="0" i="0" kern="0" spc="-9">
                  <a:ln w="42810">
                    <a:solidFill>
                      <a:srgbClr val="FFFFFF"/>
                    </a:solidFill>
                    <a:prstDash val="solid"/>
                  </a:ln>
                  <a:solidFill>
                    <a:srgbClr val="FFFFFF"/>
                  </a:solidFill>
                  <a:latin typeface="Inter SemiBold"/>
                  <a:ea typeface="Inter SemiBold"/>
                  <a:cs typeface="Inter SemiBold"/>
                </a:defRPr>
              </a:lvl8pPr>
              <a:lvl9pPr algn="l">
                <a:defRPr sz="1318" b="0" i="0" kern="0" spc="-9">
                  <a:ln w="42810">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318" b="0" i="0" kern="0" spc="-9">
                  <a:solidFill>
                    <a:srgbClr val="FFFFFF"/>
                  </a:solidFill>
                  <a:latin typeface="Inter SemiBold"/>
                  <a:ea typeface="Inter SemiBold"/>
                  <a:cs typeface="Inter SemiBold"/>
                </a:defRPr>
              </a:pPr>
              <a:r>
                <a:rPr sz="1318" b="0" i="0" kern="0" spc="-9">
                  <a:ln w="42810">
                    <a:solidFill>
                      <a:srgbClr val="FFFFFF"/>
                    </a:solidFill>
                    <a:prstDash val="solid"/>
                  </a:ln>
                  <a:solidFill>
                    <a:srgbClr val="FFFFFF"/>
                  </a:solidFill>
                  <a:latin typeface="Inter SemiBold"/>
                  <a:ea typeface="Inter SemiBold"/>
                  <a:cs typeface="Inter SemiBold"/>
                </a:rPr>
                <a:t>= 34,000</a:t>
              </a:r>
            </a:p>
          </p:txBody>
        </p:sp>
        <p:sp>
          <p:nvSpPr>
            <p:cNvPr id="85" name="s16 text 40">
              <a:extLst>
                <a:ext uri="{FF2B5EF4-FFF2-40B4-BE49-F238E27FC236}">
                  <a16:creationId xmlns:a16="http://schemas.microsoft.com/office/drawing/2014/main" id="{19E690B9-6DD1-4B04-AF56-14721EFD1FFD}"/>
                </a:ext>
              </a:extLst>
            </p:cNvPr>
            <p:cNvSpPr>
              <a:spLocks noGrp="1"/>
            </p:cNvSpPr>
            <p:nvPr/>
          </p:nvSpPr>
          <p:spPr>
            <a:xfrm>
              <a:off x="3382078" y="3522241"/>
              <a:ext cx="813997" cy="232899"/>
            </a:xfrm>
            <a:prstGeom prst="rect">
              <a:avLst/>
            </a:prstGeom>
            <a:noFill/>
            <a:ln w="0">
              <a:noFill/>
              <a:prstDash val="solid"/>
            </a:ln>
          </p:spPr>
          <p:txBody>
            <a:bodyPr wrap="none" lIns="0" tIns="0" rIns="0" bIns="0" anchor="t">
              <a:noAutofit/>
            </a:bodyPr>
            <a:lstStyle>
              <a:defPPr algn="l">
                <a:defRPr sz="1318" b="0" i="0" kern="0" spc="-9">
                  <a:solidFill>
                    <a:srgbClr val="0A2540"/>
                  </a:solidFill>
                  <a:latin typeface="Inter SemiBold"/>
                  <a:ea typeface="Inter SemiBold"/>
                  <a:cs typeface="Inter SemiBold"/>
                </a:defRPr>
              </a:defPPr>
              <a:lvl1pPr algn="l">
                <a:defRPr sz="1318" b="0" i="0" kern="0" spc="-9">
                  <a:solidFill>
                    <a:srgbClr val="0A2540"/>
                  </a:solidFill>
                  <a:latin typeface="Inter SemiBold"/>
                  <a:ea typeface="Inter SemiBold"/>
                  <a:cs typeface="Inter SemiBold"/>
                </a:defRPr>
              </a:lvl1pPr>
              <a:lvl2pPr algn="l">
                <a:defRPr sz="1318" b="0" i="0" kern="0" spc="-9">
                  <a:solidFill>
                    <a:srgbClr val="0A2540"/>
                  </a:solidFill>
                  <a:latin typeface="Inter SemiBold"/>
                  <a:ea typeface="Inter SemiBold"/>
                  <a:cs typeface="Inter SemiBold"/>
                </a:defRPr>
              </a:lvl2pPr>
              <a:lvl3pPr algn="l">
                <a:defRPr sz="1318" b="0" i="0" kern="0" spc="-9">
                  <a:solidFill>
                    <a:srgbClr val="0A2540"/>
                  </a:solidFill>
                  <a:latin typeface="Inter SemiBold"/>
                  <a:ea typeface="Inter SemiBold"/>
                  <a:cs typeface="Inter SemiBold"/>
                </a:defRPr>
              </a:lvl3pPr>
              <a:lvl4pPr algn="l">
                <a:defRPr sz="1318" b="0" i="0" kern="0" spc="-9">
                  <a:solidFill>
                    <a:srgbClr val="0A2540"/>
                  </a:solidFill>
                  <a:latin typeface="Inter SemiBold"/>
                  <a:ea typeface="Inter SemiBold"/>
                  <a:cs typeface="Inter SemiBold"/>
                </a:defRPr>
              </a:lvl4pPr>
              <a:lvl5pPr algn="l">
                <a:defRPr sz="1318" b="0" i="0" kern="0" spc="-9">
                  <a:solidFill>
                    <a:srgbClr val="0A2540"/>
                  </a:solidFill>
                  <a:latin typeface="Inter SemiBold"/>
                  <a:ea typeface="Inter SemiBold"/>
                  <a:cs typeface="Inter SemiBold"/>
                </a:defRPr>
              </a:lvl5pPr>
              <a:lvl6pPr algn="l">
                <a:defRPr sz="1318" b="0" i="0" kern="0" spc="-9">
                  <a:solidFill>
                    <a:srgbClr val="0A2540"/>
                  </a:solidFill>
                  <a:latin typeface="Inter SemiBold"/>
                  <a:ea typeface="Inter SemiBold"/>
                  <a:cs typeface="Inter SemiBold"/>
                </a:defRPr>
              </a:lvl6pPr>
              <a:lvl7pPr algn="l">
                <a:defRPr sz="1318" b="0" i="0" kern="0" spc="-9">
                  <a:solidFill>
                    <a:srgbClr val="0A2540"/>
                  </a:solidFill>
                  <a:latin typeface="Inter SemiBold"/>
                  <a:ea typeface="Inter SemiBold"/>
                  <a:cs typeface="Inter SemiBold"/>
                </a:defRPr>
              </a:lvl7pPr>
              <a:lvl8pPr algn="l">
                <a:defRPr sz="1318" b="0" i="0" kern="0" spc="-9">
                  <a:solidFill>
                    <a:srgbClr val="0A2540"/>
                  </a:solidFill>
                  <a:latin typeface="Inter SemiBold"/>
                  <a:ea typeface="Inter SemiBold"/>
                  <a:cs typeface="Inter SemiBold"/>
                </a:defRPr>
              </a:lvl8pPr>
              <a:lvl9pPr algn="l">
                <a:defRPr sz="1318" b="0" i="0" kern="0" spc="-9">
                  <a:solidFill>
                    <a:srgbClr val="0A2540"/>
                  </a:solidFill>
                  <a:latin typeface="Inter SemiBold"/>
                  <a:ea typeface="Inter SemiBold"/>
                  <a:cs typeface="Inter SemiBold"/>
                </a:defRPr>
              </a:lvl9pPr>
            </a:lstStyle>
            <a:p>
              <a:pPr algn="l">
                <a:lnSpc>
                  <a:spcPct val="100000"/>
                </a:lnSpc>
                <a:buNone/>
                <a:defRPr sz="1318" b="0" i="0" kern="0" spc="-9">
                  <a:solidFill>
                    <a:srgbClr val="0A2540"/>
                  </a:solidFill>
                  <a:latin typeface="Inter SemiBold"/>
                  <a:ea typeface="Inter SemiBold"/>
                  <a:cs typeface="Inter SemiBold"/>
                </a:defRPr>
              </a:pPr>
              <a:r>
                <a:rPr sz="1318" b="0" i="0" kern="0" spc="-9">
                  <a:solidFill>
                    <a:srgbClr val="0A2540"/>
                  </a:solidFill>
                  <a:latin typeface="Inter SemiBold"/>
                  <a:ea typeface="Inter SemiBold"/>
                  <a:cs typeface="Inter SemiBold"/>
                </a:rPr>
                <a:t>= 34,000</a:t>
              </a:r>
            </a:p>
          </p:txBody>
        </p:sp>
        <p:sp>
          <p:nvSpPr>
            <p:cNvPr id="86" name="s16 text 41 halo">
              <a:extLst>
                <a:ext uri="{FF2B5EF4-FFF2-40B4-BE49-F238E27FC236}">
                  <a16:creationId xmlns:a16="http://schemas.microsoft.com/office/drawing/2014/main" id="{A3A60348-F786-4260-8B86-D2D895E9FED9}"/>
                </a:ext>
              </a:extLst>
            </p:cNvPr>
            <p:cNvSpPr>
              <a:spLocks noGrp="1"/>
            </p:cNvSpPr>
            <p:nvPr/>
          </p:nvSpPr>
          <p:spPr>
            <a:xfrm>
              <a:off x="5991333" y="3460649"/>
              <a:ext cx="270901" cy="321367"/>
            </a:xfrm>
            <a:prstGeom prst="rect">
              <a:avLst/>
            </a:prstGeom>
            <a:noFill/>
            <a:ln w="0">
              <a:noFill/>
              <a:prstDash val="solid"/>
            </a:ln>
          </p:spPr>
          <p:txBody>
            <a:bodyPr wrap="none" lIns="0" tIns="0" rIns="0" bIns="0" anchor="t">
              <a:noAutofit/>
            </a:bodyPr>
            <a:lstStyle>
              <a:defPPr algn="l">
                <a:defRPr sz="1819" b="0" i="0" kern="0" spc="0">
                  <a:ln w="42810">
                    <a:solidFill>
                      <a:srgbClr val="FFFFFF"/>
                    </a:solidFill>
                    <a:prstDash val="solid"/>
                  </a:ln>
                  <a:solidFill>
                    <a:srgbClr val="FFFFFF"/>
                  </a:solidFill>
                  <a:latin typeface="Inter SemiBold"/>
                  <a:ea typeface="Inter SemiBold"/>
                  <a:cs typeface="Inter SemiBold"/>
                </a:defRPr>
              </a:defPPr>
              <a:lvl1pPr algn="l">
                <a:defRPr sz="1819" b="0" i="0" kern="0" spc="0">
                  <a:ln w="42810">
                    <a:solidFill>
                      <a:srgbClr val="FFFFFF"/>
                    </a:solidFill>
                    <a:prstDash val="solid"/>
                  </a:ln>
                  <a:solidFill>
                    <a:srgbClr val="FFFFFF"/>
                  </a:solidFill>
                  <a:latin typeface="Inter SemiBold"/>
                  <a:ea typeface="Inter SemiBold"/>
                  <a:cs typeface="Inter SemiBold"/>
                </a:defRPr>
              </a:lvl1pPr>
              <a:lvl2pPr algn="l">
                <a:defRPr sz="1819" b="0" i="0" kern="0" spc="0">
                  <a:ln w="42810">
                    <a:solidFill>
                      <a:srgbClr val="FFFFFF"/>
                    </a:solidFill>
                    <a:prstDash val="solid"/>
                  </a:ln>
                  <a:solidFill>
                    <a:srgbClr val="FFFFFF"/>
                  </a:solidFill>
                  <a:latin typeface="Inter SemiBold"/>
                  <a:ea typeface="Inter SemiBold"/>
                  <a:cs typeface="Inter SemiBold"/>
                </a:defRPr>
              </a:lvl2pPr>
              <a:lvl3pPr algn="l">
                <a:defRPr sz="1819" b="0" i="0" kern="0" spc="0">
                  <a:ln w="42810">
                    <a:solidFill>
                      <a:srgbClr val="FFFFFF"/>
                    </a:solidFill>
                    <a:prstDash val="solid"/>
                  </a:ln>
                  <a:solidFill>
                    <a:srgbClr val="FFFFFF"/>
                  </a:solidFill>
                  <a:latin typeface="Inter SemiBold"/>
                  <a:ea typeface="Inter SemiBold"/>
                  <a:cs typeface="Inter SemiBold"/>
                </a:defRPr>
              </a:lvl3pPr>
              <a:lvl4pPr algn="l">
                <a:defRPr sz="1819" b="0" i="0" kern="0" spc="0">
                  <a:ln w="42810">
                    <a:solidFill>
                      <a:srgbClr val="FFFFFF"/>
                    </a:solidFill>
                    <a:prstDash val="solid"/>
                  </a:ln>
                  <a:solidFill>
                    <a:srgbClr val="FFFFFF"/>
                  </a:solidFill>
                  <a:latin typeface="Inter SemiBold"/>
                  <a:ea typeface="Inter SemiBold"/>
                  <a:cs typeface="Inter SemiBold"/>
                </a:defRPr>
              </a:lvl4pPr>
              <a:lvl5pPr algn="l">
                <a:defRPr sz="1819" b="0" i="0" kern="0" spc="0">
                  <a:ln w="42810">
                    <a:solidFill>
                      <a:srgbClr val="FFFFFF"/>
                    </a:solidFill>
                    <a:prstDash val="solid"/>
                  </a:ln>
                  <a:solidFill>
                    <a:srgbClr val="FFFFFF"/>
                  </a:solidFill>
                  <a:latin typeface="Inter SemiBold"/>
                  <a:ea typeface="Inter SemiBold"/>
                  <a:cs typeface="Inter SemiBold"/>
                </a:defRPr>
              </a:lvl5pPr>
              <a:lvl6pPr algn="l">
                <a:defRPr sz="1819" b="0" i="0" kern="0" spc="0">
                  <a:ln w="42810">
                    <a:solidFill>
                      <a:srgbClr val="FFFFFF"/>
                    </a:solidFill>
                    <a:prstDash val="solid"/>
                  </a:ln>
                  <a:solidFill>
                    <a:srgbClr val="FFFFFF"/>
                  </a:solidFill>
                  <a:latin typeface="Inter SemiBold"/>
                  <a:ea typeface="Inter SemiBold"/>
                  <a:cs typeface="Inter SemiBold"/>
                </a:defRPr>
              </a:lvl6pPr>
              <a:lvl7pPr algn="l">
                <a:defRPr sz="1819" b="0" i="0" kern="0" spc="0">
                  <a:ln w="42810">
                    <a:solidFill>
                      <a:srgbClr val="FFFFFF"/>
                    </a:solidFill>
                    <a:prstDash val="solid"/>
                  </a:ln>
                  <a:solidFill>
                    <a:srgbClr val="FFFFFF"/>
                  </a:solidFill>
                  <a:latin typeface="Inter SemiBold"/>
                  <a:ea typeface="Inter SemiBold"/>
                  <a:cs typeface="Inter SemiBold"/>
                </a:defRPr>
              </a:lvl7pPr>
              <a:lvl8pPr algn="l">
                <a:defRPr sz="1819" b="0" i="0" kern="0" spc="0">
                  <a:ln w="42810">
                    <a:solidFill>
                      <a:srgbClr val="FFFFFF"/>
                    </a:solidFill>
                    <a:prstDash val="solid"/>
                  </a:ln>
                  <a:solidFill>
                    <a:srgbClr val="FFFFFF"/>
                  </a:solidFill>
                  <a:latin typeface="Inter SemiBold"/>
                  <a:ea typeface="Inter SemiBold"/>
                  <a:cs typeface="Inter SemiBold"/>
                </a:defRPr>
              </a:lvl8pPr>
              <a:lvl9pPr algn="l">
                <a:defRPr sz="1819" b="0" i="0" kern="0" spc="0">
                  <a:ln w="42810">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819" b="0" i="0" kern="0" spc="0">
                  <a:solidFill>
                    <a:srgbClr val="FFFFFF"/>
                  </a:solidFill>
                  <a:latin typeface="Inter SemiBold"/>
                  <a:ea typeface="Inter SemiBold"/>
                  <a:cs typeface="Inter SemiBold"/>
                </a:defRPr>
              </a:pPr>
              <a:r>
                <a:rPr sz="1819" b="0" i="0" kern="0" spc="0">
                  <a:ln w="42810">
                    <a:solidFill>
                      <a:srgbClr val="FFFFFF"/>
                    </a:solidFill>
                    <a:prstDash val="solid"/>
                  </a:ln>
                  <a:solidFill>
                    <a:srgbClr val="FFFFFF"/>
                  </a:solidFill>
                  <a:latin typeface="Inter SemiBold"/>
                  <a:ea typeface="Inter SemiBold"/>
                  <a:cs typeface="Inter SemiBold"/>
                </a:rPr>
                <a:t>Q</a:t>
              </a:r>
            </a:p>
          </p:txBody>
        </p:sp>
        <p:sp>
          <p:nvSpPr>
            <p:cNvPr id="87" name="s16 text 41">
              <a:extLst>
                <a:ext uri="{FF2B5EF4-FFF2-40B4-BE49-F238E27FC236}">
                  <a16:creationId xmlns:a16="http://schemas.microsoft.com/office/drawing/2014/main" id="{C168B55C-8E01-4FAD-8177-E96EAC53481B}"/>
                </a:ext>
              </a:extLst>
            </p:cNvPr>
            <p:cNvSpPr>
              <a:spLocks noGrp="1"/>
            </p:cNvSpPr>
            <p:nvPr/>
          </p:nvSpPr>
          <p:spPr>
            <a:xfrm>
              <a:off x="5991333" y="3460649"/>
              <a:ext cx="270901" cy="321367"/>
            </a:xfrm>
            <a:prstGeom prst="rect">
              <a:avLst/>
            </a:prstGeom>
            <a:noFill/>
            <a:ln w="0">
              <a:noFill/>
              <a:prstDash val="solid"/>
            </a:ln>
          </p:spPr>
          <p:txBody>
            <a:bodyPr wrap="none" lIns="0" tIns="0" rIns="0" bIns="0" anchor="t">
              <a:noAutofit/>
            </a:bodyPr>
            <a:lstStyle>
              <a:defPPr algn="l">
                <a:defRPr sz="1819" b="0" i="0" kern="0" spc="0">
                  <a:solidFill>
                    <a:srgbClr val="0A2540"/>
                  </a:solidFill>
                  <a:latin typeface="Inter SemiBold"/>
                  <a:ea typeface="Inter SemiBold"/>
                  <a:cs typeface="Inter SemiBold"/>
                </a:defRPr>
              </a:defPPr>
              <a:lvl1pPr algn="l">
                <a:defRPr sz="1819" b="0" i="0" kern="0" spc="0">
                  <a:solidFill>
                    <a:srgbClr val="0A2540"/>
                  </a:solidFill>
                  <a:latin typeface="Inter SemiBold"/>
                  <a:ea typeface="Inter SemiBold"/>
                  <a:cs typeface="Inter SemiBold"/>
                </a:defRPr>
              </a:lvl1pPr>
              <a:lvl2pPr algn="l">
                <a:defRPr sz="1819" b="0" i="0" kern="0" spc="0">
                  <a:solidFill>
                    <a:srgbClr val="0A2540"/>
                  </a:solidFill>
                  <a:latin typeface="Inter SemiBold"/>
                  <a:ea typeface="Inter SemiBold"/>
                  <a:cs typeface="Inter SemiBold"/>
                </a:defRPr>
              </a:lvl2pPr>
              <a:lvl3pPr algn="l">
                <a:defRPr sz="1819" b="0" i="0" kern="0" spc="0">
                  <a:solidFill>
                    <a:srgbClr val="0A2540"/>
                  </a:solidFill>
                  <a:latin typeface="Inter SemiBold"/>
                  <a:ea typeface="Inter SemiBold"/>
                  <a:cs typeface="Inter SemiBold"/>
                </a:defRPr>
              </a:lvl3pPr>
              <a:lvl4pPr algn="l">
                <a:defRPr sz="1819" b="0" i="0" kern="0" spc="0">
                  <a:solidFill>
                    <a:srgbClr val="0A2540"/>
                  </a:solidFill>
                  <a:latin typeface="Inter SemiBold"/>
                  <a:ea typeface="Inter SemiBold"/>
                  <a:cs typeface="Inter SemiBold"/>
                </a:defRPr>
              </a:lvl4pPr>
              <a:lvl5pPr algn="l">
                <a:defRPr sz="1819" b="0" i="0" kern="0" spc="0">
                  <a:solidFill>
                    <a:srgbClr val="0A2540"/>
                  </a:solidFill>
                  <a:latin typeface="Inter SemiBold"/>
                  <a:ea typeface="Inter SemiBold"/>
                  <a:cs typeface="Inter SemiBold"/>
                </a:defRPr>
              </a:lvl5pPr>
              <a:lvl6pPr algn="l">
                <a:defRPr sz="1819" b="0" i="0" kern="0" spc="0">
                  <a:solidFill>
                    <a:srgbClr val="0A2540"/>
                  </a:solidFill>
                  <a:latin typeface="Inter SemiBold"/>
                  <a:ea typeface="Inter SemiBold"/>
                  <a:cs typeface="Inter SemiBold"/>
                </a:defRPr>
              </a:lvl6pPr>
              <a:lvl7pPr algn="l">
                <a:defRPr sz="1819" b="0" i="0" kern="0" spc="0">
                  <a:solidFill>
                    <a:srgbClr val="0A2540"/>
                  </a:solidFill>
                  <a:latin typeface="Inter SemiBold"/>
                  <a:ea typeface="Inter SemiBold"/>
                  <a:cs typeface="Inter SemiBold"/>
                </a:defRPr>
              </a:lvl7pPr>
              <a:lvl8pPr algn="l">
                <a:defRPr sz="1819" b="0" i="0" kern="0" spc="0">
                  <a:solidFill>
                    <a:srgbClr val="0A2540"/>
                  </a:solidFill>
                  <a:latin typeface="Inter SemiBold"/>
                  <a:ea typeface="Inter SemiBold"/>
                  <a:cs typeface="Inter SemiBold"/>
                </a:defRPr>
              </a:lvl8pPr>
              <a:lvl9pPr algn="l">
                <a:defRPr sz="1819" b="0" i="0" kern="0" spc="0">
                  <a:solidFill>
                    <a:srgbClr val="0A2540"/>
                  </a:solidFill>
                  <a:latin typeface="Inter SemiBold"/>
                  <a:ea typeface="Inter SemiBold"/>
                  <a:cs typeface="Inter SemiBold"/>
                </a:defRPr>
              </a:lvl9pPr>
            </a:lstStyle>
            <a:p>
              <a:pPr algn="l">
                <a:lnSpc>
                  <a:spcPct val="100000"/>
                </a:lnSpc>
                <a:buNone/>
                <a:defRPr sz="1819" b="0" i="0" kern="0" spc="0">
                  <a:solidFill>
                    <a:srgbClr val="0A2540"/>
                  </a:solidFill>
                  <a:latin typeface="Inter SemiBold"/>
                  <a:ea typeface="Inter SemiBold"/>
                  <a:cs typeface="Inter SemiBold"/>
                </a:defRPr>
              </a:pPr>
              <a:r>
                <a:rPr sz="1819" b="0" i="0" kern="0" spc="0">
                  <a:solidFill>
                    <a:srgbClr val="0A2540"/>
                  </a:solidFill>
                  <a:latin typeface="Inter SemiBold"/>
                  <a:ea typeface="Inter SemiBold"/>
                  <a:cs typeface="Inter SemiBold"/>
                </a:rPr>
                <a:t>Q</a:t>
              </a:r>
            </a:p>
          </p:txBody>
        </p:sp>
        <p:sp>
          <p:nvSpPr>
            <p:cNvPr id="88" name="s16 text 42 halo">
              <a:extLst>
                <a:ext uri="{FF2B5EF4-FFF2-40B4-BE49-F238E27FC236}">
                  <a16:creationId xmlns:a16="http://schemas.microsoft.com/office/drawing/2014/main" id="{F6DA2109-9EAD-4DFB-AF71-D32F526F4219}"/>
                </a:ext>
              </a:extLst>
            </p:cNvPr>
            <p:cNvSpPr>
              <a:spLocks noGrp="1"/>
            </p:cNvSpPr>
            <p:nvPr/>
          </p:nvSpPr>
          <p:spPr>
            <a:xfrm>
              <a:off x="6124832" y="3604810"/>
              <a:ext cx="123454" cy="167691"/>
            </a:xfrm>
            <a:prstGeom prst="rect">
              <a:avLst/>
            </a:prstGeom>
            <a:noFill/>
            <a:ln w="0">
              <a:noFill/>
              <a:prstDash val="solid"/>
            </a:ln>
          </p:spPr>
          <p:txBody>
            <a:bodyPr wrap="none" lIns="0" tIns="0" rIns="0" bIns="0" anchor="t">
              <a:noAutofit/>
            </a:bodyPr>
            <a:lstStyle>
              <a:defPPr algn="l">
                <a:defRPr sz="949" b="0" i="0" kern="0" spc="0">
                  <a:ln w="42810">
                    <a:solidFill>
                      <a:srgbClr val="FFFFFF"/>
                    </a:solidFill>
                    <a:prstDash val="solid"/>
                  </a:ln>
                  <a:solidFill>
                    <a:srgbClr val="FFFFFF"/>
                  </a:solidFill>
                  <a:latin typeface="Inter SemiBold"/>
                  <a:ea typeface="Inter SemiBold"/>
                  <a:cs typeface="Inter SemiBold"/>
                </a:defRPr>
              </a:defPPr>
              <a:lvl1pPr algn="l">
                <a:defRPr sz="949" b="0" i="0" kern="0" spc="0">
                  <a:ln w="42810">
                    <a:solidFill>
                      <a:srgbClr val="FFFFFF"/>
                    </a:solidFill>
                    <a:prstDash val="solid"/>
                  </a:ln>
                  <a:solidFill>
                    <a:srgbClr val="FFFFFF"/>
                  </a:solidFill>
                  <a:latin typeface="Inter SemiBold"/>
                  <a:ea typeface="Inter SemiBold"/>
                  <a:cs typeface="Inter SemiBold"/>
                </a:defRPr>
              </a:lvl1pPr>
              <a:lvl2pPr algn="l">
                <a:defRPr sz="949" b="0" i="0" kern="0" spc="0">
                  <a:ln w="42810">
                    <a:solidFill>
                      <a:srgbClr val="FFFFFF"/>
                    </a:solidFill>
                    <a:prstDash val="solid"/>
                  </a:ln>
                  <a:solidFill>
                    <a:srgbClr val="FFFFFF"/>
                  </a:solidFill>
                  <a:latin typeface="Inter SemiBold"/>
                  <a:ea typeface="Inter SemiBold"/>
                  <a:cs typeface="Inter SemiBold"/>
                </a:defRPr>
              </a:lvl2pPr>
              <a:lvl3pPr algn="l">
                <a:defRPr sz="949" b="0" i="0" kern="0" spc="0">
                  <a:ln w="42810">
                    <a:solidFill>
                      <a:srgbClr val="FFFFFF"/>
                    </a:solidFill>
                    <a:prstDash val="solid"/>
                  </a:ln>
                  <a:solidFill>
                    <a:srgbClr val="FFFFFF"/>
                  </a:solidFill>
                  <a:latin typeface="Inter SemiBold"/>
                  <a:ea typeface="Inter SemiBold"/>
                  <a:cs typeface="Inter SemiBold"/>
                </a:defRPr>
              </a:lvl3pPr>
              <a:lvl4pPr algn="l">
                <a:defRPr sz="949" b="0" i="0" kern="0" spc="0">
                  <a:ln w="42810">
                    <a:solidFill>
                      <a:srgbClr val="FFFFFF"/>
                    </a:solidFill>
                    <a:prstDash val="solid"/>
                  </a:ln>
                  <a:solidFill>
                    <a:srgbClr val="FFFFFF"/>
                  </a:solidFill>
                  <a:latin typeface="Inter SemiBold"/>
                  <a:ea typeface="Inter SemiBold"/>
                  <a:cs typeface="Inter SemiBold"/>
                </a:defRPr>
              </a:lvl4pPr>
              <a:lvl5pPr algn="l">
                <a:defRPr sz="949" b="0" i="0" kern="0" spc="0">
                  <a:ln w="42810">
                    <a:solidFill>
                      <a:srgbClr val="FFFFFF"/>
                    </a:solidFill>
                    <a:prstDash val="solid"/>
                  </a:ln>
                  <a:solidFill>
                    <a:srgbClr val="FFFFFF"/>
                  </a:solidFill>
                  <a:latin typeface="Inter SemiBold"/>
                  <a:ea typeface="Inter SemiBold"/>
                  <a:cs typeface="Inter SemiBold"/>
                </a:defRPr>
              </a:lvl5pPr>
              <a:lvl6pPr algn="l">
                <a:defRPr sz="949" b="0" i="0" kern="0" spc="0">
                  <a:ln w="42810">
                    <a:solidFill>
                      <a:srgbClr val="FFFFFF"/>
                    </a:solidFill>
                    <a:prstDash val="solid"/>
                  </a:ln>
                  <a:solidFill>
                    <a:srgbClr val="FFFFFF"/>
                  </a:solidFill>
                  <a:latin typeface="Inter SemiBold"/>
                  <a:ea typeface="Inter SemiBold"/>
                  <a:cs typeface="Inter SemiBold"/>
                </a:defRPr>
              </a:lvl6pPr>
              <a:lvl7pPr algn="l">
                <a:defRPr sz="949" b="0" i="0" kern="0" spc="0">
                  <a:ln w="42810">
                    <a:solidFill>
                      <a:srgbClr val="FFFFFF"/>
                    </a:solidFill>
                    <a:prstDash val="solid"/>
                  </a:ln>
                  <a:solidFill>
                    <a:srgbClr val="FFFFFF"/>
                  </a:solidFill>
                  <a:latin typeface="Inter SemiBold"/>
                  <a:ea typeface="Inter SemiBold"/>
                  <a:cs typeface="Inter SemiBold"/>
                </a:defRPr>
              </a:lvl7pPr>
              <a:lvl8pPr algn="l">
                <a:defRPr sz="949" b="0" i="0" kern="0" spc="0">
                  <a:ln w="42810">
                    <a:solidFill>
                      <a:srgbClr val="FFFFFF"/>
                    </a:solidFill>
                    <a:prstDash val="solid"/>
                  </a:ln>
                  <a:solidFill>
                    <a:srgbClr val="FFFFFF"/>
                  </a:solidFill>
                  <a:latin typeface="Inter SemiBold"/>
                  <a:ea typeface="Inter SemiBold"/>
                  <a:cs typeface="Inter SemiBold"/>
                </a:defRPr>
              </a:lvl8pPr>
              <a:lvl9pPr algn="l">
                <a:defRPr sz="949" b="0" i="0" kern="0" spc="0">
                  <a:ln w="42810">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949" b="0" i="0" kern="0" spc="0">
                  <a:solidFill>
                    <a:srgbClr val="FFFFFF"/>
                  </a:solidFill>
                  <a:latin typeface="Inter SemiBold"/>
                  <a:ea typeface="Inter SemiBold"/>
                  <a:cs typeface="Inter SemiBold"/>
                </a:defRPr>
              </a:pPr>
              <a:r>
                <a:rPr sz="949" b="0" i="0" kern="0" spc="0">
                  <a:ln w="42810">
                    <a:solidFill>
                      <a:srgbClr val="FFFFFF"/>
                    </a:solidFill>
                    <a:prstDash val="solid"/>
                  </a:ln>
                  <a:solidFill>
                    <a:srgbClr val="FFFFFF"/>
                  </a:solidFill>
                  <a:latin typeface="Inter SemiBold"/>
                  <a:ea typeface="Inter SemiBold"/>
                  <a:cs typeface="Inter SemiBold"/>
                </a:rPr>
                <a:t>d</a:t>
              </a:r>
            </a:p>
          </p:txBody>
        </p:sp>
        <p:sp>
          <p:nvSpPr>
            <p:cNvPr id="89" name="s16 text 42">
              <a:extLst>
                <a:ext uri="{FF2B5EF4-FFF2-40B4-BE49-F238E27FC236}">
                  <a16:creationId xmlns:a16="http://schemas.microsoft.com/office/drawing/2014/main" id="{C69EFFFA-629E-4A33-9BE9-1C1ED6A1D181}"/>
                </a:ext>
              </a:extLst>
            </p:cNvPr>
            <p:cNvSpPr>
              <a:spLocks noGrp="1"/>
            </p:cNvSpPr>
            <p:nvPr/>
          </p:nvSpPr>
          <p:spPr>
            <a:xfrm>
              <a:off x="6124832" y="3604810"/>
              <a:ext cx="123454" cy="167691"/>
            </a:xfrm>
            <a:prstGeom prst="rect">
              <a:avLst/>
            </a:prstGeom>
            <a:noFill/>
            <a:ln w="0">
              <a:noFill/>
              <a:prstDash val="solid"/>
            </a:ln>
          </p:spPr>
          <p:txBody>
            <a:bodyPr wrap="none" lIns="0" tIns="0" rIns="0" bIns="0" anchor="t">
              <a:noAutofit/>
            </a:bodyPr>
            <a:lstStyle>
              <a:defPPr algn="l">
                <a:defRPr sz="949" b="0" i="0" kern="0" spc="0">
                  <a:solidFill>
                    <a:srgbClr val="0A2540"/>
                  </a:solidFill>
                  <a:latin typeface="Inter SemiBold"/>
                  <a:ea typeface="Inter SemiBold"/>
                  <a:cs typeface="Inter SemiBold"/>
                </a:defRPr>
              </a:defPPr>
              <a:lvl1pPr algn="l">
                <a:defRPr sz="949" b="0" i="0" kern="0" spc="0">
                  <a:solidFill>
                    <a:srgbClr val="0A2540"/>
                  </a:solidFill>
                  <a:latin typeface="Inter SemiBold"/>
                  <a:ea typeface="Inter SemiBold"/>
                  <a:cs typeface="Inter SemiBold"/>
                </a:defRPr>
              </a:lvl1pPr>
              <a:lvl2pPr algn="l">
                <a:defRPr sz="949" b="0" i="0" kern="0" spc="0">
                  <a:solidFill>
                    <a:srgbClr val="0A2540"/>
                  </a:solidFill>
                  <a:latin typeface="Inter SemiBold"/>
                  <a:ea typeface="Inter SemiBold"/>
                  <a:cs typeface="Inter SemiBold"/>
                </a:defRPr>
              </a:lvl2pPr>
              <a:lvl3pPr algn="l">
                <a:defRPr sz="949" b="0" i="0" kern="0" spc="0">
                  <a:solidFill>
                    <a:srgbClr val="0A2540"/>
                  </a:solidFill>
                  <a:latin typeface="Inter SemiBold"/>
                  <a:ea typeface="Inter SemiBold"/>
                  <a:cs typeface="Inter SemiBold"/>
                </a:defRPr>
              </a:lvl3pPr>
              <a:lvl4pPr algn="l">
                <a:defRPr sz="949" b="0" i="0" kern="0" spc="0">
                  <a:solidFill>
                    <a:srgbClr val="0A2540"/>
                  </a:solidFill>
                  <a:latin typeface="Inter SemiBold"/>
                  <a:ea typeface="Inter SemiBold"/>
                  <a:cs typeface="Inter SemiBold"/>
                </a:defRPr>
              </a:lvl4pPr>
              <a:lvl5pPr algn="l">
                <a:defRPr sz="949" b="0" i="0" kern="0" spc="0">
                  <a:solidFill>
                    <a:srgbClr val="0A2540"/>
                  </a:solidFill>
                  <a:latin typeface="Inter SemiBold"/>
                  <a:ea typeface="Inter SemiBold"/>
                  <a:cs typeface="Inter SemiBold"/>
                </a:defRPr>
              </a:lvl5pPr>
              <a:lvl6pPr algn="l">
                <a:defRPr sz="949" b="0" i="0" kern="0" spc="0">
                  <a:solidFill>
                    <a:srgbClr val="0A2540"/>
                  </a:solidFill>
                  <a:latin typeface="Inter SemiBold"/>
                  <a:ea typeface="Inter SemiBold"/>
                  <a:cs typeface="Inter SemiBold"/>
                </a:defRPr>
              </a:lvl6pPr>
              <a:lvl7pPr algn="l">
                <a:defRPr sz="949" b="0" i="0" kern="0" spc="0">
                  <a:solidFill>
                    <a:srgbClr val="0A2540"/>
                  </a:solidFill>
                  <a:latin typeface="Inter SemiBold"/>
                  <a:ea typeface="Inter SemiBold"/>
                  <a:cs typeface="Inter SemiBold"/>
                </a:defRPr>
              </a:lvl7pPr>
              <a:lvl8pPr algn="l">
                <a:defRPr sz="949" b="0" i="0" kern="0" spc="0">
                  <a:solidFill>
                    <a:srgbClr val="0A2540"/>
                  </a:solidFill>
                  <a:latin typeface="Inter SemiBold"/>
                  <a:ea typeface="Inter SemiBold"/>
                  <a:cs typeface="Inter SemiBold"/>
                </a:defRPr>
              </a:lvl8pPr>
              <a:lvl9pPr algn="l">
                <a:defRPr sz="949" b="0" i="0" kern="0" spc="0">
                  <a:solidFill>
                    <a:srgbClr val="0A2540"/>
                  </a:solidFill>
                  <a:latin typeface="Inter SemiBold"/>
                  <a:ea typeface="Inter SemiBold"/>
                  <a:cs typeface="Inter SemiBold"/>
                </a:defRPr>
              </a:lvl9pPr>
            </a:lstStyle>
            <a:p>
              <a:pPr algn="l">
                <a:lnSpc>
                  <a:spcPct val="100000"/>
                </a:lnSpc>
                <a:buNone/>
                <a:defRPr sz="949" b="0" i="0" kern="0" spc="0">
                  <a:solidFill>
                    <a:srgbClr val="0A2540"/>
                  </a:solidFill>
                  <a:latin typeface="Inter SemiBold"/>
                  <a:ea typeface="Inter SemiBold"/>
                  <a:cs typeface="Inter SemiBold"/>
                </a:defRPr>
              </a:pPr>
              <a:r>
                <a:rPr sz="949" b="0" i="0" kern="0" spc="0">
                  <a:solidFill>
                    <a:srgbClr val="0A2540"/>
                  </a:solidFill>
                  <a:latin typeface="Inter SemiBold"/>
                  <a:ea typeface="Inter SemiBold"/>
                  <a:cs typeface="Inter SemiBold"/>
                </a:rPr>
                <a:t>d</a:t>
              </a:r>
            </a:p>
          </p:txBody>
        </p:sp>
        <p:sp>
          <p:nvSpPr>
            <p:cNvPr id="90" name="s16 text 43 halo">
              <a:extLst>
                <a:ext uri="{FF2B5EF4-FFF2-40B4-BE49-F238E27FC236}">
                  <a16:creationId xmlns:a16="http://schemas.microsoft.com/office/drawing/2014/main" id="{B66A704D-26C9-4F46-9693-98326830DEA7}"/>
                </a:ext>
              </a:extLst>
            </p:cNvPr>
            <p:cNvSpPr>
              <a:spLocks noGrp="1"/>
            </p:cNvSpPr>
            <p:nvPr/>
          </p:nvSpPr>
          <p:spPr>
            <a:xfrm>
              <a:off x="6134096" y="3522241"/>
              <a:ext cx="808758" cy="232899"/>
            </a:xfrm>
            <a:prstGeom prst="rect">
              <a:avLst/>
            </a:prstGeom>
            <a:noFill/>
            <a:ln w="0">
              <a:noFill/>
              <a:prstDash val="solid"/>
            </a:ln>
          </p:spPr>
          <p:txBody>
            <a:bodyPr wrap="none" lIns="0" tIns="0" rIns="0" bIns="0" anchor="t">
              <a:noAutofit/>
            </a:bodyPr>
            <a:lstStyle>
              <a:defPPr algn="l">
                <a:defRPr sz="1318" b="0" i="0" kern="0" spc="-9">
                  <a:ln w="42810">
                    <a:solidFill>
                      <a:srgbClr val="FFFFFF"/>
                    </a:solidFill>
                    <a:prstDash val="solid"/>
                  </a:ln>
                  <a:solidFill>
                    <a:srgbClr val="FFFFFF"/>
                  </a:solidFill>
                  <a:latin typeface="Inter SemiBold"/>
                  <a:ea typeface="Inter SemiBold"/>
                  <a:cs typeface="Inter SemiBold"/>
                </a:defRPr>
              </a:defPPr>
              <a:lvl1pPr algn="l">
                <a:defRPr sz="1318" b="0" i="0" kern="0" spc="-9">
                  <a:ln w="42810">
                    <a:solidFill>
                      <a:srgbClr val="FFFFFF"/>
                    </a:solidFill>
                    <a:prstDash val="solid"/>
                  </a:ln>
                  <a:solidFill>
                    <a:srgbClr val="FFFFFF"/>
                  </a:solidFill>
                  <a:latin typeface="Inter SemiBold"/>
                  <a:ea typeface="Inter SemiBold"/>
                  <a:cs typeface="Inter SemiBold"/>
                </a:defRPr>
              </a:lvl1pPr>
              <a:lvl2pPr algn="l">
                <a:defRPr sz="1318" b="0" i="0" kern="0" spc="-9">
                  <a:ln w="42810">
                    <a:solidFill>
                      <a:srgbClr val="FFFFFF"/>
                    </a:solidFill>
                    <a:prstDash val="solid"/>
                  </a:ln>
                  <a:solidFill>
                    <a:srgbClr val="FFFFFF"/>
                  </a:solidFill>
                  <a:latin typeface="Inter SemiBold"/>
                  <a:ea typeface="Inter SemiBold"/>
                  <a:cs typeface="Inter SemiBold"/>
                </a:defRPr>
              </a:lvl2pPr>
              <a:lvl3pPr algn="l">
                <a:defRPr sz="1318" b="0" i="0" kern="0" spc="-9">
                  <a:ln w="42810">
                    <a:solidFill>
                      <a:srgbClr val="FFFFFF"/>
                    </a:solidFill>
                    <a:prstDash val="solid"/>
                  </a:ln>
                  <a:solidFill>
                    <a:srgbClr val="FFFFFF"/>
                  </a:solidFill>
                  <a:latin typeface="Inter SemiBold"/>
                  <a:ea typeface="Inter SemiBold"/>
                  <a:cs typeface="Inter SemiBold"/>
                </a:defRPr>
              </a:lvl3pPr>
              <a:lvl4pPr algn="l">
                <a:defRPr sz="1318" b="0" i="0" kern="0" spc="-9">
                  <a:ln w="42810">
                    <a:solidFill>
                      <a:srgbClr val="FFFFFF"/>
                    </a:solidFill>
                    <a:prstDash val="solid"/>
                  </a:ln>
                  <a:solidFill>
                    <a:srgbClr val="FFFFFF"/>
                  </a:solidFill>
                  <a:latin typeface="Inter SemiBold"/>
                  <a:ea typeface="Inter SemiBold"/>
                  <a:cs typeface="Inter SemiBold"/>
                </a:defRPr>
              </a:lvl4pPr>
              <a:lvl5pPr algn="l">
                <a:defRPr sz="1318" b="0" i="0" kern="0" spc="-9">
                  <a:ln w="42810">
                    <a:solidFill>
                      <a:srgbClr val="FFFFFF"/>
                    </a:solidFill>
                    <a:prstDash val="solid"/>
                  </a:ln>
                  <a:solidFill>
                    <a:srgbClr val="FFFFFF"/>
                  </a:solidFill>
                  <a:latin typeface="Inter SemiBold"/>
                  <a:ea typeface="Inter SemiBold"/>
                  <a:cs typeface="Inter SemiBold"/>
                </a:defRPr>
              </a:lvl5pPr>
              <a:lvl6pPr algn="l">
                <a:defRPr sz="1318" b="0" i="0" kern="0" spc="-9">
                  <a:ln w="42810">
                    <a:solidFill>
                      <a:srgbClr val="FFFFFF"/>
                    </a:solidFill>
                    <a:prstDash val="solid"/>
                  </a:ln>
                  <a:solidFill>
                    <a:srgbClr val="FFFFFF"/>
                  </a:solidFill>
                  <a:latin typeface="Inter SemiBold"/>
                  <a:ea typeface="Inter SemiBold"/>
                  <a:cs typeface="Inter SemiBold"/>
                </a:defRPr>
              </a:lvl6pPr>
              <a:lvl7pPr algn="l">
                <a:defRPr sz="1318" b="0" i="0" kern="0" spc="-9">
                  <a:ln w="42810">
                    <a:solidFill>
                      <a:srgbClr val="FFFFFF"/>
                    </a:solidFill>
                    <a:prstDash val="solid"/>
                  </a:ln>
                  <a:solidFill>
                    <a:srgbClr val="FFFFFF"/>
                  </a:solidFill>
                  <a:latin typeface="Inter SemiBold"/>
                  <a:ea typeface="Inter SemiBold"/>
                  <a:cs typeface="Inter SemiBold"/>
                </a:defRPr>
              </a:lvl7pPr>
              <a:lvl8pPr algn="l">
                <a:defRPr sz="1318" b="0" i="0" kern="0" spc="-9">
                  <a:ln w="42810">
                    <a:solidFill>
                      <a:srgbClr val="FFFFFF"/>
                    </a:solidFill>
                    <a:prstDash val="solid"/>
                  </a:ln>
                  <a:solidFill>
                    <a:srgbClr val="FFFFFF"/>
                  </a:solidFill>
                  <a:latin typeface="Inter SemiBold"/>
                  <a:ea typeface="Inter SemiBold"/>
                  <a:cs typeface="Inter SemiBold"/>
                </a:defRPr>
              </a:lvl8pPr>
              <a:lvl9pPr algn="l">
                <a:defRPr sz="1318" b="0" i="0" kern="0" spc="-9">
                  <a:ln w="42810">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318" b="0" i="0" kern="0" spc="-9">
                  <a:solidFill>
                    <a:srgbClr val="FFFFFF"/>
                  </a:solidFill>
                  <a:latin typeface="Inter SemiBold"/>
                  <a:ea typeface="Inter SemiBold"/>
                  <a:cs typeface="Inter SemiBold"/>
                </a:defRPr>
              </a:pPr>
              <a:r>
                <a:rPr sz="1318" b="0" i="0" kern="0" spc="-9">
                  <a:ln w="42810">
                    <a:solidFill>
                      <a:srgbClr val="FFFFFF"/>
                    </a:solidFill>
                    <a:prstDash val="solid"/>
                  </a:ln>
                  <a:solidFill>
                    <a:srgbClr val="FFFFFF"/>
                  </a:solidFill>
                  <a:latin typeface="Inter SemiBold"/>
                  <a:ea typeface="Inter SemiBold"/>
                  <a:cs typeface="Inter SemiBold"/>
                </a:rPr>
                <a:t>= 38,800</a:t>
              </a:r>
            </a:p>
          </p:txBody>
        </p:sp>
        <p:sp>
          <p:nvSpPr>
            <p:cNvPr id="91" name="s16 text 43">
              <a:extLst>
                <a:ext uri="{FF2B5EF4-FFF2-40B4-BE49-F238E27FC236}">
                  <a16:creationId xmlns:a16="http://schemas.microsoft.com/office/drawing/2014/main" id="{AAB7E4C6-D7FE-4B42-AE87-C6D85B3681F6}"/>
                </a:ext>
              </a:extLst>
            </p:cNvPr>
            <p:cNvSpPr>
              <a:spLocks noGrp="1"/>
            </p:cNvSpPr>
            <p:nvPr/>
          </p:nvSpPr>
          <p:spPr>
            <a:xfrm>
              <a:off x="6134096" y="3522241"/>
              <a:ext cx="808758" cy="232899"/>
            </a:xfrm>
            <a:prstGeom prst="rect">
              <a:avLst/>
            </a:prstGeom>
            <a:noFill/>
            <a:ln w="0">
              <a:noFill/>
              <a:prstDash val="solid"/>
            </a:ln>
          </p:spPr>
          <p:txBody>
            <a:bodyPr wrap="none" lIns="0" tIns="0" rIns="0" bIns="0" anchor="t">
              <a:noAutofit/>
            </a:bodyPr>
            <a:lstStyle>
              <a:defPPr algn="l">
                <a:defRPr sz="1318" b="0" i="0" kern="0" spc="-9">
                  <a:solidFill>
                    <a:srgbClr val="0A2540"/>
                  </a:solidFill>
                  <a:latin typeface="Inter SemiBold"/>
                  <a:ea typeface="Inter SemiBold"/>
                  <a:cs typeface="Inter SemiBold"/>
                </a:defRPr>
              </a:defPPr>
              <a:lvl1pPr algn="l">
                <a:defRPr sz="1318" b="0" i="0" kern="0" spc="-9">
                  <a:solidFill>
                    <a:srgbClr val="0A2540"/>
                  </a:solidFill>
                  <a:latin typeface="Inter SemiBold"/>
                  <a:ea typeface="Inter SemiBold"/>
                  <a:cs typeface="Inter SemiBold"/>
                </a:defRPr>
              </a:lvl1pPr>
              <a:lvl2pPr algn="l">
                <a:defRPr sz="1318" b="0" i="0" kern="0" spc="-9">
                  <a:solidFill>
                    <a:srgbClr val="0A2540"/>
                  </a:solidFill>
                  <a:latin typeface="Inter SemiBold"/>
                  <a:ea typeface="Inter SemiBold"/>
                  <a:cs typeface="Inter SemiBold"/>
                </a:defRPr>
              </a:lvl2pPr>
              <a:lvl3pPr algn="l">
                <a:defRPr sz="1318" b="0" i="0" kern="0" spc="-9">
                  <a:solidFill>
                    <a:srgbClr val="0A2540"/>
                  </a:solidFill>
                  <a:latin typeface="Inter SemiBold"/>
                  <a:ea typeface="Inter SemiBold"/>
                  <a:cs typeface="Inter SemiBold"/>
                </a:defRPr>
              </a:lvl3pPr>
              <a:lvl4pPr algn="l">
                <a:defRPr sz="1318" b="0" i="0" kern="0" spc="-9">
                  <a:solidFill>
                    <a:srgbClr val="0A2540"/>
                  </a:solidFill>
                  <a:latin typeface="Inter SemiBold"/>
                  <a:ea typeface="Inter SemiBold"/>
                  <a:cs typeface="Inter SemiBold"/>
                </a:defRPr>
              </a:lvl4pPr>
              <a:lvl5pPr algn="l">
                <a:defRPr sz="1318" b="0" i="0" kern="0" spc="-9">
                  <a:solidFill>
                    <a:srgbClr val="0A2540"/>
                  </a:solidFill>
                  <a:latin typeface="Inter SemiBold"/>
                  <a:ea typeface="Inter SemiBold"/>
                  <a:cs typeface="Inter SemiBold"/>
                </a:defRPr>
              </a:lvl5pPr>
              <a:lvl6pPr algn="l">
                <a:defRPr sz="1318" b="0" i="0" kern="0" spc="-9">
                  <a:solidFill>
                    <a:srgbClr val="0A2540"/>
                  </a:solidFill>
                  <a:latin typeface="Inter SemiBold"/>
                  <a:ea typeface="Inter SemiBold"/>
                  <a:cs typeface="Inter SemiBold"/>
                </a:defRPr>
              </a:lvl6pPr>
              <a:lvl7pPr algn="l">
                <a:defRPr sz="1318" b="0" i="0" kern="0" spc="-9">
                  <a:solidFill>
                    <a:srgbClr val="0A2540"/>
                  </a:solidFill>
                  <a:latin typeface="Inter SemiBold"/>
                  <a:ea typeface="Inter SemiBold"/>
                  <a:cs typeface="Inter SemiBold"/>
                </a:defRPr>
              </a:lvl7pPr>
              <a:lvl8pPr algn="l">
                <a:defRPr sz="1318" b="0" i="0" kern="0" spc="-9">
                  <a:solidFill>
                    <a:srgbClr val="0A2540"/>
                  </a:solidFill>
                  <a:latin typeface="Inter SemiBold"/>
                  <a:ea typeface="Inter SemiBold"/>
                  <a:cs typeface="Inter SemiBold"/>
                </a:defRPr>
              </a:lvl8pPr>
              <a:lvl9pPr algn="l">
                <a:defRPr sz="1318" b="0" i="0" kern="0" spc="-9">
                  <a:solidFill>
                    <a:srgbClr val="0A2540"/>
                  </a:solidFill>
                  <a:latin typeface="Inter SemiBold"/>
                  <a:ea typeface="Inter SemiBold"/>
                  <a:cs typeface="Inter SemiBold"/>
                </a:defRPr>
              </a:lvl9pPr>
            </a:lstStyle>
            <a:p>
              <a:pPr algn="l">
                <a:lnSpc>
                  <a:spcPct val="100000"/>
                </a:lnSpc>
                <a:buNone/>
                <a:defRPr sz="1318" b="0" i="0" kern="0" spc="-9">
                  <a:solidFill>
                    <a:srgbClr val="0A2540"/>
                  </a:solidFill>
                  <a:latin typeface="Inter SemiBold"/>
                  <a:ea typeface="Inter SemiBold"/>
                  <a:cs typeface="Inter SemiBold"/>
                </a:defRPr>
              </a:pPr>
              <a:r>
                <a:rPr sz="1318" b="0" i="0" kern="0" spc="-9">
                  <a:solidFill>
                    <a:srgbClr val="0A2540"/>
                  </a:solidFill>
                  <a:latin typeface="Inter SemiBold"/>
                  <a:ea typeface="Inter SemiBold"/>
                  <a:cs typeface="Inter SemiBold"/>
                </a:rPr>
                <a:t>= 38,800</a:t>
              </a:r>
            </a:p>
          </p:txBody>
        </p:sp>
        <p:sp>
          <p:nvSpPr>
            <p:cNvPr id="92" name="s16 text 44 halo">
              <a:extLst>
                <a:ext uri="{FF2B5EF4-FFF2-40B4-BE49-F238E27FC236}">
                  <a16:creationId xmlns:a16="http://schemas.microsoft.com/office/drawing/2014/main" id="{6B98F0B5-E0D1-4EA1-BB12-DECF8831AEFB}"/>
                </a:ext>
              </a:extLst>
            </p:cNvPr>
            <p:cNvSpPr>
              <a:spLocks noGrp="1"/>
            </p:cNvSpPr>
            <p:nvPr/>
          </p:nvSpPr>
          <p:spPr>
            <a:xfrm>
              <a:off x="4100695" y="2804016"/>
              <a:ext cx="1549089" cy="260235"/>
            </a:xfrm>
            <a:prstGeom prst="rect">
              <a:avLst/>
            </a:prstGeom>
            <a:noFill/>
            <a:ln w="0">
              <a:noFill/>
              <a:prstDash val="solid"/>
            </a:ln>
          </p:spPr>
          <p:txBody>
            <a:bodyPr wrap="none" lIns="0" tIns="0" rIns="0" bIns="0" anchor="t">
              <a:noAutofit/>
            </a:bodyPr>
            <a:lstStyle>
              <a:defPPr algn="l">
                <a:defRPr sz="1473" b="1" i="0" kern="0" spc="-9">
                  <a:ln w="42810">
                    <a:solidFill>
                      <a:srgbClr val="FFFFFF"/>
                    </a:solidFill>
                    <a:prstDash val="solid"/>
                  </a:ln>
                  <a:solidFill>
                    <a:srgbClr val="FFFFFF"/>
                  </a:solidFill>
                  <a:latin typeface="Inter"/>
                  <a:ea typeface="Inter"/>
                  <a:cs typeface="Inter"/>
                </a:defRPr>
              </a:defPPr>
              <a:lvl1pPr algn="l">
                <a:defRPr sz="1473" b="1" i="0" kern="0" spc="-9">
                  <a:ln w="42810">
                    <a:solidFill>
                      <a:srgbClr val="FFFFFF"/>
                    </a:solidFill>
                    <a:prstDash val="solid"/>
                  </a:ln>
                  <a:solidFill>
                    <a:srgbClr val="FFFFFF"/>
                  </a:solidFill>
                  <a:latin typeface="Inter"/>
                  <a:ea typeface="Inter"/>
                  <a:cs typeface="Inter"/>
                </a:defRPr>
              </a:lvl1pPr>
              <a:lvl2pPr algn="l">
                <a:defRPr sz="1473" b="1" i="0" kern="0" spc="-9">
                  <a:ln w="42810">
                    <a:solidFill>
                      <a:srgbClr val="FFFFFF"/>
                    </a:solidFill>
                    <a:prstDash val="solid"/>
                  </a:ln>
                  <a:solidFill>
                    <a:srgbClr val="FFFFFF"/>
                  </a:solidFill>
                  <a:latin typeface="Inter"/>
                  <a:ea typeface="Inter"/>
                  <a:cs typeface="Inter"/>
                </a:defRPr>
              </a:lvl2pPr>
              <a:lvl3pPr algn="l">
                <a:defRPr sz="1473" b="1" i="0" kern="0" spc="-9">
                  <a:ln w="42810">
                    <a:solidFill>
                      <a:srgbClr val="FFFFFF"/>
                    </a:solidFill>
                    <a:prstDash val="solid"/>
                  </a:ln>
                  <a:solidFill>
                    <a:srgbClr val="FFFFFF"/>
                  </a:solidFill>
                  <a:latin typeface="Inter"/>
                  <a:ea typeface="Inter"/>
                  <a:cs typeface="Inter"/>
                </a:defRPr>
              </a:lvl3pPr>
              <a:lvl4pPr algn="l">
                <a:defRPr sz="1473" b="1" i="0" kern="0" spc="-9">
                  <a:ln w="42810">
                    <a:solidFill>
                      <a:srgbClr val="FFFFFF"/>
                    </a:solidFill>
                    <a:prstDash val="solid"/>
                  </a:ln>
                  <a:solidFill>
                    <a:srgbClr val="FFFFFF"/>
                  </a:solidFill>
                  <a:latin typeface="Inter"/>
                  <a:ea typeface="Inter"/>
                  <a:cs typeface="Inter"/>
                </a:defRPr>
              </a:lvl4pPr>
              <a:lvl5pPr algn="l">
                <a:defRPr sz="1473" b="1" i="0" kern="0" spc="-9">
                  <a:ln w="42810">
                    <a:solidFill>
                      <a:srgbClr val="FFFFFF"/>
                    </a:solidFill>
                    <a:prstDash val="solid"/>
                  </a:ln>
                  <a:solidFill>
                    <a:srgbClr val="FFFFFF"/>
                  </a:solidFill>
                  <a:latin typeface="Inter"/>
                  <a:ea typeface="Inter"/>
                  <a:cs typeface="Inter"/>
                </a:defRPr>
              </a:lvl5pPr>
              <a:lvl6pPr algn="l">
                <a:defRPr sz="1473" b="1" i="0" kern="0" spc="-9">
                  <a:ln w="42810">
                    <a:solidFill>
                      <a:srgbClr val="FFFFFF"/>
                    </a:solidFill>
                    <a:prstDash val="solid"/>
                  </a:ln>
                  <a:solidFill>
                    <a:srgbClr val="FFFFFF"/>
                  </a:solidFill>
                  <a:latin typeface="Inter"/>
                  <a:ea typeface="Inter"/>
                  <a:cs typeface="Inter"/>
                </a:defRPr>
              </a:lvl6pPr>
              <a:lvl7pPr algn="l">
                <a:defRPr sz="1473" b="1" i="0" kern="0" spc="-9">
                  <a:ln w="42810">
                    <a:solidFill>
                      <a:srgbClr val="FFFFFF"/>
                    </a:solidFill>
                    <a:prstDash val="solid"/>
                  </a:ln>
                  <a:solidFill>
                    <a:srgbClr val="FFFFFF"/>
                  </a:solidFill>
                  <a:latin typeface="Inter"/>
                  <a:ea typeface="Inter"/>
                  <a:cs typeface="Inter"/>
                </a:defRPr>
              </a:lvl7pPr>
              <a:lvl8pPr algn="l">
                <a:defRPr sz="1473" b="1" i="0" kern="0" spc="-9">
                  <a:ln w="42810">
                    <a:solidFill>
                      <a:srgbClr val="FFFFFF"/>
                    </a:solidFill>
                    <a:prstDash val="solid"/>
                  </a:ln>
                  <a:solidFill>
                    <a:srgbClr val="FFFFFF"/>
                  </a:solidFill>
                  <a:latin typeface="Inter"/>
                  <a:ea typeface="Inter"/>
                  <a:cs typeface="Inter"/>
                </a:defRPr>
              </a:lvl8pPr>
              <a:lvl9pPr algn="l">
                <a:defRPr sz="1473" b="1" i="0" kern="0" spc="-9">
                  <a:ln w="42810">
                    <a:solidFill>
                      <a:srgbClr val="FFFFFF"/>
                    </a:solidFill>
                    <a:prstDash val="solid"/>
                  </a:ln>
                  <a:solidFill>
                    <a:srgbClr val="FFFFFF"/>
                  </a:solidFill>
                  <a:latin typeface="Inter"/>
                  <a:ea typeface="Inter"/>
                  <a:cs typeface="Inter"/>
                </a:defRPr>
              </a:lvl9pPr>
            </a:lstStyle>
            <a:p>
              <a:pPr algn="l">
                <a:lnSpc>
                  <a:spcPct val="100000"/>
                </a:lnSpc>
                <a:buNone/>
                <a:defRPr sz="1473" b="1" i="0" kern="0" spc="-9">
                  <a:solidFill>
                    <a:srgbClr val="FFFFFF"/>
                  </a:solidFill>
                  <a:latin typeface="Inter"/>
                  <a:ea typeface="Inter"/>
                  <a:cs typeface="Inter"/>
                </a:defRPr>
              </a:pPr>
              <a:r>
                <a:rPr sz="1473" b="1" i="0" kern="0" spc="-9">
                  <a:ln w="42810">
                    <a:solidFill>
                      <a:srgbClr val="FFFFFF"/>
                    </a:solidFill>
                    <a:prstDash val="solid"/>
                  </a:ln>
                  <a:solidFill>
                    <a:srgbClr val="FFFFFF"/>
                  </a:solidFill>
                  <a:latin typeface="Inter"/>
                  <a:ea typeface="Inter"/>
                  <a:cs typeface="Inter"/>
                </a:rPr>
                <a:t>Imports = 4,800</a:t>
              </a:r>
            </a:p>
          </p:txBody>
        </p:sp>
        <p:sp>
          <p:nvSpPr>
            <p:cNvPr id="93" name="s16 text 44">
              <a:extLst>
                <a:ext uri="{FF2B5EF4-FFF2-40B4-BE49-F238E27FC236}">
                  <a16:creationId xmlns:a16="http://schemas.microsoft.com/office/drawing/2014/main" id="{FBF44186-2C9B-443A-983F-3B76BFFF1E8C}"/>
                </a:ext>
              </a:extLst>
            </p:cNvPr>
            <p:cNvSpPr>
              <a:spLocks noGrp="1"/>
            </p:cNvSpPr>
            <p:nvPr/>
          </p:nvSpPr>
          <p:spPr>
            <a:xfrm>
              <a:off x="4100695" y="2804016"/>
              <a:ext cx="1549089" cy="260235"/>
            </a:xfrm>
            <a:prstGeom prst="rect">
              <a:avLst/>
            </a:prstGeom>
            <a:noFill/>
            <a:ln w="0">
              <a:noFill/>
              <a:prstDash val="solid"/>
            </a:ln>
          </p:spPr>
          <p:txBody>
            <a:bodyPr wrap="none" lIns="0" tIns="0" rIns="0" bIns="0" anchor="t">
              <a:noAutofit/>
            </a:bodyPr>
            <a:lstStyle>
              <a:defPPr algn="l">
                <a:defRPr sz="1473" b="1" i="0" kern="0" spc="-9">
                  <a:solidFill>
                    <a:srgbClr val="1D4ED8"/>
                  </a:solidFill>
                  <a:latin typeface="Inter"/>
                  <a:ea typeface="Inter"/>
                  <a:cs typeface="Inter"/>
                </a:defRPr>
              </a:defPPr>
              <a:lvl1pPr algn="l">
                <a:defRPr sz="1473" b="1" i="0" kern="0" spc="-9">
                  <a:solidFill>
                    <a:srgbClr val="1D4ED8"/>
                  </a:solidFill>
                  <a:latin typeface="Inter"/>
                  <a:ea typeface="Inter"/>
                  <a:cs typeface="Inter"/>
                </a:defRPr>
              </a:lvl1pPr>
              <a:lvl2pPr algn="l">
                <a:defRPr sz="1473" b="1" i="0" kern="0" spc="-9">
                  <a:solidFill>
                    <a:srgbClr val="1D4ED8"/>
                  </a:solidFill>
                  <a:latin typeface="Inter"/>
                  <a:ea typeface="Inter"/>
                  <a:cs typeface="Inter"/>
                </a:defRPr>
              </a:lvl2pPr>
              <a:lvl3pPr algn="l">
                <a:defRPr sz="1473" b="1" i="0" kern="0" spc="-9">
                  <a:solidFill>
                    <a:srgbClr val="1D4ED8"/>
                  </a:solidFill>
                  <a:latin typeface="Inter"/>
                  <a:ea typeface="Inter"/>
                  <a:cs typeface="Inter"/>
                </a:defRPr>
              </a:lvl3pPr>
              <a:lvl4pPr algn="l">
                <a:defRPr sz="1473" b="1" i="0" kern="0" spc="-9">
                  <a:solidFill>
                    <a:srgbClr val="1D4ED8"/>
                  </a:solidFill>
                  <a:latin typeface="Inter"/>
                  <a:ea typeface="Inter"/>
                  <a:cs typeface="Inter"/>
                </a:defRPr>
              </a:lvl4pPr>
              <a:lvl5pPr algn="l">
                <a:defRPr sz="1473" b="1" i="0" kern="0" spc="-9">
                  <a:solidFill>
                    <a:srgbClr val="1D4ED8"/>
                  </a:solidFill>
                  <a:latin typeface="Inter"/>
                  <a:ea typeface="Inter"/>
                  <a:cs typeface="Inter"/>
                </a:defRPr>
              </a:lvl5pPr>
              <a:lvl6pPr algn="l">
                <a:defRPr sz="1473" b="1" i="0" kern="0" spc="-9">
                  <a:solidFill>
                    <a:srgbClr val="1D4ED8"/>
                  </a:solidFill>
                  <a:latin typeface="Inter"/>
                  <a:ea typeface="Inter"/>
                  <a:cs typeface="Inter"/>
                </a:defRPr>
              </a:lvl6pPr>
              <a:lvl7pPr algn="l">
                <a:defRPr sz="1473" b="1" i="0" kern="0" spc="-9">
                  <a:solidFill>
                    <a:srgbClr val="1D4ED8"/>
                  </a:solidFill>
                  <a:latin typeface="Inter"/>
                  <a:ea typeface="Inter"/>
                  <a:cs typeface="Inter"/>
                </a:defRPr>
              </a:lvl7pPr>
              <a:lvl8pPr algn="l">
                <a:defRPr sz="1473" b="1" i="0" kern="0" spc="-9">
                  <a:solidFill>
                    <a:srgbClr val="1D4ED8"/>
                  </a:solidFill>
                  <a:latin typeface="Inter"/>
                  <a:ea typeface="Inter"/>
                  <a:cs typeface="Inter"/>
                </a:defRPr>
              </a:lvl8pPr>
              <a:lvl9pPr algn="l">
                <a:defRPr sz="1473" b="1" i="0" kern="0" spc="-9">
                  <a:solidFill>
                    <a:srgbClr val="1D4ED8"/>
                  </a:solidFill>
                  <a:latin typeface="Inter"/>
                  <a:ea typeface="Inter"/>
                  <a:cs typeface="Inter"/>
                </a:defRPr>
              </a:lvl9pPr>
            </a:lstStyle>
            <a:p>
              <a:pPr algn="l">
                <a:lnSpc>
                  <a:spcPct val="100000"/>
                </a:lnSpc>
                <a:buNone/>
                <a:defRPr sz="1473" b="1" i="0" kern="0" spc="-9">
                  <a:solidFill>
                    <a:srgbClr val="1D4ED8"/>
                  </a:solidFill>
                  <a:latin typeface="Inter"/>
                  <a:ea typeface="Inter"/>
                  <a:cs typeface="Inter"/>
                </a:defRPr>
              </a:pPr>
              <a:r>
                <a:rPr sz="1473" b="1" i="0" kern="0" spc="-9">
                  <a:solidFill>
                    <a:srgbClr val="1D4ED8"/>
                  </a:solidFill>
                  <a:latin typeface="Inter"/>
                  <a:ea typeface="Inter"/>
                  <a:cs typeface="Inter"/>
                </a:rPr>
                <a:t>Imports = 4,800</a:t>
              </a:r>
            </a:p>
          </p:txBody>
        </p:sp>
        <p:sp>
          <p:nvSpPr>
            <p:cNvPr id="94" name="s16 text 45 halo">
              <a:extLst>
                <a:ext uri="{FF2B5EF4-FFF2-40B4-BE49-F238E27FC236}">
                  <a16:creationId xmlns:a16="http://schemas.microsoft.com/office/drawing/2014/main" id="{1C9CA4A8-EE10-4F43-9798-2D064DB451AC}"/>
                </a:ext>
              </a:extLst>
            </p:cNvPr>
            <p:cNvSpPr>
              <a:spLocks noGrp="1"/>
            </p:cNvSpPr>
            <p:nvPr/>
          </p:nvSpPr>
          <p:spPr>
            <a:xfrm>
              <a:off x="476134" y="3821937"/>
              <a:ext cx="2018424" cy="273952"/>
            </a:xfrm>
            <a:prstGeom prst="rect">
              <a:avLst/>
            </a:prstGeom>
            <a:noFill/>
            <a:ln w="0">
              <a:noFill/>
              <a:prstDash val="solid"/>
            </a:ln>
          </p:spPr>
          <p:txBody>
            <a:bodyPr wrap="none" lIns="0" tIns="0" rIns="0" bIns="0" anchor="t">
              <a:noAutofit/>
            </a:bodyPr>
            <a:lstStyle>
              <a:defPPr algn="l">
                <a:defRPr sz="1550" b="1" i="0" kern="0" spc="-9">
                  <a:ln w="42810">
                    <a:solidFill>
                      <a:srgbClr val="FFFFFF"/>
                    </a:solidFill>
                    <a:prstDash val="solid"/>
                  </a:ln>
                  <a:solidFill>
                    <a:srgbClr val="FFFFFF"/>
                  </a:solidFill>
                  <a:latin typeface="Inter"/>
                  <a:ea typeface="Inter"/>
                  <a:cs typeface="Inter"/>
                </a:defRPr>
              </a:defPPr>
              <a:lvl1pPr algn="l">
                <a:defRPr sz="1550" b="1" i="0" kern="0" spc="-9">
                  <a:ln w="42810">
                    <a:solidFill>
                      <a:srgbClr val="FFFFFF"/>
                    </a:solidFill>
                    <a:prstDash val="solid"/>
                  </a:ln>
                  <a:solidFill>
                    <a:srgbClr val="FFFFFF"/>
                  </a:solidFill>
                  <a:latin typeface="Inter"/>
                  <a:ea typeface="Inter"/>
                  <a:cs typeface="Inter"/>
                </a:defRPr>
              </a:lvl1pPr>
              <a:lvl2pPr algn="l">
                <a:defRPr sz="1550" b="1" i="0" kern="0" spc="-9">
                  <a:ln w="42810">
                    <a:solidFill>
                      <a:srgbClr val="FFFFFF"/>
                    </a:solidFill>
                    <a:prstDash val="solid"/>
                  </a:ln>
                  <a:solidFill>
                    <a:srgbClr val="FFFFFF"/>
                  </a:solidFill>
                  <a:latin typeface="Inter"/>
                  <a:ea typeface="Inter"/>
                  <a:cs typeface="Inter"/>
                </a:defRPr>
              </a:lvl2pPr>
              <a:lvl3pPr algn="l">
                <a:defRPr sz="1550" b="1" i="0" kern="0" spc="-9">
                  <a:ln w="42810">
                    <a:solidFill>
                      <a:srgbClr val="FFFFFF"/>
                    </a:solidFill>
                    <a:prstDash val="solid"/>
                  </a:ln>
                  <a:solidFill>
                    <a:srgbClr val="FFFFFF"/>
                  </a:solidFill>
                  <a:latin typeface="Inter"/>
                  <a:ea typeface="Inter"/>
                  <a:cs typeface="Inter"/>
                </a:defRPr>
              </a:lvl3pPr>
              <a:lvl4pPr algn="l">
                <a:defRPr sz="1550" b="1" i="0" kern="0" spc="-9">
                  <a:ln w="42810">
                    <a:solidFill>
                      <a:srgbClr val="FFFFFF"/>
                    </a:solidFill>
                    <a:prstDash val="solid"/>
                  </a:ln>
                  <a:solidFill>
                    <a:srgbClr val="FFFFFF"/>
                  </a:solidFill>
                  <a:latin typeface="Inter"/>
                  <a:ea typeface="Inter"/>
                  <a:cs typeface="Inter"/>
                </a:defRPr>
              </a:lvl4pPr>
              <a:lvl5pPr algn="l">
                <a:defRPr sz="1550" b="1" i="0" kern="0" spc="-9">
                  <a:ln w="42810">
                    <a:solidFill>
                      <a:srgbClr val="FFFFFF"/>
                    </a:solidFill>
                    <a:prstDash val="solid"/>
                  </a:ln>
                  <a:solidFill>
                    <a:srgbClr val="FFFFFF"/>
                  </a:solidFill>
                  <a:latin typeface="Inter"/>
                  <a:ea typeface="Inter"/>
                  <a:cs typeface="Inter"/>
                </a:defRPr>
              </a:lvl5pPr>
              <a:lvl6pPr algn="l">
                <a:defRPr sz="1550" b="1" i="0" kern="0" spc="-9">
                  <a:ln w="42810">
                    <a:solidFill>
                      <a:srgbClr val="FFFFFF"/>
                    </a:solidFill>
                    <a:prstDash val="solid"/>
                  </a:ln>
                  <a:solidFill>
                    <a:srgbClr val="FFFFFF"/>
                  </a:solidFill>
                  <a:latin typeface="Inter"/>
                  <a:ea typeface="Inter"/>
                  <a:cs typeface="Inter"/>
                </a:defRPr>
              </a:lvl6pPr>
              <a:lvl7pPr algn="l">
                <a:defRPr sz="1550" b="1" i="0" kern="0" spc="-9">
                  <a:ln w="42810">
                    <a:solidFill>
                      <a:srgbClr val="FFFFFF"/>
                    </a:solidFill>
                    <a:prstDash val="solid"/>
                  </a:ln>
                  <a:solidFill>
                    <a:srgbClr val="FFFFFF"/>
                  </a:solidFill>
                  <a:latin typeface="Inter"/>
                  <a:ea typeface="Inter"/>
                  <a:cs typeface="Inter"/>
                </a:defRPr>
              </a:lvl7pPr>
              <a:lvl8pPr algn="l">
                <a:defRPr sz="1550" b="1" i="0" kern="0" spc="-9">
                  <a:ln w="42810">
                    <a:solidFill>
                      <a:srgbClr val="FFFFFF"/>
                    </a:solidFill>
                    <a:prstDash val="solid"/>
                  </a:ln>
                  <a:solidFill>
                    <a:srgbClr val="FFFFFF"/>
                  </a:solidFill>
                  <a:latin typeface="Inter"/>
                  <a:ea typeface="Inter"/>
                  <a:cs typeface="Inter"/>
                </a:defRPr>
              </a:lvl8pPr>
              <a:lvl9pPr algn="l">
                <a:defRPr sz="1550" b="1" i="0" kern="0" spc="-9">
                  <a:ln w="42810">
                    <a:solidFill>
                      <a:srgbClr val="FFFFFF"/>
                    </a:solidFill>
                    <a:prstDash val="solid"/>
                  </a:ln>
                  <a:solidFill>
                    <a:srgbClr val="FFFFFF"/>
                  </a:solidFill>
                  <a:latin typeface="Inter"/>
                  <a:ea typeface="Inter"/>
                  <a:cs typeface="Inter"/>
                </a:defRPr>
              </a:lvl9pPr>
            </a:lstStyle>
            <a:p>
              <a:pPr algn="l">
                <a:lnSpc>
                  <a:spcPct val="100000"/>
                </a:lnSpc>
                <a:buNone/>
                <a:defRPr sz="1550" b="1" i="0" kern="0" spc="-9">
                  <a:solidFill>
                    <a:srgbClr val="FFFFFF"/>
                  </a:solidFill>
                  <a:latin typeface="Inter"/>
                  <a:ea typeface="Inter"/>
                  <a:cs typeface="Inter"/>
                </a:defRPr>
              </a:pPr>
              <a:r>
                <a:rPr sz="1550" b="1" i="0" kern="0" spc="-9">
                  <a:ln w="42810">
                    <a:solidFill>
                      <a:srgbClr val="FFFFFF"/>
                    </a:solidFill>
                    <a:prstDash val="solid"/>
                  </a:ln>
                  <a:solidFill>
                    <a:srgbClr val="FFFFFF"/>
                  </a:solidFill>
                  <a:latin typeface="Inter"/>
                  <a:ea typeface="Inter"/>
                  <a:cs typeface="Inter"/>
                </a:rPr>
                <a:t>With tariff: P = $625</a:t>
              </a:r>
            </a:p>
          </p:txBody>
        </p:sp>
        <p:sp>
          <p:nvSpPr>
            <p:cNvPr id="95" name="s16 text 45">
              <a:extLst>
                <a:ext uri="{FF2B5EF4-FFF2-40B4-BE49-F238E27FC236}">
                  <a16:creationId xmlns:a16="http://schemas.microsoft.com/office/drawing/2014/main" id="{0FB43E50-D299-4220-AB97-4CED4664D9E9}"/>
                </a:ext>
              </a:extLst>
            </p:cNvPr>
            <p:cNvSpPr>
              <a:spLocks noGrp="1"/>
            </p:cNvSpPr>
            <p:nvPr/>
          </p:nvSpPr>
          <p:spPr>
            <a:xfrm>
              <a:off x="476134" y="3821937"/>
              <a:ext cx="2018424" cy="273952"/>
            </a:xfrm>
            <a:prstGeom prst="rect">
              <a:avLst/>
            </a:prstGeom>
            <a:noFill/>
            <a:ln w="0">
              <a:noFill/>
              <a:prstDash val="solid"/>
            </a:ln>
          </p:spPr>
          <p:txBody>
            <a:bodyPr wrap="none" lIns="0" tIns="0" rIns="0" bIns="0" anchor="t">
              <a:noAutofit/>
            </a:bodyPr>
            <a:lstStyle>
              <a:defPPr algn="l">
                <a:defRPr sz="1550" b="1" i="0" kern="0" spc="-9">
                  <a:solidFill>
                    <a:srgbClr val="D97706"/>
                  </a:solidFill>
                  <a:latin typeface="Inter"/>
                  <a:ea typeface="Inter"/>
                  <a:cs typeface="Inter"/>
                </a:defRPr>
              </a:defPPr>
              <a:lvl1pPr algn="l">
                <a:defRPr sz="1550" b="1" i="0" kern="0" spc="-9">
                  <a:solidFill>
                    <a:srgbClr val="D97706"/>
                  </a:solidFill>
                  <a:latin typeface="Inter"/>
                  <a:ea typeface="Inter"/>
                  <a:cs typeface="Inter"/>
                </a:defRPr>
              </a:lvl1pPr>
              <a:lvl2pPr algn="l">
                <a:defRPr sz="1550" b="1" i="0" kern="0" spc="-9">
                  <a:solidFill>
                    <a:srgbClr val="D97706"/>
                  </a:solidFill>
                  <a:latin typeface="Inter"/>
                  <a:ea typeface="Inter"/>
                  <a:cs typeface="Inter"/>
                </a:defRPr>
              </a:lvl2pPr>
              <a:lvl3pPr algn="l">
                <a:defRPr sz="1550" b="1" i="0" kern="0" spc="-9">
                  <a:solidFill>
                    <a:srgbClr val="D97706"/>
                  </a:solidFill>
                  <a:latin typeface="Inter"/>
                  <a:ea typeface="Inter"/>
                  <a:cs typeface="Inter"/>
                </a:defRPr>
              </a:lvl3pPr>
              <a:lvl4pPr algn="l">
                <a:defRPr sz="1550" b="1" i="0" kern="0" spc="-9">
                  <a:solidFill>
                    <a:srgbClr val="D97706"/>
                  </a:solidFill>
                  <a:latin typeface="Inter"/>
                  <a:ea typeface="Inter"/>
                  <a:cs typeface="Inter"/>
                </a:defRPr>
              </a:lvl4pPr>
              <a:lvl5pPr algn="l">
                <a:defRPr sz="1550" b="1" i="0" kern="0" spc="-9">
                  <a:solidFill>
                    <a:srgbClr val="D97706"/>
                  </a:solidFill>
                  <a:latin typeface="Inter"/>
                  <a:ea typeface="Inter"/>
                  <a:cs typeface="Inter"/>
                </a:defRPr>
              </a:lvl5pPr>
              <a:lvl6pPr algn="l">
                <a:defRPr sz="1550" b="1" i="0" kern="0" spc="-9">
                  <a:solidFill>
                    <a:srgbClr val="D97706"/>
                  </a:solidFill>
                  <a:latin typeface="Inter"/>
                  <a:ea typeface="Inter"/>
                  <a:cs typeface="Inter"/>
                </a:defRPr>
              </a:lvl6pPr>
              <a:lvl7pPr algn="l">
                <a:defRPr sz="1550" b="1" i="0" kern="0" spc="-9">
                  <a:solidFill>
                    <a:srgbClr val="D97706"/>
                  </a:solidFill>
                  <a:latin typeface="Inter"/>
                  <a:ea typeface="Inter"/>
                  <a:cs typeface="Inter"/>
                </a:defRPr>
              </a:lvl7pPr>
              <a:lvl8pPr algn="l">
                <a:defRPr sz="1550" b="1" i="0" kern="0" spc="-9">
                  <a:solidFill>
                    <a:srgbClr val="D97706"/>
                  </a:solidFill>
                  <a:latin typeface="Inter"/>
                  <a:ea typeface="Inter"/>
                  <a:cs typeface="Inter"/>
                </a:defRPr>
              </a:lvl8pPr>
              <a:lvl9pPr algn="l">
                <a:defRPr sz="1550" b="1" i="0" kern="0" spc="-9">
                  <a:solidFill>
                    <a:srgbClr val="D97706"/>
                  </a:solidFill>
                  <a:latin typeface="Inter"/>
                  <a:ea typeface="Inter"/>
                  <a:cs typeface="Inter"/>
                </a:defRPr>
              </a:lvl9pPr>
            </a:lstStyle>
            <a:p>
              <a:pPr algn="l">
                <a:lnSpc>
                  <a:spcPct val="100000"/>
                </a:lnSpc>
                <a:buNone/>
                <a:defRPr sz="1550" b="1" i="0" kern="0" spc="-9">
                  <a:solidFill>
                    <a:srgbClr val="D97706"/>
                  </a:solidFill>
                  <a:latin typeface="Inter"/>
                  <a:ea typeface="Inter"/>
                  <a:cs typeface="Inter"/>
                </a:defRPr>
              </a:pPr>
              <a:r>
                <a:rPr sz="1550" b="1" i="0" kern="0" spc="-9">
                  <a:solidFill>
                    <a:srgbClr val="D97706"/>
                  </a:solidFill>
                  <a:latin typeface="Inter"/>
                  <a:ea typeface="Inter"/>
                  <a:cs typeface="Inter"/>
                </a:rPr>
                <a:t>With tariff: P = $625</a:t>
              </a:r>
            </a:p>
          </p:txBody>
        </p:sp>
        <p:sp>
          <p:nvSpPr>
            <p:cNvPr id="96" name="s16 text 46 halo">
              <a:extLst>
                <a:ext uri="{FF2B5EF4-FFF2-40B4-BE49-F238E27FC236}">
                  <a16:creationId xmlns:a16="http://schemas.microsoft.com/office/drawing/2014/main" id="{6739BF55-9D1F-4C5B-9BFF-BEAF832CE77A}"/>
                </a:ext>
              </a:extLst>
            </p:cNvPr>
            <p:cNvSpPr>
              <a:spLocks noGrp="1"/>
            </p:cNvSpPr>
            <p:nvPr/>
          </p:nvSpPr>
          <p:spPr>
            <a:xfrm>
              <a:off x="3896540" y="4530984"/>
              <a:ext cx="270901" cy="321367"/>
            </a:xfrm>
            <a:prstGeom prst="rect">
              <a:avLst/>
            </a:prstGeom>
            <a:noFill/>
            <a:ln w="0">
              <a:noFill/>
              <a:prstDash val="solid"/>
            </a:ln>
          </p:spPr>
          <p:txBody>
            <a:bodyPr wrap="none" lIns="0" tIns="0" rIns="0" bIns="0" anchor="t">
              <a:noAutofit/>
            </a:bodyPr>
            <a:lstStyle>
              <a:defPPr algn="l">
                <a:defRPr sz="1819" b="0" i="0" kern="0" spc="0">
                  <a:ln w="42810">
                    <a:solidFill>
                      <a:srgbClr val="FFFFFF"/>
                    </a:solidFill>
                    <a:prstDash val="solid"/>
                  </a:ln>
                  <a:solidFill>
                    <a:srgbClr val="FFFFFF"/>
                  </a:solidFill>
                  <a:latin typeface="Inter SemiBold"/>
                  <a:ea typeface="Inter SemiBold"/>
                  <a:cs typeface="Inter SemiBold"/>
                </a:defRPr>
              </a:defPPr>
              <a:lvl1pPr algn="l">
                <a:defRPr sz="1819" b="0" i="0" kern="0" spc="0">
                  <a:ln w="42810">
                    <a:solidFill>
                      <a:srgbClr val="FFFFFF"/>
                    </a:solidFill>
                    <a:prstDash val="solid"/>
                  </a:ln>
                  <a:solidFill>
                    <a:srgbClr val="FFFFFF"/>
                  </a:solidFill>
                  <a:latin typeface="Inter SemiBold"/>
                  <a:ea typeface="Inter SemiBold"/>
                  <a:cs typeface="Inter SemiBold"/>
                </a:defRPr>
              </a:lvl1pPr>
              <a:lvl2pPr algn="l">
                <a:defRPr sz="1819" b="0" i="0" kern="0" spc="0">
                  <a:ln w="42810">
                    <a:solidFill>
                      <a:srgbClr val="FFFFFF"/>
                    </a:solidFill>
                    <a:prstDash val="solid"/>
                  </a:ln>
                  <a:solidFill>
                    <a:srgbClr val="FFFFFF"/>
                  </a:solidFill>
                  <a:latin typeface="Inter SemiBold"/>
                  <a:ea typeface="Inter SemiBold"/>
                  <a:cs typeface="Inter SemiBold"/>
                </a:defRPr>
              </a:lvl2pPr>
              <a:lvl3pPr algn="l">
                <a:defRPr sz="1819" b="0" i="0" kern="0" spc="0">
                  <a:ln w="42810">
                    <a:solidFill>
                      <a:srgbClr val="FFFFFF"/>
                    </a:solidFill>
                    <a:prstDash val="solid"/>
                  </a:ln>
                  <a:solidFill>
                    <a:srgbClr val="FFFFFF"/>
                  </a:solidFill>
                  <a:latin typeface="Inter SemiBold"/>
                  <a:ea typeface="Inter SemiBold"/>
                  <a:cs typeface="Inter SemiBold"/>
                </a:defRPr>
              </a:lvl3pPr>
              <a:lvl4pPr algn="l">
                <a:defRPr sz="1819" b="0" i="0" kern="0" spc="0">
                  <a:ln w="42810">
                    <a:solidFill>
                      <a:srgbClr val="FFFFFF"/>
                    </a:solidFill>
                    <a:prstDash val="solid"/>
                  </a:ln>
                  <a:solidFill>
                    <a:srgbClr val="FFFFFF"/>
                  </a:solidFill>
                  <a:latin typeface="Inter SemiBold"/>
                  <a:ea typeface="Inter SemiBold"/>
                  <a:cs typeface="Inter SemiBold"/>
                </a:defRPr>
              </a:lvl4pPr>
              <a:lvl5pPr algn="l">
                <a:defRPr sz="1819" b="0" i="0" kern="0" spc="0">
                  <a:ln w="42810">
                    <a:solidFill>
                      <a:srgbClr val="FFFFFF"/>
                    </a:solidFill>
                    <a:prstDash val="solid"/>
                  </a:ln>
                  <a:solidFill>
                    <a:srgbClr val="FFFFFF"/>
                  </a:solidFill>
                  <a:latin typeface="Inter SemiBold"/>
                  <a:ea typeface="Inter SemiBold"/>
                  <a:cs typeface="Inter SemiBold"/>
                </a:defRPr>
              </a:lvl5pPr>
              <a:lvl6pPr algn="l">
                <a:defRPr sz="1819" b="0" i="0" kern="0" spc="0">
                  <a:ln w="42810">
                    <a:solidFill>
                      <a:srgbClr val="FFFFFF"/>
                    </a:solidFill>
                    <a:prstDash val="solid"/>
                  </a:ln>
                  <a:solidFill>
                    <a:srgbClr val="FFFFFF"/>
                  </a:solidFill>
                  <a:latin typeface="Inter SemiBold"/>
                  <a:ea typeface="Inter SemiBold"/>
                  <a:cs typeface="Inter SemiBold"/>
                </a:defRPr>
              </a:lvl6pPr>
              <a:lvl7pPr algn="l">
                <a:defRPr sz="1819" b="0" i="0" kern="0" spc="0">
                  <a:ln w="42810">
                    <a:solidFill>
                      <a:srgbClr val="FFFFFF"/>
                    </a:solidFill>
                    <a:prstDash val="solid"/>
                  </a:ln>
                  <a:solidFill>
                    <a:srgbClr val="FFFFFF"/>
                  </a:solidFill>
                  <a:latin typeface="Inter SemiBold"/>
                  <a:ea typeface="Inter SemiBold"/>
                  <a:cs typeface="Inter SemiBold"/>
                </a:defRPr>
              </a:lvl7pPr>
              <a:lvl8pPr algn="l">
                <a:defRPr sz="1819" b="0" i="0" kern="0" spc="0">
                  <a:ln w="42810">
                    <a:solidFill>
                      <a:srgbClr val="FFFFFF"/>
                    </a:solidFill>
                    <a:prstDash val="solid"/>
                  </a:ln>
                  <a:solidFill>
                    <a:srgbClr val="FFFFFF"/>
                  </a:solidFill>
                  <a:latin typeface="Inter SemiBold"/>
                  <a:ea typeface="Inter SemiBold"/>
                  <a:cs typeface="Inter SemiBold"/>
                </a:defRPr>
              </a:lvl8pPr>
              <a:lvl9pPr algn="l">
                <a:defRPr sz="1819" b="0" i="0" kern="0" spc="0">
                  <a:ln w="42810">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819" b="0" i="0" kern="0" spc="0">
                  <a:solidFill>
                    <a:srgbClr val="FFFFFF"/>
                  </a:solidFill>
                  <a:latin typeface="Inter SemiBold"/>
                  <a:ea typeface="Inter SemiBold"/>
                  <a:cs typeface="Inter SemiBold"/>
                </a:defRPr>
              </a:pPr>
              <a:r>
                <a:rPr sz="1819" b="0" i="0" kern="0" spc="0">
                  <a:ln w="42810">
                    <a:solidFill>
                      <a:srgbClr val="FFFFFF"/>
                    </a:solidFill>
                    <a:prstDash val="solid"/>
                  </a:ln>
                  <a:solidFill>
                    <a:srgbClr val="FFFFFF"/>
                  </a:solidFill>
                  <a:latin typeface="Inter SemiBold"/>
                  <a:ea typeface="Inter SemiBold"/>
                  <a:cs typeface="Inter SemiBold"/>
                </a:rPr>
                <a:t>Q</a:t>
              </a:r>
            </a:p>
          </p:txBody>
        </p:sp>
        <p:sp>
          <p:nvSpPr>
            <p:cNvPr id="97" name="s16 text 46">
              <a:extLst>
                <a:ext uri="{FF2B5EF4-FFF2-40B4-BE49-F238E27FC236}">
                  <a16:creationId xmlns:a16="http://schemas.microsoft.com/office/drawing/2014/main" id="{29C7BC1D-8873-4E9F-809B-81B98E6C9D01}"/>
                </a:ext>
              </a:extLst>
            </p:cNvPr>
            <p:cNvSpPr>
              <a:spLocks noGrp="1"/>
            </p:cNvSpPr>
            <p:nvPr/>
          </p:nvSpPr>
          <p:spPr>
            <a:xfrm>
              <a:off x="3896540" y="4530984"/>
              <a:ext cx="270901" cy="321367"/>
            </a:xfrm>
            <a:prstGeom prst="rect">
              <a:avLst/>
            </a:prstGeom>
            <a:noFill/>
            <a:ln w="0">
              <a:noFill/>
              <a:prstDash val="solid"/>
            </a:ln>
          </p:spPr>
          <p:txBody>
            <a:bodyPr wrap="none" lIns="0" tIns="0" rIns="0" bIns="0" anchor="t">
              <a:noAutofit/>
            </a:bodyPr>
            <a:lstStyle>
              <a:defPPr algn="l">
                <a:defRPr sz="1819" b="0" i="0" kern="0" spc="0">
                  <a:solidFill>
                    <a:srgbClr val="0A2540"/>
                  </a:solidFill>
                  <a:latin typeface="Inter SemiBold"/>
                  <a:ea typeface="Inter SemiBold"/>
                  <a:cs typeface="Inter SemiBold"/>
                </a:defRPr>
              </a:defPPr>
              <a:lvl1pPr algn="l">
                <a:defRPr sz="1819" b="0" i="0" kern="0" spc="0">
                  <a:solidFill>
                    <a:srgbClr val="0A2540"/>
                  </a:solidFill>
                  <a:latin typeface="Inter SemiBold"/>
                  <a:ea typeface="Inter SemiBold"/>
                  <a:cs typeface="Inter SemiBold"/>
                </a:defRPr>
              </a:lvl1pPr>
              <a:lvl2pPr algn="l">
                <a:defRPr sz="1819" b="0" i="0" kern="0" spc="0">
                  <a:solidFill>
                    <a:srgbClr val="0A2540"/>
                  </a:solidFill>
                  <a:latin typeface="Inter SemiBold"/>
                  <a:ea typeface="Inter SemiBold"/>
                  <a:cs typeface="Inter SemiBold"/>
                </a:defRPr>
              </a:lvl2pPr>
              <a:lvl3pPr algn="l">
                <a:defRPr sz="1819" b="0" i="0" kern="0" spc="0">
                  <a:solidFill>
                    <a:srgbClr val="0A2540"/>
                  </a:solidFill>
                  <a:latin typeface="Inter SemiBold"/>
                  <a:ea typeface="Inter SemiBold"/>
                  <a:cs typeface="Inter SemiBold"/>
                </a:defRPr>
              </a:lvl3pPr>
              <a:lvl4pPr algn="l">
                <a:defRPr sz="1819" b="0" i="0" kern="0" spc="0">
                  <a:solidFill>
                    <a:srgbClr val="0A2540"/>
                  </a:solidFill>
                  <a:latin typeface="Inter SemiBold"/>
                  <a:ea typeface="Inter SemiBold"/>
                  <a:cs typeface="Inter SemiBold"/>
                </a:defRPr>
              </a:lvl4pPr>
              <a:lvl5pPr algn="l">
                <a:defRPr sz="1819" b="0" i="0" kern="0" spc="0">
                  <a:solidFill>
                    <a:srgbClr val="0A2540"/>
                  </a:solidFill>
                  <a:latin typeface="Inter SemiBold"/>
                  <a:ea typeface="Inter SemiBold"/>
                  <a:cs typeface="Inter SemiBold"/>
                </a:defRPr>
              </a:lvl5pPr>
              <a:lvl6pPr algn="l">
                <a:defRPr sz="1819" b="0" i="0" kern="0" spc="0">
                  <a:solidFill>
                    <a:srgbClr val="0A2540"/>
                  </a:solidFill>
                  <a:latin typeface="Inter SemiBold"/>
                  <a:ea typeface="Inter SemiBold"/>
                  <a:cs typeface="Inter SemiBold"/>
                </a:defRPr>
              </a:lvl6pPr>
              <a:lvl7pPr algn="l">
                <a:defRPr sz="1819" b="0" i="0" kern="0" spc="0">
                  <a:solidFill>
                    <a:srgbClr val="0A2540"/>
                  </a:solidFill>
                  <a:latin typeface="Inter SemiBold"/>
                  <a:ea typeface="Inter SemiBold"/>
                  <a:cs typeface="Inter SemiBold"/>
                </a:defRPr>
              </a:lvl7pPr>
              <a:lvl8pPr algn="l">
                <a:defRPr sz="1819" b="0" i="0" kern="0" spc="0">
                  <a:solidFill>
                    <a:srgbClr val="0A2540"/>
                  </a:solidFill>
                  <a:latin typeface="Inter SemiBold"/>
                  <a:ea typeface="Inter SemiBold"/>
                  <a:cs typeface="Inter SemiBold"/>
                </a:defRPr>
              </a:lvl8pPr>
              <a:lvl9pPr algn="l">
                <a:defRPr sz="1819" b="0" i="0" kern="0" spc="0">
                  <a:solidFill>
                    <a:srgbClr val="0A2540"/>
                  </a:solidFill>
                  <a:latin typeface="Inter SemiBold"/>
                  <a:ea typeface="Inter SemiBold"/>
                  <a:cs typeface="Inter SemiBold"/>
                </a:defRPr>
              </a:lvl9pPr>
            </a:lstStyle>
            <a:p>
              <a:pPr algn="l">
                <a:lnSpc>
                  <a:spcPct val="100000"/>
                </a:lnSpc>
                <a:buNone/>
                <a:defRPr sz="1819" b="0" i="0" kern="0" spc="0">
                  <a:solidFill>
                    <a:srgbClr val="0A2540"/>
                  </a:solidFill>
                  <a:latin typeface="Inter SemiBold"/>
                  <a:ea typeface="Inter SemiBold"/>
                  <a:cs typeface="Inter SemiBold"/>
                </a:defRPr>
              </a:pPr>
              <a:r>
                <a:rPr sz="1819" b="0" i="0" kern="0" spc="0">
                  <a:solidFill>
                    <a:srgbClr val="0A2540"/>
                  </a:solidFill>
                  <a:latin typeface="Inter SemiBold"/>
                  <a:ea typeface="Inter SemiBold"/>
                  <a:cs typeface="Inter SemiBold"/>
                </a:rPr>
                <a:t>Q</a:t>
              </a:r>
            </a:p>
          </p:txBody>
        </p:sp>
        <p:sp>
          <p:nvSpPr>
            <p:cNvPr id="98" name="s16 text 47 halo">
              <a:extLst>
                <a:ext uri="{FF2B5EF4-FFF2-40B4-BE49-F238E27FC236}">
                  <a16:creationId xmlns:a16="http://schemas.microsoft.com/office/drawing/2014/main" id="{9A83C715-42EC-48A0-A4C3-22560C11EF84}"/>
                </a:ext>
              </a:extLst>
            </p:cNvPr>
            <p:cNvSpPr>
              <a:spLocks noGrp="1"/>
            </p:cNvSpPr>
            <p:nvPr/>
          </p:nvSpPr>
          <p:spPr>
            <a:xfrm>
              <a:off x="4030708" y="4675033"/>
              <a:ext cx="114407" cy="167691"/>
            </a:xfrm>
            <a:prstGeom prst="rect">
              <a:avLst/>
            </a:prstGeom>
            <a:noFill/>
            <a:ln w="0">
              <a:noFill/>
              <a:prstDash val="solid"/>
            </a:ln>
          </p:spPr>
          <p:txBody>
            <a:bodyPr wrap="none" lIns="0" tIns="0" rIns="0" bIns="0" anchor="t">
              <a:noAutofit/>
            </a:bodyPr>
            <a:lstStyle>
              <a:defPPr algn="l">
                <a:defRPr sz="949" b="0" i="0" kern="0" spc="0">
                  <a:ln w="42810">
                    <a:solidFill>
                      <a:srgbClr val="FFFFFF"/>
                    </a:solidFill>
                    <a:prstDash val="solid"/>
                  </a:ln>
                  <a:solidFill>
                    <a:srgbClr val="FFFFFF"/>
                  </a:solidFill>
                  <a:latin typeface="Inter SemiBold"/>
                  <a:ea typeface="Inter SemiBold"/>
                  <a:cs typeface="Inter SemiBold"/>
                </a:defRPr>
              </a:defPPr>
              <a:lvl1pPr algn="l">
                <a:defRPr sz="949" b="0" i="0" kern="0" spc="0">
                  <a:ln w="42810">
                    <a:solidFill>
                      <a:srgbClr val="FFFFFF"/>
                    </a:solidFill>
                    <a:prstDash val="solid"/>
                  </a:ln>
                  <a:solidFill>
                    <a:srgbClr val="FFFFFF"/>
                  </a:solidFill>
                  <a:latin typeface="Inter SemiBold"/>
                  <a:ea typeface="Inter SemiBold"/>
                  <a:cs typeface="Inter SemiBold"/>
                </a:defRPr>
              </a:lvl1pPr>
              <a:lvl2pPr algn="l">
                <a:defRPr sz="949" b="0" i="0" kern="0" spc="0">
                  <a:ln w="42810">
                    <a:solidFill>
                      <a:srgbClr val="FFFFFF"/>
                    </a:solidFill>
                    <a:prstDash val="solid"/>
                  </a:ln>
                  <a:solidFill>
                    <a:srgbClr val="FFFFFF"/>
                  </a:solidFill>
                  <a:latin typeface="Inter SemiBold"/>
                  <a:ea typeface="Inter SemiBold"/>
                  <a:cs typeface="Inter SemiBold"/>
                </a:defRPr>
              </a:lvl2pPr>
              <a:lvl3pPr algn="l">
                <a:defRPr sz="949" b="0" i="0" kern="0" spc="0">
                  <a:ln w="42810">
                    <a:solidFill>
                      <a:srgbClr val="FFFFFF"/>
                    </a:solidFill>
                    <a:prstDash val="solid"/>
                  </a:ln>
                  <a:solidFill>
                    <a:srgbClr val="FFFFFF"/>
                  </a:solidFill>
                  <a:latin typeface="Inter SemiBold"/>
                  <a:ea typeface="Inter SemiBold"/>
                  <a:cs typeface="Inter SemiBold"/>
                </a:defRPr>
              </a:lvl3pPr>
              <a:lvl4pPr algn="l">
                <a:defRPr sz="949" b="0" i="0" kern="0" spc="0">
                  <a:ln w="42810">
                    <a:solidFill>
                      <a:srgbClr val="FFFFFF"/>
                    </a:solidFill>
                    <a:prstDash val="solid"/>
                  </a:ln>
                  <a:solidFill>
                    <a:srgbClr val="FFFFFF"/>
                  </a:solidFill>
                  <a:latin typeface="Inter SemiBold"/>
                  <a:ea typeface="Inter SemiBold"/>
                  <a:cs typeface="Inter SemiBold"/>
                </a:defRPr>
              </a:lvl4pPr>
              <a:lvl5pPr algn="l">
                <a:defRPr sz="949" b="0" i="0" kern="0" spc="0">
                  <a:ln w="42810">
                    <a:solidFill>
                      <a:srgbClr val="FFFFFF"/>
                    </a:solidFill>
                    <a:prstDash val="solid"/>
                  </a:ln>
                  <a:solidFill>
                    <a:srgbClr val="FFFFFF"/>
                  </a:solidFill>
                  <a:latin typeface="Inter SemiBold"/>
                  <a:ea typeface="Inter SemiBold"/>
                  <a:cs typeface="Inter SemiBold"/>
                </a:defRPr>
              </a:lvl5pPr>
              <a:lvl6pPr algn="l">
                <a:defRPr sz="949" b="0" i="0" kern="0" spc="0">
                  <a:ln w="42810">
                    <a:solidFill>
                      <a:srgbClr val="FFFFFF"/>
                    </a:solidFill>
                    <a:prstDash val="solid"/>
                  </a:ln>
                  <a:solidFill>
                    <a:srgbClr val="FFFFFF"/>
                  </a:solidFill>
                  <a:latin typeface="Inter SemiBold"/>
                  <a:ea typeface="Inter SemiBold"/>
                  <a:cs typeface="Inter SemiBold"/>
                </a:defRPr>
              </a:lvl6pPr>
              <a:lvl7pPr algn="l">
                <a:defRPr sz="949" b="0" i="0" kern="0" spc="0">
                  <a:ln w="42810">
                    <a:solidFill>
                      <a:srgbClr val="FFFFFF"/>
                    </a:solidFill>
                    <a:prstDash val="solid"/>
                  </a:ln>
                  <a:solidFill>
                    <a:srgbClr val="FFFFFF"/>
                  </a:solidFill>
                  <a:latin typeface="Inter SemiBold"/>
                  <a:ea typeface="Inter SemiBold"/>
                  <a:cs typeface="Inter SemiBold"/>
                </a:defRPr>
              </a:lvl7pPr>
              <a:lvl8pPr algn="l">
                <a:defRPr sz="949" b="0" i="0" kern="0" spc="0">
                  <a:ln w="42810">
                    <a:solidFill>
                      <a:srgbClr val="FFFFFF"/>
                    </a:solidFill>
                    <a:prstDash val="solid"/>
                  </a:ln>
                  <a:solidFill>
                    <a:srgbClr val="FFFFFF"/>
                  </a:solidFill>
                  <a:latin typeface="Inter SemiBold"/>
                  <a:ea typeface="Inter SemiBold"/>
                  <a:cs typeface="Inter SemiBold"/>
                </a:defRPr>
              </a:lvl8pPr>
              <a:lvl9pPr algn="l">
                <a:defRPr sz="949" b="0" i="0" kern="0" spc="0">
                  <a:ln w="42810">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949" b="0" i="0" kern="0" spc="0">
                  <a:solidFill>
                    <a:srgbClr val="FFFFFF"/>
                  </a:solidFill>
                  <a:latin typeface="Inter SemiBold"/>
                  <a:ea typeface="Inter SemiBold"/>
                  <a:cs typeface="Inter SemiBold"/>
                </a:defRPr>
              </a:pPr>
              <a:r>
                <a:rPr sz="949" b="0" i="0" kern="0" spc="0">
                  <a:ln w="42810">
                    <a:solidFill>
                      <a:srgbClr val="FFFFFF"/>
                    </a:solidFill>
                    <a:prstDash val="solid"/>
                  </a:ln>
                  <a:solidFill>
                    <a:srgbClr val="FFFFFF"/>
                  </a:solidFill>
                  <a:latin typeface="Inter SemiBold"/>
                  <a:ea typeface="Inter SemiBold"/>
                  <a:cs typeface="Inter SemiBold"/>
                </a:rPr>
                <a:t>s</a:t>
              </a:r>
            </a:p>
          </p:txBody>
        </p:sp>
        <p:sp>
          <p:nvSpPr>
            <p:cNvPr id="99" name="s16 text 47">
              <a:extLst>
                <a:ext uri="{FF2B5EF4-FFF2-40B4-BE49-F238E27FC236}">
                  <a16:creationId xmlns:a16="http://schemas.microsoft.com/office/drawing/2014/main" id="{F6FC391C-5FCA-4E35-8E00-9EE0BB02188A}"/>
                </a:ext>
              </a:extLst>
            </p:cNvPr>
            <p:cNvSpPr>
              <a:spLocks noGrp="1"/>
            </p:cNvSpPr>
            <p:nvPr/>
          </p:nvSpPr>
          <p:spPr>
            <a:xfrm>
              <a:off x="4030708" y="4675033"/>
              <a:ext cx="114407" cy="167691"/>
            </a:xfrm>
            <a:prstGeom prst="rect">
              <a:avLst/>
            </a:prstGeom>
            <a:noFill/>
            <a:ln w="0">
              <a:noFill/>
              <a:prstDash val="solid"/>
            </a:ln>
          </p:spPr>
          <p:txBody>
            <a:bodyPr wrap="none" lIns="0" tIns="0" rIns="0" bIns="0" anchor="t">
              <a:noAutofit/>
            </a:bodyPr>
            <a:lstStyle>
              <a:defPPr algn="l">
                <a:defRPr sz="949" b="0" i="0" kern="0" spc="0">
                  <a:solidFill>
                    <a:srgbClr val="0A2540"/>
                  </a:solidFill>
                  <a:latin typeface="Inter SemiBold"/>
                  <a:ea typeface="Inter SemiBold"/>
                  <a:cs typeface="Inter SemiBold"/>
                </a:defRPr>
              </a:defPPr>
              <a:lvl1pPr algn="l">
                <a:defRPr sz="949" b="0" i="0" kern="0" spc="0">
                  <a:solidFill>
                    <a:srgbClr val="0A2540"/>
                  </a:solidFill>
                  <a:latin typeface="Inter SemiBold"/>
                  <a:ea typeface="Inter SemiBold"/>
                  <a:cs typeface="Inter SemiBold"/>
                </a:defRPr>
              </a:lvl1pPr>
              <a:lvl2pPr algn="l">
                <a:defRPr sz="949" b="0" i="0" kern="0" spc="0">
                  <a:solidFill>
                    <a:srgbClr val="0A2540"/>
                  </a:solidFill>
                  <a:latin typeface="Inter SemiBold"/>
                  <a:ea typeface="Inter SemiBold"/>
                  <a:cs typeface="Inter SemiBold"/>
                </a:defRPr>
              </a:lvl2pPr>
              <a:lvl3pPr algn="l">
                <a:defRPr sz="949" b="0" i="0" kern="0" spc="0">
                  <a:solidFill>
                    <a:srgbClr val="0A2540"/>
                  </a:solidFill>
                  <a:latin typeface="Inter SemiBold"/>
                  <a:ea typeface="Inter SemiBold"/>
                  <a:cs typeface="Inter SemiBold"/>
                </a:defRPr>
              </a:lvl3pPr>
              <a:lvl4pPr algn="l">
                <a:defRPr sz="949" b="0" i="0" kern="0" spc="0">
                  <a:solidFill>
                    <a:srgbClr val="0A2540"/>
                  </a:solidFill>
                  <a:latin typeface="Inter SemiBold"/>
                  <a:ea typeface="Inter SemiBold"/>
                  <a:cs typeface="Inter SemiBold"/>
                </a:defRPr>
              </a:lvl4pPr>
              <a:lvl5pPr algn="l">
                <a:defRPr sz="949" b="0" i="0" kern="0" spc="0">
                  <a:solidFill>
                    <a:srgbClr val="0A2540"/>
                  </a:solidFill>
                  <a:latin typeface="Inter SemiBold"/>
                  <a:ea typeface="Inter SemiBold"/>
                  <a:cs typeface="Inter SemiBold"/>
                </a:defRPr>
              </a:lvl5pPr>
              <a:lvl6pPr algn="l">
                <a:defRPr sz="949" b="0" i="0" kern="0" spc="0">
                  <a:solidFill>
                    <a:srgbClr val="0A2540"/>
                  </a:solidFill>
                  <a:latin typeface="Inter SemiBold"/>
                  <a:ea typeface="Inter SemiBold"/>
                  <a:cs typeface="Inter SemiBold"/>
                </a:defRPr>
              </a:lvl6pPr>
              <a:lvl7pPr algn="l">
                <a:defRPr sz="949" b="0" i="0" kern="0" spc="0">
                  <a:solidFill>
                    <a:srgbClr val="0A2540"/>
                  </a:solidFill>
                  <a:latin typeface="Inter SemiBold"/>
                  <a:ea typeface="Inter SemiBold"/>
                  <a:cs typeface="Inter SemiBold"/>
                </a:defRPr>
              </a:lvl7pPr>
              <a:lvl8pPr algn="l">
                <a:defRPr sz="949" b="0" i="0" kern="0" spc="0">
                  <a:solidFill>
                    <a:srgbClr val="0A2540"/>
                  </a:solidFill>
                  <a:latin typeface="Inter SemiBold"/>
                  <a:ea typeface="Inter SemiBold"/>
                  <a:cs typeface="Inter SemiBold"/>
                </a:defRPr>
              </a:lvl8pPr>
              <a:lvl9pPr algn="l">
                <a:defRPr sz="949" b="0" i="0" kern="0" spc="0">
                  <a:solidFill>
                    <a:srgbClr val="0A2540"/>
                  </a:solidFill>
                  <a:latin typeface="Inter SemiBold"/>
                  <a:ea typeface="Inter SemiBold"/>
                  <a:cs typeface="Inter SemiBold"/>
                </a:defRPr>
              </a:lvl9pPr>
            </a:lstStyle>
            <a:p>
              <a:pPr algn="l">
                <a:lnSpc>
                  <a:spcPct val="100000"/>
                </a:lnSpc>
                <a:buNone/>
                <a:defRPr sz="949" b="0" i="0" kern="0" spc="0">
                  <a:solidFill>
                    <a:srgbClr val="0A2540"/>
                  </a:solidFill>
                  <a:latin typeface="Inter SemiBold"/>
                  <a:ea typeface="Inter SemiBold"/>
                  <a:cs typeface="Inter SemiBold"/>
                </a:defRPr>
              </a:pPr>
              <a:r>
                <a:rPr sz="949" b="0" i="0" kern="0" spc="0">
                  <a:solidFill>
                    <a:srgbClr val="0A2540"/>
                  </a:solidFill>
                  <a:latin typeface="Inter SemiBold"/>
                  <a:ea typeface="Inter SemiBold"/>
                  <a:cs typeface="Inter SemiBold"/>
                </a:rPr>
                <a:t>s</a:t>
              </a:r>
            </a:p>
          </p:txBody>
        </p:sp>
        <p:sp>
          <p:nvSpPr>
            <p:cNvPr id="100" name="s16 text 48 halo">
              <a:extLst>
                <a:ext uri="{FF2B5EF4-FFF2-40B4-BE49-F238E27FC236}">
                  <a16:creationId xmlns:a16="http://schemas.microsoft.com/office/drawing/2014/main" id="{F9979872-0AD4-44BC-9715-20E5E1C7734F}"/>
                </a:ext>
              </a:extLst>
            </p:cNvPr>
            <p:cNvSpPr>
              <a:spLocks noGrp="1"/>
            </p:cNvSpPr>
            <p:nvPr/>
          </p:nvSpPr>
          <p:spPr>
            <a:xfrm>
              <a:off x="4143445" y="4592576"/>
              <a:ext cx="748846" cy="232899"/>
            </a:xfrm>
            <a:prstGeom prst="rect">
              <a:avLst/>
            </a:prstGeom>
            <a:noFill/>
            <a:ln w="0">
              <a:noFill/>
              <a:prstDash val="solid"/>
            </a:ln>
          </p:spPr>
          <p:txBody>
            <a:bodyPr wrap="none" lIns="0" tIns="0" rIns="0" bIns="0" anchor="t">
              <a:noAutofit/>
            </a:bodyPr>
            <a:lstStyle>
              <a:defPPr algn="l">
                <a:defRPr sz="1318" b="0" i="0" kern="0" spc="-9">
                  <a:ln w="42810">
                    <a:solidFill>
                      <a:srgbClr val="FFFFFF"/>
                    </a:solidFill>
                    <a:prstDash val="solid"/>
                  </a:ln>
                  <a:solidFill>
                    <a:srgbClr val="FFFFFF"/>
                  </a:solidFill>
                  <a:latin typeface="Inter SemiBold"/>
                  <a:ea typeface="Inter SemiBold"/>
                  <a:cs typeface="Inter SemiBold"/>
                </a:defRPr>
              </a:defPPr>
              <a:lvl1pPr algn="l">
                <a:defRPr sz="1318" b="0" i="0" kern="0" spc="-9">
                  <a:ln w="42810">
                    <a:solidFill>
                      <a:srgbClr val="FFFFFF"/>
                    </a:solidFill>
                    <a:prstDash val="solid"/>
                  </a:ln>
                  <a:solidFill>
                    <a:srgbClr val="FFFFFF"/>
                  </a:solidFill>
                  <a:latin typeface="Inter SemiBold"/>
                  <a:ea typeface="Inter SemiBold"/>
                  <a:cs typeface="Inter SemiBold"/>
                </a:defRPr>
              </a:lvl1pPr>
              <a:lvl2pPr algn="l">
                <a:defRPr sz="1318" b="0" i="0" kern="0" spc="-9">
                  <a:ln w="42810">
                    <a:solidFill>
                      <a:srgbClr val="FFFFFF"/>
                    </a:solidFill>
                    <a:prstDash val="solid"/>
                  </a:ln>
                  <a:solidFill>
                    <a:srgbClr val="FFFFFF"/>
                  </a:solidFill>
                  <a:latin typeface="Inter SemiBold"/>
                  <a:ea typeface="Inter SemiBold"/>
                  <a:cs typeface="Inter SemiBold"/>
                </a:defRPr>
              </a:lvl2pPr>
              <a:lvl3pPr algn="l">
                <a:defRPr sz="1318" b="0" i="0" kern="0" spc="-9">
                  <a:ln w="42810">
                    <a:solidFill>
                      <a:srgbClr val="FFFFFF"/>
                    </a:solidFill>
                    <a:prstDash val="solid"/>
                  </a:ln>
                  <a:solidFill>
                    <a:srgbClr val="FFFFFF"/>
                  </a:solidFill>
                  <a:latin typeface="Inter SemiBold"/>
                  <a:ea typeface="Inter SemiBold"/>
                  <a:cs typeface="Inter SemiBold"/>
                </a:defRPr>
              </a:lvl3pPr>
              <a:lvl4pPr algn="l">
                <a:defRPr sz="1318" b="0" i="0" kern="0" spc="-9">
                  <a:ln w="42810">
                    <a:solidFill>
                      <a:srgbClr val="FFFFFF"/>
                    </a:solidFill>
                    <a:prstDash val="solid"/>
                  </a:ln>
                  <a:solidFill>
                    <a:srgbClr val="FFFFFF"/>
                  </a:solidFill>
                  <a:latin typeface="Inter SemiBold"/>
                  <a:ea typeface="Inter SemiBold"/>
                  <a:cs typeface="Inter SemiBold"/>
                </a:defRPr>
              </a:lvl4pPr>
              <a:lvl5pPr algn="l">
                <a:defRPr sz="1318" b="0" i="0" kern="0" spc="-9">
                  <a:ln w="42810">
                    <a:solidFill>
                      <a:srgbClr val="FFFFFF"/>
                    </a:solidFill>
                    <a:prstDash val="solid"/>
                  </a:ln>
                  <a:solidFill>
                    <a:srgbClr val="FFFFFF"/>
                  </a:solidFill>
                  <a:latin typeface="Inter SemiBold"/>
                  <a:ea typeface="Inter SemiBold"/>
                  <a:cs typeface="Inter SemiBold"/>
                </a:defRPr>
              </a:lvl5pPr>
              <a:lvl6pPr algn="l">
                <a:defRPr sz="1318" b="0" i="0" kern="0" spc="-9">
                  <a:ln w="42810">
                    <a:solidFill>
                      <a:srgbClr val="FFFFFF"/>
                    </a:solidFill>
                    <a:prstDash val="solid"/>
                  </a:ln>
                  <a:solidFill>
                    <a:srgbClr val="FFFFFF"/>
                  </a:solidFill>
                  <a:latin typeface="Inter SemiBold"/>
                  <a:ea typeface="Inter SemiBold"/>
                  <a:cs typeface="Inter SemiBold"/>
                </a:defRPr>
              </a:lvl6pPr>
              <a:lvl7pPr algn="l">
                <a:defRPr sz="1318" b="0" i="0" kern="0" spc="-9">
                  <a:ln w="42810">
                    <a:solidFill>
                      <a:srgbClr val="FFFFFF"/>
                    </a:solidFill>
                    <a:prstDash val="solid"/>
                  </a:ln>
                  <a:solidFill>
                    <a:srgbClr val="FFFFFF"/>
                  </a:solidFill>
                  <a:latin typeface="Inter SemiBold"/>
                  <a:ea typeface="Inter SemiBold"/>
                  <a:cs typeface="Inter SemiBold"/>
                </a:defRPr>
              </a:lvl7pPr>
              <a:lvl8pPr algn="l">
                <a:defRPr sz="1318" b="0" i="0" kern="0" spc="-9">
                  <a:ln w="42810">
                    <a:solidFill>
                      <a:srgbClr val="FFFFFF"/>
                    </a:solidFill>
                    <a:prstDash val="solid"/>
                  </a:ln>
                  <a:solidFill>
                    <a:srgbClr val="FFFFFF"/>
                  </a:solidFill>
                  <a:latin typeface="Inter SemiBold"/>
                  <a:ea typeface="Inter SemiBold"/>
                  <a:cs typeface="Inter SemiBold"/>
                </a:defRPr>
              </a:lvl8pPr>
              <a:lvl9pPr algn="l">
                <a:defRPr sz="1318" b="0" i="0" kern="0" spc="-9">
                  <a:ln w="42810">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318" b="0" i="0" kern="0" spc="-9">
                  <a:solidFill>
                    <a:srgbClr val="FFFFFF"/>
                  </a:solidFill>
                  <a:latin typeface="Inter SemiBold"/>
                  <a:ea typeface="Inter SemiBold"/>
                  <a:cs typeface="Inter SemiBold"/>
                </a:defRPr>
              </a:pPr>
              <a:r>
                <a:rPr sz="1318" b="0" i="0" kern="0" spc="-9">
                  <a:ln w="42810">
                    <a:solidFill>
                      <a:srgbClr val="FFFFFF"/>
                    </a:solidFill>
                    <a:prstDash val="solid"/>
                  </a:ln>
                  <a:solidFill>
                    <a:srgbClr val="FFFFFF"/>
                  </a:solidFill>
                  <a:latin typeface="Inter SemiBold"/>
                  <a:ea typeface="Inter SemiBold"/>
                  <a:cs typeface="Inter SemiBold"/>
                </a:rPr>
                <a:t>= 35,150</a:t>
              </a:r>
            </a:p>
          </p:txBody>
        </p:sp>
        <p:sp>
          <p:nvSpPr>
            <p:cNvPr id="101" name="s16 text 48">
              <a:extLst>
                <a:ext uri="{FF2B5EF4-FFF2-40B4-BE49-F238E27FC236}">
                  <a16:creationId xmlns:a16="http://schemas.microsoft.com/office/drawing/2014/main" id="{A0833D01-1482-40F6-807F-1DD6B15EACA0}"/>
                </a:ext>
              </a:extLst>
            </p:cNvPr>
            <p:cNvSpPr>
              <a:spLocks noGrp="1"/>
            </p:cNvSpPr>
            <p:nvPr/>
          </p:nvSpPr>
          <p:spPr>
            <a:xfrm>
              <a:off x="4143445" y="4592576"/>
              <a:ext cx="748846" cy="232899"/>
            </a:xfrm>
            <a:prstGeom prst="rect">
              <a:avLst/>
            </a:prstGeom>
            <a:noFill/>
            <a:ln w="0">
              <a:noFill/>
              <a:prstDash val="solid"/>
            </a:ln>
          </p:spPr>
          <p:txBody>
            <a:bodyPr wrap="none" lIns="0" tIns="0" rIns="0" bIns="0" anchor="t">
              <a:noAutofit/>
            </a:bodyPr>
            <a:lstStyle>
              <a:defPPr algn="l">
                <a:defRPr sz="1318" b="0" i="0" kern="0" spc="-9">
                  <a:solidFill>
                    <a:srgbClr val="0A2540"/>
                  </a:solidFill>
                  <a:latin typeface="Inter SemiBold"/>
                  <a:ea typeface="Inter SemiBold"/>
                  <a:cs typeface="Inter SemiBold"/>
                </a:defRPr>
              </a:defPPr>
              <a:lvl1pPr algn="l">
                <a:defRPr sz="1318" b="0" i="0" kern="0" spc="-9">
                  <a:solidFill>
                    <a:srgbClr val="0A2540"/>
                  </a:solidFill>
                  <a:latin typeface="Inter SemiBold"/>
                  <a:ea typeface="Inter SemiBold"/>
                  <a:cs typeface="Inter SemiBold"/>
                </a:defRPr>
              </a:lvl1pPr>
              <a:lvl2pPr algn="l">
                <a:defRPr sz="1318" b="0" i="0" kern="0" spc="-9">
                  <a:solidFill>
                    <a:srgbClr val="0A2540"/>
                  </a:solidFill>
                  <a:latin typeface="Inter SemiBold"/>
                  <a:ea typeface="Inter SemiBold"/>
                  <a:cs typeface="Inter SemiBold"/>
                </a:defRPr>
              </a:lvl2pPr>
              <a:lvl3pPr algn="l">
                <a:defRPr sz="1318" b="0" i="0" kern="0" spc="-9">
                  <a:solidFill>
                    <a:srgbClr val="0A2540"/>
                  </a:solidFill>
                  <a:latin typeface="Inter SemiBold"/>
                  <a:ea typeface="Inter SemiBold"/>
                  <a:cs typeface="Inter SemiBold"/>
                </a:defRPr>
              </a:lvl3pPr>
              <a:lvl4pPr algn="l">
                <a:defRPr sz="1318" b="0" i="0" kern="0" spc="-9">
                  <a:solidFill>
                    <a:srgbClr val="0A2540"/>
                  </a:solidFill>
                  <a:latin typeface="Inter SemiBold"/>
                  <a:ea typeface="Inter SemiBold"/>
                  <a:cs typeface="Inter SemiBold"/>
                </a:defRPr>
              </a:lvl4pPr>
              <a:lvl5pPr algn="l">
                <a:defRPr sz="1318" b="0" i="0" kern="0" spc="-9">
                  <a:solidFill>
                    <a:srgbClr val="0A2540"/>
                  </a:solidFill>
                  <a:latin typeface="Inter SemiBold"/>
                  <a:ea typeface="Inter SemiBold"/>
                  <a:cs typeface="Inter SemiBold"/>
                </a:defRPr>
              </a:lvl5pPr>
              <a:lvl6pPr algn="l">
                <a:defRPr sz="1318" b="0" i="0" kern="0" spc="-9">
                  <a:solidFill>
                    <a:srgbClr val="0A2540"/>
                  </a:solidFill>
                  <a:latin typeface="Inter SemiBold"/>
                  <a:ea typeface="Inter SemiBold"/>
                  <a:cs typeface="Inter SemiBold"/>
                </a:defRPr>
              </a:lvl6pPr>
              <a:lvl7pPr algn="l">
                <a:defRPr sz="1318" b="0" i="0" kern="0" spc="-9">
                  <a:solidFill>
                    <a:srgbClr val="0A2540"/>
                  </a:solidFill>
                  <a:latin typeface="Inter SemiBold"/>
                  <a:ea typeface="Inter SemiBold"/>
                  <a:cs typeface="Inter SemiBold"/>
                </a:defRPr>
              </a:lvl7pPr>
              <a:lvl8pPr algn="l">
                <a:defRPr sz="1318" b="0" i="0" kern="0" spc="-9">
                  <a:solidFill>
                    <a:srgbClr val="0A2540"/>
                  </a:solidFill>
                  <a:latin typeface="Inter SemiBold"/>
                  <a:ea typeface="Inter SemiBold"/>
                  <a:cs typeface="Inter SemiBold"/>
                </a:defRPr>
              </a:lvl8pPr>
              <a:lvl9pPr algn="l">
                <a:defRPr sz="1318" b="0" i="0" kern="0" spc="-9">
                  <a:solidFill>
                    <a:srgbClr val="0A2540"/>
                  </a:solidFill>
                  <a:latin typeface="Inter SemiBold"/>
                  <a:ea typeface="Inter SemiBold"/>
                  <a:cs typeface="Inter SemiBold"/>
                </a:defRPr>
              </a:lvl9pPr>
            </a:lstStyle>
            <a:p>
              <a:pPr algn="l">
                <a:lnSpc>
                  <a:spcPct val="100000"/>
                </a:lnSpc>
                <a:buNone/>
                <a:defRPr sz="1318" b="0" i="0" kern="0" spc="-9">
                  <a:solidFill>
                    <a:srgbClr val="0A2540"/>
                  </a:solidFill>
                  <a:latin typeface="Inter SemiBold"/>
                  <a:ea typeface="Inter SemiBold"/>
                  <a:cs typeface="Inter SemiBold"/>
                </a:defRPr>
              </a:pPr>
              <a:r>
                <a:rPr sz="1318" b="0" i="0" kern="0" spc="-9">
                  <a:solidFill>
                    <a:srgbClr val="0A2540"/>
                  </a:solidFill>
                  <a:latin typeface="Inter SemiBold"/>
                  <a:ea typeface="Inter SemiBold"/>
                  <a:cs typeface="Inter SemiBold"/>
                </a:rPr>
                <a:t>= 35,150</a:t>
              </a:r>
            </a:p>
          </p:txBody>
        </p:sp>
        <p:sp>
          <p:nvSpPr>
            <p:cNvPr id="102" name="s16 text 49 halo">
              <a:extLst>
                <a:ext uri="{FF2B5EF4-FFF2-40B4-BE49-F238E27FC236}">
                  <a16:creationId xmlns:a16="http://schemas.microsoft.com/office/drawing/2014/main" id="{700ACB11-76AA-4E4E-82A9-46FB59498DB9}"/>
                </a:ext>
              </a:extLst>
            </p:cNvPr>
            <p:cNvSpPr>
              <a:spLocks noGrp="1"/>
            </p:cNvSpPr>
            <p:nvPr/>
          </p:nvSpPr>
          <p:spPr>
            <a:xfrm>
              <a:off x="5957846" y="4530984"/>
              <a:ext cx="270901" cy="321367"/>
            </a:xfrm>
            <a:prstGeom prst="rect">
              <a:avLst/>
            </a:prstGeom>
            <a:noFill/>
            <a:ln w="0">
              <a:noFill/>
              <a:prstDash val="solid"/>
            </a:ln>
          </p:spPr>
          <p:txBody>
            <a:bodyPr wrap="none" lIns="0" tIns="0" rIns="0" bIns="0" anchor="t">
              <a:noAutofit/>
            </a:bodyPr>
            <a:lstStyle>
              <a:defPPr algn="l">
                <a:defRPr sz="1819" b="0" i="0" kern="0" spc="0">
                  <a:ln w="42810">
                    <a:solidFill>
                      <a:srgbClr val="FFFFFF"/>
                    </a:solidFill>
                    <a:prstDash val="solid"/>
                  </a:ln>
                  <a:solidFill>
                    <a:srgbClr val="FFFFFF"/>
                  </a:solidFill>
                  <a:latin typeface="Inter SemiBold"/>
                  <a:ea typeface="Inter SemiBold"/>
                  <a:cs typeface="Inter SemiBold"/>
                </a:defRPr>
              </a:defPPr>
              <a:lvl1pPr algn="l">
                <a:defRPr sz="1819" b="0" i="0" kern="0" spc="0">
                  <a:ln w="42810">
                    <a:solidFill>
                      <a:srgbClr val="FFFFFF"/>
                    </a:solidFill>
                    <a:prstDash val="solid"/>
                  </a:ln>
                  <a:solidFill>
                    <a:srgbClr val="FFFFFF"/>
                  </a:solidFill>
                  <a:latin typeface="Inter SemiBold"/>
                  <a:ea typeface="Inter SemiBold"/>
                  <a:cs typeface="Inter SemiBold"/>
                </a:defRPr>
              </a:lvl1pPr>
              <a:lvl2pPr algn="l">
                <a:defRPr sz="1819" b="0" i="0" kern="0" spc="0">
                  <a:ln w="42810">
                    <a:solidFill>
                      <a:srgbClr val="FFFFFF"/>
                    </a:solidFill>
                    <a:prstDash val="solid"/>
                  </a:ln>
                  <a:solidFill>
                    <a:srgbClr val="FFFFFF"/>
                  </a:solidFill>
                  <a:latin typeface="Inter SemiBold"/>
                  <a:ea typeface="Inter SemiBold"/>
                  <a:cs typeface="Inter SemiBold"/>
                </a:defRPr>
              </a:lvl2pPr>
              <a:lvl3pPr algn="l">
                <a:defRPr sz="1819" b="0" i="0" kern="0" spc="0">
                  <a:ln w="42810">
                    <a:solidFill>
                      <a:srgbClr val="FFFFFF"/>
                    </a:solidFill>
                    <a:prstDash val="solid"/>
                  </a:ln>
                  <a:solidFill>
                    <a:srgbClr val="FFFFFF"/>
                  </a:solidFill>
                  <a:latin typeface="Inter SemiBold"/>
                  <a:ea typeface="Inter SemiBold"/>
                  <a:cs typeface="Inter SemiBold"/>
                </a:defRPr>
              </a:lvl3pPr>
              <a:lvl4pPr algn="l">
                <a:defRPr sz="1819" b="0" i="0" kern="0" spc="0">
                  <a:ln w="42810">
                    <a:solidFill>
                      <a:srgbClr val="FFFFFF"/>
                    </a:solidFill>
                    <a:prstDash val="solid"/>
                  </a:ln>
                  <a:solidFill>
                    <a:srgbClr val="FFFFFF"/>
                  </a:solidFill>
                  <a:latin typeface="Inter SemiBold"/>
                  <a:ea typeface="Inter SemiBold"/>
                  <a:cs typeface="Inter SemiBold"/>
                </a:defRPr>
              </a:lvl4pPr>
              <a:lvl5pPr algn="l">
                <a:defRPr sz="1819" b="0" i="0" kern="0" spc="0">
                  <a:ln w="42810">
                    <a:solidFill>
                      <a:srgbClr val="FFFFFF"/>
                    </a:solidFill>
                    <a:prstDash val="solid"/>
                  </a:ln>
                  <a:solidFill>
                    <a:srgbClr val="FFFFFF"/>
                  </a:solidFill>
                  <a:latin typeface="Inter SemiBold"/>
                  <a:ea typeface="Inter SemiBold"/>
                  <a:cs typeface="Inter SemiBold"/>
                </a:defRPr>
              </a:lvl5pPr>
              <a:lvl6pPr algn="l">
                <a:defRPr sz="1819" b="0" i="0" kern="0" spc="0">
                  <a:ln w="42810">
                    <a:solidFill>
                      <a:srgbClr val="FFFFFF"/>
                    </a:solidFill>
                    <a:prstDash val="solid"/>
                  </a:ln>
                  <a:solidFill>
                    <a:srgbClr val="FFFFFF"/>
                  </a:solidFill>
                  <a:latin typeface="Inter SemiBold"/>
                  <a:ea typeface="Inter SemiBold"/>
                  <a:cs typeface="Inter SemiBold"/>
                </a:defRPr>
              </a:lvl6pPr>
              <a:lvl7pPr algn="l">
                <a:defRPr sz="1819" b="0" i="0" kern="0" spc="0">
                  <a:ln w="42810">
                    <a:solidFill>
                      <a:srgbClr val="FFFFFF"/>
                    </a:solidFill>
                    <a:prstDash val="solid"/>
                  </a:ln>
                  <a:solidFill>
                    <a:srgbClr val="FFFFFF"/>
                  </a:solidFill>
                  <a:latin typeface="Inter SemiBold"/>
                  <a:ea typeface="Inter SemiBold"/>
                  <a:cs typeface="Inter SemiBold"/>
                </a:defRPr>
              </a:lvl7pPr>
              <a:lvl8pPr algn="l">
                <a:defRPr sz="1819" b="0" i="0" kern="0" spc="0">
                  <a:ln w="42810">
                    <a:solidFill>
                      <a:srgbClr val="FFFFFF"/>
                    </a:solidFill>
                    <a:prstDash val="solid"/>
                  </a:ln>
                  <a:solidFill>
                    <a:srgbClr val="FFFFFF"/>
                  </a:solidFill>
                  <a:latin typeface="Inter SemiBold"/>
                  <a:ea typeface="Inter SemiBold"/>
                  <a:cs typeface="Inter SemiBold"/>
                </a:defRPr>
              </a:lvl8pPr>
              <a:lvl9pPr algn="l">
                <a:defRPr sz="1819" b="0" i="0" kern="0" spc="0">
                  <a:ln w="42810">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819" b="0" i="0" kern="0" spc="0">
                  <a:solidFill>
                    <a:srgbClr val="FFFFFF"/>
                  </a:solidFill>
                  <a:latin typeface="Inter SemiBold"/>
                  <a:ea typeface="Inter SemiBold"/>
                  <a:cs typeface="Inter SemiBold"/>
                </a:defRPr>
              </a:pPr>
              <a:r>
                <a:rPr sz="1819" b="0" i="0" kern="0" spc="0">
                  <a:ln w="42810">
                    <a:solidFill>
                      <a:srgbClr val="FFFFFF"/>
                    </a:solidFill>
                    <a:prstDash val="solid"/>
                  </a:ln>
                  <a:solidFill>
                    <a:srgbClr val="FFFFFF"/>
                  </a:solidFill>
                  <a:latin typeface="Inter SemiBold"/>
                  <a:ea typeface="Inter SemiBold"/>
                  <a:cs typeface="Inter SemiBold"/>
                </a:rPr>
                <a:t>Q</a:t>
              </a:r>
            </a:p>
          </p:txBody>
        </p:sp>
        <p:sp>
          <p:nvSpPr>
            <p:cNvPr id="103" name="s16 text 49">
              <a:extLst>
                <a:ext uri="{FF2B5EF4-FFF2-40B4-BE49-F238E27FC236}">
                  <a16:creationId xmlns:a16="http://schemas.microsoft.com/office/drawing/2014/main" id="{0E95FAFE-7932-441B-AC6A-57CBF73A4302}"/>
                </a:ext>
              </a:extLst>
            </p:cNvPr>
            <p:cNvSpPr>
              <a:spLocks noGrp="1"/>
            </p:cNvSpPr>
            <p:nvPr/>
          </p:nvSpPr>
          <p:spPr>
            <a:xfrm>
              <a:off x="5957846" y="4530984"/>
              <a:ext cx="270901" cy="321367"/>
            </a:xfrm>
            <a:prstGeom prst="rect">
              <a:avLst/>
            </a:prstGeom>
            <a:noFill/>
            <a:ln w="0">
              <a:noFill/>
              <a:prstDash val="solid"/>
            </a:ln>
          </p:spPr>
          <p:txBody>
            <a:bodyPr wrap="none" lIns="0" tIns="0" rIns="0" bIns="0" anchor="t">
              <a:noAutofit/>
            </a:bodyPr>
            <a:lstStyle>
              <a:defPPr algn="l">
                <a:defRPr sz="1819" b="0" i="0" kern="0" spc="0">
                  <a:solidFill>
                    <a:srgbClr val="0A2540"/>
                  </a:solidFill>
                  <a:latin typeface="Inter SemiBold"/>
                  <a:ea typeface="Inter SemiBold"/>
                  <a:cs typeface="Inter SemiBold"/>
                </a:defRPr>
              </a:defPPr>
              <a:lvl1pPr algn="l">
                <a:defRPr sz="1819" b="0" i="0" kern="0" spc="0">
                  <a:solidFill>
                    <a:srgbClr val="0A2540"/>
                  </a:solidFill>
                  <a:latin typeface="Inter SemiBold"/>
                  <a:ea typeface="Inter SemiBold"/>
                  <a:cs typeface="Inter SemiBold"/>
                </a:defRPr>
              </a:lvl1pPr>
              <a:lvl2pPr algn="l">
                <a:defRPr sz="1819" b="0" i="0" kern="0" spc="0">
                  <a:solidFill>
                    <a:srgbClr val="0A2540"/>
                  </a:solidFill>
                  <a:latin typeface="Inter SemiBold"/>
                  <a:ea typeface="Inter SemiBold"/>
                  <a:cs typeface="Inter SemiBold"/>
                </a:defRPr>
              </a:lvl2pPr>
              <a:lvl3pPr algn="l">
                <a:defRPr sz="1819" b="0" i="0" kern="0" spc="0">
                  <a:solidFill>
                    <a:srgbClr val="0A2540"/>
                  </a:solidFill>
                  <a:latin typeface="Inter SemiBold"/>
                  <a:ea typeface="Inter SemiBold"/>
                  <a:cs typeface="Inter SemiBold"/>
                </a:defRPr>
              </a:lvl3pPr>
              <a:lvl4pPr algn="l">
                <a:defRPr sz="1819" b="0" i="0" kern="0" spc="0">
                  <a:solidFill>
                    <a:srgbClr val="0A2540"/>
                  </a:solidFill>
                  <a:latin typeface="Inter SemiBold"/>
                  <a:ea typeface="Inter SemiBold"/>
                  <a:cs typeface="Inter SemiBold"/>
                </a:defRPr>
              </a:lvl4pPr>
              <a:lvl5pPr algn="l">
                <a:defRPr sz="1819" b="0" i="0" kern="0" spc="0">
                  <a:solidFill>
                    <a:srgbClr val="0A2540"/>
                  </a:solidFill>
                  <a:latin typeface="Inter SemiBold"/>
                  <a:ea typeface="Inter SemiBold"/>
                  <a:cs typeface="Inter SemiBold"/>
                </a:defRPr>
              </a:lvl5pPr>
              <a:lvl6pPr algn="l">
                <a:defRPr sz="1819" b="0" i="0" kern="0" spc="0">
                  <a:solidFill>
                    <a:srgbClr val="0A2540"/>
                  </a:solidFill>
                  <a:latin typeface="Inter SemiBold"/>
                  <a:ea typeface="Inter SemiBold"/>
                  <a:cs typeface="Inter SemiBold"/>
                </a:defRPr>
              </a:lvl6pPr>
              <a:lvl7pPr algn="l">
                <a:defRPr sz="1819" b="0" i="0" kern="0" spc="0">
                  <a:solidFill>
                    <a:srgbClr val="0A2540"/>
                  </a:solidFill>
                  <a:latin typeface="Inter SemiBold"/>
                  <a:ea typeface="Inter SemiBold"/>
                  <a:cs typeface="Inter SemiBold"/>
                </a:defRPr>
              </a:lvl7pPr>
              <a:lvl8pPr algn="l">
                <a:defRPr sz="1819" b="0" i="0" kern="0" spc="0">
                  <a:solidFill>
                    <a:srgbClr val="0A2540"/>
                  </a:solidFill>
                  <a:latin typeface="Inter SemiBold"/>
                  <a:ea typeface="Inter SemiBold"/>
                  <a:cs typeface="Inter SemiBold"/>
                </a:defRPr>
              </a:lvl8pPr>
              <a:lvl9pPr algn="l">
                <a:defRPr sz="1819" b="0" i="0" kern="0" spc="0">
                  <a:solidFill>
                    <a:srgbClr val="0A2540"/>
                  </a:solidFill>
                  <a:latin typeface="Inter SemiBold"/>
                  <a:ea typeface="Inter SemiBold"/>
                  <a:cs typeface="Inter SemiBold"/>
                </a:defRPr>
              </a:lvl9pPr>
            </a:lstStyle>
            <a:p>
              <a:pPr algn="l">
                <a:lnSpc>
                  <a:spcPct val="100000"/>
                </a:lnSpc>
                <a:buNone/>
                <a:defRPr sz="1819" b="0" i="0" kern="0" spc="0">
                  <a:solidFill>
                    <a:srgbClr val="0A2540"/>
                  </a:solidFill>
                  <a:latin typeface="Inter SemiBold"/>
                  <a:ea typeface="Inter SemiBold"/>
                  <a:cs typeface="Inter SemiBold"/>
                </a:defRPr>
              </a:pPr>
              <a:r>
                <a:rPr sz="1819" b="0" i="0" kern="0" spc="0">
                  <a:solidFill>
                    <a:srgbClr val="0A2540"/>
                  </a:solidFill>
                  <a:latin typeface="Inter SemiBold"/>
                  <a:ea typeface="Inter SemiBold"/>
                  <a:cs typeface="Inter SemiBold"/>
                </a:rPr>
                <a:t>Q</a:t>
              </a:r>
            </a:p>
          </p:txBody>
        </p:sp>
        <p:sp>
          <p:nvSpPr>
            <p:cNvPr id="104" name="s16 text 50 halo">
              <a:extLst>
                <a:ext uri="{FF2B5EF4-FFF2-40B4-BE49-F238E27FC236}">
                  <a16:creationId xmlns:a16="http://schemas.microsoft.com/office/drawing/2014/main" id="{BC94162E-B772-4930-B337-27CAC87A7D15}"/>
                </a:ext>
              </a:extLst>
            </p:cNvPr>
            <p:cNvSpPr>
              <a:spLocks noGrp="1"/>
            </p:cNvSpPr>
            <p:nvPr/>
          </p:nvSpPr>
          <p:spPr>
            <a:xfrm>
              <a:off x="6092015" y="4675033"/>
              <a:ext cx="123454" cy="167691"/>
            </a:xfrm>
            <a:prstGeom prst="rect">
              <a:avLst/>
            </a:prstGeom>
            <a:noFill/>
            <a:ln w="0">
              <a:noFill/>
              <a:prstDash val="solid"/>
            </a:ln>
          </p:spPr>
          <p:txBody>
            <a:bodyPr wrap="none" lIns="0" tIns="0" rIns="0" bIns="0" anchor="t">
              <a:noAutofit/>
            </a:bodyPr>
            <a:lstStyle>
              <a:defPPr algn="l">
                <a:defRPr sz="949" b="0" i="0" kern="0" spc="0">
                  <a:ln w="42810">
                    <a:solidFill>
                      <a:srgbClr val="FFFFFF"/>
                    </a:solidFill>
                    <a:prstDash val="solid"/>
                  </a:ln>
                  <a:solidFill>
                    <a:srgbClr val="FFFFFF"/>
                  </a:solidFill>
                  <a:latin typeface="Inter SemiBold"/>
                  <a:ea typeface="Inter SemiBold"/>
                  <a:cs typeface="Inter SemiBold"/>
                </a:defRPr>
              </a:defPPr>
              <a:lvl1pPr algn="l">
                <a:defRPr sz="949" b="0" i="0" kern="0" spc="0">
                  <a:ln w="42810">
                    <a:solidFill>
                      <a:srgbClr val="FFFFFF"/>
                    </a:solidFill>
                    <a:prstDash val="solid"/>
                  </a:ln>
                  <a:solidFill>
                    <a:srgbClr val="FFFFFF"/>
                  </a:solidFill>
                  <a:latin typeface="Inter SemiBold"/>
                  <a:ea typeface="Inter SemiBold"/>
                  <a:cs typeface="Inter SemiBold"/>
                </a:defRPr>
              </a:lvl1pPr>
              <a:lvl2pPr algn="l">
                <a:defRPr sz="949" b="0" i="0" kern="0" spc="0">
                  <a:ln w="42810">
                    <a:solidFill>
                      <a:srgbClr val="FFFFFF"/>
                    </a:solidFill>
                    <a:prstDash val="solid"/>
                  </a:ln>
                  <a:solidFill>
                    <a:srgbClr val="FFFFFF"/>
                  </a:solidFill>
                  <a:latin typeface="Inter SemiBold"/>
                  <a:ea typeface="Inter SemiBold"/>
                  <a:cs typeface="Inter SemiBold"/>
                </a:defRPr>
              </a:lvl2pPr>
              <a:lvl3pPr algn="l">
                <a:defRPr sz="949" b="0" i="0" kern="0" spc="0">
                  <a:ln w="42810">
                    <a:solidFill>
                      <a:srgbClr val="FFFFFF"/>
                    </a:solidFill>
                    <a:prstDash val="solid"/>
                  </a:ln>
                  <a:solidFill>
                    <a:srgbClr val="FFFFFF"/>
                  </a:solidFill>
                  <a:latin typeface="Inter SemiBold"/>
                  <a:ea typeface="Inter SemiBold"/>
                  <a:cs typeface="Inter SemiBold"/>
                </a:defRPr>
              </a:lvl3pPr>
              <a:lvl4pPr algn="l">
                <a:defRPr sz="949" b="0" i="0" kern="0" spc="0">
                  <a:ln w="42810">
                    <a:solidFill>
                      <a:srgbClr val="FFFFFF"/>
                    </a:solidFill>
                    <a:prstDash val="solid"/>
                  </a:ln>
                  <a:solidFill>
                    <a:srgbClr val="FFFFFF"/>
                  </a:solidFill>
                  <a:latin typeface="Inter SemiBold"/>
                  <a:ea typeface="Inter SemiBold"/>
                  <a:cs typeface="Inter SemiBold"/>
                </a:defRPr>
              </a:lvl4pPr>
              <a:lvl5pPr algn="l">
                <a:defRPr sz="949" b="0" i="0" kern="0" spc="0">
                  <a:ln w="42810">
                    <a:solidFill>
                      <a:srgbClr val="FFFFFF"/>
                    </a:solidFill>
                    <a:prstDash val="solid"/>
                  </a:ln>
                  <a:solidFill>
                    <a:srgbClr val="FFFFFF"/>
                  </a:solidFill>
                  <a:latin typeface="Inter SemiBold"/>
                  <a:ea typeface="Inter SemiBold"/>
                  <a:cs typeface="Inter SemiBold"/>
                </a:defRPr>
              </a:lvl5pPr>
              <a:lvl6pPr algn="l">
                <a:defRPr sz="949" b="0" i="0" kern="0" spc="0">
                  <a:ln w="42810">
                    <a:solidFill>
                      <a:srgbClr val="FFFFFF"/>
                    </a:solidFill>
                    <a:prstDash val="solid"/>
                  </a:ln>
                  <a:solidFill>
                    <a:srgbClr val="FFFFFF"/>
                  </a:solidFill>
                  <a:latin typeface="Inter SemiBold"/>
                  <a:ea typeface="Inter SemiBold"/>
                  <a:cs typeface="Inter SemiBold"/>
                </a:defRPr>
              </a:lvl6pPr>
              <a:lvl7pPr algn="l">
                <a:defRPr sz="949" b="0" i="0" kern="0" spc="0">
                  <a:ln w="42810">
                    <a:solidFill>
                      <a:srgbClr val="FFFFFF"/>
                    </a:solidFill>
                    <a:prstDash val="solid"/>
                  </a:ln>
                  <a:solidFill>
                    <a:srgbClr val="FFFFFF"/>
                  </a:solidFill>
                  <a:latin typeface="Inter SemiBold"/>
                  <a:ea typeface="Inter SemiBold"/>
                  <a:cs typeface="Inter SemiBold"/>
                </a:defRPr>
              </a:lvl7pPr>
              <a:lvl8pPr algn="l">
                <a:defRPr sz="949" b="0" i="0" kern="0" spc="0">
                  <a:ln w="42810">
                    <a:solidFill>
                      <a:srgbClr val="FFFFFF"/>
                    </a:solidFill>
                    <a:prstDash val="solid"/>
                  </a:ln>
                  <a:solidFill>
                    <a:srgbClr val="FFFFFF"/>
                  </a:solidFill>
                  <a:latin typeface="Inter SemiBold"/>
                  <a:ea typeface="Inter SemiBold"/>
                  <a:cs typeface="Inter SemiBold"/>
                </a:defRPr>
              </a:lvl8pPr>
              <a:lvl9pPr algn="l">
                <a:defRPr sz="949" b="0" i="0" kern="0" spc="0">
                  <a:ln w="42810">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949" b="0" i="0" kern="0" spc="0">
                  <a:solidFill>
                    <a:srgbClr val="FFFFFF"/>
                  </a:solidFill>
                  <a:latin typeface="Inter SemiBold"/>
                  <a:ea typeface="Inter SemiBold"/>
                  <a:cs typeface="Inter SemiBold"/>
                </a:defRPr>
              </a:pPr>
              <a:r>
                <a:rPr sz="949" b="0" i="0" kern="0" spc="0">
                  <a:ln w="42810">
                    <a:solidFill>
                      <a:srgbClr val="FFFFFF"/>
                    </a:solidFill>
                    <a:prstDash val="solid"/>
                  </a:ln>
                  <a:solidFill>
                    <a:srgbClr val="FFFFFF"/>
                  </a:solidFill>
                  <a:latin typeface="Inter SemiBold"/>
                  <a:ea typeface="Inter SemiBold"/>
                  <a:cs typeface="Inter SemiBold"/>
                </a:rPr>
                <a:t>d</a:t>
              </a:r>
            </a:p>
          </p:txBody>
        </p:sp>
        <p:sp>
          <p:nvSpPr>
            <p:cNvPr id="105" name="s16 text 50">
              <a:extLst>
                <a:ext uri="{FF2B5EF4-FFF2-40B4-BE49-F238E27FC236}">
                  <a16:creationId xmlns:a16="http://schemas.microsoft.com/office/drawing/2014/main" id="{2C7B9041-D644-49C9-97C6-6B5DFABCA5DB}"/>
                </a:ext>
              </a:extLst>
            </p:cNvPr>
            <p:cNvSpPr>
              <a:spLocks noGrp="1"/>
            </p:cNvSpPr>
            <p:nvPr/>
          </p:nvSpPr>
          <p:spPr>
            <a:xfrm>
              <a:off x="6092015" y="4675033"/>
              <a:ext cx="123454" cy="167691"/>
            </a:xfrm>
            <a:prstGeom prst="rect">
              <a:avLst/>
            </a:prstGeom>
            <a:noFill/>
            <a:ln w="0">
              <a:noFill/>
              <a:prstDash val="solid"/>
            </a:ln>
          </p:spPr>
          <p:txBody>
            <a:bodyPr wrap="none" lIns="0" tIns="0" rIns="0" bIns="0" anchor="t">
              <a:noAutofit/>
            </a:bodyPr>
            <a:lstStyle>
              <a:defPPr algn="l">
                <a:defRPr sz="949" b="0" i="0" kern="0" spc="0">
                  <a:solidFill>
                    <a:srgbClr val="0A2540"/>
                  </a:solidFill>
                  <a:latin typeface="Inter SemiBold"/>
                  <a:ea typeface="Inter SemiBold"/>
                  <a:cs typeface="Inter SemiBold"/>
                </a:defRPr>
              </a:defPPr>
              <a:lvl1pPr algn="l">
                <a:defRPr sz="949" b="0" i="0" kern="0" spc="0">
                  <a:solidFill>
                    <a:srgbClr val="0A2540"/>
                  </a:solidFill>
                  <a:latin typeface="Inter SemiBold"/>
                  <a:ea typeface="Inter SemiBold"/>
                  <a:cs typeface="Inter SemiBold"/>
                </a:defRPr>
              </a:lvl1pPr>
              <a:lvl2pPr algn="l">
                <a:defRPr sz="949" b="0" i="0" kern="0" spc="0">
                  <a:solidFill>
                    <a:srgbClr val="0A2540"/>
                  </a:solidFill>
                  <a:latin typeface="Inter SemiBold"/>
                  <a:ea typeface="Inter SemiBold"/>
                  <a:cs typeface="Inter SemiBold"/>
                </a:defRPr>
              </a:lvl2pPr>
              <a:lvl3pPr algn="l">
                <a:defRPr sz="949" b="0" i="0" kern="0" spc="0">
                  <a:solidFill>
                    <a:srgbClr val="0A2540"/>
                  </a:solidFill>
                  <a:latin typeface="Inter SemiBold"/>
                  <a:ea typeface="Inter SemiBold"/>
                  <a:cs typeface="Inter SemiBold"/>
                </a:defRPr>
              </a:lvl3pPr>
              <a:lvl4pPr algn="l">
                <a:defRPr sz="949" b="0" i="0" kern="0" spc="0">
                  <a:solidFill>
                    <a:srgbClr val="0A2540"/>
                  </a:solidFill>
                  <a:latin typeface="Inter SemiBold"/>
                  <a:ea typeface="Inter SemiBold"/>
                  <a:cs typeface="Inter SemiBold"/>
                </a:defRPr>
              </a:lvl4pPr>
              <a:lvl5pPr algn="l">
                <a:defRPr sz="949" b="0" i="0" kern="0" spc="0">
                  <a:solidFill>
                    <a:srgbClr val="0A2540"/>
                  </a:solidFill>
                  <a:latin typeface="Inter SemiBold"/>
                  <a:ea typeface="Inter SemiBold"/>
                  <a:cs typeface="Inter SemiBold"/>
                </a:defRPr>
              </a:lvl5pPr>
              <a:lvl6pPr algn="l">
                <a:defRPr sz="949" b="0" i="0" kern="0" spc="0">
                  <a:solidFill>
                    <a:srgbClr val="0A2540"/>
                  </a:solidFill>
                  <a:latin typeface="Inter SemiBold"/>
                  <a:ea typeface="Inter SemiBold"/>
                  <a:cs typeface="Inter SemiBold"/>
                </a:defRPr>
              </a:lvl6pPr>
              <a:lvl7pPr algn="l">
                <a:defRPr sz="949" b="0" i="0" kern="0" spc="0">
                  <a:solidFill>
                    <a:srgbClr val="0A2540"/>
                  </a:solidFill>
                  <a:latin typeface="Inter SemiBold"/>
                  <a:ea typeface="Inter SemiBold"/>
                  <a:cs typeface="Inter SemiBold"/>
                </a:defRPr>
              </a:lvl7pPr>
              <a:lvl8pPr algn="l">
                <a:defRPr sz="949" b="0" i="0" kern="0" spc="0">
                  <a:solidFill>
                    <a:srgbClr val="0A2540"/>
                  </a:solidFill>
                  <a:latin typeface="Inter SemiBold"/>
                  <a:ea typeface="Inter SemiBold"/>
                  <a:cs typeface="Inter SemiBold"/>
                </a:defRPr>
              </a:lvl8pPr>
              <a:lvl9pPr algn="l">
                <a:defRPr sz="949" b="0" i="0" kern="0" spc="0">
                  <a:solidFill>
                    <a:srgbClr val="0A2540"/>
                  </a:solidFill>
                  <a:latin typeface="Inter SemiBold"/>
                  <a:ea typeface="Inter SemiBold"/>
                  <a:cs typeface="Inter SemiBold"/>
                </a:defRPr>
              </a:lvl9pPr>
            </a:lstStyle>
            <a:p>
              <a:pPr algn="l">
                <a:lnSpc>
                  <a:spcPct val="100000"/>
                </a:lnSpc>
                <a:buNone/>
                <a:defRPr sz="949" b="0" i="0" kern="0" spc="0">
                  <a:solidFill>
                    <a:srgbClr val="0A2540"/>
                  </a:solidFill>
                  <a:latin typeface="Inter SemiBold"/>
                  <a:ea typeface="Inter SemiBold"/>
                  <a:cs typeface="Inter SemiBold"/>
                </a:defRPr>
              </a:pPr>
              <a:r>
                <a:rPr sz="949" b="0" i="0" kern="0" spc="0">
                  <a:solidFill>
                    <a:srgbClr val="0A2540"/>
                  </a:solidFill>
                  <a:latin typeface="Inter SemiBold"/>
                  <a:ea typeface="Inter SemiBold"/>
                  <a:cs typeface="Inter SemiBold"/>
                </a:rPr>
                <a:t>d</a:t>
              </a:r>
            </a:p>
          </p:txBody>
        </p:sp>
        <p:sp>
          <p:nvSpPr>
            <p:cNvPr id="106" name="s16 text 51 halo">
              <a:extLst>
                <a:ext uri="{FF2B5EF4-FFF2-40B4-BE49-F238E27FC236}">
                  <a16:creationId xmlns:a16="http://schemas.microsoft.com/office/drawing/2014/main" id="{5F139A0C-E407-47F3-8FE8-56CA4EDF8ED9}"/>
                </a:ext>
              </a:extLst>
            </p:cNvPr>
            <p:cNvSpPr>
              <a:spLocks noGrp="1"/>
            </p:cNvSpPr>
            <p:nvPr/>
          </p:nvSpPr>
          <p:spPr>
            <a:xfrm>
              <a:off x="6100498" y="4592576"/>
              <a:ext cx="789232" cy="232899"/>
            </a:xfrm>
            <a:prstGeom prst="rect">
              <a:avLst/>
            </a:prstGeom>
            <a:noFill/>
            <a:ln w="0">
              <a:noFill/>
              <a:prstDash val="solid"/>
            </a:ln>
          </p:spPr>
          <p:txBody>
            <a:bodyPr wrap="none" lIns="0" tIns="0" rIns="0" bIns="0" anchor="t">
              <a:noAutofit/>
            </a:bodyPr>
            <a:lstStyle>
              <a:defPPr algn="l">
                <a:defRPr sz="1318" b="0" i="0" kern="0" spc="-9">
                  <a:ln w="42810">
                    <a:solidFill>
                      <a:srgbClr val="FFFFFF"/>
                    </a:solidFill>
                    <a:prstDash val="solid"/>
                  </a:ln>
                  <a:solidFill>
                    <a:srgbClr val="FFFFFF"/>
                  </a:solidFill>
                  <a:latin typeface="Inter SemiBold"/>
                  <a:ea typeface="Inter SemiBold"/>
                  <a:cs typeface="Inter SemiBold"/>
                </a:defRPr>
              </a:defPPr>
              <a:lvl1pPr algn="l">
                <a:defRPr sz="1318" b="0" i="0" kern="0" spc="-9">
                  <a:ln w="42810">
                    <a:solidFill>
                      <a:srgbClr val="FFFFFF"/>
                    </a:solidFill>
                    <a:prstDash val="solid"/>
                  </a:ln>
                  <a:solidFill>
                    <a:srgbClr val="FFFFFF"/>
                  </a:solidFill>
                  <a:latin typeface="Inter SemiBold"/>
                  <a:ea typeface="Inter SemiBold"/>
                  <a:cs typeface="Inter SemiBold"/>
                </a:defRPr>
              </a:lvl1pPr>
              <a:lvl2pPr algn="l">
                <a:defRPr sz="1318" b="0" i="0" kern="0" spc="-9">
                  <a:ln w="42810">
                    <a:solidFill>
                      <a:srgbClr val="FFFFFF"/>
                    </a:solidFill>
                    <a:prstDash val="solid"/>
                  </a:ln>
                  <a:solidFill>
                    <a:srgbClr val="FFFFFF"/>
                  </a:solidFill>
                  <a:latin typeface="Inter SemiBold"/>
                  <a:ea typeface="Inter SemiBold"/>
                  <a:cs typeface="Inter SemiBold"/>
                </a:defRPr>
              </a:lvl2pPr>
              <a:lvl3pPr algn="l">
                <a:defRPr sz="1318" b="0" i="0" kern="0" spc="-9">
                  <a:ln w="42810">
                    <a:solidFill>
                      <a:srgbClr val="FFFFFF"/>
                    </a:solidFill>
                    <a:prstDash val="solid"/>
                  </a:ln>
                  <a:solidFill>
                    <a:srgbClr val="FFFFFF"/>
                  </a:solidFill>
                  <a:latin typeface="Inter SemiBold"/>
                  <a:ea typeface="Inter SemiBold"/>
                  <a:cs typeface="Inter SemiBold"/>
                </a:defRPr>
              </a:lvl3pPr>
              <a:lvl4pPr algn="l">
                <a:defRPr sz="1318" b="0" i="0" kern="0" spc="-9">
                  <a:ln w="42810">
                    <a:solidFill>
                      <a:srgbClr val="FFFFFF"/>
                    </a:solidFill>
                    <a:prstDash val="solid"/>
                  </a:ln>
                  <a:solidFill>
                    <a:srgbClr val="FFFFFF"/>
                  </a:solidFill>
                  <a:latin typeface="Inter SemiBold"/>
                  <a:ea typeface="Inter SemiBold"/>
                  <a:cs typeface="Inter SemiBold"/>
                </a:defRPr>
              </a:lvl4pPr>
              <a:lvl5pPr algn="l">
                <a:defRPr sz="1318" b="0" i="0" kern="0" spc="-9">
                  <a:ln w="42810">
                    <a:solidFill>
                      <a:srgbClr val="FFFFFF"/>
                    </a:solidFill>
                    <a:prstDash val="solid"/>
                  </a:ln>
                  <a:solidFill>
                    <a:srgbClr val="FFFFFF"/>
                  </a:solidFill>
                  <a:latin typeface="Inter SemiBold"/>
                  <a:ea typeface="Inter SemiBold"/>
                  <a:cs typeface="Inter SemiBold"/>
                </a:defRPr>
              </a:lvl5pPr>
              <a:lvl6pPr algn="l">
                <a:defRPr sz="1318" b="0" i="0" kern="0" spc="-9">
                  <a:ln w="42810">
                    <a:solidFill>
                      <a:srgbClr val="FFFFFF"/>
                    </a:solidFill>
                    <a:prstDash val="solid"/>
                  </a:ln>
                  <a:solidFill>
                    <a:srgbClr val="FFFFFF"/>
                  </a:solidFill>
                  <a:latin typeface="Inter SemiBold"/>
                  <a:ea typeface="Inter SemiBold"/>
                  <a:cs typeface="Inter SemiBold"/>
                </a:defRPr>
              </a:lvl6pPr>
              <a:lvl7pPr algn="l">
                <a:defRPr sz="1318" b="0" i="0" kern="0" spc="-9">
                  <a:ln w="42810">
                    <a:solidFill>
                      <a:srgbClr val="FFFFFF"/>
                    </a:solidFill>
                    <a:prstDash val="solid"/>
                  </a:ln>
                  <a:solidFill>
                    <a:srgbClr val="FFFFFF"/>
                  </a:solidFill>
                  <a:latin typeface="Inter SemiBold"/>
                  <a:ea typeface="Inter SemiBold"/>
                  <a:cs typeface="Inter SemiBold"/>
                </a:defRPr>
              </a:lvl7pPr>
              <a:lvl8pPr algn="l">
                <a:defRPr sz="1318" b="0" i="0" kern="0" spc="-9">
                  <a:ln w="42810">
                    <a:solidFill>
                      <a:srgbClr val="FFFFFF"/>
                    </a:solidFill>
                    <a:prstDash val="solid"/>
                  </a:ln>
                  <a:solidFill>
                    <a:srgbClr val="FFFFFF"/>
                  </a:solidFill>
                  <a:latin typeface="Inter SemiBold"/>
                  <a:ea typeface="Inter SemiBold"/>
                  <a:cs typeface="Inter SemiBold"/>
                </a:defRPr>
              </a:lvl8pPr>
              <a:lvl9pPr algn="l">
                <a:defRPr sz="1318" b="0" i="0" kern="0" spc="-9">
                  <a:ln w="42810">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318" b="0" i="0" kern="0" spc="-9">
                  <a:solidFill>
                    <a:srgbClr val="FFFFFF"/>
                  </a:solidFill>
                  <a:latin typeface="Inter SemiBold"/>
                  <a:ea typeface="Inter SemiBold"/>
                  <a:cs typeface="Inter SemiBold"/>
                </a:defRPr>
              </a:pPr>
              <a:r>
                <a:rPr sz="1318" b="0" i="0" kern="0" spc="-9">
                  <a:ln w="42810">
                    <a:solidFill>
                      <a:srgbClr val="FFFFFF"/>
                    </a:solidFill>
                    <a:prstDash val="solid"/>
                  </a:ln>
                  <a:solidFill>
                    <a:srgbClr val="FFFFFF"/>
                  </a:solidFill>
                  <a:latin typeface="Inter SemiBold"/>
                  <a:ea typeface="Inter SemiBold"/>
                  <a:cs typeface="Inter SemiBold"/>
                </a:rPr>
                <a:t>= 38,750</a:t>
              </a:r>
            </a:p>
          </p:txBody>
        </p:sp>
        <p:sp>
          <p:nvSpPr>
            <p:cNvPr id="107" name="s16 text 51">
              <a:extLst>
                <a:ext uri="{FF2B5EF4-FFF2-40B4-BE49-F238E27FC236}">
                  <a16:creationId xmlns:a16="http://schemas.microsoft.com/office/drawing/2014/main" id="{3A5210AF-3C77-49EB-B5B5-EB9484C964FC}"/>
                </a:ext>
              </a:extLst>
            </p:cNvPr>
            <p:cNvSpPr>
              <a:spLocks noGrp="1"/>
            </p:cNvSpPr>
            <p:nvPr/>
          </p:nvSpPr>
          <p:spPr>
            <a:xfrm>
              <a:off x="6100498" y="4592576"/>
              <a:ext cx="789232" cy="232899"/>
            </a:xfrm>
            <a:prstGeom prst="rect">
              <a:avLst/>
            </a:prstGeom>
            <a:noFill/>
            <a:ln w="0">
              <a:noFill/>
              <a:prstDash val="solid"/>
            </a:ln>
          </p:spPr>
          <p:txBody>
            <a:bodyPr wrap="none" lIns="0" tIns="0" rIns="0" bIns="0" anchor="t">
              <a:noAutofit/>
            </a:bodyPr>
            <a:lstStyle>
              <a:defPPr algn="l">
                <a:defRPr sz="1318" b="0" i="0" kern="0" spc="-9">
                  <a:solidFill>
                    <a:srgbClr val="0A2540"/>
                  </a:solidFill>
                  <a:latin typeface="Inter SemiBold"/>
                  <a:ea typeface="Inter SemiBold"/>
                  <a:cs typeface="Inter SemiBold"/>
                </a:defRPr>
              </a:defPPr>
              <a:lvl1pPr algn="l">
                <a:defRPr sz="1318" b="0" i="0" kern="0" spc="-9">
                  <a:solidFill>
                    <a:srgbClr val="0A2540"/>
                  </a:solidFill>
                  <a:latin typeface="Inter SemiBold"/>
                  <a:ea typeface="Inter SemiBold"/>
                  <a:cs typeface="Inter SemiBold"/>
                </a:defRPr>
              </a:lvl1pPr>
              <a:lvl2pPr algn="l">
                <a:defRPr sz="1318" b="0" i="0" kern="0" spc="-9">
                  <a:solidFill>
                    <a:srgbClr val="0A2540"/>
                  </a:solidFill>
                  <a:latin typeface="Inter SemiBold"/>
                  <a:ea typeface="Inter SemiBold"/>
                  <a:cs typeface="Inter SemiBold"/>
                </a:defRPr>
              </a:lvl2pPr>
              <a:lvl3pPr algn="l">
                <a:defRPr sz="1318" b="0" i="0" kern="0" spc="-9">
                  <a:solidFill>
                    <a:srgbClr val="0A2540"/>
                  </a:solidFill>
                  <a:latin typeface="Inter SemiBold"/>
                  <a:ea typeface="Inter SemiBold"/>
                  <a:cs typeface="Inter SemiBold"/>
                </a:defRPr>
              </a:lvl3pPr>
              <a:lvl4pPr algn="l">
                <a:defRPr sz="1318" b="0" i="0" kern="0" spc="-9">
                  <a:solidFill>
                    <a:srgbClr val="0A2540"/>
                  </a:solidFill>
                  <a:latin typeface="Inter SemiBold"/>
                  <a:ea typeface="Inter SemiBold"/>
                  <a:cs typeface="Inter SemiBold"/>
                </a:defRPr>
              </a:lvl4pPr>
              <a:lvl5pPr algn="l">
                <a:defRPr sz="1318" b="0" i="0" kern="0" spc="-9">
                  <a:solidFill>
                    <a:srgbClr val="0A2540"/>
                  </a:solidFill>
                  <a:latin typeface="Inter SemiBold"/>
                  <a:ea typeface="Inter SemiBold"/>
                  <a:cs typeface="Inter SemiBold"/>
                </a:defRPr>
              </a:lvl5pPr>
              <a:lvl6pPr algn="l">
                <a:defRPr sz="1318" b="0" i="0" kern="0" spc="-9">
                  <a:solidFill>
                    <a:srgbClr val="0A2540"/>
                  </a:solidFill>
                  <a:latin typeface="Inter SemiBold"/>
                  <a:ea typeface="Inter SemiBold"/>
                  <a:cs typeface="Inter SemiBold"/>
                </a:defRPr>
              </a:lvl6pPr>
              <a:lvl7pPr algn="l">
                <a:defRPr sz="1318" b="0" i="0" kern="0" spc="-9">
                  <a:solidFill>
                    <a:srgbClr val="0A2540"/>
                  </a:solidFill>
                  <a:latin typeface="Inter SemiBold"/>
                  <a:ea typeface="Inter SemiBold"/>
                  <a:cs typeface="Inter SemiBold"/>
                </a:defRPr>
              </a:lvl7pPr>
              <a:lvl8pPr algn="l">
                <a:defRPr sz="1318" b="0" i="0" kern="0" spc="-9">
                  <a:solidFill>
                    <a:srgbClr val="0A2540"/>
                  </a:solidFill>
                  <a:latin typeface="Inter SemiBold"/>
                  <a:ea typeface="Inter SemiBold"/>
                  <a:cs typeface="Inter SemiBold"/>
                </a:defRPr>
              </a:lvl8pPr>
              <a:lvl9pPr algn="l">
                <a:defRPr sz="1318" b="0" i="0" kern="0" spc="-9">
                  <a:solidFill>
                    <a:srgbClr val="0A2540"/>
                  </a:solidFill>
                  <a:latin typeface="Inter SemiBold"/>
                  <a:ea typeface="Inter SemiBold"/>
                  <a:cs typeface="Inter SemiBold"/>
                </a:defRPr>
              </a:lvl9pPr>
            </a:lstStyle>
            <a:p>
              <a:pPr algn="l">
                <a:lnSpc>
                  <a:spcPct val="100000"/>
                </a:lnSpc>
                <a:buNone/>
                <a:defRPr sz="1318" b="0" i="0" kern="0" spc="-9">
                  <a:solidFill>
                    <a:srgbClr val="0A2540"/>
                  </a:solidFill>
                  <a:latin typeface="Inter SemiBold"/>
                  <a:ea typeface="Inter SemiBold"/>
                  <a:cs typeface="Inter SemiBold"/>
                </a:defRPr>
              </a:pPr>
              <a:r>
                <a:rPr sz="1318" b="0" i="0" kern="0" spc="-9">
                  <a:solidFill>
                    <a:srgbClr val="0A2540"/>
                  </a:solidFill>
                  <a:latin typeface="Inter SemiBold"/>
                  <a:ea typeface="Inter SemiBold"/>
                  <a:cs typeface="Inter SemiBold"/>
                </a:rPr>
                <a:t>= 38,750</a:t>
              </a:r>
            </a:p>
          </p:txBody>
        </p:sp>
        <p:sp>
          <p:nvSpPr>
            <p:cNvPr id="108" name="s16 text 52 halo">
              <a:extLst>
                <a:ext uri="{FF2B5EF4-FFF2-40B4-BE49-F238E27FC236}">
                  <a16:creationId xmlns:a16="http://schemas.microsoft.com/office/drawing/2014/main" id="{D4F3DF69-FEFA-413F-8A38-013ECAA5B3D3}"/>
                </a:ext>
              </a:extLst>
            </p:cNvPr>
            <p:cNvSpPr>
              <a:spLocks noGrp="1"/>
            </p:cNvSpPr>
            <p:nvPr/>
          </p:nvSpPr>
          <p:spPr>
            <a:xfrm>
              <a:off x="4467147" y="3874239"/>
              <a:ext cx="1545279" cy="260235"/>
            </a:xfrm>
            <a:prstGeom prst="rect">
              <a:avLst/>
            </a:prstGeom>
            <a:noFill/>
            <a:ln w="0">
              <a:noFill/>
              <a:prstDash val="solid"/>
            </a:ln>
          </p:spPr>
          <p:txBody>
            <a:bodyPr wrap="none" lIns="0" tIns="0" rIns="0" bIns="0" anchor="t">
              <a:noAutofit/>
            </a:bodyPr>
            <a:lstStyle>
              <a:defPPr algn="l">
                <a:defRPr sz="1473" b="1" i="0" kern="0" spc="-9">
                  <a:ln w="42810">
                    <a:solidFill>
                      <a:srgbClr val="FFFFFF"/>
                    </a:solidFill>
                    <a:prstDash val="solid"/>
                  </a:ln>
                  <a:solidFill>
                    <a:srgbClr val="FFFFFF"/>
                  </a:solidFill>
                  <a:latin typeface="Inter"/>
                  <a:ea typeface="Inter"/>
                  <a:cs typeface="Inter"/>
                </a:defRPr>
              </a:defPPr>
              <a:lvl1pPr algn="l">
                <a:defRPr sz="1473" b="1" i="0" kern="0" spc="-9">
                  <a:ln w="42810">
                    <a:solidFill>
                      <a:srgbClr val="FFFFFF"/>
                    </a:solidFill>
                    <a:prstDash val="solid"/>
                  </a:ln>
                  <a:solidFill>
                    <a:srgbClr val="FFFFFF"/>
                  </a:solidFill>
                  <a:latin typeface="Inter"/>
                  <a:ea typeface="Inter"/>
                  <a:cs typeface="Inter"/>
                </a:defRPr>
              </a:lvl1pPr>
              <a:lvl2pPr algn="l">
                <a:defRPr sz="1473" b="1" i="0" kern="0" spc="-9">
                  <a:ln w="42810">
                    <a:solidFill>
                      <a:srgbClr val="FFFFFF"/>
                    </a:solidFill>
                    <a:prstDash val="solid"/>
                  </a:ln>
                  <a:solidFill>
                    <a:srgbClr val="FFFFFF"/>
                  </a:solidFill>
                  <a:latin typeface="Inter"/>
                  <a:ea typeface="Inter"/>
                  <a:cs typeface="Inter"/>
                </a:defRPr>
              </a:lvl2pPr>
              <a:lvl3pPr algn="l">
                <a:defRPr sz="1473" b="1" i="0" kern="0" spc="-9">
                  <a:ln w="42810">
                    <a:solidFill>
                      <a:srgbClr val="FFFFFF"/>
                    </a:solidFill>
                    <a:prstDash val="solid"/>
                  </a:ln>
                  <a:solidFill>
                    <a:srgbClr val="FFFFFF"/>
                  </a:solidFill>
                  <a:latin typeface="Inter"/>
                  <a:ea typeface="Inter"/>
                  <a:cs typeface="Inter"/>
                </a:defRPr>
              </a:lvl3pPr>
              <a:lvl4pPr algn="l">
                <a:defRPr sz="1473" b="1" i="0" kern="0" spc="-9">
                  <a:ln w="42810">
                    <a:solidFill>
                      <a:srgbClr val="FFFFFF"/>
                    </a:solidFill>
                    <a:prstDash val="solid"/>
                  </a:ln>
                  <a:solidFill>
                    <a:srgbClr val="FFFFFF"/>
                  </a:solidFill>
                  <a:latin typeface="Inter"/>
                  <a:ea typeface="Inter"/>
                  <a:cs typeface="Inter"/>
                </a:defRPr>
              </a:lvl4pPr>
              <a:lvl5pPr algn="l">
                <a:defRPr sz="1473" b="1" i="0" kern="0" spc="-9">
                  <a:ln w="42810">
                    <a:solidFill>
                      <a:srgbClr val="FFFFFF"/>
                    </a:solidFill>
                    <a:prstDash val="solid"/>
                  </a:ln>
                  <a:solidFill>
                    <a:srgbClr val="FFFFFF"/>
                  </a:solidFill>
                  <a:latin typeface="Inter"/>
                  <a:ea typeface="Inter"/>
                  <a:cs typeface="Inter"/>
                </a:defRPr>
              </a:lvl5pPr>
              <a:lvl6pPr algn="l">
                <a:defRPr sz="1473" b="1" i="0" kern="0" spc="-9">
                  <a:ln w="42810">
                    <a:solidFill>
                      <a:srgbClr val="FFFFFF"/>
                    </a:solidFill>
                    <a:prstDash val="solid"/>
                  </a:ln>
                  <a:solidFill>
                    <a:srgbClr val="FFFFFF"/>
                  </a:solidFill>
                  <a:latin typeface="Inter"/>
                  <a:ea typeface="Inter"/>
                  <a:cs typeface="Inter"/>
                </a:defRPr>
              </a:lvl6pPr>
              <a:lvl7pPr algn="l">
                <a:defRPr sz="1473" b="1" i="0" kern="0" spc="-9">
                  <a:ln w="42810">
                    <a:solidFill>
                      <a:srgbClr val="FFFFFF"/>
                    </a:solidFill>
                    <a:prstDash val="solid"/>
                  </a:ln>
                  <a:solidFill>
                    <a:srgbClr val="FFFFFF"/>
                  </a:solidFill>
                  <a:latin typeface="Inter"/>
                  <a:ea typeface="Inter"/>
                  <a:cs typeface="Inter"/>
                </a:defRPr>
              </a:lvl7pPr>
              <a:lvl8pPr algn="l">
                <a:defRPr sz="1473" b="1" i="0" kern="0" spc="-9">
                  <a:ln w="42810">
                    <a:solidFill>
                      <a:srgbClr val="FFFFFF"/>
                    </a:solidFill>
                    <a:prstDash val="solid"/>
                  </a:ln>
                  <a:solidFill>
                    <a:srgbClr val="FFFFFF"/>
                  </a:solidFill>
                  <a:latin typeface="Inter"/>
                  <a:ea typeface="Inter"/>
                  <a:cs typeface="Inter"/>
                </a:defRPr>
              </a:lvl8pPr>
              <a:lvl9pPr algn="l">
                <a:defRPr sz="1473" b="1" i="0" kern="0" spc="-9">
                  <a:ln w="42810">
                    <a:solidFill>
                      <a:srgbClr val="FFFFFF"/>
                    </a:solidFill>
                    <a:prstDash val="solid"/>
                  </a:ln>
                  <a:solidFill>
                    <a:srgbClr val="FFFFFF"/>
                  </a:solidFill>
                  <a:latin typeface="Inter"/>
                  <a:ea typeface="Inter"/>
                  <a:cs typeface="Inter"/>
                </a:defRPr>
              </a:lvl9pPr>
            </a:lstStyle>
            <a:p>
              <a:pPr algn="l">
                <a:lnSpc>
                  <a:spcPct val="100000"/>
                </a:lnSpc>
                <a:buNone/>
                <a:defRPr sz="1473" b="1" i="0" kern="0" spc="-9">
                  <a:solidFill>
                    <a:srgbClr val="FFFFFF"/>
                  </a:solidFill>
                  <a:latin typeface="Inter"/>
                  <a:ea typeface="Inter"/>
                  <a:cs typeface="Inter"/>
                </a:defRPr>
              </a:pPr>
              <a:r>
                <a:rPr sz="1473" b="1" i="0" kern="0" spc="-9">
                  <a:ln w="42810">
                    <a:solidFill>
                      <a:srgbClr val="FFFFFF"/>
                    </a:solidFill>
                    <a:prstDash val="solid"/>
                  </a:ln>
                  <a:solidFill>
                    <a:srgbClr val="FFFFFF"/>
                  </a:solidFill>
                  <a:latin typeface="Inter"/>
                  <a:ea typeface="Inter"/>
                  <a:cs typeface="Inter"/>
                </a:rPr>
                <a:t>Imports = 3,600</a:t>
              </a:r>
            </a:p>
          </p:txBody>
        </p:sp>
        <p:sp>
          <p:nvSpPr>
            <p:cNvPr id="109" name="s16 text 52">
              <a:extLst>
                <a:ext uri="{FF2B5EF4-FFF2-40B4-BE49-F238E27FC236}">
                  <a16:creationId xmlns:a16="http://schemas.microsoft.com/office/drawing/2014/main" id="{D4FF4135-F018-42F5-910A-A70B0E247F06}"/>
                </a:ext>
              </a:extLst>
            </p:cNvPr>
            <p:cNvSpPr>
              <a:spLocks noGrp="1"/>
            </p:cNvSpPr>
            <p:nvPr/>
          </p:nvSpPr>
          <p:spPr>
            <a:xfrm>
              <a:off x="4467147" y="3874239"/>
              <a:ext cx="1545279" cy="260235"/>
            </a:xfrm>
            <a:prstGeom prst="rect">
              <a:avLst/>
            </a:prstGeom>
            <a:noFill/>
            <a:ln w="0">
              <a:noFill/>
              <a:prstDash val="solid"/>
            </a:ln>
          </p:spPr>
          <p:txBody>
            <a:bodyPr wrap="none" lIns="0" tIns="0" rIns="0" bIns="0" anchor="t">
              <a:noAutofit/>
            </a:bodyPr>
            <a:lstStyle>
              <a:defPPr algn="l">
                <a:defRPr sz="1473" b="1" i="0" kern="0" spc="-9">
                  <a:solidFill>
                    <a:srgbClr val="D97706"/>
                  </a:solidFill>
                  <a:latin typeface="Inter"/>
                  <a:ea typeface="Inter"/>
                  <a:cs typeface="Inter"/>
                </a:defRPr>
              </a:defPPr>
              <a:lvl1pPr algn="l">
                <a:defRPr sz="1473" b="1" i="0" kern="0" spc="-9">
                  <a:solidFill>
                    <a:srgbClr val="D97706"/>
                  </a:solidFill>
                  <a:latin typeface="Inter"/>
                  <a:ea typeface="Inter"/>
                  <a:cs typeface="Inter"/>
                </a:defRPr>
              </a:lvl1pPr>
              <a:lvl2pPr algn="l">
                <a:defRPr sz="1473" b="1" i="0" kern="0" spc="-9">
                  <a:solidFill>
                    <a:srgbClr val="D97706"/>
                  </a:solidFill>
                  <a:latin typeface="Inter"/>
                  <a:ea typeface="Inter"/>
                  <a:cs typeface="Inter"/>
                </a:defRPr>
              </a:lvl2pPr>
              <a:lvl3pPr algn="l">
                <a:defRPr sz="1473" b="1" i="0" kern="0" spc="-9">
                  <a:solidFill>
                    <a:srgbClr val="D97706"/>
                  </a:solidFill>
                  <a:latin typeface="Inter"/>
                  <a:ea typeface="Inter"/>
                  <a:cs typeface="Inter"/>
                </a:defRPr>
              </a:lvl3pPr>
              <a:lvl4pPr algn="l">
                <a:defRPr sz="1473" b="1" i="0" kern="0" spc="-9">
                  <a:solidFill>
                    <a:srgbClr val="D97706"/>
                  </a:solidFill>
                  <a:latin typeface="Inter"/>
                  <a:ea typeface="Inter"/>
                  <a:cs typeface="Inter"/>
                </a:defRPr>
              </a:lvl4pPr>
              <a:lvl5pPr algn="l">
                <a:defRPr sz="1473" b="1" i="0" kern="0" spc="-9">
                  <a:solidFill>
                    <a:srgbClr val="D97706"/>
                  </a:solidFill>
                  <a:latin typeface="Inter"/>
                  <a:ea typeface="Inter"/>
                  <a:cs typeface="Inter"/>
                </a:defRPr>
              </a:lvl5pPr>
              <a:lvl6pPr algn="l">
                <a:defRPr sz="1473" b="1" i="0" kern="0" spc="-9">
                  <a:solidFill>
                    <a:srgbClr val="D97706"/>
                  </a:solidFill>
                  <a:latin typeface="Inter"/>
                  <a:ea typeface="Inter"/>
                  <a:cs typeface="Inter"/>
                </a:defRPr>
              </a:lvl6pPr>
              <a:lvl7pPr algn="l">
                <a:defRPr sz="1473" b="1" i="0" kern="0" spc="-9">
                  <a:solidFill>
                    <a:srgbClr val="D97706"/>
                  </a:solidFill>
                  <a:latin typeface="Inter"/>
                  <a:ea typeface="Inter"/>
                  <a:cs typeface="Inter"/>
                </a:defRPr>
              </a:lvl7pPr>
              <a:lvl8pPr algn="l">
                <a:defRPr sz="1473" b="1" i="0" kern="0" spc="-9">
                  <a:solidFill>
                    <a:srgbClr val="D97706"/>
                  </a:solidFill>
                  <a:latin typeface="Inter"/>
                  <a:ea typeface="Inter"/>
                  <a:cs typeface="Inter"/>
                </a:defRPr>
              </a:lvl8pPr>
              <a:lvl9pPr algn="l">
                <a:defRPr sz="1473" b="1" i="0" kern="0" spc="-9">
                  <a:solidFill>
                    <a:srgbClr val="D97706"/>
                  </a:solidFill>
                  <a:latin typeface="Inter"/>
                  <a:ea typeface="Inter"/>
                  <a:cs typeface="Inter"/>
                </a:defRPr>
              </a:lvl9pPr>
            </a:lstStyle>
            <a:p>
              <a:pPr algn="l">
                <a:lnSpc>
                  <a:spcPct val="100000"/>
                </a:lnSpc>
                <a:buNone/>
                <a:defRPr sz="1473" b="1" i="0" kern="0" spc="-9">
                  <a:solidFill>
                    <a:srgbClr val="D97706"/>
                  </a:solidFill>
                  <a:latin typeface="Inter"/>
                  <a:ea typeface="Inter"/>
                  <a:cs typeface="Inter"/>
                </a:defRPr>
              </a:pPr>
              <a:r>
                <a:rPr sz="1473" b="1" i="0" kern="0" spc="-9">
                  <a:solidFill>
                    <a:srgbClr val="D97706"/>
                  </a:solidFill>
                  <a:latin typeface="Inter"/>
                  <a:ea typeface="Inter"/>
                  <a:cs typeface="Inter"/>
                </a:rPr>
                <a:t>Imports = 3,600</a:t>
              </a:r>
            </a:p>
          </p:txBody>
        </p:sp>
        <p:sp>
          <p:nvSpPr>
            <p:cNvPr id="110" name="s16 text 53 halo">
              <a:extLst>
                <a:ext uri="{FF2B5EF4-FFF2-40B4-BE49-F238E27FC236}">
                  <a16:creationId xmlns:a16="http://schemas.microsoft.com/office/drawing/2014/main" id="{CCED4D11-434F-4E9B-B28D-909B74423451}"/>
                </a:ext>
              </a:extLst>
            </p:cNvPr>
            <p:cNvSpPr>
              <a:spLocks noGrp="1"/>
            </p:cNvSpPr>
            <p:nvPr/>
          </p:nvSpPr>
          <p:spPr>
            <a:xfrm>
              <a:off x="935455" y="5210964"/>
              <a:ext cx="2549462" cy="246517"/>
            </a:xfrm>
            <a:prstGeom prst="rect">
              <a:avLst/>
            </a:prstGeom>
            <a:noFill/>
            <a:ln w="0">
              <a:noFill/>
              <a:prstDash val="solid"/>
            </a:ln>
          </p:spPr>
          <p:txBody>
            <a:bodyPr wrap="none" lIns="0" tIns="0" rIns="0" bIns="0" anchor="t">
              <a:noAutofit/>
            </a:bodyPr>
            <a:lstStyle>
              <a:defPPr algn="l">
                <a:defRPr sz="1395" b="1" i="0" kern="0" spc="-9">
                  <a:ln w="42810">
                    <a:solidFill>
                      <a:srgbClr val="FFFFFF"/>
                    </a:solidFill>
                    <a:prstDash val="solid"/>
                  </a:ln>
                  <a:solidFill>
                    <a:srgbClr val="FFFFFF"/>
                  </a:solidFill>
                  <a:latin typeface="Inter"/>
                  <a:ea typeface="Inter"/>
                  <a:cs typeface="Inter"/>
                </a:defRPr>
              </a:defPPr>
              <a:lvl1pPr algn="l">
                <a:defRPr sz="1395" b="1" i="0" kern="0" spc="-9">
                  <a:ln w="42810">
                    <a:solidFill>
                      <a:srgbClr val="FFFFFF"/>
                    </a:solidFill>
                    <a:prstDash val="solid"/>
                  </a:ln>
                  <a:solidFill>
                    <a:srgbClr val="FFFFFF"/>
                  </a:solidFill>
                  <a:latin typeface="Inter"/>
                  <a:ea typeface="Inter"/>
                  <a:cs typeface="Inter"/>
                </a:defRPr>
              </a:lvl1pPr>
              <a:lvl2pPr algn="l">
                <a:defRPr sz="1395" b="1" i="0" kern="0" spc="-9">
                  <a:ln w="42810">
                    <a:solidFill>
                      <a:srgbClr val="FFFFFF"/>
                    </a:solidFill>
                    <a:prstDash val="solid"/>
                  </a:ln>
                  <a:solidFill>
                    <a:srgbClr val="FFFFFF"/>
                  </a:solidFill>
                  <a:latin typeface="Inter"/>
                  <a:ea typeface="Inter"/>
                  <a:cs typeface="Inter"/>
                </a:defRPr>
              </a:lvl2pPr>
              <a:lvl3pPr algn="l">
                <a:defRPr sz="1395" b="1" i="0" kern="0" spc="-9">
                  <a:ln w="42810">
                    <a:solidFill>
                      <a:srgbClr val="FFFFFF"/>
                    </a:solidFill>
                    <a:prstDash val="solid"/>
                  </a:ln>
                  <a:solidFill>
                    <a:srgbClr val="FFFFFF"/>
                  </a:solidFill>
                  <a:latin typeface="Inter"/>
                  <a:ea typeface="Inter"/>
                  <a:cs typeface="Inter"/>
                </a:defRPr>
              </a:lvl3pPr>
              <a:lvl4pPr algn="l">
                <a:defRPr sz="1395" b="1" i="0" kern="0" spc="-9">
                  <a:ln w="42810">
                    <a:solidFill>
                      <a:srgbClr val="FFFFFF"/>
                    </a:solidFill>
                    <a:prstDash val="solid"/>
                  </a:ln>
                  <a:solidFill>
                    <a:srgbClr val="FFFFFF"/>
                  </a:solidFill>
                  <a:latin typeface="Inter"/>
                  <a:ea typeface="Inter"/>
                  <a:cs typeface="Inter"/>
                </a:defRPr>
              </a:lvl4pPr>
              <a:lvl5pPr algn="l">
                <a:defRPr sz="1395" b="1" i="0" kern="0" spc="-9">
                  <a:ln w="42810">
                    <a:solidFill>
                      <a:srgbClr val="FFFFFF"/>
                    </a:solidFill>
                    <a:prstDash val="solid"/>
                  </a:ln>
                  <a:solidFill>
                    <a:srgbClr val="FFFFFF"/>
                  </a:solidFill>
                  <a:latin typeface="Inter"/>
                  <a:ea typeface="Inter"/>
                  <a:cs typeface="Inter"/>
                </a:defRPr>
              </a:lvl5pPr>
              <a:lvl6pPr algn="l">
                <a:defRPr sz="1395" b="1" i="0" kern="0" spc="-9">
                  <a:ln w="42810">
                    <a:solidFill>
                      <a:srgbClr val="FFFFFF"/>
                    </a:solidFill>
                    <a:prstDash val="solid"/>
                  </a:ln>
                  <a:solidFill>
                    <a:srgbClr val="FFFFFF"/>
                  </a:solidFill>
                  <a:latin typeface="Inter"/>
                  <a:ea typeface="Inter"/>
                  <a:cs typeface="Inter"/>
                </a:defRPr>
              </a:lvl6pPr>
              <a:lvl7pPr algn="l">
                <a:defRPr sz="1395" b="1" i="0" kern="0" spc="-9">
                  <a:ln w="42810">
                    <a:solidFill>
                      <a:srgbClr val="FFFFFF"/>
                    </a:solidFill>
                    <a:prstDash val="solid"/>
                  </a:ln>
                  <a:solidFill>
                    <a:srgbClr val="FFFFFF"/>
                  </a:solidFill>
                  <a:latin typeface="Inter"/>
                  <a:ea typeface="Inter"/>
                  <a:cs typeface="Inter"/>
                </a:defRPr>
              </a:lvl7pPr>
              <a:lvl8pPr algn="l">
                <a:defRPr sz="1395" b="1" i="0" kern="0" spc="-9">
                  <a:ln w="42810">
                    <a:solidFill>
                      <a:srgbClr val="FFFFFF"/>
                    </a:solidFill>
                    <a:prstDash val="solid"/>
                  </a:ln>
                  <a:solidFill>
                    <a:srgbClr val="FFFFFF"/>
                  </a:solidFill>
                  <a:latin typeface="Inter"/>
                  <a:ea typeface="Inter"/>
                  <a:cs typeface="Inter"/>
                </a:defRPr>
              </a:lvl8pPr>
              <a:lvl9pPr algn="l">
                <a:defRPr sz="1395" b="1" i="0" kern="0" spc="-9">
                  <a:ln w="42810">
                    <a:solidFill>
                      <a:srgbClr val="FFFFFF"/>
                    </a:solidFill>
                    <a:prstDash val="solid"/>
                  </a:ln>
                  <a:solidFill>
                    <a:srgbClr val="FFFFFF"/>
                  </a:solidFill>
                  <a:latin typeface="Inter"/>
                  <a:ea typeface="Inter"/>
                  <a:cs typeface="Inter"/>
                </a:defRPr>
              </a:lvl9pPr>
            </a:lstStyle>
            <a:p>
              <a:pPr algn="l">
                <a:lnSpc>
                  <a:spcPct val="100000"/>
                </a:lnSpc>
                <a:buNone/>
                <a:defRPr sz="1395" b="1" i="0" kern="0" spc="-9">
                  <a:solidFill>
                    <a:srgbClr val="FFFFFF"/>
                  </a:solidFill>
                  <a:latin typeface="Inter"/>
                  <a:ea typeface="Inter"/>
                  <a:cs typeface="Inter"/>
                </a:defRPr>
              </a:pPr>
              <a:r>
                <a:rPr sz="1395" b="1" i="0" kern="0" spc="-9">
                  <a:ln w="42810">
                    <a:solidFill>
                      <a:srgbClr val="FFFFFF"/>
                    </a:solidFill>
                    <a:prstDash val="solid"/>
                  </a:ln>
                  <a:solidFill>
                    <a:srgbClr val="FFFFFF"/>
                  </a:solidFill>
                  <a:latin typeface="Inter"/>
                  <a:ea typeface="Inter"/>
                  <a:cs typeface="Inter"/>
                </a:rPr>
                <a:t>Reduction in imports = 1,200</a:t>
              </a:r>
            </a:p>
          </p:txBody>
        </p:sp>
        <p:sp>
          <p:nvSpPr>
            <p:cNvPr id="111" name="s16 text 53">
              <a:extLst>
                <a:ext uri="{FF2B5EF4-FFF2-40B4-BE49-F238E27FC236}">
                  <a16:creationId xmlns:a16="http://schemas.microsoft.com/office/drawing/2014/main" id="{3CD7937E-07AB-4615-A650-EBAE67158AD7}"/>
                </a:ext>
              </a:extLst>
            </p:cNvPr>
            <p:cNvSpPr>
              <a:spLocks noGrp="1"/>
            </p:cNvSpPr>
            <p:nvPr/>
          </p:nvSpPr>
          <p:spPr>
            <a:xfrm>
              <a:off x="935455" y="5210964"/>
              <a:ext cx="2549462" cy="246517"/>
            </a:xfrm>
            <a:prstGeom prst="rect">
              <a:avLst/>
            </a:prstGeom>
            <a:noFill/>
            <a:ln w="0">
              <a:noFill/>
              <a:prstDash val="solid"/>
            </a:ln>
          </p:spPr>
          <p:txBody>
            <a:bodyPr wrap="none" lIns="0" tIns="0" rIns="0" bIns="0" anchor="t">
              <a:noAutofit/>
            </a:bodyPr>
            <a:lstStyle>
              <a:defPPr algn="l">
                <a:defRPr sz="1395" b="1" i="0" kern="0" spc="-9">
                  <a:solidFill>
                    <a:srgbClr val="DC2626"/>
                  </a:solidFill>
                  <a:latin typeface="Inter"/>
                  <a:ea typeface="Inter"/>
                  <a:cs typeface="Inter"/>
                </a:defRPr>
              </a:defPPr>
              <a:lvl1pPr algn="l">
                <a:defRPr sz="1395" b="1" i="0" kern="0" spc="-9">
                  <a:solidFill>
                    <a:srgbClr val="DC2626"/>
                  </a:solidFill>
                  <a:latin typeface="Inter"/>
                  <a:ea typeface="Inter"/>
                  <a:cs typeface="Inter"/>
                </a:defRPr>
              </a:lvl1pPr>
              <a:lvl2pPr algn="l">
                <a:defRPr sz="1395" b="1" i="0" kern="0" spc="-9">
                  <a:solidFill>
                    <a:srgbClr val="DC2626"/>
                  </a:solidFill>
                  <a:latin typeface="Inter"/>
                  <a:ea typeface="Inter"/>
                  <a:cs typeface="Inter"/>
                </a:defRPr>
              </a:lvl2pPr>
              <a:lvl3pPr algn="l">
                <a:defRPr sz="1395" b="1" i="0" kern="0" spc="-9">
                  <a:solidFill>
                    <a:srgbClr val="DC2626"/>
                  </a:solidFill>
                  <a:latin typeface="Inter"/>
                  <a:ea typeface="Inter"/>
                  <a:cs typeface="Inter"/>
                </a:defRPr>
              </a:lvl3pPr>
              <a:lvl4pPr algn="l">
                <a:defRPr sz="1395" b="1" i="0" kern="0" spc="-9">
                  <a:solidFill>
                    <a:srgbClr val="DC2626"/>
                  </a:solidFill>
                  <a:latin typeface="Inter"/>
                  <a:ea typeface="Inter"/>
                  <a:cs typeface="Inter"/>
                </a:defRPr>
              </a:lvl4pPr>
              <a:lvl5pPr algn="l">
                <a:defRPr sz="1395" b="1" i="0" kern="0" spc="-9">
                  <a:solidFill>
                    <a:srgbClr val="DC2626"/>
                  </a:solidFill>
                  <a:latin typeface="Inter"/>
                  <a:ea typeface="Inter"/>
                  <a:cs typeface="Inter"/>
                </a:defRPr>
              </a:lvl5pPr>
              <a:lvl6pPr algn="l">
                <a:defRPr sz="1395" b="1" i="0" kern="0" spc="-9">
                  <a:solidFill>
                    <a:srgbClr val="DC2626"/>
                  </a:solidFill>
                  <a:latin typeface="Inter"/>
                  <a:ea typeface="Inter"/>
                  <a:cs typeface="Inter"/>
                </a:defRPr>
              </a:lvl6pPr>
              <a:lvl7pPr algn="l">
                <a:defRPr sz="1395" b="1" i="0" kern="0" spc="-9">
                  <a:solidFill>
                    <a:srgbClr val="DC2626"/>
                  </a:solidFill>
                  <a:latin typeface="Inter"/>
                  <a:ea typeface="Inter"/>
                  <a:cs typeface="Inter"/>
                </a:defRPr>
              </a:lvl7pPr>
              <a:lvl8pPr algn="l">
                <a:defRPr sz="1395" b="1" i="0" kern="0" spc="-9">
                  <a:solidFill>
                    <a:srgbClr val="DC2626"/>
                  </a:solidFill>
                  <a:latin typeface="Inter"/>
                  <a:ea typeface="Inter"/>
                  <a:cs typeface="Inter"/>
                </a:defRPr>
              </a:lvl8pPr>
              <a:lvl9pPr algn="l">
                <a:defRPr sz="1395" b="1" i="0" kern="0" spc="-9">
                  <a:solidFill>
                    <a:srgbClr val="DC2626"/>
                  </a:solidFill>
                  <a:latin typeface="Inter"/>
                  <a:ea typeface="Inter"/>
                  <a:cs typeface="Inter"/>
                </a:defRPr>
              </a:lvl9pPr>
            </a:lstStyle>
            <a:p>
              <a:pPr algn="l">
                <a:lnSpc>
                  <a:spcPct val="100000"/>
                </a:lnSpc>
                <a:buNone/>
                <a:defRPr sz="1395" b="1" i="0" kern="0" spc="-9">
                  <a:solidFill>
                    <a:srgbClr val="DC2626"/>
                  </a:solidFill>
                  <a:latin typeface="Inter"/>
                  <a:ea typeface="Inter"/>
                  <a:cs typeface="Inter"/>
                </a:defRPr>
              </a:pPr>
              <a:r>
                <a:rPr sz="1395" b="1" i="0" kern="0" spc="-9">
                  <a:solidFill>
                    <a:srgbClr val="DC2626"/>
                  </a:solidFill>
                  <a:latin typeface="Inter"/>
                  <a:ea typeface="Inter"/>
                  <a:cs typeface="Inter"/>
                </a:rPr>
                <a:t>Reduction in imports = 1,200</a:t>
              </a:r>
            </a:p>
          </p:txBody>
        </p:sp>
        <p:sp>
          <p:nvSpPr>
            <p:cNvPr id="112" name="s16 text 54 halo">
              <a:extLst>
                <a:ext uri="{FF2B5EF4-FFF2-40B4-BE49-F238E27FC236}">
                  <a16:creationId xmlns:a16="http://schemas.microsoft.com/office/drawing/2014/main" id="{C5054CA4-8E4F-4FD9-B180-35593D1B425C}"/>
                </a:ext>
              </a:extLst>
            </p:cNvPr>
            <p:cNvSpPr>
              <a:spLocks noGrp="1"/>
            </p:cNvSpPr>
            <p:nvPr/>
          </p:nvSpPr>
          <p:spPr>
            <a:xfrm>
              <a:off x="3422642" y="5219366"/>
              <a:ext cx="248031" cy="234202"/>
            </a:xfrm>
            <a:prstGeom prst="rect">
              <a:avLst/>
            </a:prstGeom>
            <a:noFill/>
            <a:ln w="0">
              <a:noFill/>
              <a:prstDash val="solid"/>
            </a:ln>
          </p:spPr>
          <p:txBody>
            <a:bodyPr wrap="none" lIns="0" tIns="0" rIns="0" bIns="0" anchor="t">
              <a:noAutofit/>
            </a:bodyPr>
            <a:lstStyle>
              <a:defPPr algn="l">
                <a:defRPr sz="1395" b="1" i="0" kern="0" spc="0">
                  <a:ln w="42810">
                    <a:solidFill>
                      <a:srgbClr val="FFFFFF"/>
                    </a:solidFill>
                    <a:prstDash val="solid"/>
                  </a:ln>
                  <a:solidFill>
                    <a:srgbClr val="FFFFFF"/>
                  </a:solidFill>
                  <a:latin typeface="Arial"/>
                  <a:ea typeface="Arial"/>
                  <a:cs typeface="Arial"/>
                </a:defRPr>
              </a:defPPr>
              <a:lvl1pPr algn="l">
                <a:defRPr sz="1395" b="1" i="0" kern="0" spc="0">
                  <a:ln w="42810">
                    <a:solidFill>
                      <a:srgbClr val="FFFFFF"/>
                    </a:solidFill>
                    <a:prstDash val="solid"/>
                  </a:ln>
                  <a:solidFill>
                    <a:srgbClr val="FFFFFF"/>
                  </a:solidFill>
                  <a:latin typeface="Arial"/>
                  <a:ea typeface="Arial"/>
                  <a:cs typeface="Arial"/>
                </a:defRPr>
              </a:lvl1pPr>
              <a:lvl2pPr algn="l">
                <a:defRPr sz="1395" b="1" i="0" kern="0" spc="0">
                  <a:ln w="42810">
                    <a:solidFill>
                      <a:srgbClr val="FFFFFF"/>
                    </a:solidFill>
                    <a:prstDash val="solid"/>
                  </a:ln>
                  <a:solidFill>
                    <a:srgbClr val="FFFFFF"/>
                  </a:solidFill>
                  <a:latin typeface="Arial"/>
                  <a:ea typeface="Arial"/>
                  <a:cs typeface="Arial"/>
                </a:defRPr>
              </a:lvl2pPr>
              <a:lvl3pPr algn="l">
                <a:defRPr sz="1395" b="1" i="0" kern="0" spc="0">
                  <a:ln w="42810">
                    <a:solidFill>
                      <a:srgbClr val="FFFFFF"/>
                    </a:solidFill>
                    <a:prstDash val="solid"/>
                  </a:ln>
                  <a:solidFill>
                    <a:srgbClr val="FFFFFF"/>
                  </a:solidFill>
                  <a:latin typeface="Arial"/>
                  <a:ea typeface="Arial"/>
                  <a:cs typeface="Arial"/>
                </a:defRPr>
              </a:lvl3pPr>
              <a:lvl4pPr algn="l">
                <a:defRPr sz="1395" b="1" i="0" kern="0" spc="0">
                  <a:ln w="42810">
                    <a:solidFill>
                      <a:srgbClr val="FFFFFF"/>
                    </a:solidFill>
                    <a:prstDash val="solid"/>
                  </a:ln>
                  <a:solidFill>
                    <a:srgbClr val="FFFFFF"/>
                  </a:solidFill>
                  <a:latin typeface="Arial"/>
                  <a:ea typeface="Arial"/>
                  <a:cs typeface="Arial"/>
                </a:defRPr>
              </a:lvl4pPr>
              <a:lvl5pPr algn="l">
                <a:defRPr sz="1395" b="1" i="0" kern="0" spc="0">
                  <a:ln w="42810">
                    <a:solidFill>
                      <a:srgbClr val="FFFFFF"/>
                    </a:solidFill>
                    <a:prstDash val="solid"/>
                  </a:ln>
                  <a:solidFill>
                    <a:srgbClr val="FFFFFF"/>
                  </a:solidFill>
                  <a:latin typeface="Arial"/>
                  <a:ea typeface="Arial"/>
                  <a:cs typeface="Arial"/>
                </a:defRPr>
              </a:lvl5pPr>
              <a:lvl6pPr algn="l">
                <a:defRPr sz="1395" b="1" i="0" kern="0" spc="0">
                  <a:ln w="42810">
                    <a:solidFill>
                      <a:srgbClr val="FFFFFF"/>
                    </a:solidFill>
                    <a:prstDash val="solid"/>
                  </a:ln>
                  <a:solidFill>
                    <a:srgbClr val="FFFFFF"/>
                  </a:solidFill>
                  <a:latin typeface="Arial"/>
                  <a:ea typeface="Arial"/>
                  <a:cs typeface="Arial"/>
                </a:defRPr>
              </a:lvl6pPr>
              <a:lvl7pPr algn="l">
                <a:defRPr sz="1395" b="1" i="0" kern="0" spc="0">
                  <a:ln w="42810">
                    <a:solidFill>
                      <a:srgbClr val="FFFFFF"/>
                    </a:solidFill>
                    <a:prstDash val="solid"/>
                  </a:ln>
                  <a:solidFill>
                    <a:srgbClr val="FFFFFF"/>
                  </a:solidFill>
                  <a:latin typeface="Arial"/>
                  <a:ea typeface="Arial"/>
                  <a:cs typeface="Arial"/>
                </a:defRPr>
              </a:lvl7pPr>
              <a:lvl8pPr algn="l">
                <a:defRPr sz="1395" b="1" i="0" kern="0" spc="0">
                  <a:ln w="42810">
                    <a:solidFill>
                      <a:srgbClr val="FFFFFF"/>
                    </a:solidFill>
                    <a:prstDash val="solid"/>
                  </a:ln>
                  <a:solidFill>
                    <a:srgbClr val="FFFFFF"/>
                  </a:solidFill>
                  <a:latin typeface="Arial"/>
                  <a:ea typeface="Arial"/>
                  <a:cs typeface="Arial"/>
                </a:defRPr>
              </a:lvl8pPr>
              <a:lvl9pPr algn="l">
                <a:defRPr sz="1395" b="1" i="0" kern="0" spc="0">
                  <a:ln w="42810">
                    <a:solidFill>
                      <a:srgbClr val="FFFFFF"/>
                    </a:solidFill>
                    <a:prstDash val="solid"/>
                  </a:ln>
                  <a:solidFill>
                    <a:srgbClr val="FFFFFF"/>
                  </a:solidFill>
                  <a:latin typeface="Arial"/>
                  <a:ea typeface="Arial"/>
                  <a:cs typeface="Arial"/>
                </a:defRPr>
              </a:lvl9pPr>
            </a:lstStyle>
            <a:p>
              <a:pPr algn="l">
                <a:lnSpc>
                  <a:spcPct val="100000"/>
                </a:lnSpc>
                <a:buNone/>
                <a:defRPr sz="1395" b="1" i="0" kern="0" spc="0">
                  <a:solidFill>
                    <a:srgbClr val="FFFFFF"/>
                  </a:solidFill>
                  <a:latin typeface="Arial"/>
                  <a:ea typeface="Arial"/>
                  <a:cs typeface="Arial"/>
                </a:defRPr>
              </a:pPr>
              <a:r>
                <a:rPr sz="1395" b="1" i="0" kern="0" spc="0">
                  <a:ln w="42810">
                    <a:solidFill>
                      <a:srgbClr val="FFFFFF"/>
                    </a:solidFill>
                    <a:prstDash val="solid"/>
                  </a:ln>
                  <a:solidFill>
                    <a:srgbClr val="FFFFFF"/>
                  </a:solidFill>
                  <a:latin typeface="Arial"/>
                  <a:ea typeface="Arial"/>
                  <a:cs typeface="Arial"/>
                </a:rPr>
                <a:t>→</a:t>
              </a:r>
            </a:p>
          </p:txBody>
        </p:sp>
        <p:sp>
          <p:nvSpPr>
            <p:cNvPr id="113" name="s16 text 54">
              <a:extLst>
                <a:ext uri="{FF2B5EF4-FFF2-40B4-BE49-F238E27FC236}">
                  <a16:creationId xmlns:a16="http://schemas.microsoft.com/office/drawing/2014/main" id="{48A03CE5-E71F-4EFA-8761-26CDA9091286}"/>
                </a:ext>
              </a:extLst>
            </p:cNvPr>
            <p:cNvSpPr>
              <a:spLocks noGrp="1"/>
            </p:cNvSpPr>
            <p:nvPr/>
          </p:nvSpPr>
          <p:spPr>
            <a:xfrm>
              <a:off x="3422642" y="5219366"/>
              <a:ext cx="248031" cy="234202"/>
            </a:xfrm>
            <a:prstGeom prst="rect">
              <a:avLst/>
            </a:prstGeom>
            <a:noFill/>
            <a:ln w="0">
              <a:noFill/>
              <a:prstDash val="solid"/>
            </a:ln>
          </p:spPr>
          <p:txBody>
            <a:bodyPr wrap="none" lIns="0" tIns="0" rIns="0" bIns="0" anchor="t">
              <a:noAutofit/>
            </a:bodyPr>
            <a:lstStyle>
              <a:defPPr algn="l">
                <a:defRPr sz="1395" b="1" i="0" kern="0" spc="0">
                  <a:solidFill>
                    <a:srgbClr val="DC2626"/>
                  </a:solidFill>
                  <a:latin typeface="Arial"/>
                  <a:ea typeface="Arial"/>
                  <a:cs typeface="Arial"/>
                </a:defRPr>
              </a:defPPr>
              <a:lvl1pPr algn="l">
                <a:defRPr sz="1395" b="1" i="0" kern="0" spc="0">
                  <a:solidFill>
                    <a:srgbClr val="DC2626"/>
                  </a:solidFill>
                  <a:latin typeface="Arial"/>
                  <a:ea typeface="Arial"/>
                  <a:cs typeface="Arial"/>
                </a:defRPr>
              </a:lvl1pPr>
              <a:lvl2pPr algn="l">
                <a:defRPr sz="1395" b="1" i="0" kern="0" spc="0">
                  <a:solidFill>
                    <a:srgbClr val="DC2626"/>
                  </a:solidFill>
                  <a:latin typeface="Arial"/>
                  <a:ea typeface="Arial"/>
                  <a:cs typeface="Arial"/>
                </a:defRPr>
              </a:lvl2pPr>
              <a:lvl3pPr algn="l">
                <a:defRPr sz="1395" b="1" i="0" kern="0" spc="0">
                  <a:solidFill>
                    <a:srgbClr val="DC2626"/>
                  </a:solidFill>
                  <a:latin typeface="Arial"/>
                  <a:ea typeface="Arial"/>
                  <a:cs typeface="Arial"/>
                </a:defRPr>
              </a:lvl3pPr>
              <a:lvl4pPr algn="l">
                <a:defRPr sz="1395" b="1" i="0" kern="0" spc="0">
                  <a:solidFill>
                    <a:srgbClr val="DC2626"/>
                  </a:solidFill>
                  <a:latin typeface="Arial"/>
                  <a:ea typeface="Arial"/>
                  <a:cs typeface="Arial"/>
                </a:defRPr>
              </a:lvl4pPr>
              <a:lvl5pPr algn="l">
                <a:defRPr sz="1395" b="1" i="0" kern="0" spc="0">
                  <a:solidFill>
                    <a:srgbClr val="DC2626"/>
                  </a:solidFill>
                  <a:latin typeface="Arial"/>
                  <a:ea typeface="Arial"/>
                  <a:cs typeface="Arial"/>
                </a:defRPr>
              </a:lvl5pPr>
              <a:lvl6pPr algn="l">
                <a:defRPr sz="1395" b="1" i="0" kern="0" spc="0">
                  <a:solidFill>
                    <a:srgbClr val="DC2626"/>
                  </a:solidFill>
                  <a:latin typeface="Arial"/>
                  <a:ea typeface="Arial"/>
                  <a:cs typeface="Arial"/>
                </a:defRPr>
              </a:lvl6pPr>
              <a:lvl7pPr algn="l">
                <a:defRPr sz="1395" b="1" i="0" kern="0" spc="0">
                  <a:solidFill>
                    <a:srgbClr val="DC2626"/>
                  </a:solidFill>
                  <a:latin typeface="Arial"/>
                  <a:ea typeface="Arial"/>
                  <a:cs typeface="Arial"/>
                </a:defRPr>
              </a:lvl7pPr>
              <a:lvl8pPr algn="l">
                <a:defRPr sz="1395" b="1" i="0" kern="0" spc="0">
                  <a:solidFill>
                    <a:srgbClr val="DC2626"/>
                  </a:solidFill>
                  <a:latin typeface="Arial"/>
                  <a:ea typeface="Arial"/>
                  <a:cs typeface="Arial"/>
                </a:defRPr>
              </a:lvl8pPr>
              <a:lvl9pPr algn="l">
                <a:defRPr sz="1395" b="1" i="0" kern="0" spc="0">
                  <a:solidFill>
                    <a:srgbClr val="DC2626"/>
                  </a:solidFill>
                  <a:latin typeface="Arial"/>
                  <a:ea typeface="Arial"/>
                  <a:cs typeface="Arial"/>
                </a:defRPr>
              </a:lvl9pPr>
            </a:lstStyle>
            <a:p>
              <a:pPr algn="l">
                <a:lnSpc>
                  <a:spcPct val="100000"/>
                </a:lnSpc>
                <a:buNone/>
                <a:defRPr sz="1395" b="1" i="0" kern="0" spc="0">
                  <a:solidFill>
                    <a:srgbClr val="DC2626"/>
                  </a:solidFill>
                  <a:latin typeface="Arial"/>
                  <a:ea typeface="Arial"/>
                  <a:cs typeface="Arial"/>
                </a:defRPr>
              </a:pPr>
              <a:r>
                <a:rPr sz="1395" b="1" i="0" kern="0" spc="0">
                  <a:solidFill>
                    <a:srgbClr val="DC2626"/>
                  </a:solidFill>
                  <a:latin typeface="Arial"/>
                  <a:ea typeface="Arial"/>
                  <a:cs typeface="Arial"/>
                </a:rPr>
                <a:t>→</a:t>
              </a:r>
            </a:p>
          </p:txBody>
        </p:sp>
        <p:sp>
          <p:nvSpPr>
            <p:cNvPr id="114" name="s16 text 55 halo">
              <a:extLst>
                <a:ext uri="{FF2B5EF4-FFF2-40B4-BE49-F238E27FC236}">
                  <a16:creationId xmlns:a16="http://schemas.microsoft.com/office/drawing/2014/main" id="{55A8F775-6B1D-43A1-99AE-59AA18F5DEB6}"/>
                </a:ext>
              </a:extLst>
            </p:cNvPr>
            <p:cNvSpPr>
              <a:spLocks noGrp="1"/>
            </p:cNvSpPr>
            <p:nvPr/>
          </p:nvSpPr>
          <p:spPr>
            <a:xfrm>
              <a:off x="3639452" y="5210964"/>
              <a:ext cx="2985897" cy="246517"/>
            </a:xfrm>
            <a:prstGeom prst="rect">
              <a:avLst/>
            </a:prstGeom>
            <a:noFill/>
            <a:ln w="0">
              <a:noFill/>
              <a:prstDash val="solid"/>
            </a:ln>
          </p:spPr>
          <p:txBody>
            <a:bodyPr wrap="none" lIns="0" tIns="0" rIns="0" bIns="0" anchor="t">
              <a:noAutofit/>
            </a:bodyPr>
            <a:lstStyle>
              <a:defPPr algn="l">
                <a:defRPr sz="1395" b="1" i="0" kern="0" spc="-9">
                  <a:ln w="42810">
                    <a:solidFill>
                      <a:srgbClr val="FFFFFF"/>
                    </a:solidFill>
                    <a:prstDash val="solid"/>
                  </a:ln>
                  <a:solidFill>
                    <a:srgbClr val="FFFFFF"/>
                  </a:solidFill>
                  <a:latin typeface="Inter"/>
                  <a:ea typeface="Inter"/>
                  <a:cs typeface="Inter"/>
                </a:defRPr>
              </a:defPPr>
              <a:lvl1pPr algn="l">
                <a:defRPr sz="1395" b="1" i="0" kern="0" spc="-9">
                  <a:ln w="42810">
                    <a:solidFill>
                      <a:srgbClr val="FFFFFF"/>
                    </a:solidFill>
                    <a:prstDash val="solid"/>
                  </a:ln>
                  <a:solidFill>
                    <a:srgbClr val="FFFFFF"/>
                  </a:solidFill>
                  <a:latin typeface="Inter"/>
                  <a:ea typeface="Inter"/>
                  <a:cs typeface="Inter"/>
                </a:defRPr>
              </a:lvl1pPr>
              <a:lvl2pPr algn="l">
                <a:defRPr sz="1395" b="1" i="0" kern="0" spc="-9">
                  <a:ln w="42810">
                    <a:solidFill>
                      <a:srgbClr val="FFFFFF"/>
                    </a:solidFill>
                    <a:prstDash val="solid"/>
                  </a:ln>
                  <a:solidFill>
                    <a:srgbClr val="FFFFFF"/>
                  </a:solidFill>
                  <a:latin typeface="Inter"/>
                  <a:ea typeface="Inter"/>
                  <a:cs typeface="Inter"/>
                </a:defRPr>
              </a:lvl2pPr>
              <a:lvl3pPr algn="l">
                <a:defRPr sz="1395" b="1" i="0" kern="0" spc="-9">
                  <a:ln w="42810">
                    <a:solidFill>
                      <a:srgbClr val="FFFFFF"/>
                    </a:solidFill>
                    <a:prstDash val="solid"/>
                  </a:ln>
                  <a:solidFill>
                    <a:srgbClr val="FFFFFF"/>
                  </a:solidFill>
                  <a:latin typeface="Inter"/>
                  <a:ea typeface="Inter"/>
                  <a:cs typeface="Inter"/>
                </a:defRPr>
              </a:lvl3pPr>
              <a:lvl4pPr algn="l">
                <a:defRPr sz="1395" b="1" i="0" kern="0" spc="-9">
                  <a:ln w="42810">
                    <a:solidFill>
                      <a:srgbClr val="FFFFFF"/>
                    </a:solidFill>
                    <a:prstDash val="solid"/>
                  </a:ln>
                  <a:solidFill>
                    <a:srgbClr val="FFFFFF"/>
                  </a:solidFill>
                  <a:latin typeface="Inter"/>
                  <a:ea typeface="Inter"/>
                  <a:cs typeface="Inter"/>
                </a:defRPr>
              </a:lvl4pPr>
              <a:lvl5pPr algn="l">
                <a:defRPr sz="1395" b="1" i="0" kern="0" spc="-9">
                  <a:ln w="42810">
                    <a:solidFill>
                      <a:srgbClr val="FFFFFF"/>
                    </a:solidFill>
                    <a:prstDash val="solid"/>
                  </a:ln>
                  <a:solidFill>
                    <a:srgbClr val="FFFFFF"/>
                  </a:solidFill>
                  <a:latin typeface="Inter"/>
                  <a:ea typeface="Inter"/>
                  <a:cs typeface="Inter"/>
                </a:defRPr>
              </a:lvl5pPr>
              <a:lvl6pPr algn="l">
                <a:defRPr sz="1395" b="1" i="0" kern="0" spc="-9">
                  <a:ln w="42810">
                    <a:solidFill>
                      <a:srgbClr val="FFFFFF"/>
                    </a:solidFill>
                    <a:prstDash val="solid"/>
                  </a:ln>
                  <a:solidFill>
                    <a:srgbClr val="FFFFFF"/>
                  </a:solidFill>
                  <a:latin typeface="Inter"/>
                  <a:ea typeface="Inter"/>
                  <a:cs typeface="Inter"/>
                </a:defRPr>
              </a:lvl6pPr>
              <a:lvl7pPr algn="l">
                <a:defRPr sz="1395" b="1" i="0" kern="0" spc="-9">
                  <a:ln w="42810">
                    <a:solidFill>
                      <a:srgbClr val="FFFFFF"/>
                    </a:solidFill>
                    <a:prstDash val="solid"/>
                  </a:ln>
                  <a:solidFill>
                    <a:srgbClr val="FFFFFF"/>
                  </a:solidFill>
                  <a:latin typeface="Inter"/>
                  <a:ea typeface="Inter"/>
                  <a:cs typeface="Inter"/>
                </a:defRPr>
              </a:lvl7pPr>
              <a:lvl8pPr algn="l">
                <a:defRPr sz="1395" b="1" i="0" kern="0" spc="-9">
                  <a:ln w="42810">
                    <a:solidFill>
                      <a:srgbClr val="FFFFFF"/>
                    </a:solidFill>
                    <a:prstDash val="solid"/>
                  </a:ln>
                  <a:solidFill>
                    <a:srgbClr val="FFFFFF"/>
                  </a:solidFill>
                  <a:latin typeface="Inter"/>
                  <a:ea typeface="Inter"/>
                  <a:cs typeface="Inter"/>
                </a:defRPr>
              </a:lvl8pPr>
              <a:lvl9pPr algn="l">
                <a:defRPr sz="1395" b="1" i="0" kern="0" spc="-9">
                  <a:ln w="42810">
                    <a:solidFill>
                      <a:srgbClr val="FFFFFF"/>
                    </a:solidFill>
                    <a:prstDash val="solid"/>
                  </a:ln>
                  <a:solidFill>
                    <a:srgbClr val="FFFFFF"/>
                  </a:solidFill>
                  <a:latin typeface="Inter"/>
                  <a:ea typeface="Inter"/>
                  <a:cs typeface="Inter"/>
                </a:defRPr>
              </a:lvl9pPr>
            </a:lstStyle>
            <a:p>
              <a:pPr algn="l">
                <a:lnSpc>
                  <a:spcPct val="100000"/>
                </a:lnSpc>
                <a:buNone/>
                <a:defRPr sz="1395" b="1" i="0" kern="0" spc="-9">
                  <a:solidFill>
                    <a:srgbClr val="FFFFFF"/>
                  </a:solidFill>
                  <a:latin typeface="Inter"/>
                  <a:ea typeface="Inter"/>
                  <a:cs typeface="Inter"/>
                </a:defRPr>
              </a:pPr>
              <a:r>
                <a:rPr sz="1395" b="1" i="0" kern="0" spc="-9">
                  <a:ln w="42810">
                    <a:solidFill>
                      <a:srgbClr val="FFFFFF"/>
                    </a:solidFill>
                    <a:prstDash val="solid"/>
                  </a:ln>
                  <a:solidFill>
                    <a:srgbClr val="FFFFFF"/>
                  </a:solidFill>
                  <a:latin typeface="Inter"/>
                  <a:ea typeface="Inter"/>
                  <a:cs typeface="Inter"/>
                </a:rPr>
                <a:t>DWL = ½ × $25 × 1,200 = $15,000</a:t>
              </a:r>
            </a:p>
          </p:txBody>
        </p:sp>
        <p:sp>
          <p:nvSpPr>
            <p:cNvPr id="115" name="s16 text 55">
              <a:extLst>
                <a:ext uri="{FF2B5EF4-FFF2-40B4-BE49-F238E27FC236}">
                  <a16:creationId xmlns:a16="http://schemas.microsoft.com/office/drawing/2014/main" id="{EBD1618A-A124-4E88-8E17-1FA6AE47E2AD}"/>
                </a:ext>
              </a:extLst>
            </p:cNvPr>
            <p:cNvSpPr>
              <a:spLocks noGrp="1"/>
            </p:cNvSpPr>
            <p:nvPr/>
          </p:nvSpPr>
          <p:spPr>
            <a:xfrm>
              <a:off x="3639452" y="5210964"/>
              <a:ext cx="2985897" cy="246517"/>
            </a:xfrm>
            <a:prstGeom prst="rect">
              <a:avLst/>
            </a:prstGeom>
            <a:noFill/>
            <a:ln w="0">
              <a:noFill/>
              <a:prstDash val="solid"/>
            </a:ln>
          </p:spPr>
          <p:txBody>
            <a:bodyPr wrap="none" lIns="0" tIns="0" rIns="0" bIns="0" anchor="t">
              <a:noAutofit/>
            </a:bodyPr>
            <a:lstStyle>
              <a:defPPr algn="l">
                <a:defRPr sz="1395" b="1" i="0" kern="0" spc="-9">
                  <a:solidFill>
                    <a:srgbClr val="DC2626"/>
                  </a:solidFill>
                  <a:latin typeface="Inter"/>
                  <a:ea typeface="Inter"/>
                  <a:cs typeface="Inter"/>
                </a:defRPr>
              </a:defPPr>
              <a:lvl1pPr algn="l">
                <a:defRPr sz="1395" b="1" i="0" kern="0" spc="-9">
                  <a:solidFill>
                    <a:srgbClr val="DC2626"/>
                  </a:solidFill>
                  <a:latin typeface="Inter"/>
                  <a:ea typeface="Inter"/>
                  <a:cs typeface="Inter"/>
                </a:defRPr>
              </a:lvl1pPr>
              <a:lvl2pPr algn="l">
                <a:defRPr sz="1395" b="1" i="0" kern="0" spc="-9">
                  <a:solidFill>
                    <a:srgbClr val="DC2626"/>
                  </a:solidFill>
                  <a:latin typeface="Inter"/>
                  <a:ea typeface="Inter"/>
                  <a:cs typeface="Inter"/>
                </a:defRPr>
              </a:lvl2pPr>
              <a:lvl3pPr algn="l">
                <a:defRPr sz="1395" b="1" i="0" kern="0" spc="-9">
                  <a:solidFill>
                    <a:srgbClr val="DC2626"/>
                  </a:solidFill>
                  <a:latin typeface="Inter"/>
                  <a:ea typeface="Inter"/>
                  <a:cs typeface="Inter"/>
                </a:defRPr>
              </a:lvl3pPr>
              <a:lvl4pPr algn="l">
                <a:defRPr sz="1395" b="1" i="0" kern="0" spc="-9">
                  <a:solidFill>
                    <a:srgbClr val="DC2626"/>
                  </a:solidFill>
                  <a:latin typeface="Inter"/>
                  <a:ea typeface="Inter"/>
                  <a:cs typeface="Inter"/>
                </a:defRPr>
              </a:lvl4pPr>
              <a:lvl5pPr algn="l">
                <a:defRPr sz="1395" b="1" i="0" kern="0" spc="-9">
                  <a:solidFill>
                    <a:srgbClr val="DC2626"/>
                  </a:solidFill>
                  <a:latin typeface="Inter"/>
                  <a:ea typeface="Inter"/>
                  <a:cs typeface="Inter"/>
                </a:defRPr>
              </a:lvl5pPr>
              <a:lvl6pPr algn="l">
                <a:defRPr sz="1395" b="1" i="0" kern="0" spc="-9">
                  <a:solidFill>
                    <a:srgbClr val="DC2626"/>
                  </a:solidFill>
                  <a:latin typeface="Inter"/>
                  <a:ea typeface="Inter"/>
                  <a:cs typeface="Inter"/>
                </a:defRPr>
              </a:lvl6pPr>
              <a:lvl7pPr algn="l">
                <a:defRPr sz="1395" b="1" i="0" kern="0" spc="-9">
                  <a:solidFill>
                    <a:srgbClr val="DC2626"/>
                  </a:solidFill>
                  <a:latin typeface="Inter"/>
                  <a:ea typeface="Inter"/>
                  <a:cs typeface="Inter"/>
                </a:defRPr>
              </a:lvl7pPr>
              <a:lvl8pPr algn="l">
                <a:defRPr sz="1395" b="1" i="0" kern="0" spc="-9">
                  <a:solidFill>
                    <a:srgbClr val="DC2626"/>
                  </a:solidFill>
                  <a:latin typeface="Inter"/>
                  <a:ea typeface="Inter"/>
                  <a:cs typeface="Inter"/>
                </a:defRPr>
              </a:lvl8pPr>
              <a:lvl9pPr algn="l">
                <a:defRPr sz="1395" b="1" i="0" kern="0" spc="-9">
                  <a:solidFill>
                    <a:srgbClr val="DC2626"/>
                  </a:solidFill>
                  <a:latin typeface="Inter"/>
                  <a:ea typeface="Inter"/>
                  <a:cs typeface="Inter"/>
                </a:defRPr>
              </a:lvl9pPr>
            </a:lstStyle>
            <a:p>
              <a:pPr algn="l">
                <a:lnSpc>
                  <a:spcPct val="100000"/>
                </a:lnSpc>
                <a:buNone/>
                <a:defRPr sz="1395" b="1" i="0" kern="0" spc="-9">
                  <a:solidFill>
                    <a:srgbClr val="DC2626"/>
                  </a:solidFill>
                  <a:latin typeface="Inter"/>
                  <a:ea typeface="Inter"/>
                  <a:cs typeface="Inter"/>
                </a:defRPr>
              </a:pPr>
              <a:r>
                <a:rPr sz="1395" b="1" i="0" kern="0" spc="-9">
                  <a:solidFill>
                    <a:srgbClr val="DC2626"/>
                  </a:solidFill>
                  <a:latin typeface="Inter"/>
                  <a:ea typeface="Inter"/>
                  <a:cs typeface="Inter"/>
                </a:rPr>
                <a:t>DWL = ½ × $25 × 1,200 = $15,000</a:t>
              </a:r>
            </a:p>
          </p:txBody>
        </p:sp>
      </p:grpSp>
      <p:sp>
        <p:nvSpPr>
          <p:cNvPr id="44" name="s16 text 1">
            <a:extLst>
              <a:ext uri="{FF2B5EF4-FFF2-40B4-BE49-F238E27FC236}">
                <a16:creationId xmlns:a16="http://schemas.microsoft.com/office/drawing/2014/main" id="{D4965485-55A6-46CB-A236-A13686222466}"/>
              </a:ext>
            </a:extLst>
          </p:cNvPr>
          <p:cNvSpPr>
            <a:spLocks noGrp="1"/>
          </p:cNvSpPr>
          <p:nvPr/>
        </p:nvSpPr>
        <p:spPr>
          <a:xfrm>
            <a:off x="678656" y="1255014"/>
            <a:ext cx="1485902" cy="173507"/>
          </a:xfrm>
          <a:prstGeom prst="rect">
            <a:avLst/>
          </a:prstGeom>
          <a:noFill/>
          <a:ln w="0">
            <a:noFill/>
            <a:prstDash val="solid"/>
          </a:ln>
        </p:spPr>
        <p:txBody>
          <a:bodyPr wrap="none" lIns="0" tIns="0" rIns="0" bIns="0" anchor="t">
            <a:noAutofit/>
          </a:bodyPr>
          <a:lstStyle>
            <a:defPPr algn="l">
              <a:defRPr sz="900" b="0" i="0" kern="0" spc="180">
                <a:solidFill>
                  <a:srgbClr val="1D4ED8"/>
                </a:solidFill>
                <a:latin typeface="JetBrains Mono"/>
                <a:ea typeface="JetBrains Mono"/>
                <a:cs typeface="JetBrains Mono"/>
              </a:defRPr>
            </a:defPPr>
            <a:lvl1pPr algn="l">
              <a:defRPr sz="900" b="0" i="0" kern="0" spc="180">
                <a:solidFill>
                  <a:srgbClr val="1D4ED8"/>
                </a:solidFill>
                <a:latin typeface="JetBrains Mono"/>
                <a:ea typeface="JetBrains Mono"/>
                <a:cs typeface="JetBrains Mono"/>
              </a:defRPr>
            </a:lvl1pPr>
            <a:lvl2pPr algn="l">
              <a:defRPr sz="900" b="0" i="0" kern="0" spc="180">
                <a:solidFill>
                  <a:srgbClr val="1D4ED8"/>
                </a:solidFill>
                <a:latin typeface="JetBrains Mono"/>
                <a:ea typeface="JetBrains Mono"/>
                <a:cs typeface="JetBrains Mono"/>
              </a:defRPr>
            </a:lvl2pPr>
            <a:lvl3pPr algn="l">
              <a:defRPr sz="900" b="0" i="0" kern="0" spc="180">
                <a:solidFill>
                  <a:srgbClr val="1D4ED8"/>
                </a:solidFill>
                <a:latin typeface="JetBrains Mono"/>
                <a:ea typeface="JetBrains Mono"/>
                <a:cs typeface="JetBrains Mono"/>
              </a:defRPr>
            </a:lvl3pPr>
            <a:lvl4pPr algn="l">
              <a:defRPr sz="900" b="0" i="0" kern="0" spc="180">
                <a:solidFill>
                  <a:srgbClr val="1D4ED8"/>
                </a:solidFill>
                <a:latin typeface="JetBrains Mono"/>
                <a:ea typeface="JetBrains Mono"/>
                <a:cs typeface="JetBrains Mono"/>
              </a:defRPr>
            </a:lvl4pPr>
            <a:lvl5pPr algn="l">
              <a:defRPr sz="900" b="0" i="0" kern="0" spc="180">
                <a:solidFill>
                  <a:srgbClr val="1D4ED8"/>
                </a:solidFill>
                <a:latin typeface="JetBrains Mono"/>
                <a:ea typeface="JetBrains Mono"/>
                <a:cs typeface="JetBrains Mono"/>
              </a:defRPr>
            </a:lvl5pPr>
            <a:lvl6pPr algn="l">
              <a:defRPr sz="900" b="0" i="0" kern="0" spc="180">
                <a:solidFill>
                  <a:srgbClr val="1D4ED8"/>
                </a:solidFill>
                <a:latin typeface="JetBrains Mono"/>
                <a:ea typeface="JetBrains Mono"/>
                <a:cs typeface="JetBrains Mono"/>
              </a:defRPr>
            </a:lvl6pPr>
            <a:lvl7pPr algn="l">
              <a:defRPr sz="900" b="0" i="0" kern="0" spc="180">
                <a:solidFill>
                  <a:srgbClr val="1D4ED8"/>
                </a:solidFill>
                <a:latin typeface="JetBrains Mono"/>
                <a:ea typeface="JetBrains Mono"/>
                <a:cs typeface="JetBrains Mono"/>
              </a:defRPr>
            </a:lvl7pPr>
            <a:lvl8pPr algn="l">
              <a:defRPr sz="900" b="0" i="0" kern="0" spc="180">
                <a:solidFill>
                  <a:srgbClr val="1D4ED8"/>
                </a:solidFill>
                <a:latin typeface="JetBrains Mono"/>
                <a:ea typeface="JetBrains Mono"/>
                <a:cs typeface="JetBrains Mono"/>
              </a:defRPr>
            </a:lvl8pPr>
            <a:lvl9pPr algn="l">
              <a:defRPr sz="900" b="0" i="0" kern="0" spc="180">
                <a:solidFill>
                  <a:srgbClr val="1D4ED8"/>
                </a:solidFill>
                <a:latin typeface="JetBrains Mono"/>
                <a:ea typeface="JetBrains Mono"/>
                <a:cs typeface="JetBrains Mono"/>
              </a:defRPr>
            </a:lvl9pPr>
          </a:lstStyle>
          <a:p>
            <a:pPr algn="l">
              <a:lnSpc>
                <a:spcPct val="100000"/>
              </a:lnSpc>
              <a:buNone/>
              <a:defRPr sz="900" b="0" i="0" kern="0" spc="180">
                <a:solidFill>
                  <a:srgbClr val="1D4ED8"/>
                </a:solidFill>
                <a:latin typeface="JetBrains Mono"/>
                <a:ea typeface="JetBrains Mono"/>
                <a:cs typeface="JetBrains Mono"/>
              </a:defRPr>
            </a:pPr>
            <a:r>
              <a:rPr sz="900" b="0" i="0" kern="0" spc="180">
                <a:solidFill>
                  <a:srgbClr val="1D4ED8"/>
                </a:solidFill>
                <a:latin typeface="JetBrains Mono"/>
                <a:ea typeface="JetBrains Mono"/>
                <a:cs typeface="JetBrains Mono"/>
              </a:rPr>
              <a:t>QUESTION 5.2 (C)</a:t>
            </a:r>
          </a:p>
        </p:txBody>
      </p:sp>
      <p:sp>
        <p:nvSpPr>
          <p:cNvPr id="45" name="s16 text 2">
            <a:extLst>
              <a:ext uri="{FF2B5EF4-FFF2-40B4-BE49-F238E27FC236}">
                <a16:creationId xmlns:a16="http://schemas.microsoft.com/office/drawing/2014/main" id="{B92B4F05-AA6F-41DD-A51C-364FA2E6FB54}"/>
              </a:ext>
            </a:extLst>
          </p:cNvPr>
          <p:cNvSpPr>
            <a:spLocks noGrp="1"/>
          </p:cNvSpPr>
          <p:nvPr/>
        </p:nvSpPr>
        <p:spPr>
          <a:xfrm>
            <a:off x="514350" y="1448842"/>
            <a:ext cx="7312628" cy="576532"/>
          </a:xfrm>
          <a:prstGeom prst="rect">
            <a:avLst/>
          </a:prstGeom>
          <a:noFill/>
          <a:ln w="0">
            <a:noFill/>
            <a:prstDash val="solid"/>
          </a:ln>
        </p:spPr>
        <p:txBody>
          <a:bodyPr wrap="none" lIns="0" tIns="0" rIns="0" bIns="0" anchor="t">
            <a:noAutofit/>
          </a:bodyPr>
          <a:lstStyle>
            <a:defPPr algn="l">
              <a:defRPr sz="3262" b="0" i="0" kern="0" spc="-104">
                <a:solidFill>
                  <a:srgbClr val="0A2540"/>
                </a:solidFill>
                <a:latin typeface="Inter ExtraBold"/>
                <a:ea typeface="Inter ExtraBold"/>
                <a:cs typeface="Inter ExtraBold"/>
              </a:defRPr>
            </a:defPPr>
            <a:lvl1pPr algn="l">
              <a:defRPr sz="3262" b="0" i="0" kern="0" spc="-104">
                <a:solidFill>
                  <a:srgbClr val="0A2540"/>
                </a:solidFill>
                <a:latin typeface="Inter ExtraBold"/>
                <a:ea typeface="Inter ExtraBold"/>
                <a:cs typeface="Inter ExtraBold"/>
              </a:defRPr>
            </a:lvl1pPr>
            <a:lvl2pPr algn="l">
              <a:defRPr sz="3262" b="0" i="0" kern="0" spc="-104">
                <a:solidFill>
                  <a:srgbClr val="0A2540"/>
                </a:solidFill>
                <a:latin typeface="Inter ExtraBold"/>
                <a:ea typeface="Inter ExtraBold"/>
                <a:cs typeface="Inter ExtraBold"/>
              </a:defRPr>
            </a:lvl2pPr>
            <a:lvl3pPr algn="l">
              <a:defRPr sz="3262" b="0" i="0" kern="0" spc="-104">
                <a:solidFill>
                  <a:srgbClr val="0A2540"/>
                </a:solidFill>
                <a:latin typeface="Inter ExtraBold"/>
                <a:ea typeface="Inter ExtraBold"/>
                <a:cs typeface="Inter ExtraBold"/>
              </a:defRPr>
            </a:lvl3pPr>
            <a:lvl4pPr algn="l">
              <a:defRPr sz="3262" b="0" i="0" kern="0" spc="-104">
                <a:solidFill>
                  <a:srgbClr val="0A2540"/>
                </a:solidFill>
                <a:latin typeface="Inter ExtraBold"/>
                <a:ea typeface="Inter ExtraBold"/>
                <a:cs typeface="Inter ExtraBold"/>
              </a:defRPr>
            </a:lvl4pPr>
            <a:lvl5pPr algn="l">
              <a:defRPr sz="3262" b="0" i="0" kern="0" spc="-104">
                <a:solidFill>
                  <a:srgbClr val="0A2540"/>
                </a:solidFill>
                <a:latin typeface="Inter ExtraBold"/>
                <a:ea typeface="Inter ExtraBold"/>
                <a:cs typeface="Inter ExtraBold"/>
              </a:defRPr>
            </a:lvl5pPr>
            <a:lvl6pPr algn="l">
              <a:defRPr sz="3262" b="0" i="0" kern="0" spc="-104">
                <a:solidFill>
                  <a:srgbClr val="0A2540"/>
                </a:solidFill>
                <a:latin typeface="Inter ExtraBold"/>
                <a:ea typeface="Inter ExtraBold"/>
                <a:cs typeface="Inter ExtraBold"/>
              </a:defRPr>
            </a:lvl6pPr>
            <a:lvl7pPr algn="l">
              <a:defRPr sz="3262" b="0" i="0" kern="0" spc="-104">
                <a:solidFill>
                  <a:srgbClr val="0A2540"/>
                </a:solidFill>
                <a:latin typeface="Inter ExtraBold"/>
                <a:ea typeface="Inter ExtraBold"/>
                <a:cs typeface="Inter ExtraBold"/>
              </a:defRPr>
            </a:lvl7pPr>
            <a:lvl8pPr algn="l">
              <a:defRPr sz="3262" b="0" i="0" kern="0" spc="-104">
                <a:solidFill>
                  <a:srgbClr val="0A2540"/>
                </a:solidFill>
                <a:latin typeface="Inter ExtraBold"/>
                <a:ea typeface="Inter ExtraBold"/>
                <a:cs typeface="Inter ExtraBold"/>
              </a:defRPr>
            </a:lvl8pPr>
            <a:lvl9pPr algn="l">
              <a:defRPr sz="3262" b="0" i="0" kern="0" spc="-104">
                <a:solidFill>
                  <a:srgbClr val="0A2540"/>
                </a:solidFill>
                <a:latin typeface="Inter ExtraBold"/>
                <a:ea typeface="Inter ExtraBold"/>
                <a:cs typeface="Inter ExtraBold"/>
              </a:defRPr>
            </a:lvl9pPr>
          </a:lstStyle>
          <a:p>
            <a:pPr algn="l">
              <a:lnSpc>
                <a:spcPct val="100000"/>
              </a:lnSpc>
              <a:buNone/>
              <a:defRPr sz="3262" b="0" i="0" kern="0" spc="-104">
                <a:solidFill>
                  <a:srgbClr val="0A2540"/>
                </a:solidFill>
                <a:latin typeface="Inter ExtraBold"/>
                <a:ea typeface="Inter ExtraBold"/>
                <a:cs typeface="Inter ExtraBold"/>
              </a:defRPr>
            </a:pPr>
            <a:r>
              <a:rPr sz="3262" b="0" i="0" kern="0" spc="-104">
                <a:solidFill>
                  <a:srgbClr val="0A2540"/>
                </a:solidFill>
                <a:latin typeface="Inter ExtraBold"/>
                <a:ea typeface="Inter ExtraBold"/>
                <a:cs typeface="Inter ExtraBold"/>
              </a:rPr>
              <a:t>The tariff that cuts imports by 25%</a:t>
            </a:r>
          </a:p>
        </p:txBody>
      </p:sp>
      <p:sp>
        <p:nvSpPr>
          <p:cNvPr id="46" name="s16 text 3">
            <a:extLst>
              <a:ext uri="{FF2B5EF4-FFF2-40B4-BE49-F238E27FC236}">
                <a16:creationId xmlns:a16="http://schemas.microsoft.com/office/drawing/2014/main" id="{BA920B49-142C-4221-80DE-B23049DBC88B}"/>
              </a:ext>
            </a:extLst>
          </p:cNvPr>
          <p:cNvSpPr>
            <a:spLocks noGrp="1"/>
          </p:cNvSpPr>
          <p:nvPr/>
        </p:nvSpPr>
        <p:spPr>
          <a:xfrm>
            <a:off x="8381516" y="2418588"/>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1</a:t>
            </a:r>
          </a:p>
        </p:txBody>
      </p:sp>
      <p:sp>
        <p:nvSpPr>
          <p:cNvPr id="47" name="s16 text 4">
            <a:extLst>
              <a:ext uri="{FF2B5EF4-FFF2-40B4-BE49-F238E27FC236}">
                <a16:creationId xmlns:a16="http://schemas.microsoft.com/office/drawing/2014/main" id="{9BE39C24-1667-452B-B240-FE908806521C}"/>
              </a:ext>
            </a:extLst>
          </p:cNvPr>
          <p:cNvSpPr>
            <a:spLocks noGrp="1"/>
          </p:cNvSpPr>
          <p:nvPr/>
        </p:nvSpPr>
        <p:spPr>
          <a:xfrm>
            <a:off x="8728211" y="2364358"/>
            <a:ext cx="1817846" cy="308146"/>
          </a:xfrm>
          <a:prstGeom prst="rect">
            <a:avLst/>
          </a:prstGeom>
          <a:noFill/>
          <a:ln w="0">
            <a:noFill/>
            <a:prstDash val="solid"/>
          </a:ln>
        </p:spPr>
        <p:txBody>
          <a:bodyPr wrap="none" lIns="0" tIns="0" rIns="0" bIns="0" anchor="t">
            <a:noAutofit/>
          </a:bodyPr>
          <a:lstStyle>
            <a:defPPr algn="l">
              <a:defRPr sz="1744" b="0" i="0" kern="0" spc="-10">
                <a:solidFill>
                  <a:srgbClr val="0A2540"/>
                </a:solidFill>
                <a:latin typeface="Inter"/>
                <a:ea typeface="Inter"/>
                <a:cs typeface="Inter"/>
              </a:defRPr>
            </a:defPPr>
            <a:lvl1pPr algn="l">
              <a:defRPr sz="1744" b="0" i="0" kern="0" spc="-10">
                <a:solidFill>
                  <a:srgbClr val="0A2540"/>
                </a:solidFill>
                <a:latin typeface="Inter"/>
                <a:ea typeface="Inter"/>
                <a:cs typeface="Inter"/>
              </a:defRPr>
            </a:lvl1pPr>
            <a:lvl2pPr algn="l">
              <a:defRPr sz="1744" b="0" i="0" kern="0" spc="-10">
                <a:solidFill>
                  <a:srgbClr val="0A2540"/>
                </a:solidFill>
                <a:latin typeface="Inter"/>
                <a:ea typeface="Inter"/>
                <a:cs typeface="Inter"/>
              </a:defRPr>
            </a:lvl2pPr>
            <a:lvl3pPr algn="l">
              <a:defRPr sz="1744" b="0" i="0" kern="0" spc="-10">
                <a:solidFill>
                  <a:srgbClr val="0A2540"/>
                </a:solidFill>
                <a:latin typeface="Inter"/>
                <a:ea typeface="Inter"/>
                <a:cs typeface="Inter"/>
              </a:defRPr>
            </a:lvl3pPr>
            <a:lvl4pPr algn="l">
              <a:defRPr sz="1744" b="0" i="0" kern="0" spc="-10">
                <a:solidFill>
                  <a:srgbClr val="0A2540"/>
                </a:solidFill>
                <a:latin typeface="Inter"/>
                <a:ea typeface="Inter"/>
                <a:cs typeface="Inter"/>
              </a:defRPr>
            </a:lvl4pPr>
            <a:lvl5pPr algn="l">
              <a:defRPr sz="1744" b="0" i="0" kern="0" spc="-10">
                <a:solidFill>
                  <a:srgbClr val="0A2540"/>
                </a:solidFill>
                <a:latin typeface="Inter"/>
                <a:ea typeface="Inter"/>
                <a:cs typeface="Inter"/>
              </a:defRPr>
            </a:lvl5pPr>
            <a:lvl6pPr algn="l">
              <a:defRPr sz="1744" b="0" i="0" kern="0" spc="-10">
                <a:solidFill>
                  <a:srgbClr val="0A2540"/>
                </a:solidFill>
                <a:latin typeface="Inter"/>
                <a:ea typeface="Inter"/>
                <a:cs typeface="Inter"/>
              </a:defRPr>
            </a:lvl6pPr>
            <a:lvl7pPr algn="l">
              <a:defRPr sz="1744" b="0" i="0" kern="0" spc="-10">
                <a:solidFill>
                  <a:srgbClr val="0A2540"/>
                </a:solidFill>
                <a:latin typeface="Inter"/>
                <a:ea typeface="Inter"/>
                <a:cs typeface="Inter"/>
              </a:defRPr>
            </a:lvl7pPr>
            <a:lvl8pPr algn="l">
              <a:defRPr sz="1744" b="0" i="0" kern="0" spc="-10">
                <a:solidFill>
                  <a:srgbClr val="0A2540"/>
                </a:solidFill>
                <a:latin typeface="Inter"/>
                <a:ea typeface="Inter"/>
                <a:cs typeface="Inter"/>
              </a:defRPr>
            </a:lvl8pPr>
            <a:lvl9pPr algn="l">
              <a:defRPr sz="1744" b="0" i="0" kern="0" spc="-10">
                <a:solidFill>
                  <a:srgbClr val="0A2540"/>
                </a:solidFill>
                <a:latin typeface="Inter"/>
                <a:ea typeface="Inter"/>
                <a:cs typeface="Inter"/>
              </a:defRPr>
            </a:lvl9pPr>
          </a:lstStyle>
          <a:p>
            <a:pPr algn="l">
              <a:lnSpc>
                <a:spcPct val="100000"/>
              </a:lnSpc>
              <a:buNone/>
              <a:defRPr sz="1744" b="0" i="0" kern="0" spc="-10">
                <a:solidFill>
                  <a:srgbClr val="0A2540"/>
                </a:solidFill>
                <a:latin typeface="Inter"/>
                <a:ea typeface="Inter"/>
                <a:cs typeface="Inter"/>
              </a:defRPr>
            </a:pPr>
            <a:r>
              <a:rPr sz="1744" b="0" i="0" kern="0" spc="-10">
                <a:solidFill>
                  <a:srgbClr val="0A2540"/>
                </a:solidFill>
                <a:latin typeface="Inter"/>
                <a:ea typeface="Inter"/>
                <a:cs typeface="Inter"/>
              </a:rPr>
              <a:t>Target imports =</a:t>
            </a:r>
          </a:p>
        </p:txBody>
      </p:sp>
      <p:sp>
        <p:nvSpPr>
          <p:cNvPr id="48" name="s16 text 5">
            <a:extLst>
              <a:ext uri="{FF2B5EF4-FFF2-40B4-BE49-F238E27FC236}">
                <a16:creationId xmlns:a16="http://schemas.microsoft.com/office/drawing/2014/main" id="{FBA9C65F-9B1B-4158-8D3E-2347B8E2386F}"/>
              </a:ext>
            </a:extLst>
          </p:cNvPr>
          <p:cNvSpPr>
            <a:spLocks noGrp="1"/>
          </p:cNvSpPr>
          <p:nvPr/>
        </p:nvSpPr>
        <p:spPr>
          <a:xfrm>
            <a:off x="10500419" y="2366561"/>
            <a:ext cx="1831867"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4,800 × 0.75 =</a:t>
            </a:r>
          </a:p>
        </p:txBody>
      </p:sp>
      <p:sp>
        <p:nvSpPr>
          <p:cNvPr id="49" name="s16 text 6">
            <a:extLst>
              <a:ext uri="{FF2B5EF4-FFF2-40B4-BE49-F238E27FC236}">
                <a16:creationId xmlns:a16="http://schemas.microsoft.com/office/drawing/2014/main" id="{EFCCBA4D-594A-4C05-A15C-FDFE392592EE}"/>
              </a:ext>
            </a:extLst>
          </p:cNvPr>
          <p:cNvSpPr>
            <a:spLocks noGrp="1"/>
          </p:cNvSpPr>
          <p:nvPr/>
        </p:nvSpPr>
        <p:spPr>
          <a:xfrm>
            <a:off x="12355897" y="2366561"/>
            <a:ext cx="707822" cy="316000"/>
          </a:xfrm>
          <a:prstGeom prst="rect">
            <a:avLst/>
          </a:prstGeom>
          <a:noFill/>
          <a:ln w="0">
            <a:noFill/>
            <a:prstDash val="solid"/>
          </a:ln>
        </p:spPr>
        <p:txBody>
          <a:bodyPr wrap="none" lIns="0" tIns="0" rIns="0" bIns="0" anchor="t">
            <a:noAutofit/>
          </a:bodyPr>
          <a:lstStyle>
            <a:defPPr algn="l">
              <a:defRPr sz="1639" b="1" i="0" kern="0" spc="-10">
                <a:solidFill>
                  <a:srgbClr val="0A2540"/>
                </a:solidFill>
                <a:latin typeface="JetBrains Mono"/>
                <a:ea typeface="JetBrains Mono"/>
                <a:cs typeface="JetBrains Mono"/>
              </a:defRPr>
            </a:defPPr>
            <a:lvl1pPr algn="l">
              <a:defRPr sz="1639" b="1" i="0" kern="0" spc="-10">
                <a:solidFill>
                  <a:srgbClr val="0A2540"/>
                </a:solidFill>
                <a:latin typeface="JetBrains Mono"/>
                <a:ea typeface="JetBrains Mono"/>
                <a:cs typeface="JetBrains Mono"/>
              </a:defRPr>
            </a:lvl1pPr>
            <a:lvl2pPr algn="l">
              <a:defRPr sz="1639" b="1" i="0" kern="0" spc="-10">
                <a:solidFill>
                  <a:srgbClr val="0A2540"/>
                </a:solidFill>
                <a:latin typeface="JetBrains Mono"/>
                <a:ea typeface="JetBrains Mono"/>
                <a:cs typeface="JetBrains Mono"/>
              </a:defRPr>
            </a:lvl2pPr>
            <a:lvl3pPr algn="l">
              <a:defRPr sz="1639" b="1" i="0" kern="0" spc="-10">
                <a:solidFill>
                  <a:srgbClr val="0A2540"/>
                </a:solidFill>
                <a:latin typeface="JetBrains Mono"/>
                <a:ea typeface="JetBrains Mono"/>
                <a:cs typeface="JetBrains Mono"/>
              </a:defRPr>
            </a:lvl3pPr>
            <a:lvl4pPr algn="l">
              <a:defRPr sz="1639" b="1" i="0" kern="0" spc="-10">
                <a:solidFill>
                  <a:srgbClr val="0A2540"/>
                </a:solidFill>
                <a:latin typeface="JetBrains Mono"/>
                <a:ea typeface="JetBrains Mono"/>
                <a:cs typeface="JetBrains Mono"/>
              </a:defRPr>
            </a:lvl4pPr>
            <a:lvl5pPr algn="l">
              <a:defRPr sz="1639" b="1" i="0" kern="0" spc="-10">
                <a:solidFill>
                  <a:srgbClr val="0A2540"/>
                </a:solidFill>
                <a:latin typeface="JetBrains Mono"/>
                <a:ea typeface="JetBrains Mono"/>
                <a:cs typeface="JetBrains Mono"/>
              </a:defRPr>
            </a:lvl5pPr>
            <a:lvl6pPr algn="l">
              <a:defRPr sz="1639" b="1" i="0" kern="0" spc="-10">
                <a:solidFill>
                  <a:srgbClr val="0A2540"/>
                </a:solidFill>
                <a:latin typeface="JetBrains Mono"/>
                <a:ea typeface="JetBrains Mono"/>
                <a:cs typeface="JetBrains Mono"/>
              </a:defRPr>
            </a:lvl6pPr>
            <a:lvl7pPr algn="l">
              <a:defRPr sz="1639" b="1" i="0" kern="0" spc="-10">
                <a:solidFill>
                  <a:srgbClr val="0A2540"/>
                </a:solidFill>
                <a:latin typeface="JetBrains Mono"/>
                <a:ea typeface="JetBrains Mono"/>
                <a:cs typeface="JetBrains Mono"/>
              </a:defRPr>
            </a:lvl7pPr>
            <a:lvl8pPr algn="l">
              <a:defRPr sz="1639" b="1" i="0" kern="0" spc="-10">
                <a:solidFill>
                  <a:srgbClr val="0A2540"/>
                </a:solidFill>
                <a:latin typeface="JetBrains Mono"/>
                <a:ea typeface="JetBrains Mono"/>
                <a:cs typeface="JetBrains Mono"/>
              </a:defRPr>
            </a:lvl8pPr>
            <a:lvl9pPr algn="l">
              <a:defRPr sz="1639" b="1" i="0" kern="0" spc="-10">
                <a:solidFill>
                  <a:srgbClr val="0A2540"/>
                </a:solidFill>
                <a:latin typeface="JetBrains Mono"/>
                <a:ea typeface="JetBrains Mono"/>
                <a:cs typeface="JetBrains Mono"/>
              </a:defRPr>
            </a:lvl9pPr>
          </a:lstStyle>
          <a:p>
            <a:pPr algn="l">
              <a:lnSpc>
                <a:spcPct val="100000"/>
              </a:lnSpc>
              <a:buNone/>
              <a:defRPr sz="1639" b="1" i="0" kern="0" spc="-10">
                <a:solidFill>
                  <a:srgbClr val="0A2540"/>
                </a:solidFill>
                <a:latin typeface="JetBrains Mono"/>
                <a:ea typeface="JetBrains Mono"/>
                <a:cs typeface="JetBrains Mono"/>
              </a:defRPr>
            </a:pPr>
            <a:r>
              <a:rPr sz="1639" b="1" i="0" kern="0" spc="-10">
                <a:solidFill>
                  <a:srgbClr val="0A2540"/>
                </a:solidFill>
                <a:latin typeface="JetBrains Mono"/>
                <a:ea typeface="JetBrains Mono"/>
                <a:cs typeface="JetBrains Mono"/>
              </a:rPr>
              <a:t>3,600</a:t>
            </a:r>
          </a:p>
        </p:txBody>
      </p:sp>
      <p:sp>
        <p:nvSpPr>
          <p:cNvPr id="50" name="s16 text 7">
            <a:extLst>
              <a:ext uri="{FF2B5EF4-FFF2-40B4-BE49-F238E27FC236}">
                <a16:creationId xmlns:a16="http://schemas.microsoft.com/office/drawing/2014/main" id="{B82CFF2A-E768-46E9-B9FE-D8C03F4B8CD2}"/>
              </a:ext>
            </a:extLst>
          </p:cNvPr>
          <p:cNvSpPr>
            <a:spLocks noGrp="1"/>
          </p:cNvSpPr>
          <p:nvPr/>
        </p:nvSpPr>
        <p:spPr>
          <a:xfrm>
            <a:off x="12974389" y="2364358"/>
            <a:ext cx="152400" cy="308146"/>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Inter"/>
                <a:ea typeface="Inter"/>
                <a:cs typeface="Inter"/>
              </a:defRPr>
            </a:defPPr>
            <a:lvl1pPr algn="l">
              <a:defRPr sz="1744" b="0" i="0" kern="0" spc="0">
                <a:solidFill>
                  <a:srgbClr val="0A2540"/>
                </a:solidFill>
                <a:latin typeface="Inter"/>
                <a:ea typeface="Inter"/>
                <a:cs typeface="Inter"/>
              </a:defRPr>
            </a:lvl1pPr>
            <a:lvl2pPr algn="l">
              <a:defRPr sz="1744" b="0" i="0" kern="0" spc="0">
                <a:solidFill>
                  <a:srgbClr val="0A2540"/>
                </a:solidFill>
                <a:latin typeface="Inter"/>
                <a:ea typeface="Inter"/>
                <a:cs typeface="Inter"/>
              </a:defRPr>
            </a:lvl2pPr>
            <a:lvl3pPr algn="l">
              <a:defRPr sz="1744" b="0" i="0" kern="0" spc="0">
                <a:solidFill>
                  <a:srgbClr val="0A2540"/>
                </a:solidFill>
                <a:latin typeface="Inter"/>
                <a:ea typeface="Inter"/>
                <a:cs typeface="Inter"/>
              </a:defRPr>
            </a:lvl3pPr>
            <a:lvl4pPr algn="l">
              <a:defRPr sz="1744" b="0" i="0" kern="0" spc="0">
                <a:solidFill>
                  <a:srgbClr val="0A2540"/>
                </a:solidFill>
                <a:latin typeface="Inter"/>
                <a:ea typeface="Inter"/>
                <a:cs typeface="Inter"/>
              </a:defRPr>
            </a:lvl4pPr>
            <a:lvl5pPr algn="l">
              <a:defRPr sz="1744" b="0" i="0" kern="0" spc="0">
                <a:solidFill>
                  <a:srgbClr val="0A2540"/>
                </a:solidFill>
                <a:latin typeface="Inter"/>
                <a:ea typeface="Inter"/>
                <a:cs typeface="Inter"/>
              </a:defRPr>
            </a:lvl5pPr>
            <a:lvl6pPr algn="l">
              <a:defRPr sz="1744" b="0" i="0" kern="0" spc="0">
                <a:solidFill>
                  <a:srgbClr val="0A2540"/>
                </a:solidFill>
                <a:latin typeface="Inter"/>
                <a:ea typeface="Inter"/>
                <a:cs typeface="Inter"/>
              </a:defRPr>
            </a:lvl6pPr>
            <a:lvl7pPr algn="l">
              <a:defRPr sz="1744" b="0" i="0" kern="0" spc="0">
                <a:solidFill>
                  <a:srgbClr val="0A2540"/>
                </a:solidFill>
                <a:latin typeface="Inter"/>
                <a:ea typeface="Inter"/>
                <a:cs typeface="Inter"/>
              </a:defRPr>
            </a:lvl7pPr>
            <a:lvl8pPr algn="l">
              <a:defRPr sz="1744" b="0" i="0" kern="0" spc="0">
                <a:solidFill>
                  <a:srgbClr val="0A2540"/>
                </a:solidFill>
                <a:latin typeface="Inter"/>
                <a:ea typeface="Inter"/>
                <a:cs typeface="Inter"/>
              </a:defRPr>
            </a:lvl8pPr>
            <a:lvl9pPr algn="l">
              <a:defRPr sz="1744" b="0" i="0" kern="0" spc="0">
                <a:solidFill>
                  <a:srgbClr val="0A2540"/>
                </a:solidFill>
                <a:latin typeface="Inter"/>
                <a:ea typeface="Inter"/>
                <a:cs typeface="Inter"/>
              </a:defRPr>
            </a:lvl9pPr>
          </a:lstStyle>
          <a:p>
            <a:pPr algn="l">
              <a:lnSpc>
                <a:spcPct val="100000"/>
              </a:lnSpc>
              <a:buNone/>
              <a:defRPr sz="1744" b="0" i="0" kern="0" spc="0">
                <a:solidFill>
                  <a:srgbClr val="0A2540"/>
                </a:solidFill>
                <a:latin typeface="Inter"/>
                <a:ea typeface="Inter"/>
                <a:cs typeface="Inter"/>
              </a:defRPr>
            </a:pPr>
            <a:r>
              <a:rPr sz="1744" b="0" i="0" kern="0" spc="0">
                <a:solidFill>
                  <a:srgbClr val="0A2540"/>
                </a:solidFill>
                <a:latin typeface="Inter"/>
                <a:ea typeface="Inter"/>
                <a:cs typeface="Inter"/>
              </a:rPr>
              <a:t>.</a:t>
            </a:r>
          </a:p>
        </p:txBody>
      </p:sp>
      <p:sp>
        <p:nvSpPr>
          <p:cNvPr id="51" name="s16 text 8">
            <a:extLst>
              <a:ext uri="{FF2B5EF4-FFF2-40B4-BE49-F238E27FC236}">
                <a16:creationId xmlns:a16="http://schemas.microsoft.com/office/drawing/2014/main" id="{750463FD-8657-47DC-A1C2-91801A5202FB}"/>
              </a:ext>
            </a:extLst>
          </p:cNvPr>
          <p:cNvSpPr>
            <a:spLocks noGrp="1"/>
          </p:cNvSpPr>
          <p:nvPr/>
        </p:nvSpPr>
        <p:spPr>
          <a:xfrm>
            <a:off x="8381516" y="2875788"/>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2</a:t>
            </a:r>
          </a:p>
        </p:txBody>
      </p:sp>
      <p:sp>
        <p:nvSpPr>
          <p:cNvPr id="52" name="s16 text 9">
            <a:extLst>
              <a:ext uri="{FF2B5EF4-FFF2-40B4-BE49-F238E27FC236}">
                <a16:creationId xmlns:a16="http://schemas.microsoft.com/office/drawing/2014/main" id="{342DD7BA-6393-4F26-9116-2AA563E36DF2}"/>
              </a:ext>
            </a:extLst>
          </p:cNvPr>
          <p:cNvSpPr>
            <a:spLocks noGrp="1"/>
          </p:cNvSpPr>
          <p:nvPr/>
        </p:nvSpPr>
        <p:spPr>
          <a:xfrm>
            <a:off x="8728211" y="2821558"/>
            <a:ext cx="4363307"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Find the domestic price that gives 3,600:</a:t>
            </a:r>
          </a:p>
        </p:txBody>
      </p:sp>
      <p:sp>
        <p:nvSpPr>
          <p:cNvPr id="53" name="s16 text 10">
            <a:extLst>
              <a:ext uri="{FF2B5EF4-FFF2-40B4-BE49-F238E27FC236}">
                <a16:creationId xmlns:a16="http://schemas.microsoft.com/office/drawing/2014/main" id="{5DF391E9-373B-49BA-9E70-A89E7807288B}"/>
              </a:ext>
            </a:extLst>
          </p:cNvPr>
          <p:cNvSpPr>
            <a:spLocks noGrp="1"/>
          </p:cNvSpPr>
          <p:nvPr/>
        </p:nvSpPr>
        <p:spPr>
          <a:xfrm>
            <a:off x="8728211" y="3130943"/>
            <a:ext cx="2581294"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33,600 − 48P = 3,600</a:t>
            </a:r>
          </a:p>
        </p:txBody>
      </p:sp>
      <p:sp>
        <p:nvSpPr>
          <p:cNvPr id="54" name="s16 text 11">
            <a:extLst>
              <a:ext uri="{FF2B5EF4-FFF2-40B4-BE49-F238E27FC236}">
                <a16:creationId xmlns:a16="http://schemas.microsoft.com/office/drawing/2014/main" id="{6DC592C7-1B33-49A4-8870-3180863A6D98}"/>
              </a:ext>
            </a:extLst>
          </p:cNvPr>
          <p:cNvSpPr>
            <a:spLocks noGrp="1"/>
          </p:cNvSpPr>
          <p:nvPr/>
        </p:nvSpPr>
        <p:spPr>
          <a:xfrm>
            <a:off x="8381516" y="3604450"/>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3</a:t>
            </a:r>
          </a:p>
        </p:txBody>
      </p:sp>
      <p:sp>
        <p:nvSpPr>
          <p:cNvPr id="55" name="s16 text 12">
            <a:extLst>
              <a:ext uri="{FF2B5EF4-FFF2-40B4-BE49-F238E27FC236}">
                <a16:creationId xmlns:a16="http://schemas.microsoft.com/office/drawing/2014/main" id="{AB9D0922-87E7-4CAA-93D0-A0949EB01A15}"/>
              </a:ext>
            </a:extLst>
          </p:cNvPr>
          <p:cNvSpPr>
            <a:spLocks noGrp="1"/>
          </p:cNvSpPr>
          <p:nvPr/>
        </p:nvSpPr>
        <p:spPr>
          <a:xfrm>
            <a:off x="8728211" y="3552424"/>
            <a:ext cx="1582122"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48P = 30,000</a:t>
            </a:r>
          </a:p>
        </p:txBody>
      </p:sp>
      <p:sp>
        <p:nvSpPr>
          <p:cNvPr id="56" name="s16 text 14">
            <a:extLst>
              <a:ext uri="{FF2B5EF4-FFF2-40B4-BE49-F238E27FC236}">
                <a16:creationId xmlns:a16="http://schemas.microsoft.com/office/drawing/2014/main" id="{7FF988C9-A780-48A9-9420-E3823E20F4E8}"/>
              </a:ext>
            </a:extLst>
          </p:cNvPr>
          <p:cNvSpPr>
            <a:spLocks noGrp="1"/>
          </p:cNvSpPr>
          <p:nvPr/>
        </p:nvSpPr>
        <p:spPr>
          <a:xfrm>
            <a:off x="10273690" y="3560655"/>
            <a:ext cx="310039" cy="292851"/>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Arial"/>
                <a:ea typeface="Arial"/>
                <a:cs typeface="Arial"/>
              </a:defRPr>
            </a:defPPr>
            <a:lvl1pPr algn="l">
              <a:defRPr sz="1744" b="0" i="0" kern="0" spc="0">
                <a:solidFill>
                  <a:srgbClr val="0A2540"/>
                </a:solidFill>
                <a:latin typeface="Arial"/>
                <a:ea typeface="Arial"/>
                <a:cs typeface="Arial"/>
              </a:defRPr>
            </a:lvl1pPr>
            <a:lvl2pPr algn="l">
              <a:defRPr sz="1744" b="0" i="0" kern="0" spc="0">
                <a:solidFill>
                  <a:srgbClr val="0A2540"/>
                </a:solidFill>
                <a:latin typeface="Arial"/>
                <a:ea typeface="Arial"/>
                <a:cs typeface="Arial"/>
              </a:defRPr>
            </a:lvl2pPr>
            <a:lvl3pPr algn="l">
              <a:defRPr sz="1744" b="0" i="0" kern="0" spc="0">
                <a:solidFill>
                  <a:srgbClr val="0A2540"/>
                </a:solidFill>
                <a:latin typeface="Arial"/>
                <a:ea typeface="Arial"/>
                <a:cs typeface="Arial"/>
              </a:defRPr>
            </a:lvl3pPr>
            <a:lvl4pPr algn="l">
              <a:defRPr sz="1744" b="0" i="0" kern="0" spc="0">
                <a:solidFill>
                  <a:srgbClr val="0A2540"/>
                </a:solidFill>
                <a:latin typeface="Arial"/>
                <a:ea typeface="Arial"/>
                <a:cs typeface="Arial"/>
              </a:defRPr>
            </a:lvl4pPr>
            <a:lvl5pPr algn="l">
              <a:defRPr sz="1744" b="0" i="0" kern="0" spc="0">
                <a:solidFill>
                  <a:srgbClr val="0A2540"/>
                </a:solidFill>
                <a:latin typeface="Arial"/>
                <a:ea typeface="Arial"/>
                <a:cs typeface="Arial"/>
              </a:defRPr>
            </a:lvl5pPr>
            <a:lvl6pPr algn="l">
              <a:defRPr sz="1744" b="0" i="0" kern="0" spc="0">
                <a:solidFill>
                  <a:srgbClr val="0A2540"/>
                </a:solidFill>
                <a:latin typeface="Arial"/>
                <a:ea typeface="Arial"/>
                <a:cs typeface="Arial"/>
              </a:defRPr>
            </a:lvl6pPr>
            <a:lvl7pPr algn="l">
              <a:defRPr sz="1744" b="0" i="0" kern="0" spc="0">
                <a:solidFill>
                  <a:srgbClr val="0A2540"/>
                </a:solidFill>
                <a:latin typeface="Arial"/>
                <a:ea typeface="Arial"/>
                <a:cs typeface="Arial"/>
              </a:defRPr>
            </a:lvl7pPr>
            <a:lvl8pPr algn="l">
              <a:defRPr sz="1744" b="0" i="0" kern="0" spc="0">
                <a:solidFill>
                  <a:srgbClr val="0A2540"/>
                </a:solidFill>
                <a:latin typeface="Arial"/>
                <a:ea typeface="Arial"/>
                <a:cs typeface="Arial"/>
              </a:defRPr>
            </a:lvl8pPr>
            <a:lvl9pPr algn="l">
              <a:defRPr sz="1744" b="0" i="0" kern="0" spc="0">
                <a:solidFill>
                  <a:srgbClr val="0A2540"/>
                </a:solidFill>
                <a:latin typeface="Arial"/>
                <a:ea typeface="Arial"/>
                <a:cs typeface="Arial"/>
              </a:defRPr>
            </a:lvl9pPr>
          </a:lstStyle>
          <a:p>
            <a:pPr algn="l">
              <a:lnSpc>
                <a:spcPct val="100000"/>
              </a:lnSpc>
              <a:buNone/>
              <a:defRPr sz="1744" b="0" i="0" kern="0" spc="0">
                <a:solidFill>
                  <a:srgbClr val="0A2540"/>
                </a:solidFill>
                <a:latin typeface="Arial"/>
                <a:ea typeface="Arial"/>
                <a:cs typeface="Arial"/>
              </a:defRPr>
            </a:pPr>
            <a:r>
              <a:rPr sz="1744" b="0" i="0" kern="0" spc="0">
                <a:solidFill>
                  <a:srgbClr val="0A2540"/>
                </a:solidFill>
                <a:latin typeface="Arial"/>
                <a:ea typeface="Arial"/>
                <a:cs typeface="Arial"/>
              </a:rPr>
              <a:t>→</a:t>
            </a:r>
          </a:p>
        </p:txBody>
      </p:sp>
      <p:sp>
        <p:nvSpPr>
          <p:cNvPr id="57" name="s16 text 16">
            <a:extLst>
              <a:ext uri="{FF2B5EF4-FFF2-40B4-BE49-F238E27FC236}">
                <a16:creationId xmlns:a16="http://schemas.microsoft.com/office/drawing/2014/main" id="{38AEF90F-9ADE-463A-B3D5-8AE88BD1D19A}"/>
              </a:ext>
            </a:extLst>
          </p:cNvPr>
          <p:cNvSpPr>
            <a:spLocks noGrp="1"/>
          </p:cNvSpPr>
          <p:nvPr/>
        </p:nvSpPr>
        <p:spPr>
          <a:xfrm>
            <a:off x="10555225" y="3552424"/>
            <a:ext cx="457981" cy="316000"/>
          </a:xfrm>
          <a:prstGeom prst="rect">
            <a:avLst/>
          </a:prstGeom>
          <a:noFill/>
          <a:ln w="0">
            <a:noFill/>
            <a:prstDash val="solid"/>
          </a:ln>
        </p:spPr>
        <p:txBody>
          <a:bodyPr wrap="none" lIns="0" tIns="0" rIns="0" bIns="0" anchor="t">
            <a:noAutofit/>
          </a:bodyPr>
          <a:lstStyle>
            <a:defPPr algn="l">
              <a:defRPr sz="1639" b="0" i="0" kern="0" spc="-14">
                <a:solidFill>
                  <a:srgbClr val="0A2540"/>
                </a:solidFill>
                <a:latin typeface="JetBrains Mono"/>
                <a:ea typeface="JetBrains Mono"/>
                <a:cs typeface="JetBrains Mono"/>
              </a:defRPr>
            </a:defPPr>
            <a:lvl1pPr algn="l">
              <a:defRPr sz="1639" b="0" i="0" kern="0" spc="-14">
                <a:solidFill>
                  <a:srgbClr val="0A2540"/>
                </a:solidFill>
                <a:latin typeface="JetBrains Mono"/>
                <a:ea typeface="JetBrains Mono"/>
                <a:cs typeface="JetBrains Mono"/>
              </a:defRPr>
            </a:lvl1pPr>
            <a:lvl2pPr algn="l">
              <a:defRPr sz="1639" b="0" i="0" kern="0" spc="-14">
                <a:solidFill>
                  <a:srgbClr val="0A2540"/>
                </a:solidFill>
                <a:latin typeface="JetBrains Mono"/>
                <a:ea typeface="JetBrains Mono"/>
                <a:cs typeface="JetBrains Mono"/>
              </a:defRPr>
            </a:lvl2pPr>
            <a:lvl3pPr algn="l">
              <a:defRPr sz="1639" b="0" i="0" kern="0" spc="-14">
                <a:solidFill>
                  <a:srgbClr val="0A2540"/>
                </a:solidFill>
                <a:latin typeface="JetBrains Mono"/>
                <a:ea typeface="JetBrains Mono"/>
                <a:cs typeface="JetBrains Mono"/>
              </a:defRPr>
            </a:lvl3pPr>
            <a:lvl4pPr algn="l">
              <a:defRPr sz="1639" b="0" i="0" kern="0" spc="-14">
                <a:solidFill>
                  <a:srgbClr val="0A2540"/>
                </a:solidFill>
                <a:latin typeface="JetBrains Mono"/>
                <a:ea typeface="JetBrains Mono"/>
                <a:cs typeface="JetBrains Mono"/>
              </a:defRPr>
            </a:lvl4pPr>
            <a:lvl5pPr algn="l">
              <a:defRPr sz="1639" b="0" i="0" kern="0" spc="-14">
                <a:solidFill>
                  <a:srgbClr val="0A2540"/>
                </a:solidFill>
                <a:latin typeface="JetBrains Mono"/>
                <a:ea typeface="JetBrains Mono"/>
                <a:cs typeface="JetBrains Mono"/>
              </a:defRPr>
            </a:lvl5pPr>
            <a:lvl6pPr algn="l">
              <a:defRPr sz="1639" b="0" i="0" kern="0" spc="-14">
                <a:solidFill>
                  <a:srgbClr val="0A2540"/>
                </a:solidFill>
                <a:latin typeface="JetBrains Mono"/>
                <a:ea typeface="JetBrains Mono"/>
                <a:cs typeface="JetBrains Mono"/>
              </a:defRPr>
            </a:lvl6pPr>
            <a:lvl7pPr algn="l">
              <a:defRPr sz="1639" b="0" i="0" kern="0" spc="-14">
                <a:solidFill>
                  <a:srgbClr val="0A2540"/>
                </a:solidFill>
                <a:latin typeface="JetBrains Mono"/>
                <a:ea typeface="JetBrains Mono"/>
                <a:cs typeface="JetBrains Mono"/>
              </a:defRPr>
            </a:lvl7pPr>
            <a:lvl8pPr algn="l">
              <a:defRPr sz="1639" b="0" i="0" kern="0" spc="-14">
                <a:solidFill>
                  <a:srgbClr val="0A2540"/>
                </a:solidFill>
                <a:latin typeface="JetBrains Mono"/>
                <a:ea typeface="JetBrains Mono"/>
                <a:cs typeface="JetBrains Mono"/>
              </a:defRPr>
            </a:lvl8pPr>
            <a:lvl9pPr algn="l">
              <a:defRPr sz="1639" b="0" i="0" kern="0" spc="-14">
                <a:solidFill>
                  <a:srgbClr val="0A2540"/>
                </a:solidFill>
                <a:latin typeface="JetBrains Mono"/>
                <a:ea typeface="JetBrains Mono"/>
                <a:cs typeface="JetBrains Mono"/>
              </a:defRPr>
            </a:lvl9pPr>
          </a:lstStyle>
          <a:p>
            <a:pPr algn="l">
              <a:lnSpc>
                <a:spcPct val="100000"/>
              </a:lnSpc>
              <a:buNone/>
              <a:defRPr sz="1639" b="0" i="0" kern="0" spc="-14">
                <a:solidFill>
                  <a:srgbClr val="0A2540"/>
                </a:solidFill>
                <a:latin typeface="JetBrains Mono"/>
                <a:ea typeface="JetBrains Mono"/>
                <a:cs typeface="JetBrains Mono"/>
              </a:defRPr>
            </a:pPr>
            <a:r>
              <a:rPr sz="1639" b="0" i="0" kern="0" spc="-14">
                <a:solidFill>
                  <a:srgbClr val="0A2540"/>
                </a:solidFill>
                <a:latin typeface="JetBrains Mono"/>
                <a:ea typeface="JetBrains Mono"/>
                <a:cs typeface="JetBrains Mono"/>
              </a:rPr>
              <a:t>P =</a:t>
            </a:r>
          </a:p>
        </p:txBody>
      </p:sp>
      <p:sp>
        <p:nvSpPr>
          <p:cNvPr id="58" name="s16 text 17">
            <a:extLst>
              <a:ext uri="{FF2B5EF4-FFF2-40B4-BE49-F238E27FC236}">
                <a16:creationId xmlns:a16="http://schemas.microsoft.com/office/drawing/2014/main" id="{FE79C112-9EBA-47F0-B737-EA3DF8ECDCAD}"/>
              </a:ext>
            </a:extLst>
          </p:cNvPr>
          <p:cNvSpPr>
            <a:spLocks noGrp="1"/>
          </p:cNvSpPr>
          <p:nvPr/>
        </p:nvSpPr>
        <p:spPr>
          <a:xfrm>
            <a:off x="11050041" y="3552424"/>
            <a:ext cx="582854" cy="316000"/>
          </a:xfrm>
          <a:prstGeom prst="rect">
            <a:avLst/>
          </a:prstGeom>
          <a:noFill/>
          <a:ln w="0">
            <a:noFill/>
            <a:prstDash val="solid"/>
          </a:ln>
        </p:spPr>
        <p:txBody>
          <a:bodyPr wrap="none" lIns="0" tIns="0" rIns="0" bIns="0" anchor="t">
            <a:noAutofit/>
          </a:bodyPr>
          <a:lstStyle>
            <a:defPPr algn="l">
              <a:defRPr sz="1639" b="1" i="0" kern="0" spc="-9">
                <a:solidFill>
                  <a:srgbClr val="0A2540"/>
                </a:solidFill>
                <a:latin typeface="JetBrains Mono"/>
                <a:ea typeface="JetBrains Mono"/>
                <a:cs typeface="JetBrains Mono"/>
              </a:defRPr>
            </a:defPPr>
            <a:lvl1pPr algn="l">
              <a:defRPr sz="1639" b="1" i="0" kern="0" spc="-9">
                <a:solidFill>
                  <a:srgbClr val="0A2540"/>
                </a:solidFill>
                <a:latin typeface="JetBrains Mono"/>
                <a:ea typeface="JetBrains Mono"/>
                <a:cs typeface="JetBrains Mono"/>
              </a:defRPr>
            </a:lvl1pPr>
            <a:lvl2pPr algn="l">
              <a:defRPr sz="1639" b="1" i="0" kern="0" spc="-9">
                <a:solidFill>
                  <a:srgbClr val="0A2540"/>
                </a:solidFill>
                <a:latin typeface="JetBrains Mono"/>
                <a:ea typeface="JetBrains Mono"/>
                <a:cs typeface="JetBrains Mono"/>
              </a:defRPr>
            </a:lvl2pPr>
            <a:lvl3pPr algn="l">
              <a:defRPr sz="1639" b="1" i="0" kern="0" spc="-9">
                <a:solidFill>
                  <a:srgbClr val="0A2540"/>
                </a:solidFill>
                <a:latin typeface="JetBrains Mono"/>
                <a:ea typeface="JetBrains Mono"/>
                <a:cs typeface="JetBrains Mono"/>
              </a:defRPr>
            </a:lvl3pPr>
            <a:lvl4pPr algn="l">
              <a:defRPr sz="1639" b="1" i="0" kern="0" spc="-9">
                <a:solidFill>
                  <a:srgbClr val="0A2540"/>
                </a:solidFill>
                <a:latin typeface="JetBrains Mono"/>
                <a:ea typeface="JetBrains Mono"/>
                <a:cs typeface="JetBrains Mono"/>
              </a:defRPr>
            </a:lvl4pPr>
            <a:lvl5pPr algn="l">
              <a:defRPr sz="1639" b="1" i="0" kern="0" spc="-9">
                <a:solidFill>
                  <a:srgbClr val="0A2540"/>
                </a:solidFill>
                <a:latin typeface="JetBrains Mono"/>
                <a:ea typeface="JetBrains Mono"/>
                <a:cs typeface="JetBrains Mono"/>
              </a:defRPr>
            </a:lvl5pPr>
            <a:lvl6pPr algn="l">
              <a:defRPr sz="1639" b="1" i="0" kern="0" spc="-9">
                <a:solidFill>
                  <a:srgbClr val="0A2540"/>
                </a:solidFill>
                <a:latin typeface="JetBrains Mono"/>
                <a:ea typeface="JetBrains Mono"/>
                <a:cs typeface="JetBrains Mono"/>
              </a:defRPr>
            </a:lvl6pPr>
            <a:lvl7pPr algn="l">
              <a:defRPr sz="1639" b="1" i="0" kern="0" spc="-9">
                <a:solidFill>
                  <a:srgbClr val="0A2540"/>
                </a:solidFill>
                <a:latin typeface="JetBrains Mono"/>
                <a:ea typeface="JetBrains Mono"/>
                <a:cs typeface="JetBrains Mono"/>
              </a:defRPr>
            </a:lvl7pPr>
            <a:lvl8pPr algn="l">
              <a:defRPr sz="1639" b="1" i="0" kern="0" spc="-9">
                <a:solidFill>
                  <a:srgbClr val="0A2540"/>
                </a:solidFill>
                <a:latin typeface="JetBrains Mono"/>
                <a:ea typeface="JetBrains Mono"/>
                <a:cs typeface="JetBrains Mono"/>
              </a:defRPr>
            </a:lvl8pPr>
            <a:lvl9pPr algn="l">
              <a:defRPr sz="1639" b="1" i="0" kern="0" spc="-9">
                <a:solidFill>
                  <a:srgbClr val="0A2540"/>
                </a:solidFill>
                <a:latin typeface="JetBrains Mono"/>
                <a:ea typeface="JetBrains Mono"/>
                <a:cs typeface="JetBrains Mono"/>
              </a:defRPr>
            </a:lvl9pPr>
          </a:lstStyle>
          <a:p>
            <a:pPr algn="l">
              <a:lnSpc>
                <a:spcPct val="100000"/>
              </a:lnSpc>
              <a:buNone/>
              <a:defRPr sz="1639" b="1" i="0" kern="0" spc="-9">
                <a:solidFill>
                  <a:srgbClr val="0A2540"/>
                </a:solidFill>
                <a:latin typeface="JetBrains Mono"/>
                <a:ea typeface="JetBrains Mono"/>
                <a:cs typeface="JetBrains Mono"/>
              </a:defRPr>
            </a:pPr>
            <a:r>
              <a:rPr sz="1639" b="1" i="0" kern="0" spc="-9">
                <a:solidFill>
                  <a:srgbClr val="0A2540"/>
                </a:solidFill>
                <a:latin typeface="JetBrains Mono"/>
                <a:ea typeface="JetBrains Mono"/>
                <a:cs typeface="JetBrains Mono"/>
              </a:rPr>
              <a:t>$625</a:t>
            </a:r>
          </a:p>
        </p:txBody>
      </p:sp>
      <p:sp>
        <p:nvSpPr>
          <p:cNvPr id="59" name="s16 text 18">
            <a:extLst>
              <a:ext uri="{FF2B5EF4-FFF2-40B4-BE49-F238E27FC236}">
                <a16:creationId xmlns:a16="http://schemas.microsoft.com/office/drawing/2014/main" id="{A899D9D5-6158-4504-A46C-C67A4C2AB696}"/>
              </a:ext>
            </a:extLst>
          </p:cNvPr>
          <p:cNvSpPr>
            <a:spLocks noGrp="1"/>
          </p:cNvSpPr>
          <p:nvPr/>
        </p:nvSpPr>
        <p:spPr>
          <a:xfrm>
            <a:off x="8381516" y="4061650"/>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4</a:t>
            </a:r>
          </a:p>
        </p:txBody>
      </p:sp>
      <p:sp>
        <p:nvSpPr>
          <p:cNvPr id="60" name="s16 text 19">
            <a:extLst>
              <a:ext uri="{FF2B5EF4-FFF2-40B4-BE49-F238E27FC236}">
                <a16:creationId xmlns:a16="http://schemas.microsoft.com/office/drawing/2014/main" id="{06B7C069-B329-4AD6-8696-4C31885C25A9}"/>
              </a:ext>
            </a:extLst>
          </p:cNvPr>
          <p:cNvSpPr>
            <a:spLocks noGrp="1"/>
          </p:cNvSpPr>
          <p:nvPr/>
        </p:nvSpPr>
        <p:spPr>
          <a:xfrm>
            <a:off x="8728211" y="4007420"/>
            <a:ext cx="4518850"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The tariff is the gap between the domestic</a:t>
            </a:r>
          </a:p>
        </p:txBody>
      </p:sp>
      <p:sp>
        <p:nvSpPr>
          <p:cNvPr id="61" name="s16 text 20">
            <a:extLst>
              <a:ext uri="{FF2B5EF4-FFF2-40B4-BE49-F238E27FC236}">
                <a16:creationId xmlns:a16="http://schemas.microsoft.com/office/drawing/2014/main" id="{C4C7624B-8341-4571-B13F-517C7560DFA9}"/>
              </a:ext>
            </a:extLst>
          </p:cNvPr>
          <p:cNvSpPr>
            <a:spLocks noGrp="1"/>
          </p:cNvSpPr>
          <p:nvPr/>
        </p:nvSpPr>
        <p:spPr>
          <a:xfrm>
            <a:off x="8728211" y="4307458"/>
            <a:ext cx="4440936"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price consumers pay and the world price:</a:t>
            </a:r>
          </a:p>
        </p:txBody>
      </p:sp>
      <p:sp>
        <p:nvSpPr>
          <p:cNvPr id="62" name="s16 text 21">
            <a:extLst>
              <a:ext uri="{FF2B5EF4-FFF2-40B4-BE49-F238E27FC236}">
                <a16:creationId xmlns:a16="http://schemas.microsoft.com/office/drawing/2014/main" id="{1069C32B-A688-4AD8-8EE7-6ABA681E7A22}"/>
              </a:ext>
            </a:extLst>
          </p:cNvPr>
          <p:cNvSpPr>
            <a:spLocks noGrp="1"/>
          </p:cNvSpPr>
          <p:nvPr/>
        </p:nvSpPr>
        <p:spPr>
          <a:xfrm>
            <a:off x="8728211" y="4616843"/>
            <a:ext cx="1706994"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t = 625 − 600</a:t>
            </a:r>
          </a:p>
        </p:txBody>
      </p:sp>
      <p:sp>
        <p:nvSpPr>
          <p:cNvPr id="63" name="s16 text 22">
            <a:extLst>
              <a:ext uri="{FF2B5EF4-FFF2-40B4-BE49-F238E27FC236}">
                <a16:creationId xmlns:a16="http://schemas.microsoft.com/office/drawing/2014/main" id="{B74A215C-C832-43A0-AACB-FC1DB783FD5D}"/>
              </a:ext>
            </a:extLst>
          </p:cNvPr>
          <p:cNvSpPr>
            <a:spLocks noGrp="1"/>
          </p:cNvSpPr>
          <p:nvPr/>
        </p:nvSpPr>
        <p:spPr>
          <a:xfrm>
            <a:off x="8421030" y="5054346"/>
            <a:ext cx="377190" cy="260261"/>
          </a:xfrm>
          <a:prstGeom prst="rect">
            <a:avLst/>
          </a:prstGeom>
          <a:noFill/>
          <a:ln w="0">
            <a:noFill/>
            <a:prstDash val="solid"/>
          </a:ln>
        </p:spPr>
        <p:txBody>
          <a:bodyPr wrap="none" lIns="0" tIns="0" rIns="0" bIns="0" anchor="t">
            <a:noAutofit/>
          </a:bodyPr>
          <a:lstStyle>
            <a:defPPr algn="l">
              <a:defRPr sz="1350" b="0" i="0" kern="0" spc="-14">
                <a:solidFill>
                  <a:srgbClr val="0A2540"/>
                </a:solidFill>
                <a:latin typeface="JetBrains Mono"/>
                <a:ea typeface="JetBrains Mono"/>
                <a:cs typeface="JetBrains Mono"/>
              </a:defRPr>
            </a:defPPr>
            <a:lvl1pPr algn="l">
              <a:defRPr sz="1350" b="0" i="0" kern="0" spc="-14">
                <a:solidFill>
                  <a:srgbClr val="0A2540"/>
                </a:solidFill>
                <a:latin typeface="JetBrains Mono"/>
                <a:ea typeface="JetBrains Mono"/>
                <a:cs typeface="JetBrains Mono"/>
              </a:defRPr>
            </a:lvl1pPr>
            <a:lvl2pPr algn="l">
              <a:defRPr sz="1350" b="0" i="0" kern="0" spc="-14">
                <a:solidFill>
                  <a:srgbClr val="0A2540"/>
                </a:solidFill>
                <a:latin typeface="JetBrains Mono"/>
                <a:ea typeface="JetBrains Mono"/>
                <a:cs typeface="JetBrains Mono"/>
              </a:defRPr>
            </a:lvl2pPr>
            <a:lvl3pPr algn="l">
              <a:defRPr sz="1350" b="0" i="0" kern="0" spc="-14">
                <a:solidFill>
                  <a:srgbClr val="0A2540"/>
                </a:solidFill>
                <a:latin typeface="JetBrains Mono"/>
                <a:ea typeface="JetBrains Mono"/>
                <a:cs typeface="JetBrains Mono"/>
              </a:defRPr>
            </a:lvl3pPr>
            <a:lvl4pPr algn="l">
              <a:defRPr sz="1350" b="0" i="0" kern="0" spc="-14">
                <a:solidFill>
                  <a:srgbClr val="0A2540"/>
                </a:solidFill>
                <a:latin typeface="JetBrains Mono"/>
                <a:ea typeface="JetBrains Mono"/>
                <a:cs typeface="JetBrains Mono"/>
              </a:defRPr>
            </a:lvl4pPr>
            <a:lvl5pPr algn="l">
              <a:defRPr sz="1350" b="0" i="0" kern="0" spc="-14">
                <a:solidFill>
                  <a:srgbClr val="0A2540"/>
                </a:solidFill>
                <a:latin typeface="JetBrains Mono"/>
                <a:ea typeface="JetBrains Mono"/>
                <a:cs typeface="JetBrains Mono"/>
              </a:defRPr>
            </a:lvl5pPr>
            <a:lvl6pPr algn="l">
              <a:defRPr sz="1350" b="0" i="0" kern="0" spc="-14">
                <a:solidFill>
                  <a:srgbClr val="0A2540"/>
                </a:solidFill>
                <a:latin typeface="JetBrains Mono"/>
                <a:ea typeface="JetBrains Mono"/>
                <a:cs typeface="JetBrains Mono"/>
              </a:defRPr>
            </a:lvl6pPr>
            <a:lvl7pPr algn="l">
              <a:defRPr sz="1350" b="0" i="0" kern="0" spc="-14">
                <a:solidFill>
                  <a:srgbClr val="0A2540"/>
                </a:solidFill>
                <a:latin typeface="JetBrains Mono"/>
                <a:ea typeface="JetBrains Mono"/>
                <a:cs typeface="JetBrains Mono"/>
              </a:defRPr>
            </a:lvl7pPr>
            <a:lvl8pPr algn="l">
              <a:defRPr sz="1350" b="0" i="0" kern="0" spc="-14">
                <a:solidFill>
                  <a:srgbClr val="0A2540"/>
                </a:solidFill>
                <a:latin typeface="JetBrains Mono"/>
                <a:ea typeface="JetBrains Mono"/>
                <a:cs typeface="JetBrains Mono"/>
              </a:defRPr>
            </a:lvl8pPr>
            <a:lvl9pPr algn="l">
              <a:defRPr sz="1350" b="0" i="0" kern="0" spc="-14">
                <a:solidFill>
                  <a:srgbClr val="0A2540"/>
                </a:solidFill>
                <a:latin typeface="JetBrains Mono"/>
                <a:ea typeface="JetBrains Mono"/>
                <a:cs typeface="JetBrains Mono"/>
              </a:defRPr>
            </a:lvl9pPr>
          </a:lstStyle>
          <a:p>
            <a:pPr algn="l">
              <a:lnSpc>
                <a:spcPct val="100000"/>
              </a:lnSpc>
              <a:buNone/>
              <a:defRPr sz="1350" b="0" i="0" kern="0" spc="-14">
                <a:solidFill>
                  <a:srgbClr val="0A2540"/>
                </a:solidFill>
                <a:latin typeface="JetBrains Mono"/>
                <a:ea typeface="JetBrains Mono"/>
                <a:cs typeface="JetBrains Mono"/>
              </a:defRPr>
            </a:pPr>
            <a:r>
              <a:rPr sz="1350" b="0" i="0" kern="0" spc="-14">
                <a:solidFill>
                  <a:srgbClr val="0A2540"/>
                </a:solidFill>
                <a:latin typeface="JetBrains Mono"/>
                <a:ea typeface="JetBrains Mono"/>
                <a:cs typeface="JetBrains Mono"/>
              </a:rPr>
              <a:t>t =</a:t>
            </a:r>
          </a:p>
        </p:txBody>
      </p:sp>
      <p:sp>
        <p:nvSpPr>
          <p:cNvPr id="64" name="s16 text 23">
            <a:extLst>
              <a:ext uri="{FF2B5EF4-FFF2-40B4-BE49-F238E27FC236}">
                <a16:creationId xmlns:a16="http://schemas.microsoft.com/office/drawing/2014/main" id="{0A63879D-D065-484F-9E08-3532949003E8}"/>
              </a:ext>
            </a:extLst>
          </p:cNvPr>
          <p:cNvSpPr>
            <a:spLocks noGrp="1"/>
          </p:cNvSpPr>
          <p:nvPr/>
        </p:nvSpPr>
        <p:spPr>
          <a:xfrm>
            <a:off x="8828000" y="5054346"/>
            <a:ext cx="1611630" cy="260261"/>
          </a:xfrm>
          <a:prstGeom prst="rect">
            <a:avLst/>
          </a:prstGeom>
          <a:noFill/>
          <a:ln w="0">
            <a:noFill/>
            <a:prstDash val="solid"/>
          </a:ln>
        </p:spPr>
        <p:txBody>
          <a:bodyPr wrap="none" lIns="0" tIns="0" rIns="0" bIns="0" anchor="t">
            <a:noAutofit/>
          </a:bodyPr>
          <a:lstStyle>
            <a:defPPr algn="l">
              <a:defRPr sz="1350" b="1" i="0" kern="0" spc="-9">
                <a:solidFill>
                  <a:srgbClr val="0A2540"/>
                </a:solidFill>
                <a:latin typeface="JetBrains Mono"/>
                <a:ea typeface="JetBrains Mono"/>
                <a:cs typeface="JetBrains Mono"/>
              </a:defRPr>
            </a:defPPr>
            <a:lvl1pPr algn="l">
              <a:defRPr sz="1350" b="1" i="0" kern="0" spc="-9">
                <a:solidFill>
                  <a:srgbClr val="0A2540"/>
                </a:solidFill>
                <a:latin typeface="JetBrains Mono"/>
                <a:ea typeface="JetBrains Mono"/>
                <a:cs typeface="JetBrains Mono"/>
              </a:defRPr>
            </a:lvl1pPr>
            <a:lvl2pPr algn="l">
              <a:defRPr sz="1350" b="1" i="0" kern="0" spc="-9">
                <a:solidFill>
                  <a:srgbClr val="0A2540"/>
                </a:solidFill>
                <a:latin typeface="JetBrains Mono"/>
                <a:ea typeface="JetBrains Mono"/>
                <a:cs typeface="JetBrains Mono"/>
              </a:defRPr>
            </a:lvl2pPr>
            <a:lvl3pPr algn="l">
              <a:defRPr sz="1350" b="1" i="0" kern="0" spc="-9">
                <a:solidFill>
                  <a:srgbClr val="0A2540"/>
                </a:solidFill>
                <a:latin typeface="JetBrains Mono"/>
                <a:ea typeface="JetBrains Mono"/>
                <a:cs typeface="JetBrains Mono"/>
              </a:defRPr>
            </a:lvl3pPr>
            <a:lvl4pPr algn="l">
              <a:defRPr sz="1350" b="1" i="0" kern="0" spc="-9">
                <a:solidFill>
                  <a:srgbClr val="0A2540"/>
                </a:solidFill>
                <a:latin typeface="JetBrains Mono"/>
                <a:ea typeface="JetBrains Mono"/>
                <a:cs typeface="JetBrains Mono"/>
              </a:defRPr>
            </a:lvl4pPr>
            <a:lvl5pPr algn="l">
              <a:defRPr sz="1350" b="1" i="0" kern="0" spc="-9">
                <a:solidFill>
                  <a:srgbClr val="0A2540"/>
                </a:solidFill>
                <a:latin typeface="JetBrains Mono"/>
                <a:ea typeface="JetBrains Mono"/>
                <a:cs typeface="JetBrains Mono"/>
              </a:defRPr>
            </a:lvl5pPr>
            <a:lvl6pPr algn="l">
              <a:defRPr sz="1350" b="1" i="0" kern="0" spc="-9">
                <a:solidFill>
                  <a:srgbClr val="0A2540"/>
                </a:solidFill>
                <a:latin typeface="JetBrains Mono"/>
                <a:ea typeface="JetBrains Mono"/>
                <a:cs typeface="JetBrains Mono"/>
              </a:defRPr>
            </a:lvl6pPr>
            <a:lvl7pPr algn="l">
              <a:defRPr sz="1350" b="1" i="0" kern="0" spc="-9">
                <a:solidFill>
                  <a:srgbClr val="0A2540"/>
                </a:solidFill>
                <a:latin typeface="JetBrains Mono"/>
                <a:ea typeface="JetBrains Mono"/>
                <a:cs typeface="JetBrains Mono"/>
              </a:defRPr>
            </a:lvl7pPr>
            <a:lvl8pPr algn="l">
              <a:defRPr sz="1350" b="1" i="0" kern="0" spc="-9">
                <a:solidFill>
                  <a:srgbClr val="0A2540"/>
                </a:solidFill>
                <a:latin typeface="JetBrains Mono"/>
                <a:ea typeface="JetBrains Mono"/>
                <a:cs typeface="JetBrains Mono"/>
              </a:defRPr>
            </a:lvl8pPr>
            <a:lvl9pPr algn="l">
              <a:defRPr sz="1350" b="1" i="0" kern="0" spc="-9">
                <a:solidFill>
                  <a:srgbClr val="0A2540"/>
                </a:solidFill>
                <a:latin typeface="JetBrains Mono"/>
                <a:ea typeface="JetBrains Mono"/>
                <a:cs typeface="JetBrains Mono"/>
              </a:defRPr>
            </a:lvl9pPr>
          </a:lstStyle>
          <a:p>
            <a:pPr algn="l">
              <a:lnSpc>
                <a:spcPct val="100000"/>
              </a:lnSpc>
              <a:buNone/>
              <a:defRPr sz="1350" b="1" i="0" kern="0" spc="-9">
                <a:solidFill>
                  <a:srgbClr val="0A2540"/>
                </a:solidFill>
                <a:latin typeface="JetBrains Mono"/>
                <a:ea typeface="JetBrains Mono"/>
                <a:cs typeface="JetBrains Mono"/>
              </a:defRPr>
            </a:pPr>
            <a:r>
              <a:rPr sz="1350" b="1" i="0" kern="0" spc="-9">
                <a:solidFill>
                  <a:srgbClr val="0A2540"/>
                </a:solidFill>
                <a:latin typeface="JetBrains Mono"/>
                <a:ea typeface="JetBrains Mono"/>
                <a:cs typeface="JetBrains Mono"/>
              </a:rPr>
              <a:t>$25 per handbag</a:t>
            </a:r>
          </a:p>
        </p:txBody>
      </p:sp>
      <p:sp>
        <p:nvSpPr>
          <p:cNvPr id="65" name="s16 text 24">
            <a:extLst>
              <a:ext uri="{FF2B5EF4-FFF2-40B4-BE49-F238E27FC236}">
                <a16:creationId xmlns:a16="http://schemas.microsoft.com/office/drawing/2014/main" id="{999941B3-9036-4B11-B17B-177D835A2FAE}"/>
              </a:ext>
            </a:extLst>
          </p:cNvPr>
          <p:cNvSpPr>
            <a:spLocks noGrp="1"/>
          </p:cNvSpPr>
          <p:nvPr/>
        </p:nvSpPr>
        <p:spPr>
          <a:xfrm>
            <a:off x="8263867" y="5477247"/>
            <a:ext cx="728186" cy="228625"/>
          </a:xfrm>
          <a:prstGeom prst="rect">
            <a:avLst/>
          </a:prstGeom>
          <a:noFill/>
          <a:ln w="0">
            <a:noFill/>
            <a:prstDash val="solid"/>
          </a:ln>
        </p:spPr>
        <p:txBody>
          <a:bodyPr wrap="none" lIns="0" tIns="0" rIns="0" bIns="0" anchor="t">
            <a:noAutofit/>
          </a:bodyPr>
          <a:lstStyle>
            <a:defPPr algn="l">
              <a:defRPr sz="1294" b="0" i="0" kern="0" spc="-10">
                <a:solidFill>
                  <a:srgbClr val="3D4D68"/>
                </a:solidFill>
                <a:latin typeface="Inter"/>
                <a:ea typeface="Inter"/>
                <a:cs typeface="Inter"/>
              </a:defRPr>
            </a:defPPr>
            <a:lvl1pPr algn="l">
              <a:defRPr sz="1294" b="0" i="0" kern="0" spc="-10">
                <a:solidFill>
                  <a:srgbClr val="3D4D68"/>
                </a:solidFill>
                <a:latin typeface="Inter"/>
                <a:ea typeface="Inter"/>
                <a:cs typeface="Inter"/>
              </a:defRPr>
            </a:lvl1pPr>
            <a:lvl2pPr algn="l">
              <a:defRPr sz="1294" b="0" i="0" kern="0" spc="-10">
                <a:solidFill>
                  <a:srgbClr val="3D4D68"/>
                </a:solidFill>
                <a:latin typeface="Inter"/>
                <a:ea typeface="Inter"/>
                <a:cs typeface="Inter"/>
              </a:defRPr>
            </a:lvl2pPr>
            <a:lvl3pPr algn="l">
              <a:defRPr sz="1294" b="0" i="0" kern="0" spc="-10">
                <a:solidFill>
                  <a:srgbClr val="3D4D68"/>
                </a:solidFill>
                <a:latin typeface="Inter"/>
                <a:ea typeface="Inter"/>
                <a:cs typeface="Inter"/>
              </a:defRPr>
            </a:lvl3pPr>
            <a:lvl4pPr algn="l">
              <a:defRPr sz="1294" b="0" i="0" kern="0" spc="-10">
                <a:solidFill>
                  <a:srgbClr val="3D4D68"/>
                </a:solidFill>
                <a:latin typeface="Inter"/>
                <a:ea typeface="Inter"/>
                <a:cs typeface="Inter"/>
              </a:defRPr>
            </a:lvl4pPr>
            <a:lvl5pPr algn="l">
              <a:defRPr sz="1294" b="0" i="0" kern="0" spc="-10">
                <a:solidFill>
                  <a:srgbClr val="3D4D68"/>
                </a:solidFill>
                <a:latin typeface="Inter"/>
                <a:ea typeface="Inter"/>
                <a:cs typeface="Inter"/>
              </a:defRPr>
            </a:lvl5pPr>
            <a:lvl6pPr algn="l">
              <a:defRPr sz="1294" b="0" i="0" kern="0" spc="-10">
                <a:solidFill>
                  <a:srgbClr val="3D4D68"/>
                </a:solidFill>
                <a:latin typeface="Inter"/>
                <a:ea typeface="Inter"/>
                <a:cs typeface="Inter"/>
              </a:defRPr>
            </a:lvl6pPr>
            <a:lvl7pPr algn="l">
              <a:defRPr sz="1294" b="0" i="0" kern="0" spc="-10">
                <a:solidFill>
                  <a:srgbClr val="3D4D68"/>
                </a:solidFill>
                <a:latin typeface="Inter"/>
                <a:ea typeface="Inter"/>
                <a:cs typeface="Inter"/>
              </a:defRPr>
            </a:lvl7pPr>
            <a:lvl8pPr algn="l">
              <a:defRPr sz="1294" b="0" i="0" kern="0" spc="-10">
                <a:solidFill>
                  <a:srgbClr val="3D4D68"/>
                </a:solidFill>
                <a:latin typeface="Inter"/>
                <a:ea typeface="Inter"/>
                <a:cs typeface="Inter"/>
              </a:defRPr>
            </a:lvl8pPr>
            <a:lvl9pPr algn="l">
              <a:defRPr sz="1294" b="0" i="0" kern="0" spc="-10">
                <a:solidFill>
                  <a:srgbClr val="3D4D68"/>
                </a:solidFill>
                <a:latin typeface="Inter"/>
                <a:ea typeface="Inter"/>
                <a:cs typeface="Inter"/>
              </a:defRPr>
            </a:lvl9pPr>
          </a:lstStyle>
          <a:p>
            <a:pPr algn="l">
              <a:lnSpc>
                <a:spcPct val="100000"/>
              </a:lnSpc>
              <a:buNone/>
              <a:defRPr sz="1294" b="0" i="0" kern="0" spc="-10">
                <a:solidFill>
                  <a:srgbClr val="3D4D68"/>
                </a:solidFill>
                <a:latin typeface="Inter"/>
                <a:ea typeface="Inter"/>
                <a:cs typeface="Inter"/>
              </a:defRPr>
            </a:pPr>
            <a:r>
              <a:rPr sz="1294" b="0" i="0" kern="0" spc="-10">
                <a:solidFill>
                  <a:srgbClr val="3D4D68"/>
                </a:solidFill>
                <a:latin typeface="Inter"/>
                <a:ea typeface="Inter"/>
                <a:cs typeface="Inter"/>
              </a:rPr>
              <a:t>At $625:</a:t>
            </a:r>
          </a:p>
        </p:txBody>
      </p:sp>
      <p:sp>
        <p:nvSpPr>
          <p:cNvPr id="66" name="s16 text 25">
            <a:extLst>
              <a:ext uri="{FF2B5EF4-FFF2-40B4-BE49-F238E27FC236}">
                <a16:creationId xmlns:a16="http://schemas.microsoft.com/office/drawing/2014/main" id="{C3C6D99B-1520-4482-8F66-CA9C71272D21}"/>
              </a:ext>
            </a:extLst>
          </p:cNvPr>
          <p:cNvSpPr>
            <a:spLocks noGrp="1"/>
          </p:cNvSpPr>
          <p:nvPr/>
        </p:nvSpPr>
        <p:spPr>
          <a:xfrm>
            <a:off x="8962280" y="5478882"/>
            <a:ext cx="154457" cy="234452"/>
          </a:xfrm>
          <a:prstGeom prst="rect">
            <a:avLst/>
          </a:prstGeom>
          <a:noFill/>
          <a:ln w="0">
            <a:noFill/>
            <a:prstDash val="solid"/>
          </a:ln>
        </p:spPr>
        <p:txBody>
          <a:bodyPr wrap="none" lIns="0" tIns="0" rIns="0" bIns="0" anchor="t">
            <a:noAutofit/>
          </a:bodyPr>
          <a:lstStyle>
            <a:defPPr algn="l">
              <a:defRPr sz="1216" b="0" i="0" kern="0" spc="0">
                <a:solidFill>
                  <a:srgbClr val="3D4D68"/>
                </a:solidFill>
                <a:latin typeface="JetBrains Mono"/>
                <a:ea typeface="JetBrains Mono"/>
                <a:cs typeface="JetBrains Mono"/>
              </a:defRPr>
            </a:defPPr>
            <a:lvl1pPr algn="l">
              <a:defRPr sz="1216" b="0" i="0" kern="0" spc="0">
                <a:solidFill>
                  <a:srgbClr val="3D4D68"/>
                </a:solidFill>
                <a:latin typeface="JetBrains Mono"/>
                <a:ea typeface="JetBrains Mono"/>
                <a:cs typeface="JetBrains Mono"/>
              </a:defRPr>
            </a:lvl1pPr>
            <a:lvl2pPr algn="l">
              <a:defRPr sz="1216" b="0" i="0" kern="0" spc="0">
                <a:solidFill>
                  <a:srgbClr val="3D4D68"/>
                </a:solidFill>
                <a:latin typeface="JetBrains Mono"/>
                <a:ea typeface="JetBrains Mono"/>
                <a:cs typeface="JetBrains Mono"/>
              </a:defRPr>
            </a:lvl2pPr>
            <a:lvl3pPr algn="l">
              <a:defRPr sz="1216" b="0" i="0" kern="0" spc="0">
                <a:solidFill>
                  <a:srgbClr val="3D4D68"/>
                </a:solidFill>
                <a:latin typeface="JetBrains Mono"/>
                <a:ea typeface="JetBrains Mono"/>
                <a:cs typeface="JetBrains Mono"/>
              </a:defRPr>
            </a:lvl3pPr>
            <a:lvl4pPr algn="l">
              <a:defRPr sz="1216" b="0" i="0" kern="0" spc="0">
                <a:solidFill>
                  <a:srgbClr val="3D4D68"/>
                </a:solidFill>
                <a:latin typeface="JetBrains Mono"/>
                <a:ea typeface="JetBrains Mono"/>
                <a:cs typeface="JetBrains Mono"/>
              </a:defRPr>
            </a:lvl4pPr>
            <a:lvl5pPr algn="l">
              <a:defRPr sz="1216" b="0" i="0" kern="0" spc="0">
                <a:solidFill>
                  <a:srgbClr val="3D4D68"/>
                </a:solidFill>
                <a:latin typeface="JetBrains Mono"/>
                <a:ea typeface="JetBrains Mono"/>
                <a:cs typeface="JetBrains Mono"/>
              </a:defRPr>
            </a:lvl5pPr>
            <a:lvl6pPr algn="l">
              <a:defRPr sz="1216" b="0" i="0" kern="0" spc="0">
                <a:solidFill>
                  <a:srgbClr val="3D4D68"/>
                </a:solidFill>
                <a:latin typeface="JetBrains Mono"/>
                <a:ea typeface="JetBrains Mono"/>
                <a:cs typeface="JetBrains Mono"/>
              </a:defRPr>
            </a:lvl6pPr>
            <a:lvl7pPr algn="l">
              <a:defRPr sz="1216" b="0" i="0" kern="0" spc="0">
                <a:solidFill>
                  <a:srgbClr val="3D4D68"/>
                </a:solidFill>
                <a:latin typeface="JetBrains Mono"/>
                <a:ea typeface="JetBrains Mono"/>
                <a:cs typeface="JetBrains Mono"/>
              </a:defRPr>
            </a:lvl7pPr>
            <a:lvl8pPr algn="l">
              <a:defRPr sz="1216" b="0" i="0" kern="0" spc="0">
                <a:solidFill>
                  <a:srgbClr val="3D4D68"/>
                </a:solidFill>
                <a:latin typeface="JetBrains Mono"/>
                <a:ea typeface="JetBrains Mono"/>
                <a:cs typeface="JetBrains Mono"/>
              </a:defRPr>
            </a:lvl8pPr>
            <a:lvl9pPr algn="l">
              <a:defRPr sz="1216" b="0" i="0" kern="0" spc="0">
                <a:solidFill>
                  <a:srgbClr val="3D4D68"/>
                </a:solidFill>
                <a:latin typeface="JetBrains Mono"/>
                <a:ea typeface="JetBrains Mono"/>
                <a:cs typeface="JetBrains Mono"/>
              </a:defRPr>
            </a:lvl9pPr>
          </a:lstStyle>
          <a:p>
            <a:pPr algn="l">
              <a:lnSpc>
                <a:spcPct val="100000"/>
              </a:lnSpc>
              <a:buNone/>
              <a:defRPr sz="1216" b="0" i="0" kern="0" spc="0">
                <a:solidFill>
                  <a:srgbClr val="3D4D68"/>
                </a:solidFill>
                <a:latin typeface="JetBrains Mono"/>
                <a:ea typeface="JetBrains Mono"/>
                <a:cs typeface="JetBrains Mono"/>
              </a:defRPr>
            </a:pPr>
            <a:r>
              <a:rPr sz="1216" b="0" i="0" kern="0" spc="0">
                <a:solidFill>
                  <a:srgbClr val="3D4D68"/>
                </a:solidFill>
                <a:latin typeface="JetBrains Mono"/>
                <a:ea typeface="JetBrains Mono"/>
                <a:cs typeface="JetBrains Mono"/>
              </a:rPr>
              <a:t>Q</a:t>
            </a:r>
          </a:p>
        </p:txBody>
      </p:sp>
      <p:sp>
        <p:nvSpPr>
          <p:cNvPr id="67" name="s16 text 26">
            <a:extLst>
              <a:ext uri="{FF2B5EF4-FFF2-40B4-BE49-F238E27FC236}">
                <a16:creationId xmlns:a16="http://schemas.microsoft.com/office/drawing/2014/main" id="{DDC76E08-23D7-44C9-86DF-EABD9263E13C}"/>
              </a:ext>
            </a:extLst>
          </p:cNvPr>
          <p:cNvSpPr>
            <a:spLocks noGrp="1"/>
          </p:cNvSpPr>
          <p:nvPr/>
        </p:nvSpPr>
        <p:spPr>
          <a:xfrm>
            <a:off x="9053810" y="5543141"/>
            <a:ext cx="128659" cy="195304"/>
          </a:xfrm>
          <a:prstGeom prst="rect">
            <a:avLst/>
          </a:prstGeom>
          <a:noFill/>
          <a:ln w="0">
            <a:noFill/>
            <a:prstDash val="solid"/>
          </a:ln>
        </p:spPr>
        <p:txBody>
          <a:bodyPr wrap="none" lIns="0" tIns="0" rIns="0" bIns="0" anchor="t">
            <a:noAutofit/>
          </a:bodyPr>
          <a:lstStyle>
            <a:defPPr algn="l">
              <a:defRPr sz="1013" b="0" i="0" kern="0" spc="0">
                <a:solidFill>
                  <a:srgbClr val="3D4D68"/>
                </a:solidFill>
                <a:latin typeface="JetBrains Mono"/>
                <a:ea typeface="JetBrains Mono"/>
                <a:cs typeface="JetBrains Mono"/>
              </a:defRPr>
            </a:defPPr>
            <a:lvl1pPr algn="l">
              <a:defRPr sz="1013" b="0" i="0" kern="0" spc="0">
                <a:solidFill>
                  <a:srgbClr val="3D4D68"/>
                </a:solidFill>
                <a:latin typeface="JetBrains Mono"/>
                <a:ea typeface="JetBrains Mono"/>
                <a:cs typeface="JetBrains Mono"/>
              </a:defRPr>
            </a:lvl1pPr>
            <a:lvl2pPr algn="l">
              <a:defRPr sz="1013" b="0" i="0" kern="0" spc="0">
                <a:solidFill>
                  <a:srgbClr val="3D4D68"/>
                </a:solidFill>
                <a:latin typeface="JetBrains Mono"/>
                <a:ea typeface="JetBrains Mono"/>
                <a:cs typeface="JetBrains Mono"/>
              </a:defRPr>
            </a:lvl2pPr>
            <a:lvl3pPr algn="l">
              <a:defRPr sz="1013" b="0" i="0" kern="0" spc="0">
                <a:solidFill>
                  <a:srgbClr val="3D4D68"/>
                </a:solidFill>
                <a:latin typeface="JetBrains Mono"/>
                <a:ea typeface="JetBrains Mono"/>
                <a:cs typeface="JetBrains Mono"/>
              </a:defRPr>
            </a:lvl3pPr>
            <a:lvl4pPr algn="l">
              <a:defRPr sz="1013" b="0" i="0" kern="0" spc="0">
                <a:solidFill>
                  <a:srgbClr val="3D4D68"/>
                </a:solidFill>
                <a:latin typeface="JetBrains Mono"/>
                <a:ea typeface="JetBrains Mono"/>
                <a:cs typeface="JetBrains Mono"/>
              </a:defRPr>
            </a:lvl4pPr>
            <a:lvl5pPr algn="l">
              <a:defRPr sz="1013" b="0" i="0" kern="0" spc="0">
                <a:solidFill>
                  <a:srgbClr val="3D4D68"/>
                </a:solidFill>
                <a:latin typeface="JetBrains Mono"/>
                <a:ea typeface="JetBrains Mono"/>
                <a:cs typeface="JetBrains Mono"/>
              </a:defRPr>
            </a:lvl5pPr>
            <a:lvl6pPr algn="l">
              <a:defRPr sz="1013" b="0" i="0" kern="0" spc="0">
                <a:solidFill>
                  <a:srgbClr val="3D4D68"/>
                </a:solidFill>
                <a:latin typeface="JetBrains Mono"/>
                <a:ea typeface="JetBrains Mono"/>
                <a:cs typeface="JetBrains Mono"/>
              </a:defRPr>
            </a:lvl6pPr>
            <a:lvl7pPr algn="l">
              <a:defRPr sz="1013" b="0" i="0" kern="0" spc="0">
                <a:solidFill>
                  <a:srgbClr val="3D4D68"/>
                </a:solidFill>
                <a:latin typeface="JetBrains Mono"/>
                <a:ea typeface="JetBrains Mono"/>
                <a:cs typeface="JetBrains Mono"/>
              </a:defRPr>
            </a:lvl7pPr>
            <a:lvl8pPr algn="l">
              <a:defRPr sz="1013" b="0" i="0" kern="0" spc="0">
                <a:solidFill>
                  <a:srgbClr val="3D4D68"/>
                </a:solidFill>
                <a:latin typeface="JetBrains Mono"/>
                <a:ea typeface="JetBrains Mono"/>
                <a:cs typeface="JetBrains Mono"/>
              </a:defRPr>
            </a:lvl8pPr>
            <a:lvl9pPr algn="l">
              <a:defRPr sz="1013" b="0" i="0" kern="0" spc="0">
                <a:solidFill>
                  <a:srgbClr val="3D4D68"/>
                </a:solidFill>
                <a:latin typeface="JetBrains Mono"/>
                <a:ea typeface="JetBrains Mono"/>
                <a:cs typeface="JetBrains Mono"/>
              </a:defRPr>
            </a:lvl9pPr>
          </a:lstStyle>
          <a:p>
            <a:pPr algn="l">
              <a:lnSpc>
                <a:spcPct val="100000"/>
              </a:lnSpc>
              <a:buNone/>
              <a:defRPr sz="1013" b="0" i="0" kern="0" spc="0">
                <a:solidFill>
                  <a:srgbClr val="3D4D68"/>
                </a:solidFill>
                <a:latin typeface="JetBrains Mono"/>
                <a:ea typeface="JetBrains Mono"/>
                <a:cs typeface="JetBrains Mono"/>
              </a:defRPr>
            </a:pPr>
            <a:r>
              <a:rPr sz="1013" b="0" i="0" kern="0" spc="0">
                <a:solidFill>
                  <a:srgbClr val="3D4D68"/>
                </a:solidFill>
                <a:latin typeface="JetBrains Mono"/>
                <a:ea typeface="JetBrains Mono"/>
                <a:cs typeface="JetBrains Mono"/>
              </a:rPr>
              <a:t>d</a:t>
            </a:r>
          </a:p>
        </p:txBody>
      </p:sp>
      <p:sp>
        <p:nvSpPr>
          <p:cNvPr id="68" name="s16 text 27">
            <a:extLst>
              <a:ext uri="{FF2B5EF4-FFF2-40B4-BE49-F238E27FC236}">
                <a16:creationId xmlns:a16="http://schemas.microsoft.com/office/drawing/2014/main" id="{262E6EC0-7D81-463C-A2EB-087724C1AE7A}"/>
              </a:ext>
            </a:extLst>
          </p:cNvPr>
          <p:cNvSpPr>
            <a:spLocks noGrp="1"/>
          </p:cNvSpPr>
          <p:nvPr/>
        </p:nvSpPr>
        <p:spPr>
          <a:xfrm>
            <a:off x="9221304" y="5478882"/>
            <a:ext cx="803110" cy="234452"/>
          </a:xfrm>
          <a:prstGeom prst="rect">
            <a:avLst/>
          </a:prstGeom>
          <a:noFill/>
          <a:ln w="0">
            <a:noFill/>
            <a:prstDash val="solid"/>
          </a:ln>
        </p:spPr>
        <p:txBody>
          <a:bodyPr wrap="none" lIns="0" tIns="0" rIns="0" bIns="0" anchor="t">
            <a:noAutofit/>
          </a:bodyPr>
          <a:lstStyle>
            <a:defPPr algn="l">
              <a:defRPr sz="1216" b="0" i="0" kern="0" spc="-9">
                <a:solidFill>
                  <a:srgbClr val="3D4D68"/>
                </a:solidFill>
                <a:latin typeface="JetBrains Mono"/>
                <a:ea typeface="JetBrains Mono"/>
                <a:cs typeface="JetBrains Mono"/>
              </a:defRPr>
            </a:defPPr>
            <a:lvl1pPr algn="l">
              <a:defRPr sz="1216" b="0" i="0" kern="0" spc="-9">
                <a:solidFill>
                  <a:srgbClr val="3D4D68"/>
                </a:solidFill>
                <a:latin typeface="JetBrains Mono"/>
                <a:ea typeface="JetBrains Mono"/>
                <a:cs typeface="JetBrains Mono"/>
              </a:defRPr>
            </a:lvl1pPr>
            <a:lvl2pPr algn="l">
              <a:defRPr sz="1216" b="0" i="0" kern="0" spc="-9">
                <a:solidFill>
                  <a:srgbClr val="3D4D68"/>
                </a:solidFill>
                <a:latin typeface="JetBrains Mono"/>
                <a:ea typeface="JetBrains Mono"/>
                <a:cs typeface="JetBrains Mono"/>
              </a:defRPr>
            </a:lvl2pPr>
            <a:lvl3pPr algn="l">
              <a:defRPr sz="1216" b="0" i="0" kern="0" spc="-9">
                <a:solidFill>
                  <a:srgbClr val="3D4D68"/>
                </a:solidFill>
                <a:latin typeface="JetBrains Mono"/>
                <a:ea typeface="JetBrains Mono"/>
                <a:cs typeface="JetBrains Mono"/>
              </a:defRPr>
            </a:lvl3pPr>
            <a:lvl4pPr algn="l">
              <a:defRPr sz="1216" b="0" i="0" kern="0" spc="-9">
                <a:solidFill>
                  <a:srgbClr val="3D4D68"/>
                </a:solidFill>
                <a:latin typeface="JetBrains Mono"/>
                <a:ea typeface="JetBrains Mono"/>
                <a:cs typeface="JetBrains Mono"/>
              </a:defRPr>
            </a:lvl4pPr>
            <a:lvl5pPr algn="l">
              <a:defRPr sz="1216" b="0" i="0" kern="0" spc="-9">
                <a:solidFill>
                  <a:srgbClr val="3D4D68"/>
                </a:solidFill>
                <a:latin typeface="JetBrains Mono"/>
                <a:ea typeface="JetBrains Mono"/>
                <a:cs typeface="JetBrains Mono"/>
              </a:defRPr>
            </a:lvl5pPr>
            <a:lvl6pPr algn="l">
              <a:defRPr sz="1216" b="0" i="0" kern="0" spc="-9">
                <a:solidFill>
                  <a:srgbClr val="3D4D68"/>
                </a:solidFill>
                <a:latin typeface="JetBrains Mono"/>
                <a:ea typeface="JetBrains Mono"/>
                <a:cs typeface="JetBrains Mono"/>
              </a:defRPr>
            </a:lvl6pPr>
            <a:lvl7pPr algn="l">
              <a:defRPr sz="1216" b="0" i="0" kern="0" spc="-9">
                <a:solidFill>
                  <a:srgbClr val="3D4D68"/>
                </a:solidFill>
                <a:latin typeface="JetBrains Mono"/>
                <a:ea typeface="JetBrains Mono"/>
                <a:cs typeface="JetBrains Mono"/>
              </a:defRPr>
            </a:lvl7pPr>
            <a:lvl8pPr algn="l">
              <a:defRPr sz="1216" b="0" i="0" kern="0" spc="-9">
                <a:solidFill>
                  <a:srgbClr val="3D4D68"/>
                </a:solidFill>
                <a:latin typeface="JetBrains Mono"/>
                <a:ea typeface="JetBrains Mono"/>
                <a:cs typeface="JetBrains Mono"/>
              </a:defRPr>
            </a:lvl8pPr>
            <a:lvl9pPr algn="l">
              <a:defRPr sz="1216" b="0" i="0" kern="0" spc="-9">
                <a:solidFill>
                  <a:srgbClr val="3D4D68"/>
                </a:solidFill>
                <a:latin typeface="JetBrains Mono"/>
                <a:ea typeface="JetBrains Mono"/>
                <a:cs typeface="JetBrains Mono"/>
              </a:defRPr>
            </a:lvl9pPr>
          </a:lstStyle>
          <a:p>
            <a:pPr algn="l">
              <a:lnSpc>
                <a:spcPct val="100000"/>
              </a:lnSpc>
              <a:buNone/>
              <a:defRPr sz="1216" b="0" i="0" kern="0" spc="-9">
                <a:solidFill>
                  <a:srgbClr val="3D4D68"/>
                </a:solidFill>
                <a:latin typeface="JetBrains Mono"/>
                <a:ea typeface="JetBrains Mono"/>
                <a:cs typeface="JetBrains Mono"/>
              </a:defRPr>
            </a:pPr>
            <a:r>
              <a:rPr sz="1216" b="0" i="0" kern="0" spc="-9">
                <a:solidFill>
                  <a:srgbClr val="3D4D68"/>
                </a:solidFill>
                <a:latin typeface="JetBrains Mono"/>
                <a:ea typeface="JetBrains Mono"/>
                <a:cs typeface="JetBrains Mono"/>
              </a:rPr>
              <a:t>= 38,750</a:t>
            </a:r>
          </a:p>
        </p:txBody>
      </p:sp>
      <p:sp>
        <p:nvSpPr>
          <p:cNvPr id="69" name="s16 text 28">
            <a:extLst>
              <a:ext uri="{FF2B5EF4-FFF2-40B4-BE49-F238E27FC236}">
                <a16:creationId xmlns:a16="http://schemas.microsoft.com/office/drawing/2014/main" id="{80204713-2984-4358-86E2-3351A27AC8A9}"/>
              </a:ext>
            </a:extLst>
          </p:cNvPr>
          <p:cNvSpPr>
            <a:spLocks noGrp="1"/>
          </p:cNvSpPr>
          <p:nvPr/>
        </p:nvSpPr>
        <p:spPr>
          <a:xfrm>
            <a:off x="9953253" y="5477247"/>
            <a:ext cx="113062" cy="228625"/>
          </a:xfrm>
          <a:prstGeom prst="rect">
            <a:avLst/>
          </a:prstGeom>
          <a:noFill/>
          <a:ln w="0">
            <a:noFill/>
            <a:prstDash val="solid"/>
          </a:ln>
        </p:spPr>
        <p:txBody>
          <a:bodyPr wrap="none" lIns="0" tIns="0" rIns="0" bIns="0" anchor="t">
            <a:noAutofit/>
          </a:bodyPr>
          <a:lstStyle>
            <a:defPPr algn="l">
              <a:defRPr sz="1294" b="0" i="0" kern="0" spc="0">
                <a:solidFill>
                  <a:srgbClr val="3D4D68"/>
                </a:solidFill>
                <a:latin typeface="Inter"/>
                <a:ea typeface="Inter"/>
                <a:cs typeface="Inter"/>
              </a:defRPr>
            </a:defPPr>
            <a:lvl1pPr algn="l">
              <a:defRPr sz="1294" b="0" i="0" kern="0" spc="0">
                <a:solidFill>
                  <a:srgbClr val="3D4D68"/>
                </a:solidFill>
                <a:latin typeface="Inter"/>
                <a:ea typeface="Inter"/>
                <a:cs typeface="Inter"/>
              </a:defRPr>
            </a:lvl1pPr>
            <a:lvl2pPr algn="l">
              <a:defRPr sz="1294" b="0" i="0" kern="0" spc="0">
                <a:solidFill>
                  <a:srgbClr val="3D4D68"/>
                </a:solidFill>
                <a:latin typeface="Inter"/>
                <a:ea typeface="Inter"/>
                <a:cs typeface="Inter"/>
              </a:defRPr>
            </a:lvl2pPr>
            <a:lvl3pPr algn="l">
              <a:defRPr sz="1294" b="0" i="0" kern="0" spc="0">
                <a:solidFill>
                  <a:srgbClr val="3D4D68"/>
                </a:solidFill>
                <a:latin typeface="Inter"/>
                <a:ea typeface="Inter"/>
                <a:cs typeface="Inter"/>
              </a:defRPr>
            </a:lvl3pPr>
            <a:lvl4pPr algn="l">
              <a:defRPr sz="1294" b="0" i="0" kern="0" spc="0">
                <a:solidFill>
                  <a:srgbClr val="3D4D68"/>
                </a:solidFill>
                <a:latin typeface="Inter"/>
                <a:ea typeface="Inter"/>
                <a:cs typeface="Inter"/>
              </a:defRPr>
            </a:lvl4pPr>
            <a:lvl5pPr algn="l">
              <a:defRPr sz="1294" b="0" i="0" kern="0" spc="0">
                <a:solidFill>
                  <a:srgbClr val="3D4D68"/>
                </a:solidFill>
                <a:latin typeface="Inter"/>
                <a:ea typeface="Inter"/>
                <a:cs typeface="Inter"/>
              </a:defRPr>
            </a:lvl5pPr>
            <a:lvl6pPr algn="l">
              <a:defRPr sz="1294" b="0" i="0" kern="0" spc="0">
                <a:solidFill>
                  <a:srgbClr val="3D4D68"/>
                </a:solidFill>
                <a:latin typeface="Inter"/>
                <a:ea typeface="Inter"/>
                <a:cs typeface="Inter"/>
              </a:defRPr>
            </a:lvl6pPr>
            <a:lvl7pPr algn="l">
              <a:defRPr sz="1294" b="0" i="0" kern="0" spc="0">
                <a:solidFill>
                  <a:srgbClr val="3D4D68"/>
                </a:solidFill>
                <a:latin typeface="Inter"/>
                <a:ea typeface="Inter"/>
                <a:cs typeface="Inter"/>
              </a:defRPr>
            </a:lvl7pPr>
            <a:lvl8pPr algn="l">
              <a:defRPr sz="1294" b="0" i="0" kern="0" spc="0">
                <a:solidFill>
                  <a:srgbClr val="3D4D68"/>
                </a:solidFill>
                <a:latin typeface="Inter"/>
                <a:ea typeface="Inter"/>
                <a:cs typeface="Inter"/>
              </a:defRPr>
            </a:lvl8pPr>
            <a:lvl9pPr algn="l">
              <a:defRPr sz="1294" b="0" i="0" kern="0" spc="0">
                <a:solidFill>
                  <a:srgbClr val="3D4D68"/>
                </a:solidFill>
                <a:latin typeface="Inter"/>
                <a:ea typeface="Inter"/>
                <a:cs typeface="Inter"/>
              </a:defRPr>
            </a:lvl9pPr>
          </a:lstStyle>
          <a:p>
            <a:pPr algn="l">
              <a:lnSpc>
                <a:spcPct val="100000"/>
              </a:lnSpc>
              <a:buNone/>
              <a:defRPr sz="1294" b="0" i="0" kern="0" spc="0">
                <a:solidFill>
                  <a:srgbClr val="3D4D68"/>
                </a:solidFill>
                <a:latin typeface="Inter"/>
                <a:ea typeface="Inter"/>
                <a:cs typeface="Inter"/>
              </a:defRPr>
            </a:pPr>
            <a:r>
              <a:rPr sz="1294" b="0" i="0" kern="0" spc="0">
                <a:solidFill>
                  <a:srgbClr val="3D4D68"/>
                </a:solidFill>
                <a:latin typeface="Inter"/>
                <a:ea typeface="Inter"/>
                <a:cs typeface="Inter"/>
              </a:rPr>
              <a:t>,</a:t>
            </a:r>
          </a:p>
        </p:txBody>
      </p:sp>
      <p:sp>
        <p:nvSpPr>
          <p:cNvPr id="70" name="s16 text 29">
            <a:extLst>
              <a:ext uri="{FF2B5EF4-FFF2-40B4-BE49-F238E27FC236}">
                <a16:creationId xmlns:a16="http://schemas.microsoft.com/office/drawing/2014/main" id="{FAA0EBF3-0C3B-42C0-9269-55E2EA592718}"/>
              </a:ext>
            </a:extLst>
          </p:cNvPr>
          <p:cNvSpPr>
            <a:spLocks noGrp="1"/>
          </p:cNvSpPr>
          <p:nvPr/>
        </p:nvSpPr>
        <p:spPr>
          <a:xfrm>
            <a:off x="10044559" y="5478882"/>
            <a:ext cx="154457" cy="234452"/>
          </a:xfrm>
          <a:prstGeom prst="rect">
            <a:avLst/>
          </a:prstGeom>
          <a:noFill/>
          <a:ln w="0">
            <a:noFill/>
            <a:prstDash val="solid"/>
          </a:ln>
        </p:spPr>
        <p:txBody>
          <a:bodyPr wrap="none" lIns="0" tIns="0" rIns="0" bIns="0" anchor="t">
            <a:noAutofit/>
          </a:bodyPr>
          <a:lstStyle>
            <a:defPPr algn="l">
              <a:defRPr sz="1216" b="0" i="0" kern="0" spc="0">
                <a:solidFill>
                  <a:srgbClr val="3D4D68"/>
                </a:solidFill>
                <a:latin typeface="JetBrains Mono"/>
                <a:ea typeface="JetBrains Mono"/>
                <a:cs typeface="JetBrains Mono"/>
              </a:defRPr>
            </a:defPPr>
            <a:lvl1pPr algn="l">
              <a:defRPr sz="1216" b="0" i="0" kern="0" spc="0">
                <a:solidFill>
                  <a:srgbClr val="3D4D68"/>
                </a:solidFill>
                <a:latin typeface="JetBrains Mono"/>
                <a:ea typeface="JetBrains Mono"/>
                <a:cs typeface="JetBrains Mono"/>
              </a:defRPr>
            </a:lvl1pPr>
            <a:lvl2pPr algn="l">
              <a:defRPr sz="1216" b="0" i="0" kern="0" spc="0">
                <a:solidFill>
                  <a:srgbClr val="3D4D68"/>
                </a:solidFill>
                <a:latin typeface="JetBrains Mono"/>
                <a:ea typeface="JetBrains Mono"/>
                <a:cs typeface="JetBrains Mono"/>
              </a:defRPr>
            </a:lvl2pPr>
            <a:lvl3pPr algn="l">
              <a:defRPr sz="1216" b="0" i="0" kern="0" spc="0">
                <a:solidFill>
                  <a:srgbClr val="3D4D68"/>
                </a:solidFill>
                <a:latin typeface="JetBrains Mono"/>
                <a:ea typeface="JetBrains Mono"/>
                <a:cs typeface="JetBrains Mono"/>
              </a:defRPr>
            </a:lvl3pPr>
            <a:lvl4pPr algn="l">
              <a:defRPr sz="1216" b="0" i="0" kern="0" spc="0">
                <a:solidFill>
                  <a:srgbClr val="3D4D68"/>
                </a:solidFill>
                <a:latin typeface="JetBrains Mono"/>
                <a:ea typeface="JetBrains Mono"/>
                <a:cs typeface="JetBrains Mono"/>
              </a:defRPr>
            </a:lvl4pPr>
            <a:lvl5pPr algn="l">
              <a:defRPr sz="1216" b="0" i="0" kern="0" spc="0">
                <a:solidFill>
                  <a:srgbClr val="3D4D68"/>
                </a:solidFill>
                <a:latin typeface="JetBrains Mono"/>
                <a:ea typeface="JetBrains Mono"/>
                <a:cs typeface="JetBrains Mono"/>
              </a:defRPr>
            </a:lvl5pPr>
            <a:lvl6pPr algn="l">
              <a:defRPr sz="1216" b="0" i="0" kern="0" spc="0">
                <a:solidFill>
                  <a:srgbClr val="3D4D68"/>
                </a:solidFill>
                <a:latin typeface="JetBrains Mono"/>
                <a:ea typeface="JetBrains Mono"/>
                <a:cs typeface="JetBrains Mono"/>
              </a:defRPr>
            </a:lvl6pPr>
            <a:lvl7pPr algn="l">
              <a:defRPr sz="1216" b="0" i="0" kern="0" spc="0">
                <a:solidFill>
                  <a:srgbClr val="3D4D68"/>
                </a:solidFill>
                <a:latin typeface="JetBrains Mono"/>
                <a:ea typeface="JetBrains Mono"/>
                <a:cs typeface="JetBrains Mono"/>
              </a:defRPr>
            </a:lvl7pPr>
            <a:lvl8pPr algn="l">
              <a:defRPr sz="1216" b="0" i="0" kern="0" spc="0">
                <a:solidFill>
                  <a:srgbClr val="3D4D68"/>
                </a:solidFill>
                <a:latin typeface="JetBrains Mono"/>
                <a:ea typeface="JetBrains Mono"/>
                <a:cs typeface="JetBrains Mono"/>
              </a:defRPr>
            </a:lvl8pPr>
            <a:lvl9pPr algn="l">
              <a:defRPr sz="1216" b="0" i="0" kern="0" spc="0">
                <a:solidFill>
                  <a:srgbClr val="3D4D68"/>
                </a:solidFill>
                <a:latin typeface="JetBrains Mono"/>
                <a:ea typeface="JetBrains Mono"/>
                <a:cs typeface="JetBrains Mono"/>
              </a:defRPr>
            </a:lvl9pPr>
          </a:lstStyle>
          <a:p>
            <a:pPr algn="l">
              <a:lnSpc>
                <a:spcPct val="100000"/>
              </a:lnSpc>
              <a:buNone/>
              <a:defRPr sz="1216" b="0" i="0" kern="0" spc="0">
                <a:solidFill>
                  <a:srgbClr val="3D4D68"/>
                </a:solidFill>
                <a:latin typeface="JetBrains Mono"/>
                <a:ea typeface="JetBrains Mono"/>
                <a:cs typeface="JetBrains Mono"/>
              </a:defRPr>
            </a:pPr>
            <a:r>
              <a:rPr sz="1216" b="0" i="0" kern="0" spc="0">
                <a:solidFill>
                  <a:srgbClr val="3D4D68"/>
                </a:solidFill>
                <a:latin typeface="JetBrains Mono"/>
                <a:ea typeface="JetBrains Mono"/>
                <a:cs typeface="JetBrains Mono"/>
              </a:rPr>
              <a:t>Q</a:t>
            </a:r>
          </a:p>
        </p:txBody>
      </p:sp>
      <p:sp>
        <p:nvSpPr>
          <p:cNvPr id="71" name="s16 text 30">
            <a:extLst>
              <a:ext uri="{FF2B5EF4-FFF2-40B4-BE49-F238E27FC236}">
                <a16:creationId xmlns:a16="http://schemas.microsoft.com/office/drawing/2014/main" id="{F982C517-2C60-48E4-A4B0-2B07DA2B90E1}"/>
              </a:ext>
            </a:extLst>
          </p:cNvPr>
          <p:cNvSpPr>
            <a:spLocks noGrp="1"/>
          </p:cNvSpPr>
          <p:nvPr/>
        </p:nvSpPr>
        <p:spPr>
          <a:xfrm>
            <a:off x="10136088" y="5543141"/>
            <a:ext cx="128659" cy="195304"/>
          </a:xfrm>
          <a:prstGeom prst="rect">
            <a:avLst/>
          </a:prstGeom>
          <a:noFill/>
          <a:ln w="0">
            <a:noFill/>
            <a:prstDash val="solid"/>
          </a:ln>
        </p:spPr>
        <p:txBody>
          <a:bodyPr wrap="none" lIns="0" tIns="0" rIns="0" bIns="0" anchor="t">
            <a:noAutofit/>
          </a:bodyPr>
          <a:lstStyle>
            <a:defPPr algn="l">
              <a:defRPr sz="1013" b="0" i="0" kern="0" spc="0">
                <a:solidFill>
                  <a:srgbClr val="3D4D68"/>
                </a:solidFill>
                <a:latin typeface="JetBrains Mono"/>
                <a:ea typeface="JetBrains Mono"/>
                <a:cs typeface="JetBrains Mono"/>
              </a:defRPr>
            </a:defPPr>
            <a:lvl1pPr algn="l">
              <a:defRPr sz="1013" b="0" i="0" kern="0" spc="0">
                <a:solidFill>
                  <a:srgbClr val="3D4D68"/>
                </a:solidFill>
                <a:latin typeface="JetBrains Mono"/>
                <a:ea typeface="JetBrains Mono"/>
                <a:cs typeface="JetBrains Mono"/>
              </a:defRPr>
            </a:lvl1pPr>
            <a:lvl2pPr algn="l">
              <a:defRPr sz="1013" b="0" i="0" kern="0" spc="0">
                <a:solidFill>
                  <a:srgbClr val="3D4D68"/>
                </a:solidFill>
                <a:latin typeface="JetBrains Mono"/>
                <a:ea typeface="JetBrains Mono"/>
                <a:cs typeface="JetBrains Mono"/>
              </a:defRPr>
            </a:lvl2pPr>
            <a:lvl3pPr algn="l">
              <a:defRPr sz="1013" b="0" i="0" kern="0" spc="0">
                <a:solidFill>
                  <a:srgbClr val="3D4D68"/>
                </a:solidFill>
                <a:latin typeface="JetBrains Mono"/>
                <a:ea typeface="JetBrains Mono"/>
                <a:cs typeface="JetBrains Mono"/>
              </a:defRPr>
            </a:lvl3pPr>
            <a:lvl4pPr algn="l">
              <a:defRPr sz="1013" b="0" i="0" kern="0" spc="0">
                <a:solidFill>
                  <a:srgbClr val="3D4D68"/>
                </a:solidFill>
                <a:latin typeface="JetBrains Mono"/>
                <a:ea typeface="JetBrains Mono"/>
                <a:cs typeface="JetBrains Mono"/>
              </a:defRPr>
            </a:lvl4pPr>
            <a:lvl5pPr algn="l">
              <a:defRPr sz="1013" b="0" i="0" kern="0" spc="0">
                <a:solidFill>
                  <a:srgbClr val="3D4D68"/>
                </a:solidFill>
                <a:latin typeface="JetBrains Mono"/>
                <a:ea typeface="JetBrains Mono"/>
                <a:cs typeface="JetBrains Mono"/>
              </a:defRPr>
            </a:lvl5pPr>
            <a:lvl6pPr algn="l">
              <a:defRPr sz="1013" b="0" i="0" kern="0" spc="0">
                <a:solidFill>
                  <a:srgbClr val="3D4D68"/>
                </a:solidFill>
                <a:latin typeface="JetBrains Mono"/>
                <a:ea typeface="JetBrains Mono"/>
                <a:cs typeface="JetBrains Mono"/>
              </a:defRPr>
            </a:lvl6pPr>
            <a:lvl7pPr algn="l">
              <a:defRPr sz="1013" b="0" i="0" kern="0" spc="0">
                <a:solidFill>
                  <a:srgbClr val="3D4D68"/>
                </a:solidFill>
                <a:latin typeface="JetBrains Mono"/>
                <a:ea typeface="JetBrains Mono"/>
                <a:cs typeface="JetBrains Mono"/>
              </a:defRPr>
            </a:lvl7pPr>
            <a:lvl8pPr algn="l">
              <a:defRPr sz="1013" b="0" i="0" kern="0" spc="0">
                <a:solidFill>
                  <a:srgbClr val="3D4D68"/>
                </a:solidFill>
                <a:latin typeface="JetBrains Mono"/>
                <a:ea typeface="JetBrains Mono"/>
                <a:cs typeface="JetBrains Mono"/>
              </a:defRPr>
            </a:lvl8pPr>
            <a:lvl9pPr algn="l">
              <a:defRPr sz="1013" b="0" i="0" kern="0" spc="0">
                <a:solidFill>
                  <a:srgbClr val="3D4D68"/>
                </a:solidFill>
                <a:latin typeface="JetBrains Mono"/>
                <a:ea typeface="JetBrains Mono"/>
                <a:cs typeface="JetBrains Mono"/>
              </a:defRPr>
            </a:lvl9pPr>
          </a:lstStyle>
          <a:p>
            <a:pPr algn="l">
              <a:lnSpc>
                <a:spcPct val="100000"/>
              </a:lnSpc>
              <a:buNone/>
              <a:defRPr sz="1013" b="0" i="0" kern="0" spc="0">
                <a:solidFill>
                  <a:srgbClr val="3D4D68"/>
                </a:solidFill>
                <a:latin typeface="JetBrains Mono"/>
                <a:ea typeface="JetBrains Mono"/>
                <a:cs typeface="JetBrains Mono"/>
              </a:defRPr>
            </a:pPr>
            <a:r>
              <a:rPr sz="1013" b="0" i="0" kern="0" spc="0">
                <a:solidFill>
                  <a:srgbClr val="3D4D68"/>
                </a:solidFill>
                <a:latin typeface="JetBrains Mono"/>
                <a:ea typeface="JetBrains Mono"/>
                <a:cs typeface="JetBrains Mono"/>
              </a:rPr>
              <a:t>s</a:t>
            </a:r>
          </a:p>
        </p:txBody>
      </p:sp>
      <p:sp>
        <p:nvSpPr>
          <p:cNvPr id="72" name="s16 text 31">
            <a:extLst>
              <a:ext uri="{FF2B5EF4-FFF2-40B4-BE49-F238E27FC236}">
                <a16:creationId xmlns:a16="http://schemas.microsoft.com/office/drawing/2014/main" id="{18B3F5C5-2918-4D5A-9F28-1F525A31646D}"/>
              </a:ext>
            </a:extLst>
          </p:cNvPr>
          <p:cNvSpPr>
            <a:spLocks noGrp="1"/>
          </p:cNvSpPr>
          <p:nvPr/>
        </p:nvSpPr>
        <p:spPr>
          <a:xfrm>
            <a:off x="10303582" y="5478882"/>
            <a:ext cx="803110" cy="234452"/>
          </a:xfrm>
          <a:prstGeom prst="rect">
            <a:avLst/>
          </a:prstGeom>
          <a:noFill/>
          <a:ln w="0">
            <a:noFill/>
            <a:prstDash val="solid"/>
          </a:ln>
        </p:spPr>
        <p:txBody>
          <a:bodyPr wrap="none" lIns="0" tIns="0" rIns="0" bIns="0" anchor="t">
            <a:noAutofit/>
          </a:bodyPr>
          <a:lstStyle>
            <a:defPPr algn="l">
              <a:defRPr sz="1216" b="0" i="0" kern="0" spc="-9">
                <a:solidFill>
                  <a:srgbClr val="3D4D68"/>
                </a:solidFill>
                <a:latin typeface="JetBrains Mono"/>
                <a:ea typeface="JetBrains Mono"/>
                <a:cs typeface="JetBrains Mono"/>
              </a:defRPr>
            </a:defPPr>
            <a:lvl1pPr algn="l">
              <a:defRPr sz="1216" b="0" i="0" kern="0" spc="-9">
                <a:solidFill>
                  <a:srgbClr val="3D4D68"/>
                </a:solidFill>
                <a:latin typeface="JetBrains Mono"/>
                <a:ea typeface="JetBrains Mono"/>
                <a:cs typeface="JetBrains Mono"/>
              </a:defRPr>
            </a:lvl1pPr>
            <a:lvl2pPr algn="l">
              <a:defRPr sz="1216" b="0" i="0" kern="0" spc="-9">
                <a:solidFill>
                  <a:srgbClr val="3D4D68"/>
                </a:solidFill>
                <a:latin typeface="JetBrains Mono"/>
                <a:ea typeface="JetBrains Mono"/>
                <a:cs typeface="JetBrains Mono"/>
              </a:defRPr>
            </a:lvl2pPr>
            <a:lvl3pPr algn="l">
              <a:defRPr sz="1216" b="0" i="0" kern="0" spc="-9">
                <a:solidFill>
                  <a:srgbClr val="3D4D68"/>
                </a:solidFill>
                <a:latin typeface="JetBrains Mono"/>
                <a:ea typeface="JetBrains Mono"/>
                <a:cs typeface="JetBrains Mono"/>
              </a:defRPr>
            </a:lvl3pPr>
            <a:lvl4pPr algn="l">
              <a:defRPr sz="1216" b="0" i="0" kern="0" spc="-9">
                <a:solidFill>
                  <a:srgbClr val="3D4D68"/>
                </a:solidFill>
                <a:latin typeface="JetBrains Mono"/>
                <a:ea typeface="JetBrains Mono"/>
                <a:cs typeface="JetBrains Mono"/>
              </a:defRPr>
            </a:lvl4pPr>
            <a:lvl5pPr algn="l">
              <a:defRPr sz="1216" b="0" i="0" kern="0" spc="-9">
                <a:solidFill>
                  <a:srgbClr val="3D4D68"/>
                </a:solidFill>
                <a:latin typeface="JetBrains Mono"/>
                <a:ea typeface="JetBrains Mono"/>
                <a:cs typeface="JetBrains Mono"/>
              </a:defRPr>
            </a:lvl5pPr>
            <a:lvl6pPr algn="l">
              <a:defRPr sz="1216" b="0" i="0" kern="0" spc="-9">
                <a:solidFill>
                  <a:srgbClr val="3D4D68"/>
                </a:solidFill>
                <a:latin typeface="JetBrains Mono"/>
                <a:ea typeface="JetBrains Mono"/>
                <a:cs typeface="JetBrains Mono"/>
              </a:defRPr>
            </a:lvl6pPr>
            <a:lvl7pPr algn="l">
              <a:defRPr sz="1216" b="0" i="0" kern="0" spc="-9">
                <a:solidFill>
                  <a:srgbClr val="3D4D68"/>
                </a:solidFill>
                <a:latin typeface="JetBrains Mono"/>
                <a:ea typeface="JetBrains Mono"/>
                <a:cs typeface="JetBrains Mono"/>
              </a:defRPr>
            </a:lvl7pPr>
            <a:lvl8pPr algn="l">
              <a:defRPr sz="1216" b="0" i="0" kern="0" spc="-9">
                <a:solidFill>
                  <a:srgbClr val="3D4D68"/>
                </a:solidFill>
                <a:latin typeface="JetBrains Mono"/>
                <a:ea typeface="JetBrains Mono"/>
                <a:cs typeface="JetBrains Mono"/>
              </a:defRPr>
            </a:lvl8pPr>
            <a:lvl9pPr algn="l">
              <a:defRPr sz="1216" b="0" i="0" kern="0" spc="-9">
                <a:solidFill>
                  <a:srgbClr val="3D4D68"/>
                </a:solidFill>
                <a:latin typeface="JetBrains Mono"/>
                <a:ea typeface="JetBrains Mono"/>
                <a:cs typeface="JetBrains Mono"/>
              </a:defRPr>
            </a:lvl9pPr>
          </a:lstStyle>
          <a:p>
            <a:pPr algn="l">
              <a:lnSpc>
                <a:spcPct val="100000"/>
              </a:lnSpc>
              <a:buNone/>
              <a:defRPr sz="1216" b="0" i="0" kern="0" spc="-9">
                <a:solidFill>
                  <a:srgbClr val="3D4D68"/>
                </a:solidFill>
                <a:latin typeface="JetBrains Mono"/>
                <a:ea typeface="JetBrains Mono"/>
                <a:cs typeface="JetBrains Mono"/>
              </a:defRPr>
            </a:pPr>
            <a:r>
              <a:rPr sz="1216" b="0" i="0" kern="0" spc="-9">
                <a:solidFill>
                  <a:srgbClr val="3D4D68"/>
                </a:solidFill>
                <a:latin typeface="JetBrains Mono"/>
                <a:ea typeface="JetBrains Mono"/>
                <a:cs typeface="JetBrains Mono"/>
              </a:rPr>
              <a:t>= 35,150</a:t>
            </a:r>
          </a:p>
        </p:txBody>
      </p:sp>
      <p:sp>
        <p:nvSpPr>
          <p:cNvPr id="73" name="s16 text 32">
            <a:extLst>
              <a:ext uri="{FF2B5EF4-FFF2-40B4-BE49-F238E27FC236}">
                <a16:creationId xmlns:a16="http://schemas.microsoft.com/office/drawing/2014/main" id="{7D41DE8A-08FC-46B4-BE29-D7E97A85D774}"/>
              </a:ext>
            </a:extLst>
          </p:cNvPr>
          <p:cNvSpPr>
            <a:spLocks noGrp="1"/>
          </p:cNvSpPr>
          <p:nvPr/>
        </p:nvSpPr>
        <p:spPr>
          <a:xfrm>
            <a:off x="11035531" y="5477247"/>
            <a:ext cx="900303" cy="228625"/>
          </a:xfrm>
          <a:prstGeom prst="rect">
            <a:avLst/>
          </a:prstGeom>
          <a:noFill/>
          <a:ln w="0">
            <a:noFill/>
            <a:prstDash val="solid"/>
          </a:ln>
        </p:spPr>
        <p:txBody>
          <a:bodyPr wrap="none" lIns="0" tIns="0" rIns="0" bIns="0" anchor="t">
            <a:noAutofit/>
          </a:bodyPr>
          <a:lstStyle>
            <a:defPPr algn="l">
              <a:defRPr sz="1294" b="0" i="0" kern="0" spc="-10">
                <a:solidFill>
                  <a:srgbClr val="3D4D68"/>
                </a:solidFill>
                <a:latin typeface="Inter"/>
                <a:ea typeface="Inter"/>
                <a:cs typeface="Inter"/>
              </a:defRPr>
            </a:defPPr>
            <a:lvl1pPr algn="l">
              <a:defRPr sz="1294" b="0" i="0" kern="0" spc="-10">
                <a:solidFill>
                  <a:srgbClr val="3D4D68"/>
                </a:solidFill>
                <a:latin typeface="Inter"/>
                <a:ea typeface="Inter"/>
                <a:cs typeface="Inter"/>
              </a:defRPr>
            </a:lvl1pPr>
            <a:lvl2pPr algn="l">
              <a:defRPr sz="1294" b="0" i="0" kern="0" spc="-10">
                <a:solidFill>
                  <a:srgbClr val="3D4D68"/>
                </a:solidFill>
                <a:latin typeface="Inter"/>
                <a:ea typeface="Inter"/>
                <a:cs typeface="Inter"/>
              </a:defRPr>
            </a:lvl2pPr>
            <a:lvl3pPr algn="l">
              <a:defRPr sz="1294" b="0" i="0" kern="0" spc="-10">
                <a:solidFill>
                  <a:srgbClr val="3D4D68"/>
                </a:solidFill>
                <a:latin typeface="Inter"/>
                <a:ea typeface="Inter"/>
                <a:cs typeface="Inter"/>
              </a:defRPr>
            </a:lvl3pPr>
            <a:lvl4pPr algn="l">
              <a:defRPr sz="1294" b="0" i="0" kern="0" spc="-10">
                <a:solidFill>
                  <a:srgbClr val="3D4D68"/>
                </a:solidFill>
                <a:latin typeface="Inter"/>
                <a:ea typeface="Inter"/>
                <a:cs typeface="Inter"/>
              </a:defRPr>
            </a:lvl4pPr>
            <a:lvl5pPr algn="l">
              <a:defRPr sz="1294" b="0" i="0" kern="0" spc="-10">
                <a:solidFill>
                  <a:srgbClr val="3D4D68"/>
                </a:solidFill>
                <a:latin typeface="Inter"/>
                <a:ea typeface="Inter"/>
                <a:cs typeface="Inter"/>
              </a:defRPr>
            </a:lvl5pPr>
            <a:lvl6pPr algn="l">
              <a:defRPr sz="1294" b="0" i="0" kern="0" spc="-10">
                <a:solidFill>
                  <a:srgbClr val="3D4D68"/>
                </a:solidFill>
                <a:latin typeface="Inter"/>
                <a:ea typeface="Inter"/>
                <a:cs typeface="Inter"/>
              </a:defRPr>
            </a:lvl6pPr>
            <a:lvl7pPr algn="l">
              <a:defRPr sz="1294" b="0" i="0" kern="0" spc="-10">
                <a:solidFill>
                  <a:srgbClr val="3D4D68"/>
                </a:solidFill>
                <a:latin typeface="Inter"/>
                <a:ea typeface="Inter"/>
                <a:cs typeface="Inter"/>
              </a:defRPr>
            </a:lvl7pPr>
            <a:lvl8pPr algn="l">
              <a:defRPr sz="1294" b="0" i="0" kern="0" spc="-10">
                <a:solidFill>
                  <a:srgbClr val="3D4D68"/>
                </a:solidFill>
                <a:latin typeface="Inter"/>
                <a:ea typeface="Inter"/>
                <a:cs typeface="Inter"/>
              </a:defRPr>
            </a:lvl8pPr>
            <a:lvl9pPr algn="l">
              <a:defRPr sz="1294" b="0" i="0" kern="0" spc="-10">
                <a:solidFill>
                  <a:srgbClr val="3D4D68"/>
                </a:solidFill>
                <a:latin typeface="Inter"/>
                <a:ea typeface="Inter"/>
                <a:cs typeface="Inter"/>
              </a:defRPr>
            </a:lvl9pPr>
          </a:lstStyle>
          <a:p>
            <a:pPr algn="l">
              <a:lnSpc>
                <a:spcPct val="100000"/>
              </a:lnSpc>
              <a:buNone/>
              <a:defRPr sz="1294" b="0" i="0" kern="0" spc="-10">
                <a:solidFill>
                  <a:srgbClr val="3D4D68"/>
                </a:solidFill>
                <a:latin typeface="Inter"/>
                <a:ea typeface="Inter"/>
                <a:cs typeface="Inter"/>
              </a:defRPr>
            </a:pPr>
            <a:r>
              <a:rPr sz="1294" b="0" i="0" kern="0" spc="-10">
                <a:solidFill>
                  <a:srgbClr val="3D4D68"/>
                </a:solidFill>
                <a:latin typeface="Inter"/>
                <a:ea typeface="Inter"/>
                <a:cs typeface="Inter"/>
              </a:rPr>
              <a:t>, imports =</a:t>
            </a:r>
          </a:p>
        </p:txBody>
      </p:sp>
      <p:sp>
        <p:nvSpPr>
          <p:cNvPr id="74" name="s16 text 33">
            <a:extLst>
              <a:ext uri="{FF2B5EF4-FFF2-40B4-BE49-F238E27FC236}">
                <a16:creationId xmlns:a16="http://schemas.microsoft.com/office/drawing/2014/main" id="{A96ECF53-CCBA-4DD1-B70E-B4D675BB7FEA}"/>
              </a:ext>
            </a:extLst>
          </p:cNvPr>
          <p:cNvSpPr>
            <a:spLocks noGrp="1"/>
          </p:cNvSpPr>
          <p:nvPr/>
        </p:nvSpPr>
        <p:spPr>
          <a:xfrm>
            <a:off x="11902715" y="5478882"/>
            <a:ext cx="525170" cy="234452"/>
          </a:xfrm>
          <a:prstGeom prst="rect">
            <a:avLst/>
          </a:prstGeom>
          <a:noFill/>
          <a:ln w="0">
            <a:noFill/>
            <a:prstDash val="solid"/>
          </a:ln>
        </p:spPr>
        <p:txBody>
          <a:bodyPr wrap="none" lIns="0" tIns="0" rIns="0" bIns="0" anchor="t">
            <a:noAutofit/>
          </a:bodyPr>
          <a:lstStyle>
            <a:defPPr algn="l">
              <a:defRPr sz="1216" b="0" i="0" kern="0" spc="-9">
                <a:solidFill>
                  <a:srgbClr val="3D4D68"/>
                </a:solidFill>
                <a:latin typeface="JetBrains Mono"/>
                <a:ea typeface="JetBrains Mono"/>
                <a:cs typeface="JetBrains Mono"/>
              </a:defRPr>
            </a:defPPr>
            <a:lvl1pPr algn="l">
              <a:defRPr sz="1216" b="0" i="0" kern="0" spc="-9">
                <a:solidFill>
                  <a:srgbClr val="3D4D68"/>
                </a:solidFill>
                <a:latin typeface="JetBrains Mono"/>
                <a:ea typeface="JetBrains Mono"/>
                <a:cs typeface="JetBrains Mono"/>
              </a:defRPr>
            </a:lvl1pPr>
            <a:lvl2pPr algn="l">
              <a:defRPr sz="1216" b="0" i="0" kern="0" spc="-9">
                <a:solidFill>
                  <a:srgbClr val="3D4D68"/>
                </a:solidFill>
                <a:latin typeface="JetBrains Mono"/>
                <a:ea typeface="JetBrains Mono"/>
                <a:cs typeface="JetBrains Mono"/>
              </a:defRPr>
            </a:lvl2pPr>
            <a:lvl3pPr algn="l">
              <a:defRPr sz="1216" b="0" i="0" kern="0" spc="-9">
                <a:solidFill>
                  <a:srgbClr val="3D4D68"/>
                </a:solidFill>
                <a:latin typeface="JetBrains Mono"/>
                <a:ea typeface="JetBrains Mono"/>
                <a:cs typeface="JetBrains Mono"/>
              </a:defRPr>
            </a:lvl3pPr>
            <a:lvl4pPr algn="l">
              <a:defRPr sz="1216" b="0" i="0" kern="0" spc="-9">
                <a:solidFill>
                  <a:srgbClr val="3D4D68"/>
                </a:solidFill>
                <a:latin typeface="JetBrains Mono"/>
                <a:ea typeface="JetBrains Mono"/>
                <a:cs typeface="JetBrains Mono"/>
              </a:defRPr>
            </a:lvl4pPr>
            <a:lvl5pPr algn="l">
              <a:defRPr sz="1216" b="0" i="0" kern="0" spc="-9">
                <a:solidFill>
                  <a:srgbClr val="3D4D68"/>
                </a:solidFill>
                <a:latin typeface="JetBrains Mono"/>
                <a:ea typeface="JetBrains Mono"/>
                <a:cs typeface="JetBrains Mono"/>
              </a:defRPr>
            </a:lvl5pPr>
            <a:lvl6pPr algn="l">
              <a:defRPr sz="1216" b="0" i="0" kern="0" spc="-9">
                <a:solidFill>
                  <a:srgbClr val="3D4D68"/>
                </a:solidFill>
                <a:latin typeface="JetBrains Mono"/>
                <a:ea typeface="JetBrains Mono"/>
                <a:cs typeface="JetBrains Mono"/>
              </a:defRPr>
            </a:lvl6pPr>
            <a:lvl7pPr algn="l">
              <a:defRPr sz="1216" b="0" i="0" kern="0" spc="-9">
                <a:solidFill>
                  <a:srgbClr val="3D4D68"/>
                </a:solidFill>
                <a:latin typeface="JetBrains Mono"/>
                <a:ea typeface="JetBrains Mono"/>
                <a:cs typeface="JetBrains Mono"/>
              </a:defRPr>
            </a:lvl7pPr>
            <a:lvl8pPr algn="l">
              <a:defRPr sz="1216" b="0" i="0" kern="0" spc="-9">
                <a:solidFill>
                  <a:srgbClr val="3D4D68"/>
                </a:solidFill>
                <a:latin typeface="JetBrains Mono"/>
                <a:ea typeface="JetBrains Mono"/>
                <a:cs typeface="JetBrains Mono"/>
              </a:defRPr>
            </a:lvl8pPr>
            <a:lvl9pPr algn="l">
              <a:defRPr sz="1216" b="0" i="0" kern="0" spc="-9">
                <a:solidFill>
                  <a:srgbClr val="3D4D68"/>
                </a:solidFill>
                <a:latin typeface="JetBrains Mono"/>
                <a:ea typeface="JetBrains Mono"/>
                <a:cs typeface="JetBrains Mono"/>
              </a:defRPr>
            </a:lvl9pPr>
          </a:lstStyle>
          <a:p>
            <a:pPr algn="l">
              <a:lnSpc>
                <a:spcPct val="100000"/>
              </a:lnSpc>
              <a:buNone/>
              <a:defRPr sz="1216" b="0" i="0" kern="0" spc="-9">
                <a:solidFill>
                  <a:srgbClr val="3D4D68"/>
                </a:solidFill>
                <a:latin typeface="JetBrains Mono"/>
                <a:ea typeface="JetBrains Mono"/>
                <a:cs typeface="JetBrains Mono"/>
              </a:defRPr>
            </a:pPr>
            <a:r>
              <a:rPr sz="1216" b="0" i="0" kern="0" spc="-9">
                <a:solidFill>
                  <a:srgbClr val="3D4D68"/>
                </a:solidFill>
                <a:latin typeface="JetBrains Mono"/>
                <a:ea typeface="JetBrains Mono"/>
                <a:cs typeface="JetBrains Mono"/>
              </a:rPr>
              <a:t>3,600</a:t>
            </a:r>
          </a:p>
        </p:txBody>
      </p:sp>
      <p:sp>
        <p:nvSpPr>
          <p:cNvPr id="75" name="s16 text 35">
            <a:extLst>
              <a:ext uri="{FF2B5EF4-FFF2-40B4-BE49-F238E27FC236}">
                <a16:creationId xmlns:a16="http://schemas.microsoft.com/office/drawing/2014/main" id="{BE55EC0B-2318-4EF2-8EA0-1AA4632B376E}"/>
              </a:ext>
            </a:extLst>
          </p:cNvPr>
          <p:cNvSpPr>
            <a:spLocks noGrp="1"/>
          </p:cNvSpPr>
          <p:nvPr/>
        </p:nvSpPr>
        <p:spPr>
          <a:xfrm>
            <a:off x="12405206" y="5459115"/>
            <a:ext cx="188785" cy="251321"/>
          </a:xfrm>
          <a:prstGeom prst="rect">
            <a:avLst/>
          </a:prstGeom>
          <a:noFill/>
          <a:ln w="0">
            <a:noFill/>
            <a:prstDash val="solid"/>
          </a:ln>
        </p:spPr>
        <p:txBody>
          <a:bodyPr wrap="none" lIns="0" tIns="0" rIns="0" bIns="0" anchor="t">
            <a:noAutofit/>
          </a:bodyPr>
          <a:lstStyle>
            <a:defPPr algn="l">
              <a:defRPr sz="1294" b="0" i="0" kern="0" spc="0">
                <a:solidFill>
                  <a:srgbClr val="3D4D68"/>
                </a:solidFill>
                <a:latin typeface="Arial"/>
                <a:ea typeface="Arial"/>
                <a:cs typeface="Arial"/>
              </a:defRPr>
            </a:defPPr>
            <a:lvl1pPr algn="l">
              <a:defRPr sz="1294" b="0" i="0" kern="0" spc="0">
                <a:solidFill>
                  <a:srgbClr val="3D4D68"/>
                </a:solidFill>
                <a:latin typeface="Arial"/>
                <a:ea typeface="Arial"/>
                <a:cs typeface="Arial"/>
              </a:defRPr>
            </a:lvl1pPr>
            <a:lvl2pPr algn="l">
              <a:defRPr sz="1294" b="0" i="0" kern="0" spc="0">
                <a:solidFill>
                  <a:srgbClr val="3D4D68"/>
                </a:solidFill>
                <a:latin typeface="Arial"/>
                <a:ea typeface="Arial"/>
                <a:cs typeface="Arial"/>
              </a:defRPr>
            </a:lvl2pPr>
            <a:lvl3pPr algn="l">
              <a:defRPr sz="1294" b="0" i="0" kern="0" spc="0">
                <a:solidFill>
                  <a:srgbClr val="3D4D68"/>
                </a:solidFill>
                <a:latin typeface="Arial"/>
                <a:ea typeface="Arial"/>
                <a:cs typeface="Arial"/>
              </a:defRPr>
            </a:lvl3pPr>
            <a:lvl4pPr algn="l">
              <a:defRPr sz="1294" b="0" i="0" kern="0" spc="0">
                <a:solidFill>
                  <a:srgbClr val="3D4D68"/>
                </a:solidFill>
                <a:latin typeface="Arial"/>
                <a:ea typeface="Arial"/>
                <a:cs typeface="Arial"/>
              </a:defRPr>
            </a:lvl4pPr>
            <a:lvl5pPr algn="l">
              <a:defRPr sz="1294" b="0" i="0" kern="0" spc="0">
                <a:solidFill>
                  <a:srgbClr val="3D4D68"/>
                </a:solidFill>
                <a:latin typeface="Arial"/>
                <a:ea typeface="Arial"/>
                <a:cs typeface="Arial"/>
              </a:defRPr>
            </a:lvl5pPr>
            <a:lvl6pPr algn="l">
              <a:defRPr sz="1294" b="0" i="0" kern="0" spc="0">
                <a:solidFill>
                  <a:srgbClr val="3D4D68"/>
                </a:solidFill>
                <a:latin typeface="Arial"/>
                <a:ea typeface="Arial"/>
                <a:cs typeface="Arial"/>
              </a:defRPr>
            </a:lvl6pPr>
            <a:lvl7pPr algn="l">
              <a:defRPr sz="1294" b="0" i="0" kern="0" spc="0">
                <a:solidFill>
                  <a:srgbClr val="3D4D68"/>
                </a:solidFill>
                <a:latin typeface="Arial"/>
                <a:ea typeface="Arial"/>
                <a:cs typeface="Arial"/>
              </a:defRPr>
            </a:lvl7pPr>
            <a:lvl8pPr algn="l">
              <a:defRPr sz="1294" b="0" i="0" kern="0" spc="0">
                <a:solidFill>
                  <a:srgbClr val="3D4D68"/>
                </a:solidFill>
                <a:latin typeface="Arial"/>
                <a:ea typeface="Arial"/>
                <a:cs typeface="Arial"/>
              </a:defRPr>
            </a:lvl8pPr>
            <a:lvl9pPr algn="l">
              <a:defRPr sz="1294" b="0" i="0" kern="0" spc="0">
                <a:solidFill>
                  <a:srgbClr val="3D4D68"/>
                </a:solidFill>
                <a:latin typeface="Arial"/>
                <a:ea typeface="Arial"/>
                <a:cs typeface="Arial"/>
              </a:defRPr>
            </a:lvl9pPr>
          </a:lstStyle>
          <a:p>
            <a:pPr algn="l">
              <a:lnSpc>
                <a:spcPct val="100000"/>
              </a:lnSpc>
              <a:buNone/>
              <a:defRPr sz="1294" b="0" i="0" kern="0" spc="0">
                <a:solidFill>
                  <a:srgbClr val="3D4D68"/>
                </a:solidFill>
                <a:latin typeface="Arial"/>
                <a:ea typeface="Arial"/>
                <a:cs typeface="Arial"/>
              </a:defRPr>
            </a:pPr>
            <a:r>
              <a:rPr sz="1294" b="0" i="0" kern="0" spc="0">
                <a:solidFill>
                  <a:srgbClr val="3D4D68"/>
                </a:solidFill>
                <a:latin typeface="Arial"/>
                <a:ea typeface="Arial"/>
                <a:cs typeface="Arial"/>
              </a:rPr>
              <a:t>✓</a:t>
            </a:r>
          </a:p>
        </p:txBody>
      </p:sp>
      <p:sp>
        <p:nvSpPr>
          <p:cNvPr id="116" name="s16 text 56">
            <a:extLst>
              <a:ext uri="{FF2B5EF4-FFF2-40B4-BE49-F238E27FC236}">
                <a16:creationId xmlns:a16="http://schemas.microsoft.com/office/drawing/2014/main" id="{E2565F17-5A71-4991-B822-A502C7C0C9E0}"/>
              </a:ext>
            </a:extLst>
          </p:cNvPr>
          <p:cNvSpPr>
            <a:spLocks noGrp="1"/>
          </p:cNvSpPr>
          <p:nvPr/>
        </p:nvSpPr>
        <p:spPr>
          <a:xfrm>
            <a:off x="664369" y="5698257"/>
            <a:ext cx="6804184" cy="208744"/>
          </a:xfrm>
          <a:prstGeom prst="rect">
            <a:avLst/>
          </a:prstGeom>
          <a:noFill/>
          <a:ln w="0">
            <a:noFill/>
            <a:prstDash val="solid"/>
          </a:ln>
        </p:spPr>
        <p:txBody>
          <a:bodyPr wrap="none" lIns="0" tIns="0" rIns="0" bIns="0" anchor="t">
            <a:noAutofit/>
          </a:bodyPr>
          <a:lstStyle>
            <a:defPPr algn="l">
              <a:defRPr sz="1181" b="0" i="0" kern="0" spc="-9">
                <a:solidFill>
                  <a:srgbClr val="3D4D68"/>
                </a:solidFill>
                <a:latin typeface="Inter"/>
                <a:ea typeface="Inter"/>
                <a:cs typeface="Inter"/>
              </a:defRPr>
            </a:defPPr>
            <a:lvl1pPr algn="l">
              <a:defRPr sz="1181" b="0" i="0" kern="0" spc="-9">
                <a:solidFill>
                  <a:srgbClr val="3D4D68"/>
                </a:solidFill>
                <a:latin typeface="Inter"/>
                <a:ea typeface="Inter"/>
                <a:cs typeface="Inter"/>
              </a:defRPr>
            </a:lvl1pPr>
            <a:lvl2pPr algn="l">
              <a:defRPr sz="1181" b="0" i="0" kern="0" spc="-9">
                <a:solidFill>
                  <a:srgbClr val="3D4D68"/>
                </a:solidFill>
                <a:latin typeface="Inter"/>
                <a:ea typeface="Inter"/>
                <a:cs typeface="Inter"/>
              </a:defRPr>
            </a:lvl2pPr>
            <a:lvl3pPr algn="l">
              <a:defRPr sz="1181" b="0" i="0" kern="0" spc="-9">
                <a:solidFill>
                  <a:srgbClr val="3D4D68"/>
                </a:solidFill>
                <a:latin typeface="Inter"/>
                <a:ea typeface="Inter"/>
                <a:cs typeface="Inter"/>
              </a:defRPr>
            </a:lvl3pPr>
            <a:lvl4pPr algn="l">
              <a:defRPr sz="1181" b="0" i="0" kern="0" spc="-9">
                <a:solidFill>
                  <a:srgbClr val="3D4D68"/>
                </a:solidFill>
                <a:latin typeface="Inter"/>
                <a:ea typeface="Inter"/>
                <a:cs typeface="Inter"/>
              </a:defRPr>
            </a:lvl4pPr>
            <a:lvl5pPr algn="l">
              <a:defRPr sz="1181" b="0" i="0" kern="0" spc="-9">
                <a:solidFill>
                  <a:srgbClr val="3D4D68"/>
                </a:solidFill>
                <a:latin typeface="Inter"/>
                <a:ea typeface="Inter"/>
                <a:cs typeface="Inter"/>
              </a:defRPr>
            </a:lvl5pPr>
            <a:lvl6pPr algn="l">
              <a:defRPr sz="1181" b="0" i="0" kern="0" spc="-9">
                <a:solidFill>
                  <a:srgbClr val="3D4D68"/>
                </a:solidFill>
                <a:latin typeface="Inter"/>
                <a:ea typeface="Inter"/>
                <a:cs typeface="Inter"/>
              </a:defRPr>
            </a:lvl6pPr>
            <a:lvl7pPr algn="l">
              <a:defRPr sz="1181" b="0" i="0" kern="0" spc="-9">
                <a:solidFill>
                  <a:srgbClr val="3D4D68"/>
                </a:solidFill>
                <a:latin typeface="Inter"/>
                <a:ea typeface="Inter"/>
                <a:cs typeface="Inter"/>
              </a:defRPr>
            </a:lvl7pPr>
            <a:lvl8pPr algn="l">
              <a:defRPr sz="1181" b="0" i="0" kern="0" spc="-9">
                <a:solidFill>
                  <a:srgbClr val="3D4D68"/>
                </a:solidFill>
                <a:latin typeface="Inter"/>
                <a:ea typeface="Inter"/>
                <a:cs typeface="Inter"/>
              </a:defRPr>
            </a:lvl8pPr>
            <a:lvl9pPr algn="l">
              <a:defRPr sz="1181" b="0" i="0" kern="0" spc="-9">
                <a:solidFill>
                  <a:srgbClr val="3D4D68"/>
                </a:solidFill>
                <a:latin typeface="Inter"/>
                <a:ea typeface="Inter"/>
                <a:cs typeface="Inter"/>
              </a:defRPr>
            </a:lvl9pPr>
          </a:lstStyle>
          <a:p>
            <a:pPr algn="l">
              <a:lnSpc>
                <a:spcPct val="100000"/>
              </a:lnSpc>
              <a:buNone/>
              <a:defRPr sz="1181" b="0" i="0" kern="0" spc="-9">
                <a:solidFill>
                  <a:srgbClr val="3D4D68"/>
                </a:solidFill>
                <a:latin typeface="Inter"/>
                <a:ea typeface="Inter"/>
                <a:cs typeface="Inter"/>
              </a:defRPr>
            </a:pPr>
            <a:r>
              <a:rPr sz="1181" b="0" i="0" kern="0" spc="-9">
                <a:solidFill>
                  <a:srgbClr val="3D4D68"/>
                </a:solidFill>
                <a:latin typeface="Inter"/>
                <a:ea typeface="Inter"/>
                <a:cs typeface="Inter"/>
              </a:rPr>
              <a:t>A $25 tariff moves the domestic price from $600 to $625 and cuts imports from 4,800 to 3,600</a:t>
            </a:r>
          </a:p>
        </p:txBody>
      </p:sp>
      <p:sp>
        <p:nvSpPr>
          <p:cNvPr id="117" name="s16 text 57">
            <a:extLst>
              <a:ext uri="{FF2B5EF4-FFF2-40B4-BE49-F238E27FC236}">
                <a16:creationId xmlns:a16="http://schemas.microsoft.com/office/drawing/2014/main" id="{77BD9578-91EF-43CB-BAD4-8E0764504C39}"/>
              </a:ext>
            </a:extLst>
          </p:cNvPr>
          <p:cNvSpPr>
            <a:spLocks noGrp="1"/>
          </p:cNvSpPr>
          <p:nvPr/>
        </p:nvSpPr>
        <p:spPr>
          <a:xfrm>
            <a:off x="664369" y="5905425"/>
            <a:ext cx="1275683" cy="208744"/>
          </a:xfrm>
          <a:prstGeom prst="rect">
            <a:avLst/>
          </a:prstGeom>
          <a:noFill/>
          <a:ln w="0">
            <a:noFill/>
            <a:prstDash val="solid"/>
          </a:ln>
        </p:spPr>
        <p:txBody>
          <a:bodyPr wrap="none" lIns="0" tIns="0" rIns="0" bIns="0" anchor="t">
            <a:noAutofit/>
          </a:bodyPr>
          <a:lstStyle>
            <a:defPPr algn="l">
              <a:defRPr sz="1181" b="0" i="0" kern="0" spc="-9">
                <a:solidFill>
                  <a:srgbClr val="3D4D68"/>
                </a:solidFill>
                <a:latin typeface="Inter"/>
                <a:ea typeface="Inter"/>
                <a:cs typeface="Inter"/>
              </a:defRPr>
            </a:defPPr>
            <a:lvl1pPr algn="l">
              <a:defRPr sz="1181" b="0" i="0" kern="0" spc="-9">
                <a:solidFill>
                  <a:srgbClr val="3D4D68"/>
                </a:solidFill>
                <a:latin typeface="Inter"/>
                <a:ea typeface="Inter"/>
                <a:cs typeface="Inter"/>
              </a:defRPr>
            </a:lvl1pPr>
            <a:lvl2pPr algn="l">
              <a:defRPr sz="1181" b="0" i="0" kern="0" spc="-9">
                <a:solidFill>
                  <a:srgbClr val="3D4D68"/>
                </a:solidFill>
                <a:latin typeface="Inter"/>
                <a:ea typeface="Inter"/>
                <a:cs typeface="Inter"/>
              </a:defRPr>
            </a:lvl2pPr>
            <a:lvl3pPr algn="l">
              <a:defRPr sz="1181" b="0" i="0" kern="0" spc="-9">
                <a:solidFill>
                  <a:srgbClr val="3D4D68"/>
                </a:solidFill>
                <a:latin typeface="Inter"/>
                <a:ea typeface="Inter"/>
                <a:cs typeface="Inter"/>
              </a:defRPr>
            </a:lvl3pPr>
            <a:lvl4pPr algn="l">
              <a:defRPr sz="1181" b="0" i="0" kern="0" spc="-9">
                <a:solidFill>
                  <a:srgbClr val="3D4D68"/>
                </a:solidFill>
                <a:latin typeface="Inter"/>
                <a:ea typeface="Inter"/>
                <a:cs typeface="Inter"/>
              </a:defRPr>
            </a:lvl4pPr>
            <a:lvl5pPr algn="l">
              <a:defRPr sz="1181" b="0" i="0" kern="0" spc="-9">
                <a:solidFill>
                  <a:srgbClr val="3D4D68"/>
                </a:solidFill>
                <a:latin typeface="Inter"/>
                <a:ea typeface="Inter"/>
                <a:cs typeface="Inter"/>
              </a:defRPr>
            </a:lvl5pPr>
            <a:lvl6pPr algn="l">
              <a:defRPr sz="1181" b="0" i="0" kern="0" spc="-9">
                <a:solidFill>
                  <a:srgbClr val="3D4D68"/>
                </a:solidFill>
                <a:latin typeface="Inter"/>
                <a:ea typeface="Inter"/>
                <a:cs typeface="Inter"/>
              </a:defRPr>
            </a:lvl6pPr>
            <a:lvl7pPr algn="l">
              <a:defRPr sz="1181" b="0" i="0" kern="0" spc="-9">
                <a:solidFill>
                  <a:srgbClr val="3D4D68"/>
                </a:solidFill>
                <a:latin typeface="Inter"/>
                <a:ea typeface="Inter"/>
                <a:cs typeface="Inter"/>
              </a:defRPr>
            </a:lvl7pPr>
            <a:lvl8pPr algn="l">
              <a:defRPr sz="1181" b="0" i="0" kern="0" spc="-9">
                <a:solidFill>
                  <a:srgbClr val="3D4D68"/>
                </a:solidFill>
                <a:latin typeface="Inter"/>
                <a:ea typeface="Inter"/>
                <a:cs typeface="Inter"/>
              </a:defRPr>
            </a:lvl8pPr>
            <a:lvl9pPr algn="l">
              <a:defRPr sz="1181" b="0" i="0" kern="0" spc="-9">
                <a:solidFill>
                  <a:srgbClr val="3D4D68"/>
                </a:solidFill>
                <a:latin typeface="Inter"/>
                <a:ea typeface="Inter"/>
                <a:cs typeface="Inter"/>
              </a:defRPr>
            </a:lvl9pPr>
          </a:lstStyle>
          <a:p>
            <a:pPr algn="l">
              <a:lnSpc>
                <a:spcPct val="100000"/>
              </a:lnSpc>
              <a:buNone/>
              <a:defRPr sz="1181" b="0" i="0" kern="0" spc="-9">
                <a:solidFill>
                  <a:srgbClr val="3D4D68"/>
                </a:solidFill>
                <a:latin typeface="Inter"/>
                <a:ea typeface="Inter"/>
                <a:cs typeface="Inter"/>
              </a:defRPr>
            </a:pPr>
            <a:r>
              <a:rPr sz="1181" b="0" i="0" kern="0" spc="-9">
                <a:solidFill>
                  <a:srgbClr val="3D4D68"/>
                </a:solidFill>
                <a:latin typeface="Inter"/>
                <a:ea typeface="Inter"/>
                <a:cs typeface="Inter"/>
              </a:rPr>
              <a:t>handbags a year.</a:t>
            </a:r>
          </a:p>
        </p:txBody>
      </p:sp>
      <p:sp>
        <p:nvSpPr>
          <p:cNvPr id="118" name="s16 text 58">
            <a:extLst>
              <a:ext uri="{FF2B5EF4-FFF2-40B4-BE49-F238E27FC236}">
                <a16:creationId xmlns:a16="http://schemas.microsoft.com/office/drawing/2014/main" id="{E58E48E5-AB88-4DBF-A888-FDF41F682C8D}"/>
              </a:ext>
            </a:extLst>
          </p:cNvPr>
          <p:cNvSpPr>
            <a:spLocks noGrp="1"/>
          </p:cNvSpPr>
          <p:nvPr/>
        </p:nvSpPr>
        <p:spPr>
          <a:xfrm>
            <a:off x="628650" y="2105406"/>
            <a:ext cx="3775456" cy="151819"/>
          </a:xfrm>
          <a:prstGeom prst="rect">
            <a:avLst/>
          </a:prstGeom>
          <a:noFill/>
          <a:ln w="0">
            <a:noFill/>
            <a:prstDash val="solid"/>
          </a:ln>
        </p:spPr>
        <p:txBody>
          <a:bodyPr wrap="none" lIns="0" tIns="0" rIns="0" bIns="0" anchor="t">
            <a:noAutofit/>
          </a:bodyPr>
          <a:lstStyle>
            <a:defPPr algn="l">
              <a:defRPr sz="787" b="0" i="0" kern="0" spc="118">
                <a:solidFill>
                  <a:srgbClr val="FFFFFF"/>
                </a:solidFill>
                <a:latin typeface="JetBrains Mono"/>
                <a:ea typeface="JetBrains Mono"/>
                <a:cs typeface="JetBrains Mono"/>
              </a:defRPr>
            </a:defPPr>
            <a:lvl1pPr algn="l">
              <a:defRPr sz="787" b="0" i="0" kern="0" spc="118">
                <a:solidFill>
                  <a:srgbClr val="FFFFFF"/>
                </a:solidFill>
                <a:latin typeface="JetBrains Mono"/>
                <a:ea typeface="JetBrains Mono"/>
                <a:cs typeface="JetBrains Mono"/>
              </a:defRPr>
            </a:lvl1pPr>
            <a:lvl2pPr algn="l">
              <a:defRPr sz="787" b="0" i="0" kern="0" spc="118">
                <a:solidFill>
                  <a:srgbClr val="FFFFFF"/>
                </a:solidFill>
                <a:latin typeface="JetBrains Mono"/>
                <a:ea typeface="JetBrains Mono"/>
                <a:cs typeface="JetBrains Mono"/>
              </a:defRPr>
            </a:lvl2pPr>
            <a:lvl3pPr algn="l">
              <a:defRPr sz="787" b="0" i="0" kern="0" spc="118">
                <a:solidFill>
                  <a:srgbClr val="FFFFFF"/>
                </a:solidFill>
                <a:latin typeface="JetBrains Mono"/>
                <a:ea typeface="JetBrains Mono"/>
                <a:cs typeface="JetBrains Mono"/>
              </a:defRPr>
            </a:lvl3pPr>
            <a:lvl4pPr algn="l">
              <a:defRPr sz="787" b="0" i="0" kern="0" spc="118">
                <a:solidFill>
                  <a:srgbClr val="FFFFFF"/>
                </a:solidFill>
                <a:latin typeface="JetBrains Mono"/>
                <a:ea typeface="JetBrains Mono"/>
                <a:cs typeface="JetBrains Mono"/>
              </a:defRPr>
            </a:lvl4pPr>
            <a:lvl5pPr algn="l">
              <a:defRPr sz="787" b="0" i="0" kern="0" spc="118">
                <a:solidFill>
                  <a:srgbClr val="FFFFFF"/>
                </a:solidFill>
                <a:latin typeface="JetBrains Mono"/>
                <a:ea typeface="JetBrains Mono"/>
                <a:cs typeface="JetBrains Mono"/>
              </a:defRPr>
            </a:lvl5pPr>
            <a:lvl6pPr algn="l">
              <a:defRPr sz="787" b="0" i="0" kern="0" spc="118">
                <a:solidFill>
                  <a:srgbClr val="FFFFFF"/>
                </a:solidFill>
                <a:latin typeface="JetBrains Mono"/>
                <a:ea typeface="JetBrains Mono"/>
                <a:cs typeface="JetBrains Mono"/>
              </a:defRPr>
            </a:lvl6pPr>
            <a:lvl7pPr algn="l">
              <a:defRPr sz="787" b="0" i="0" kern="0" spc="118">
                <a:solidFill>
                  <a:srgbClr val="FFFFFF"/>
                </a:solidFill>
                <a:latin typeface="JetBrains Mono"/>
                <a:ea typeface="JetBrains Mono"/>
                <a:cs typeface="JetBrains Mono"/>
              </a:defRPr>
            </a:lvl7pPr>
            <a:lvl8pPr algn="l">
              <a:defRPr sz="787" b="0" i="0" kern="0" spc="118">
                <a:solidFill>
                  <a:srgbClr val="FFFFFF"/>
                </a:solidFill>
                <a:latin typeface="JetBrains Mono"/>
                <a:ea typeface="JetBrains Mono"/>
                <a:cs typeface="JetBrains Mono"/>
              </a:defRPr>
            </a:lvl8pPr>
            <a:lvl9pPr algn="l">
              <a:defRPr sz="787" b="0" i="0" kern="0" spc="118">
                <a:solidFill>
                  <a:srgbClr val="FFFFFF"/>
                </a:solidFill>
                <a:latin typeface="JetBrains Mono"/>
                <a:ea typeface="JetBrains Mono"/>
                <a:cs typeface="JetBrains Mono"/>
              </a:defRPr>
            </a:lvl9pPr>
          </a:lstStyle>
          <a:p>
            <a:pPr algn="l">
              <a:lnSpc>
                <a:spcPct val="100000"/>
              </a:lnSpc>
              <a:buNone/>
              <a:defRPr sz="787" b="0" i="0" kern="0" spc="118">
                <a:solidFill>
                  <a:srgbClr val="FFFFFF"/>
                </a:solidFill>
                <a:latin typeface="JetBrains Mono"/>
                <a:ea typeface="JetBrains Mono"/>
                <a:cs typeface="JetBrains Mono"/>
              </a:defRPr>
            </a:pPr>
            <a:r>
              <a:rPr sz="787" b="0" i="0" kern="0" spc="118">
                <a:solidFill>
                  <a:srgbClr val="FFFFFF"/>
                </a:solidFill>
                <a:latin typeface="JetBrains Mono"/>
                <a:ea typeface="JetBrains Mono"/>
                <a:cs typeface="JetBrains Mono"/>
              </a:rPr>
              <a:t>FIG. 8 · Q5.2: IMPORTS BEFORE AND AFTER THE TARIFF</a:t>
            </a:r>
          </a:p>
        </p:txBody>
      </p:sp>
      <p:sp>
        <p:nvSpPr>
          <p:cNvPr id="119" name="s16 text 59">
            <a:extLst>
              <a:ext uri="{FF2B5EF4-FFF2-40B4-BE49-F238E27FC236}">
                <a16:creationId xmlns:a16="http://schemas.microsoft.com/office/drawing/2014/main" id="{35A35B4E-C91E-4048-909D-F8D7E03B11CA}"/>
              </a:ext>
            </a:extLst>
          </p:cNvPr>
          <p:cNvSpPr>
            <a:spLocks noGrp="1"/>
          </p:cNvSpPr>
          <p:nvPr/>
        </p:nvSpPr>
        <p:spPr>
          <a:xfrm>
            <a:off x="514350" y="7370207"/>
            <a:ext cx="1906319"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QUESTION 5.2 · COUNTRY A</a:t>
            </a:r>
          </a:p>
        </p:txBody>
      </p:sp>
      <p:sp>
        <p:nvSpPr>
          <p:cNvPr id="120" name="s16 text 60">
            <a:extLst>
              <a:ext uri="{FF2B5EF4-FFF2-40B4-BE49-F238E27FC236}">
                <a16:creationId xmlns:a16="http://schemas.microsoft.com/office/drawing/2014/main" id="{D6F8790C-0A39-4E0C-AD88-9AB0DD42F7B0}"/>
              </a:ext>
            </a:extLst>
          </p:cNvPr>
          <p:cNvSpPr>
            <a:spLocks noGrp="1"/>
          </p:cNvSpPr>
          <p:nvPr/>
        </p:nvSpPr>
        <p:spPr>
          <a:xfrm>
            <a:off x="12654037" y="7370207"/>
            <a:ext cx="576503"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16 / 26</a:t>
            </a:r>
          </a:p>
        </p:txBody>
      </p:sp>
    </p:spTree>
    <p:extLst>
      <p:ext uri="{BB962C8B-B14F-4D97-AF65-F5344CB8AC3E}">
        <p14:creationId xmlns:p14="http://schemas.microsoft.com/office/powerpoint/2010/main" val="16115937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 name="Blueprint grid">
            <a:extLst>
              <a:ext uri="{FF2B5EF4-FFF2-40B4-BE49-F238E27FC236}">
                <a16:creationId xmlns:a16="http://schemas.microsoft.com/office/drawing/2014/main" id="{E1EF5D04-0CAB-4AEE-B42E-166B3FEE99F8}"/>
              </a:ext>
            </a:extLst>
          </p:cNvPr>
          <p:cNvSpPr>
            <a:spLocks noGrp="1"/>
          </p:cNvSpPr>
          <p:nvPr/>
        </p:nvSpPr>
        <p:spPr>
          <a:xfrm>
            <a:off x="7144" y="0"/>
            <a:ext cx="7144" cy="7715250"/>
          </a:xfrm>
          <a:prstGeom prst="rect">
            <a:avLst/>
          </a:prstGeom>
          <a:solidFill>
            <a:srgbClr val="0A2540">
              <a:alpha val="5000"/>
            </a:srgbClr>
          </a:solidFill>
          <a:ln w="0">
            <a:noFill/>
            <a:prstDash val="solid"/>
          </a:ln>
        </p:spPr>
      </p:sp>
      <p:sp>
        <p:nvSpPr>
          <p:cNvPr id="2" name="Blueprint grid">
            <a:extLst>
              <a:ext uri="{FF2B5EF4-FFF2-40B4-BE49-F238E27FC236}">
                <a16:creationId xmlns:a16="http://schemas.microsoft.com/office/drawing/2014/main" id="{8423976A-B9CE-4742-A884-4392D6F88EE7}"/>
              </a:ext>
            </a:extLst>
          </p:cNvPr>
          <p:cNvSpPr>
            <a:spLocks noGrp="1"/>
          </p:cNvSpPr>
          <p:nvPr/>
        </p:nvSpPr>
        <p:spPr>
          <a:xfrm>
            <a:off x="578644" y="0"/>
            <a:ext cx="7144" cy="7715250"/>
          </a:xfrm>
          <a:prstGeom prst="rect">
            <a:avLst/>
          </a:prstGeom>
          <a:solidFill>
            <a:srgbClr val="0A2540">
              <a:alpha val="5000"/>
            </a:srgbClr>
          </a:solidFill>
          <a:ln w="0">
            <a:noFill/>
            <a:prstDash val="solid"/>
          </a:ln>
        </p:spPr>
      </p:sp>
      <p:sp>
        <p:nvSpPr>
          <p:cNvPr id="3" name="Blueprint grid">
            <a:extLst>
              <a:ext uri="{FF2B5EF4-FFF2-40B4-BE49-F238E27FC236}">
                <a16:creationId xmlns:a16="http://schemas.microsoft.com/office/drawing/2014/main" id="{6F93CF85-77A8-4D59-A45E-1C1801ED8849}"/>
              </a:ext>
            </a:extLst>
          </p:cNvPr>
          <p:cNvSpPr>
            <a:spLocks noGrp="1"/>
          </p:cNvSpPr>
          <p:nvPr/>
        </p:nvSpPr>
        <p:spPr>
          <a:xfrm>
            <a:off x="9151144" y="0"/>
            <a:ext cx="7144" cy="7715250"/>
          </a:xfrm>
          <a:prstGeom prst="rect">
            <a:avLst/>
          </a:prstGeom>
          <a:solidFill>
            <a:srgbClr val="0A2540">
              <a:alpha val="5000"/>
            </a:srgbClr>
          </a:solidFill>
          <a:ln w="0">
            <a:noFill/>
            <a:prstDash val="solid"/>
          </a:ln>
        </p:spPr>
      </p:sp>
      <p:sp>
        <p:nvSpPr>
          <p:cNvPr id="4" name="Blueprint grid">
            <a:extLst>
              <a:ext uri="{FF2B5EF4-FFF2-40B4-BE49-F238E27FC236}">
                <a16:creationId xmlns:a16="http://schemas.microsoft.com/office/drawing/2014/main" id="{B915FAD9-71E2-432E-93DC-388570B2F6C0}"/>
              </a:ext>
            </a:extLst>
          </p:cNvPr>
          <p:cNvSpPr>
            <a:spLocks noGrp="1"/>
          </p:cNvSpPr>
          <p:nvPr/>
        </p:nvSpPr>
        <p:spPr>
          <a:xfrm>
            <a:off x="9436894" y="0"/>
            <a:ext cx="7144" cy="7715250"/>
          </a:xfrm>
          <a:prstGeom prst="rect">
            <a:avLst/>
          </a:prstGeom>
          <a:solidFill>
            <a:srgbClr val="0A2540">
              <a:alpha val="5000"/>
            </a:srgbClr>
          </a:solidFill>
          <a:ln w="0">
            <a:noFill/>
            <a:prstDash val="solid"/>
          </a:ln>
        </p:spPr>
      </p:sp>
      <p:sp>
        <p:nvSpPr>
          <p:cNvPr id="5" name="Blueprint grid">
            <a:extLst>
              <a:ext uri="{FF2B5EF4-FFF2-40B4-BE49-F238E27FC236}">
                <a16:creationId xmlns:a16="http://schemas.microsoft.com/office/drawing/2014/main" id="{AA752F90-E8C9-46A7-889E-DB89812E0002}"/>
              </a:ext>
            </a:extLst>
          </p:cNvPr>
          <p:cNvSpPr>
            <a:spLocks noGrp="1"/>
          </p:cNvSpPr>
          <p:nvPr/>
        </p:nvSpPr>
        <p:spPr>
          <a:xfrm>
            <a:off x="9722644" y="0"/>
            <a:ext cx="7144" cy="7715250"/>
          </a:xfrm>
          <a:prstGeom prst="rect">
            <a:avLst/>
          </a:prstGeom>
          <a:solidFill>
            <a:srgbClr val="0A2540">
              <a:alpha val="5000"/>
            </a:srgbClr>
          </a:solidFill>
          <a:ln w="0">
            <a:noFill/>
            <a:prstDash val="solid"/>
          </a:ln>
        </p:spPr>
      </p:sp>
      <p:sp>
        <p:nvSpPr>
          <p:cNvPr id="6" name="Blueprint grid">
            <a:extLst>
              <a:ext uri="{FF2B5EF4-FFF2-40B4-BE49-F238E27FC236}">
                <a16:creationId xmlns:a16="http://schemas.microsoft.com/office/drawing/2014/main" id="{38FC9991-2D49-40A2-9819-7F5C13467EBC}"/>
              </a:ext>
            </a:extLst>
          </p:cNvPr>
          <p:cNvSpPr>
            <a:spLocks noGrp="1"/>
          </p:cNvSpPr>
          <p:nvPr/>
        </p:nvSpPr>
        <p:spPr>
          <a:xfrm>
            <a:off x="10008394" y="0"/>
            <a:ext cx="7144" cy="7715250"/>
          </a:xfrm>
          <a:prstGeom prst="rect">
            <a:avLst/>
          </a:prstGeom>
          <a:solidFill>
            <a:srgbClr val="0A2540">
              <a:alpha val="5000"/>
            </a:srgbClr>
          </a:solidFill>
          <a:ln w="0">
            <a:noFill/>
            <a:prstDash val="solid"/>
          </a:ln>
        </p:spPr>
      </p:sp>
      <p:sp>
        <p:nvSpPr>
          <p:cNvPr id="7" name="Blueprint grid">
            <a:extLst>
              <a:ext uri="{FF2B5EF4-FFF2-40B4-BE49-F238E27FC236}">
                <a16:creationId xmlns:a16="http://schemas.microsoft.com/office/drawing/2014/main" id="{D837A32D-C90F-4573-B445-485235262D3B}"/>
              </a:ext>
            </a:extLst>
          </p:cNvPr>
          <p:cNvSpPr>
            <a:spLocks noGrp="1"/>
          </p:cNvSpPr>
          <p:nvPr/>
        </p:nvSpPr>
        <p:spPr>
          <a:xfrm>
            <a:off x="10294144" y="0"/>
            <a:ext cx="7144" cy="7715250"/>
          </a:xfrm>
          <a:prstGeom prst="rect">
            <a:avLst/>
          </a:prstGeom>
          <a:solidFill>
            <a:srgbClr val="0A2540">
              <a:alpha val="5000"/>
            </a:srgbClr>
          </a:solidFill>
          <a:ln w="0">
            <a:noFill/>
            <a:prstDash val="solid"/>
          </a:ln>
        </p:spPr>
      </p:sp>
      <p:sp>
        <p:nvSpPr>
          <p:cNvPr id="8" name="Blueprint grid">
            <a:extLst>
              <a:ext uri="{FF2B5EF4-FFF2-40B4-BE49-F238E27FC236}">
                <a16:creationId xmlns:a16="http://schemas.microsoft.com/office/drawing/2014/main" id="{698C27CA-AA5E-4FDF-AC43-43EBCC9570B0}"/>
              </a:ext>
            </a:extLst>
          </p:cNvPr>
          <p:cNvSpPr>
            <a:spLocks noGrp="1"/>
          </p:cNvSpPr>
          <p:nvPr/>
        </p:nvSpPr>
        <p:spPr>
          <a:xfrm>
            <a:off x="10579894" y="0"/>
            <a:ext cx="7144" cy="7715250"/>
          </a:xfrm>
          <a:prstGeom prst="rect">
            <a:avLst/>
          </a:prstGeom>
          <a:solidFill>
            <a:srgbClr val="0A2540">
              <a:alpha val="5000"/>
            </a:srgbClr>
          </a:solidFill>
          <a:ln w="0">
            <a:noFill/>
            <a:prstDash val="solid"/>
          </a:ln>
        </p:spPr>
      </p:sp>
      <p:sp>
        <p:nvSpPr>
          <p:cNvPr id="9" name="Blueprint grid">
            <a:extLst>
              <a:ext uri="{FF2B5EF4-FFF2-40B4-BE49-F238E27FC236}">
                <a16:creationId xmlns:a16="http://schemas.microsoft.com/office/drawing/2014/main" id="{D311D16F-21ED-4B3B-B3CE-578A3AD79603}"/>
              </a:ext>
            </a:extLst>
          </p:cNvPr>
          <p:cNvSpPr>
            <a:spLocks noGrp="1"/>
          </p:cNvSpPr>
          <p:nvPr/>
        </p:nvSpPr>
        <p:spPr>
          <a:xfrm>
            <a:off x="10865644" y="0"/>
            <a:ext cx="7144" cy="7715250"/>
          </a:xfrm>
          <a:prstGeom prst="rect">
            <a:avLst/>
          </a:prstGeom>
          <a:solidFill>
            <a:srgbClr val="0A2540">
              <a:alpha val="5000"/>
            </a:srgbClr>
          </a:solidFill>
          <a:ln w="0">
            <a:noFill/>
            <a:prstDash val="solid"/>
          </a:ln>
        </p:spPr>
      </p:sp>
      <p:sp>
        <p:nvSpPr>
          <p:cNvPr id="10" name="Layout surface">
            <a:extLst>
              <a:ext uri="{FF2B5EF4-FFF2-40B4-BE49-F238E27FC236}">
                <a16:creationId xmlns:a16="http://schemas.microsoft.com/office/drawing/2014/main" id="{7D47E9FB-07EE-447C-A306-B5A0BCE9B8E4}"/>
              </a:ext>
            </a:extLst>
          </p:cNvPr>
          <p:cNvSpPr>
            <a:spLocks noGrp="1"/>
          </p:cNvSpPr>
          <p:nvPr/>
        </p:nvSpPr>
        <p:spPr>
          <a:xfrm>
            <a:off x="0" y="0"/>
            <a:ext cx="1428750" cy="35719"/>
          </a:xfrm>
          <a:prstGeom prst="rect">
            <a:avLst/>
          </a:prstGeom>
          <a:solidFill>
            <a:srgbClr val="0A2540"/>
          </a:solidFill>
          <a:ln w="0">
            <a:noFill/>
            <a:prstDash val="solid"/>
          </a:ln>
        </p:spPr>
      </p:sp>
      <p:sp>
        <p:nvSpPr>
          <p:cNvPr id="11" name="Layout surface">
            <a:extLst>
              <a:ext uri="{FF2B5EF4-FFF2-40B4-BE49-F238E27FC236}">
                <a16:creationId xmlns:a16="http://schemas.microsoft.com/office/drawing/2014/main" id="{32A2E797-978F-4196-91C2-2B703AF7D31F}"/>
              </a:ext>
            </a:extLst>
          </p:cNvPr>
          <p:cNvSpPr>
            <a:spLocks noGrp="1"/>
          </p:cNvSpPr>
          <p:nvPr/>
        </p:nvSpPr>
        <p:spPr>
          <a:xfrm>
            <a:off x="1428750" y="0"/>
            <a:ext cx="1000125" cy="35719"/>
          </a:xfrm>
          <a:prstGeom prst="rect">
            <a:avLst/>
          </a:prstGeom>
          <a:solidFill>
            <a:srgbClr val="1D4ED8"/>
          </a:solidFill>
          <a:ln w="0">
            <a:noFill/>
            <a:prstDash val="solid"/>
          </a:ln>
        </p:spPr>
      </p:sp>
      <p:sp>
        <p:nvSpPr>
          <p:cNvPr id="12" name="Layout surface">
            <a:extLst>
              <a:ext uri="{FF2B5EF4-FFF2-40B4-BE49-F238E27FC236}">
                <a16:creationId xmlns:a16="http://schemas.microsoft.com/office/drawing/2014/main" id="{5DAA2C99-4964-4E66-AFB6-761E8E4BB7BD}"/>
              </a:ext>
            </a:extLst>
          </p:cNvPr>
          <p:cNvSpPr>
            <a:spLocks noGrp="1"/>
          </p:cNvSpPr>
          <p:nvPr/>
        </p:nvSpPr>
        <p:spPr>
          <a:xfrm>
            <a:off x="2428875" y="0"/>
            <a:ext cx="11287125" cy="35719"/>
          </a:xfrm>
          <a:prstGeom prst="rect">
            <a:avLst/>
          </a:prstGeom>
          <a:solidFill>
            <a:srgbClr val="0A2540">
              <a:alpha val="16000"/>
            </a:srgbClr>
          </a:solidFill>
          <a:ln w="0">
            <a:noFill/>
            <a:prstDash val="solid"/>
          </a:ln>
        </p:spPr>
      </p:sp>
      <p:sp>
        <p:nvSpPr>
          <p:cNvPr id="13" name="Source layout 5">
            <a:extLst>
              <a:ext uri="{FF2B5EF4-FFF2-40B4-BE49-F238E27FC236}">
                <a16:creationId xmlns:a16="http://schemas.microsoft.com/office/drawing/2014/main" id="{29D0B7DC-599C-4F0B-BA82-68BD9769EB28}"/>
              </a:ext>
            </a:extLst>
          </p:cNvPr>
          <p:cNvSpPr>
            <a:spLocks noGrp="1"/>
          </p:cNvSpPr>
          <p:nvPr/>
        </p:nvSpPr>
        <p:spPr>
          <a:xfrm>
            <a:off x="514350" y="1743075"/>
            <a:ext cx="78581" cy="78581"/>
          </a:xfrm>
          <a:custGeom>
            <a:avLst/>
            <a:gdLst/>
            <a:ahLst/>
            <a:cxnLst/>
            <a:rect l="0" t="0" r="0" b="0"/>
            <a:pathLst>
              <a:path w="78581" h="78581">
                <a:moveTo>
                  <a:pt x="0" y="0"/>
                </a:moveTo>
                <a:lnTo>
                  <a:pt x="78581" y="0"/>
                </a:lnTo>
                <a:lnTo>
                  <a:pt x="78581" y="78581"/>
                </a:lnTo>
                <a:lnTo>
                  <a:pt x="0" y="78581"/>
                </a:lnTo>
                <a:close/>
              </a:path>
            </a:pathLst>
          </a:custGeom>
          <a:solidFill>
            <a:srgbClr val="1D4ED8"/>
          </a:solidFill>
          <a:ln w="7144">
            <a:noFill/>
            <a:prstDash val="solid"/>
          </a:ln>
        </p:spPr>
      </p:sp>
      <p:sp>
        <p:nvSpPr>
          <p:cNvPr id="14" name="Source layout 6">
            <a:extLst>
              <a:ext uri="{FF2B5EF4-FFF2-40B4-BE49-F238E27FC236}">
                <a16:creationId xmlns:a16="http://schemas.microsoft.com/office/drawing/2014/main" id="{77C5B074-CCA2-42A3-9EC4-C93C6BEBE931}"/>
              </a:ext>
            </a:extLst>
          </p:cNvPr>
          <p:cNvSpPr>
            <a:spLocks noGrp="1"/>
          </p:cNvSpPr>
          <p:nvPr/>
        </p:nvSpPr>
        <p:spPr>
          <a:xfrm>
            <a:off x="514350" y="4000500"/>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15" name="Source layout 7">
            <a:extLst>
              <a:ext uri="{FF2B5EF4-FFF2-40B4-BE49-F238E27FC236}">
                <a16:creationId xmlns:a16="http://schemas.microsoft.com/office/drawing/2014/main" id="{76EEEDEF-3B74-47DB-AE51-601B51EF15DB}"/>
              </a:ext>
            </a:extLst>
          </p:cNvPr>
          <p:cNvSpPr>
            <a:spLocks noGrp="1"/>
          </p:cNvSpPr>
          <p:nvPr/>
        </p:nvSpPr>
        <p:spPr>
          <a:xfrm>
            <a:off x="517922" y="4004072"/>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16" name="Source layout 8">
            <a:extLst>
              <a:ext uri="{FF2B5EF4-FFF2-40B4-BE49-F238E27FC236}">
                <a16:creationId xmlns:a16="http://schemas.microsoft.com/office/drawing/2014/main" id="{94661387-FA04-458B-8B60-642EAD7D7970}"/>
              </a:ext>
            </a:extLst>
          </p:cNvPr>
          <p:cNvSpPr>
            <a:spLocks noGrp="1"/>
          </p:cNvSpPr>
          <p:nvPr/>
        </p:nvSpPr>
        <p:spPr>
          <a:xfrm>
            <a:off x="514350" y="4457700"/>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17" name="Source layout 9">
            <a:extLst>
              <a:ext uri="{FF2B5EF4-FFF2-40B4-BE49-F238E27FC236}">
                <a16:creationId xmlns:a16="http://schemas.microsoft.com/office/drawing/2014/main" id="{7F3D51A6-FB90-4DC1-BB95-73E5A4F46C70}"/>
              </a:ext>
            </a:extLst>
          </p:cNvPr>
          <p:cNvSpPr>
            <a:spLocks noGrp="1"/>
          </p:cNvSpPr>
          <p:nvPr/>
        </p:nvSpPr>
        <p:spPr>
          <a:xfrm>
            <a:off x="517922" y="4461272"/>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18" name="Source layout 10">
            <a:extLst>
              <a:ext uri="{FF2B5EF4-FFF2-40B4-BE49-F238E27FC236}">
                <a16:creationId xmlns:a16="http://schemas.microsoft.com/office/drawing/2014/main" id="{57741ACD-8981-4B5C-9FDF-FCCBDF4F9A0C}"/>
              </a:ext>
            </a:extLst>
          </p:cNvPr>
          <p:cNvSpPr>
            <a:spLocks noGrp="1"/>
          </p:cNvSpPr>
          <p:nvPr/>
        </p:nvSpPr>
        <p:spPr>
          <a:xfrm>
            <a:off x="514350" y="4829175"/>
            <a:ext cx="3929062" cy="464344"/>
          </a:xfrm>
          <a:custGeom>
            <a:avLst/>
            <a:gdLst/>
            <a:ahLst/>
            <a:cxnLst/>
            <a:rect l="0" t="0" r="0" b="0"/>
            <a:pathLst>
              <a:path w="3929062" h="464344">
                <a:moveTo>
                  <a:pt x="0" y="0"/>
                </a:moveTo>
                <a:lnTo>
                  <a:pt x="3929062" y="0"/>
                </a:lnTo>
                <a:lnTo>
                  <a:pt x="3929062" y="464344"/>
                </a:lnTo>
                <a:lnTo>
                  <a:pt x="0" y="464344"/>
                </a:lnTo>
                <a:close/>
              </a:path>
            </a:pathLst>
          </a:custGeom>
          <a:solidFill>
            <a:srgbClr val="F1F5FA"/>
          </a:solidFill>
          <a:ln w="7144">
            <a:noFill/>
            <a:prstDash val="solid"/>
          </a:ln>
        </p:spPr>
      </p:sp>
      <p:sp>
        <p:nvSpPr>
          <p:cNvPr id="19" name="Source layout 11">
            <a:extLst>
              <a:ext uri="{FF2B5EF4-FFF2-40B4-BE49-F238E27FC236}">
                <a16:creationId xmlns:a16="http://schemas.microsoft.com/office/drawing/2014/main" id="{B60E3790-6532-44F7-A7BD-FE0415202B14}"/>
              </a:ext>
            </a:extLst>
          </p:cNvPr>
          <p:cNvSpPr>
            <a:spLocks noGrp="1"/>
          </p:cNvSpPr>
          <p:nvPr/>
        </p:nvSpPr>
        <p:spPr>
          <a:xfrm>
            <a:off x="514350" y="4829175"/>
            <a:ext cx="28575" cy="464344"/>
          </a:xfrm>
          <a:custGeom>
            <a:avLst/>
            <a:gdLst/>
            <a:ahLst/>
            <a:cxnLst/>
            <a:rect l="0" t="0" r="0" b="0"/>
            <a:pathLst>
              <a:path w="28575" h="464344">
                <a:moveTo>
                  <a:pt x="0" y="0"/>
                </a:moveTo>
                <a:lnTo>
                  <a:pt x="28575" y="0"/>
                </a:lnTo>
                <a:lnTo>
                  <a:pt x="28575" y="464344"/>
                </a:lnTo>
                <a:lnTo>
                  <a:pt x="0" y="464344"/>
                </a:lnTo>
                <a:close/>
              </a:path>
            </a:pathLst>
          </a:custGeom>
          <a:solidFill>
            <a:srgbClr val="1D4ED8"/>
          </a:solidFill>
          <a:ln w="7144">
            <a:noFill/>
            <a:prstDash val="solid"/>
          </a:ln>
        </p:spPr>
      </p:sp>
      <p:sp>
        <p:nvSpPr>
          <p:cNvPr id="20" name="Source layout 12">
            <a:extLst>
              <a:ext uri="{FF2B5EF4-FFF2-40B4-BE49-F238E27FC236}">
                <a16:creationId xmlns:a16="http://schemas.microsoft.com/office/drawing/2014/main" id="{3D869BE0-7A14-4501-8341-AA39C8BBB2B9}"/>
              </a:ext>
            </a:extLst>
          </p:cNvPr>
          <p:cNvSpPr>
            <a:spLocks noGrp="1"/>
          </p:cNvSpPr>
          <p:nvPr/>
        </p:nvSpPr>
        <p:spPr>
          <a:xfrm>
            <a:off x="7029450" y="2671762"/>
            <a:ext cx="3021806" cy="885825"/>
          </a:xfrm>
          <a:custGeom>
            <a:avLst/>
            <a:gdLst/>
            <a:ahLst/>
            <a:cxnLst/>
            <a:rect l="0" t="0" r="0" b="0"/>
            <a:pathLst>
              <a:path w="3021806" h="885825">
                <a:moveTo>
                  <a:pt x="0" y="0"/>
                </a:moveTo>
                <a:lnTo>
                  <a:pt x="3021806" y="0"/>
                </a:lnTo>
                <a:lnTo>
                  <a:pt x="3021806" y="885825"/>
                </a:lnTo>
                <a:lnTo>
                  <a:pt x="0" y="885825"/>
                </a:lnTo>
                <a:close/>
              </a:path>
            </a:pathLst>
          </a:custGeom>
          <a:solidFill>
            <a:srgbClr val="FFFFFF"/>
          </a:solidFill>
          <a:ln w="7144">
            <a:noFill/>
            <a:prstDash val="solid"/>
          </a:ln>
        </p:spPr>
      </p:sp>
      <p:sp>
        <p:nvSpPr>
          <p:cNvPr id="21" name="Source layout 13">
            <a:extLst>
              <a:ext uri="{FF2B5EF4-FFF2-40B4-BE49-F238E27FC236}">
                <a16:creationId xmlns:a16="http://schemas.microsoft.com/office/drawing/2014/main" id="{3083E105-5204-4113-BCA3-901E113078E6}"/>
              </a:ext>
            </a:extLst>
          </p:cNvPr>
          <p:cNvSpPr>
            <a:spLocks noGrp="1"/>
          </p:cNvSpPr>
          <p:nvPr/>
        </p:nvSpPr>
        <p:spPr>
          <a:xfrm>
            <a:off x="7033022" y="2675334"/>
            <a:ext cx="3014662" cy="878681"/>
          </a:xfrm>
          <a:custGeom>
            <a:avLst/>
            <a:gdLst/>
            <a:ahLst/>
            <a:cxnLst/>
            <a:rect l="0" t="0" r="0" b="0"/>
            <a:pathLst>
              <a:path w="3014662" h="878681">
                <a:moveTo>
                  <a:pt x="0" y="0"/>
                </a:moveTo>
                <a:lnTo>
                  <a:pt x="3014662" y="0"/>
                </a:lnTo>
                <a:lnTo>
                  <a:pt x="3014662" y="878681"/>
                </a:lnTo>
                <a:lnTo>
                  <a:pt x="0" y="878681"/>
                </a:lnTo>
                <a:close/>
              </a:path>
            </a:pathLst>
          </a:custGeom>
          <a:noFill/>
          <a:ln w="7144">
            <a:solidFill>
              <a:srgbClr val="0A2540">
                <a:alpha val="34120"/>
              </a:srgbClr>
            </a:solidFill>
            <a:prstDash val="solid"/>
          </a:ln>
        </p:spPr>
      </p:sp>
      <p:sp>
        <p:nvSpPr>
          <p:cNvPr id="22" name="Source layout 14">
            <a:extLst>
              <a:ext uri="{FF2B5EF4-FFF2-40B4-BE49-F238E27FC236}">
                <a16:creationId xmlns:a16="http://schemas.microsoft.com/office/drawing/2014/main" id="{D34AFEEB-8338-4E3A-85AA-F63C9081B5D6}"/>
              </a:ext>
            </a:extLst>
          </p:cNvPr>
          <p:cNvSpPr>
            <a:spLocks noGrp="1"/>
          </p:cNvSpPr>
          <p:nvPr/>
        </p:nvSpPr>
        <p:spPr>
          <a:xfrm>
            <a:off x="10179843" y="2671762"/>
            <a:ext cx="3021806" cy="885825"/>
          </a:xfrm>
          <a:custGeom>
            <a:avLst/>
            <a:gdLst/>
            <a:ahLst/>
            <a:cxnLst/>
            <a:rect l="0" t="0" r="0" b="0"/>
            <a:pathLst>
              <a:path w="3021806" h="885825">
                <a:moveTo>
                  <a:pt x="0" y="0"/>
                </a:moveTo>
                <a:lnTo>
                  <a:pt x="3021806" y="0"/>
                </a:lnTo>
                <a:lnTo>
                  <a:pt x="3021806" y="885825"/>
                </a:lnTo>
                <a:lnTo>
                  <a:pt x="0" y="885825"/>
                </a:lnTo>
                <a:close/>
              </a:path>
            </a:pathLst>
          </a:custGeom>
          <a:solidFill>
            <a:srgbClr val="FFFFFF"/>
          </a:solidFill>
          <a:ln w="7144">
            <a:noFill/>
            <a:prstDash val="solid"/>
          </a:ln>
        </p:spPr>
      </p:sp>
      <p:sp>
        <p:nvSpPr>
          <p:cNvPr id="23" name="Source layout 15">
            <a:extLst>
              <a:ext uri="{FF2B5EF4-FFF2-40B4-BE49-F238E27FC236}">
                <a16:creationId xmlns:a16="http://schemas.microsoft.com/office/drawing/2014/main" id="{CCEE8DD4-018D-40E1-A3EE-80A132C5770B}"/>
              </a:ext>
            </a:extLst>
          </p:cNvPr>
          <p:cNvSpPr>
            <a:spLocks noGrp="1"/>
          </p:cNvSpPr>
          <p:nvPr/>
        </p:nvSpPr>
        <p:spPr>
          <a:xfrm>
            <a:off x="10183415" y="2675334"/>
            <a:ext cx="3014662" cy="878681"/>
          </a:xfrm>
          <a:custGeom>
            <a:avLst/>
            <a:gdLst/>
            <a:ahLst/>
            <a:cxnLst/>
            <a:rect l="0" t="0" r="0" b="0"/>
            <a:pathLst>
              <a:path w="3014662" h="878681">
                <a:moveTo>
                  <a:pt x="0" y="0"/>
                </a:moveTo>
                <a:lnTo>
                  <a:pt x="3014662" y="0"/>
                </a:lnTo>
                <a:lnTo>
                  <a:pt x="3014662" y="878681"/>
                </a:lnTo>
                <a:lnTo>
                  <a:pt x="0" y="878681"/>
                </a:lnTo>
                <a:close/>
              </a:path>
            </a:pathLst>
          </a:custGeom>
          <a:noFill/>
          <a:ln w="7144">
            <a:solidFill>
              <a:srgbClr val="0A2540">
                <a:alpha val="34120"/>
              </a:srgbClr>
            </a:solidFill>
            <a:prstDash val="solid"/>
          </a:ln>
        </p:spPr>
      </p:sp>
      <p:sp>
        <p:nvSpPr>
          <p:cNvPr id="24" name="Source layout 16">
            <a:extLst>
              <a:ext uri="{FF2B5EF4-FFF2-40B4-BE49-F238E27FC236}">
                <a16:creationId xmlns:a16="http://schemas.microsoft.com/office/drawing/2014/main" id="{4731AEBE-9EDA-4919-8227-4813AAAEB226}"/>
              </a:ext>
            </a:extLst>
          </p:cNvPr>
          <p:cNvSpPr>
            <a:spLocks noGrp="1"/>
          </p:cNvSpPr>
          <p:nvPr/>
        </p:nvSpPr>
        <p:spPr>
          <a:xfrm>
            <a:off x="7029450" y="3686175"/>
            <a:ext cx="6172200" cy="2071687"/>
          </a:xfrm>
          <a:custGeom>
            <a:avLst/>
            <a:gdLst/>
            <a:ahLst/>
            <a:cxnLst/>
            <a:rect l="0" t="0" r="0" b="0"/>
            <a:pathLst>
              <a:path w="6172200" h="2071687">
                <a:moveTo>
                  <a:pt x="0" y="0"/>
                </a:moveTo>
                <a:lnTo>
                  <a:pt x="6172200" y="0"/>
                </a:lnTo>
                <a:lnTo>
                  <a:pt x="6172200" y="2071687"/>
                </a:lnTo>
                <a:lnTo>
                  <a:pt x="0" y="2071687"/>
                </a:lnTo>
                <a:close/>
              </a:path>
            </a:pathLst>
          </a:custGeom>
          <a:solidFill>
            <a:srgbClr val="FFFFFF"/>
          </a:solidFill>
          <a:ln w="7144">
            <a:noFill/>
            <a:prstDash val="solid"/>
          </a:ln>
        </p:spPr>
      </p:sp>
      <p:sp>
        <p:nvSpPr>
          <p:cNvPr id="25" name="Source layout 17">
            <a:extLst>
              <a:ext uri="{FF2B5EF4-FFF2-40B4-BE49-F238E27FC236}">
                <a16:creationId xmlns:a16="http://schemas.microsoft.com/office/drawing/2014/main" id="{84CCE6D4-B1EE-4F31-A813-2458B2E384BA}"/>
              </a:ext>
            </a:extLst>
          </p:cNvPr>
          <p:cNvSpPr>
            <a:spLocks noGrp="1"/>
          </p:cNvSpPr>
          <p:nvPr/>
        </p:nvSpPr>
        <p:spPr>
          <a:xfrm>
            <a:off x="7033022" y="3689747"/>
            <a:ext cx="6165056" cy="2064544"/>
          </a:xfrm>
          <a:custGeom>
            <a:avLst/>
            <a:gdLst/>
            <a:ahLst/>
            <a:cxnLst/>
            <a:rect l="0" t="0" r="0" b="0"/>
            <a:pathLst>
              <a:path w="6165056" h="2064544">
                <a:moveTo>
                  <a:pt x="0" y="0"/>
                </a:moveTo>
                <a:lnTo>
                  <a:pt x="6165056" y="0"/>
                </a:lnTo>
                <a:lnTo>
                  <a:pt x="6165056" y="2064544"/>
                </a:lnTo>
                <a:lnTo>
                  <a:pt x="0" y="2064544"/>
                </a:lnTo>
                <a:close/>
              </a:path>
            </a:pathLst>
          </a:custGeom>
          <a:noFill/>
          <a:ln w="7144">
            <a:solidFill>
              <a:srgbClr val="0A2540">
                <a:alpha val="34120"/>
              </a:srgbClr>
            </a:solidFill>
            <a:prstDash val="solid"/>
          </a:ln>
        </p:spPr>
      </p:sp>
      <p:sp>
        <p:nvSpPr>
          <p:cNvPr id="26" name="Source layout 18">
            <a:extLst>
              <a:ext uri="{FF2B5EF4-FFF2-40B4-BE49-F238E27FC236}">
                <a16:creationId xmlns:a16="http://schemas.microsoft.com/office/drawing/2014/main" id="{9E64C606-660A-4EAA-9D66-CD01446BF7EC}"/>
              </a:ext>
            </a:extLst>
          </p:cNvPr>
          <p:cNvSpPr>
            <a:spLocks noGrp="1"/>
          </p:cNvSpPr>
          <p:nvPr/>
        </p:nvSpPr>
        <p:spPr>
          <a:xfrm>
            <a:off x="514350" y="7250906"/>
            <a:ext cx="12687299" cy="7144"/>
          </a:xfrm>
          <a:custGeom>
            <a:avLst/>
            <a:gdLst/>
            <a:ahLst/>
            <a:cxnLst/>
            <a:rect l="0" t="0" r="0" b="0"/>
            <a:pathLst>
              <a:path w="12687299" h="7144">
                <a:moveTo>
                  <a:pt x="0" y="0"/>
                </a:moveTo>
                <a:lnTo>
                  <a:pt x="12687299" y="0"/>
                </a:lnTo>
                <a:lnTo>
                  <a:pt x="12687299" y="7144"/>
                </a:lnTo>
                <a:lnTo>
                  <a:pt x="0" y="7144"/>
                </a:lnTo>
                <a:close/>
              </a:path>
            </a:pathLst>
          </a:custGeom>
          <a:solidFill>
            <a:srgbClr val="0A2540">
              <a:alpha val="16080"/>
            </a:srgbClr>
          </a:solidFill>
          <a:ln w="7144">
            <a:noFill/>
            <a:prstDash val="solid"/>
          </a:ln>
        </p:spPr>
      </p:sp>
      <p:sp>
        <p:nvSpPr>
          <p:cNvPr id="27" name="s17 text 1">
            <a:extLst>
              <a:ext uri="{FF2B5EF4-FFF2-40B4-BE49-F238E27FC236}">
                <a16:creationId xmlns:a16="http://schemas.microsoft.com/office/drawing/2014/main" id="{41C82AA0-2341-4D06-8D9A-770C7C73187A}"/>
              </a:ext>
            </a:extLst>
          </p:cNvPr>
          <p:cNvSpPr>
            <a:spLocks noGrp="1"/>
          </p:cNvSpPr>
          <p:nvPr/>
        </p:nvSpPr>
        <p:spPr>
          <a:xfrm>
            <a:off x="678656" y="1712214"/>
            <a:ext cx="1485902" cy="173507"/>
          </a:xfrm>
          <a:prstGeom prst="rect">
            <a:avLst/>
          </a:prstGeom>
          <a:noFill/>
          <a:ln w="0">
            <a:noFill/>
            <a:prstDash val="solid"/>
          </a:ln>
        </p:spPr>
        <p:txBody>
          <a:bodyPr wrap="none" lIns="0" tIns="0" rIns="0" bIns="0" anchor="t">
            <a:noAutofit/>
          </a:bodyPr>
          <a:lstStyle>
            <a:defPPr algn="l">
              <a:defRPr sz="900" b="0" i="0" kern="0" spc="180">
                <a:solidFill>
                  <a:srgbClr val="1D4ED8"/>
                </a:solidFill>
                <a:latin typeface="JetBrains Mono"/>
                <a:ea typeface="JetBrains Mono"/>
                <a:cs typeface="JetBrains Mono"/>
              </a:defRPr>
            </a:defPPr>
            <a:lvl1pPr algn="l">
              <a:defRPr sz="900" b="0" i="0" kern="0" spc="180">
                <a:solidFill>
                  <a:srgbClr val="1D4ED8"/>
                </a:solidFill>
                <a:latin typeface="JetBrains Mono"/>
                <a:ea typeface="JetBrains Mono"/>
                <a:cs typeface="JetBrains Mono"/>
              </a:defRPr>
            </a:lvl1pPr>
            <a:lvl2pPr algn="l">
              <a:defRPr sz="900" b="0" i="0" kern="0" spc="180">
                <a:solidFill>
                  <a:srgbClr val="1D4ED8"/>
                </a:solidFill>
                <a:latin typeface="JetBrains Mono"/>
                <a:ea typeface="JetBrains Mono"/>
                <a:cs typeface="JetBrains Mono"/>
              </a:defRPr>
            </a:lvl2pPr>
            <a:lvl3pPr algn="l">
              <a:defRPr sz="900" b="0" i="0" kern="0" spc="180">
                <a:solidFill>
                  <a:srgbClr val="1D4ED8"/>
                </a:solidFill>
                <a:latin typeface="JetBrains Mono"/>
                <a:ea typeface="JetBrains Mono"/>
                <a:cs typeface="JetBrains Mono"/>
              </a:defRPr>
            </a:lvl3pPr>
            <a:lvl4pPr algn="l">
              <a:defRPr sz="900" b="0" i="0" kern="0" spc="180">
                <a:solidFill>
                  <a:srgbClr val="1D4ED8"/>
                </a:solidFill>
                <a:latin typeface="JetBrains Mono"/>
                <a:ea typeface="JetBrains Mono"/>
                <a:cs typeface="JetBrains Mono"/>
              </a:defRPr>
            </a:lvl4pPr>
            <a:lvl5pPr algn="l">
              <a:defRPr sz="900" b="0" i="0" kern="0" spc="180">
                <a:solidFill>
                  <a:srgbClr val="1D4ED8"/>
                </a:solidFill>
                <a:latin typeface="JetBrains Mono"/>
                <a:ea typeface="JetBrains Mono"/>
                <a:cs typeface="JetBrains Mono"/>
              </a:defRPr>
            </a:lvl5pPr>
            <a:lvl6pPr algn="l">
              <a:defRPr sz="900" b="0" i="0" kern="0" spc="180">
                <a:solidFill>
                  <a:srgbClr val="1D4ED8"/>
                </a:solidFill>
                <a:latin typeface="JetBrains Mono"/>
                <a:ea typeface="JetBrains Mono"/>
                <a:cs typeface="JetBrains Mono"/>
              </a:defRPr>
            </a:lvl6pPr>
            <a:lvl7pPr algn="l">
              <a:defRPr sz="900" b="0" i="0" kern="0" spc="180">
                <a:solidFill>
                  <a:srgbClr val="1D4ED8"/>
                </a:solidFill>
                <a:latin typeface="JetBrains Mono"/>
                <a:ea typeface="JetBrains Mono"/>
                <a:cs typeface="JetBrains Mono"/>
              </a:defRPr>
            </a:lvl7pPr>
            <a:lvl8pPr algn="l">
              <a:defRPr sz="900" b="0" i="0" kern="0" spc="180">
                <a:solidFill>
                  <a:srgbClr val="1D4ED8"/>
                </a:solidFill>
                <a:latin typeface="JetBrains Mono"/>
                <a:ea typeface="JetBrains Mono"/>
                <a:cs typeface="JetBrains Mono"/>
              </a:defRPr>
            </a:lvl8pPr>
            <a:lvl9pPr algn="l">
              <a:defRPr sz="900" b="0" i="0" kern="0" spc="180">
                <a:solidFill>
                  <a:srgbClr val="1D4ED8"/>
                </a:solidFill>
                <a:latin typeface="JetBrains Mono"/>
                <a:ea typeface="JetBrains Mono"/>
                <a:cs typeface="JetBrains Mono"/>
              </a:defRPr>
            </a:lvl9pPr>
          </a:lstStyle>
          <a:p>
            <a:pPr algn="l">
              <a:lnSpc>
                <a:spcPct val="100000"/>
              </a:lnSpc>
              <a:buNone/>
              <a:defRPr sz="900" b="0" i="0" kern="0" spc="180">
                <a:solidFill>
                  <a:srgbClr val="1D4ED8"/>
                </a:solidFill>
                <a:latin typeface="JetBrains Mono"/>
                <a:ea typeface="JetBrains Mono"/>
                <a:cs typeface="JetBrains Mono"/>
              </a:defRPr>
            </a:pPr>
            <a:r>
              <a:rPr sz="900" b="0" i="0" kern="0" spc="180">
                <a:solidFill>
                  <a:srgbClr val="1D4ED8"/>
                </a:solidFill>
                <a:latin typeface="JetBrains Mono"/>
                <a:ea typeface="JetBrains Mono"/>
                <a:cs typeface="JetBrains Mono"/>
              </a:rPr>
              <a:t>QUESTION 5.2 (D)</a:t>
            </a:r>
          </a:p>
        </p:txBody>
      </p:sp>
      <p:sp>
        <p:nvSpPr>
          <p:cNvPr id="28" name="s17 text 2">
            <a:extLst>
              <a:ext uri="{FF2B5EF4-FFF2-40B4-BE49-F238E27FC236}">
                <a16:creationId xmlns:a16="http://schemas.microsoft.com/office/drawing/2014/main" id="{376E16B1-B367-4E3A-8127-19B3A8B1224D}"/>
              </a:ext>
            </a:extLst>
          </p:cNvPr>
          <p:cNvSpPr>
            <a:spLocks noGrp="1"/>
          </p:cNvSpPr>
          <p:nvPr/>
        </p:nvSpPr>
        <p:spPr>
          <a:xfrm>
            <a:off x="514350" y="1913185"/>
            <a:ext cx="3040380" cy="576532"/>
          </a:xfrm>
          <a:prstGeom prst="rect">
            <a:avLst/>
          </a:prstGeom>
          <a:noFill/>
          <a:ln w="0">
            <a:noFill/>
            <a:prstDash val="solid"/>
          </a:ln>
        </p:spPr>
        <p:txBody>
          <a:bodyPr wrap="none" lIns="0" tIns="0" rIns="0" bIns="0" anchor="t">
            <a:noAutofit/>
          </a:bodyPr>
          <a:lstStyle>
            <a:defPPr algn="l">
              <a:defRPr sz="3262" b="0" i="0" kern="0" spc="-104">
                <a:solidFill>
                  <a:srgbClr val="0A2540"/>
                </a:solidFill>
                <a:latin typeface="Inter ExtraBold"/>
                <a:ea typeface="Inter ExtraBold"/>
                <a:cs typeface="Inter ExtraBold"/>
              </a:defRPr>
            </a:defPPr>
            <a:lvl1pPr algn="l">
              <a:defRPr sz="3262" b="0" i="0" kern="0" spc="-104">
                <a:solidFill>
                  <a:srgbClr val="0A2540"/>
                </a:solidFill>
                <a:latin typeface="Inter ExtraBold"/>
                <a:ea typeface="Inter ExtraBold"/>
                <a:cs typeface="Inter ExtraBold"/>
              </a:defRPr>
            </a:lvl1pPr>
            <a:lvl2pPr algn="l">
              <a:defRPr sz="3262" b="0" i="0" kern="0" spc="-104">
                <a:solidFill>
                  <a:srgbClr val="0A2540"/>
                </a:solidFill>
                <a:latin typeface="Inter ExtraBold"/>
                <a:ea typeface="Inter ExtraBold"/>
                <a:cs typeface="Inter ExtraBold"/>
              </a:defRPr>
            </a:lvl2pPr>
            <a:lvl3pPr algn="l">
              <a:defRPr sz="3262" b="0" i="0" kern="0" spc="-104">
                <a:solidFill>
                  <a:srgbClr val="0A2540"/>
                </a:solidFill>
                <a:latin typeface="Inter ExtraBold"/>
                <a:ea typeface="Inter ExtraBold"/>
                <a:cs typeface="Inter ExtraBold"/>
              </a:defRPr>
            </a:lvl3pPr>
            <a:lvl4pPr algn="l">
              <a:defRPr sz="3262" b="0" i="0" kern="0" spc="-104">
                <a:solidFill>
                  <a:srgbClr val="0A2540"/>
                </a:solidFill>
                <a:latin typeface="Inter ExtraBold"/>
                <a:ea typeface="Inter ExtraBold"/>
                <a:cs typeface="Inter ExtraBold"/>
              </a:defRPr>
            </a:lvl4pPr>
            <a:lvl5pPr algn="l">
              <a:defRPr sz="3262" b="0" i="0" kern="0" spc="-104">
                <a:solidFill>
                  <a:srgbClr val="0A2540"/>
                </a:solidFill>
                <a:latin typeface="Inter ExtraBold"/>
                <a:ea typeface="Inter ExtraBold"/>
                <a:cs typeface="Inter ExtraBold"/>
              </a:defRPr>
            </a:lvl5pPr>
            <a:lvl6pPr algn="l">
              <a:defRPr sz="3262" b="0" i="0" kern="0" spc="-104">
                <a:solidFill>
                  <a:srgbClr val="0A2540"/>
                </a:solidFill>
                <a:latin typeface="Inter ExtraBold"/>
                <a:ea typeface="Inter ExtraBold"/>
                <a:cs typeface="Inter ExtraBold"/>
              </a:defRPr>
            </a:lvl6pPr>
            <a:lvl7pPr algn="l">
              <a:defRPr sz="3262" b="0" i="0" kern="0" spc="-104">
                <a:solidFill>
                  <a:srgbClr val="0A2540"/>
                </a:solidFill>
                <a:latin typeface="Inter ExtraBold"/>
                <a:ea typeface="Inter ExtraBold"/>
                <a:cs typeface="Inter ExtraBold"/>
              </a:defRPr>
            </a:lvl7pPr>
            <a:lvl8pPr algn="l">
              <a:defRPr sz="3262" b="0" i="0" kern="0" spc="-104">
                <a:solidFill>
                  <a:srgbClr val="0A2540"/>
                </a:solidFill>
                <a:latin typeface="Inter ExtraBold"/>
                <a:ea typeface="Inter ExtraBold"/>
                <a:cs typeface="Inter ExtraBold"/>
              </a:defRPr>
            </a:lvl8pPr>
            <a:lvl9pPr algn="l">
              <a:defRPr sz="3262" b="0" i="0" kern="0" spc="-104">
                <a:solidFill>
                  <a:srgbClr val="0A2540"/>
                </a:solidFill>
                <a:latin typeface="Inter ExtraBold"/>
                <a:ea typeface="Inter ExtraBold"/>
                <a:cs typeface="Inter ExtraBold"/>
              </a:defRPr>
            </a:lvl9pPr>
          </a:lstStyle>
          <a:p>
            <a:pPr algn="l">
              <a:lnSpc>
                <a:spcPct val="100000"/>
              </a:lnSpc>
              <a:buNone/>
              <a:defRPr sz="3262" b="0" i="0" kern="0" spc="-104">
                <a:solidFill>
                  <a:srgbClr val="0A2540"/>
                </a:solidFill>
                <a:latin typeface="Inter ExtraBold"/>
                <a:ea typeface="Inter ExtraBold"/>
                <a:cs typeface="Inter ExtraBold"/>
              </a:defRPr>
            </a:pPr>
            <a:r>
              <a:rPr sz="3262" b="0" i="0" kern="0" spc="-104">
                <a:solidFill>
                  <a:srgbClr val="0A2540"/>
                </a:solidFill>
                <a:latin typeface="Inter ExtraBold"/>
                <a:ea typeface="Inter ExtraBold"/>
                <a:cs typeface="Inter ExtraBold"/>
              </a:rPr>
              <a:t>Tariff revenue</a:t>
            </a:r>
          </a:p>
        </p:txBody>
      </p:sp>
      <p:sp>
        <p:nvSpPr>
          <p:cNvPr id="29" name="s17 text 3">
            <a:extLst>
              <a:ext uri="{FF2B5EF4-FFF2-40B4-BE49-F238E27FC236}">
                <a16:creationId xmlns:a16="http://schemas.microsoft.com/office/drawing/2014/main" id="{4EFFE6DC-DD19-454B-B09A-4D67B8A4472C}"/>
              </a:ext>
            </a:extLst>
          </p:cNvPr>
          <p:cNvSpPr>
            <a:spLocks noGrp="1"/>
          </p:cNvSpPr>
          <p:nvPr/>
        </p:nvSpPr>
        <p:spPr>
          <a:xfrm>
            <a:off x="514350" y="3319834"/>
            <a:ext cx="6174010"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Tariff revenue is the tax per imported unit multiplied by the number of units still</a:t>
            </a:r>
          </a:p>
        </p:txBody>
      </p:sp>
      <p:sp>
        <p:nvSpPr>
          <p:cNvPr id="30" name="s17 text 4">
            <a:extLst>
              <a:ext uri="{FF2B5EF4-FFF2-40B4-BE49-F238E27FC236}">
                <a16:creationId xmlns:a16="http://schemas.microsoft.com/office/drawing/2014/main" id="{26E3E488-B28B-431D-9ECE-152158116988}"/>
              </a:ext>
            </a:extLst>
          </p:cNvPr>
          <p:cNvSpPr>
            <a:spLocks noGrp="1"/>
          </p:cNvSpPr>
          <p:nvPr/>
        </p:nvSpPr>
        <p:spPr>
          <a:xfrm>
            <a:off x="514350" y="3584153"/>
            <a:ext cx="3043333"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imported — a rectangle, not a triangle.</a:t>
            </a:r>
          </a:p>
        </p:txBody>
      </p:sp>
      <p:sp>
        <p:nvSpPr>
          <p:cNvPr id="31" name="s17 text 5">
            <a:extLst>
              <a:ext uri="{FF2B5EF4-FFF2-40B4-BE49-F238E27FC236}">
                <a16:creationId xmlns:a16="http://schemas.microsoft.com/office/drawing/2014/main" id="{9729482B-6164-4044-BE8E-A63F587A547B}"/>
              </a:ext>
            </a:extLst>
          </p:cNvPr>
          <p:cNvSpPr>
            <a:spLocks noGrp="1"/>
          </p:cNvSpPr>
          <p:nvPr/>
        </p:nvSpPr>
        <p:spPr>
          <a:xfrm>
            <a:off x="631999" y="4054507"/>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1</a:t>
            </a:r>
          </a:p>
        </p:txBody>
      </p:sp>
      <p:sp>
        <p:nvSpPr>
          <p:cNvPr id="32" name="s17 text 6">
            <a:extLst>
              <a:ext uri="{FF2B5EF4-FFF2-40B4-BE49-F238E27FC236}">
                <a16:creationId xmlns:a16="http://schemas.microsoft.com/office/drawing/2014/main" id="{7EFED3AF-1BB3-4469-B0F2-07D8969A6EBC}"/>
              </a:ext>
            </a:extLst>
          </p:cNvPr>
          <p:cNvSpPr>
            <a:spLocks noGrp="1"/>
          </p:cNvSpPr>
          <p:nvPr/>
        </p:nvSpPr>
        <p:spPr>
          <a:xfrm>
            <a:off x="978694" y="4000277"/>
            <a:ext cx="1201579" cy="308146"/>
          </a:xfrm>
          <a:prstGeom prst="rect">
            <a:avLst/>
          </a:prstGeom>
          <a:noFill/>
          <a:ln w="0">
            <a:noFill/>
            <a:prstDash val="solid"/>
          </a:ln>
        </p:spPr>
        <p:txBody>
          <a:bodyPr wrap="none" lIns="0" tIns="0" rIns="0" bIns="0" anchor="t">
            <a:noAutofit/>
          </a:bodyPr>
          <a:lstStyle>
            <a:defPPr algn="l">
              <a:defRPr sz="1744" b="0" i="0" kern="0" spc="-10">
                <a:solidFill>
                  <a:srgbClr val="0A2540"/>
                </a:solidFill>
                <a:latin typeface="Inter"/>
                <a:ea typeface="Inter"/>
                <a:cs typeface="Inter"/>
              </a:defRPr>
            </a:defPPr>
            <a:lvl1pPr algn="l">
              <a:defRPr sz="1744" b="0" i="0" kern="0" spc="-10">
                <a:solidFill>
                  <a:srgbClr val="0A2540"/>
                </a:solidFill>
                <a:latin typeface="Inter"/>
                <a:ea typeface="Inter"/>
                <a:cs typeface="Inter"/>
              </a:defRPr>
            </a:lvl1pPr>
            <a:lvl2pPr algn="l">
              <a:defRPr sz="1744" b="0" i="0" kern="0" spc="-10">
                <a:solidFill>
                  <a:srgbClr val="0A2540"/>
                </a:solidFill>
                <a:latin typeface="Inter"/>
                <a:ea typeface="Inter"/>
                <a:cs typeface="Inter"/>
              </a:defRPr>
            </a:lvl2pPr>
            <a:lvl3pPr algn="l">
              <a:defRPr sz="1744" b="0" i="0" kern="0" spc="-10">
                <a:solidFill>
                  <a:srgbClr val="0A2540"/>
                </a:solidFill>
                <a:latin typeface="Inter"/>
                <a:ea typeface="Inter"/>
                <a:cs typeface="Inter"/>
              </a:defRPr>
            </a:lvl3pPr>
            <a:lvl4pPr algn="l">
              <a:defRPr sz="1744" b="0" i="0" kern="0" spc="-10">
                <a:solidFill>
                  <a:srgbClr val="0A2540"/>
                </a:solidFill>
                <a:latin typeface="Inter"/>
                <a:ea typeface="Inter"/>
                <a:cs typeface="Inter"/>
              </a:defRPr>
            </a:lvl4pPr>
            <a:lvl5pPr algn="l">
              <a:defRPr sz="1744" b="0" i="0" kern="0" spc="-10">
                <a:solidFill>
                  <a:srgbClr val="0A2540"/>
                </a:solidFill>
                <a:latin typeface="Inter"/>
                <a:ea typeface="Inter"/>
                <a:cs typeface="Inter"/>
              </a:defRPr>
            </a:lvl5pPr>
            <a:lvl6pPr algn="l">
              <a:defRPr sz="1744" b="0" i="0" kern="0" spc="-10">
                <a:solidFill>
                  <a:srgbClr val="0A2540"/>
                </a:solidFill>
                <a:latin typeface="Inter"/>
                <a:ea typeface="Inter"/>
                <a:cs typeface="Inter"/>
              </a:defRPr>
            </a:lvl6pPr>
            <a:lvl7pPr algn="l">
              <a:defRPr sz="1744" b="0" i="0" kern="0" spc="-10">
                <a:solidFill>
                  <a:srgbClr val="0A2540"/>
                </a:solidFill>
                <a:latin typeface="Inter"/>
                <a:ea typeface="Inter"/>
                <a:cs typeface="Inter"/>
              </a:defRPr>
            </a:lvl7pPr>
            <a:lvl8pPr algn="l">
              <a:defRPr sz="1744" b="0" i="0" kern="0" spc="-10">
                <a:solidFill>
                  <a:srgbClr val="0A2540"/>
                </a:solidFill>
                <a:latin typeface="Inter"/>
                <a:ea typeface="Inter"/>
                <a:cs typeface="Inter"/>
              </a:defRPr>
            </a:lvl8pPr>
            <a:lvl9pPr algn="l">
              <a:defRPr sz="1744" b="0" i="0" kern="0" spc="-10">
                <a:solidFill>
                  <a:srgbClr val="0A2540"/>
                </a:solidFill>
                <a:latin typeface="Inter"/>
                <a:ea typeface="Inter"/>
                <a:cs typeface="Inter"/>
              </a:defRPr>
            </a:lvl9pPr>
          </a:lstStyle>
          <a:p>
            <a:pPr algn="l">
              <a:lnSpc>
                <a:spcPct val="100000"/>
              </a:lnSpc>
              <a:buNone/>
              <a:defRPr sz="1744" b="0" i="0" kern="0" spc="-10">
                <a:solidFill>
                  <a:srgbClr val="0A2540"/>
                </a:solidFill>
                <a:latin typeface="Inter"/>
                <a:ea typeface="Inter"/>
                <a:cs typeface="Inter"/>
              </a:defRPr>
            </a:pPr>
            <a:r>
              <a:rPr sz="1744" b="0" i="0" kern="0" spc="-10">
                <a:solidFill>
                  <a:srgbClr val="0A2540"/>
                </a:solidFill>
                <a:latin typeface="Inter"/>
                <a:ea typeface="Inter"/>
                <a:cs typeface="Inter"/>
              </a:rPr>
              <a:t>Revenue =</a:t>
            </a:r>
          </a:p>
        </p:txBody>
      </p:sp>
      <p:sp>
        <p:nvSpPr>
          <p:cNvPr id="33" name="s17 text 7">
            <a:extLst>
              <a:ext uri="{FF2B5EF4-FFF2-40B4-BE49-F238E27FC236}">
                <a16:creationId xmlns:a16="http://schemas.microsoft.com/office/drawing/2014/main" id="{935374A1-32F7-4928-8A0C-215AAB07ABD9}"/>
              </a:ext>
            </a:extLst>
          </p:cNvPr>
          <p:cNvSpPr>
            <a:spLocks noGrp="1"/>
          </p:cNvSpPr>
          <p:nvPr/>
        </p:nvSpPr>
        <p:spPr>
          <a:xfrm>
            <a:off x="2142567" y="4002480"/>
            <a:ext cx="832695"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t × (Q</a:t>
            </a:r>
          </a:p>
        </p:txBody>
      </p:sp>
      <p:sp>
        <p:nvSpPr>
          <p:cNvPr id="34" name="s17 text 8">
            <a:extLst>
              <a:ext uri="{FF2B5EF4-FFF2-40B4-BE49-F238E27FC236}">
                <a16:creationId xmlns:a16="http://schemas.microsoft.com/office/drawing/2014/main" id="{49585F71-A1A2-474B-8DC0-F4E7913C3718}"/>
              </a:ext>
            </a:extLst>
          </p:cNvPr>
          <p:cNvSpPr>
            <a:spLocks noGrp="1"/>
          </p:cNvSpPr>
          <p:nvPr/>
        </p:nvSpPr>
        <p:spPr>
          <a:xfrm>
            <a:off x="2884735" y="4086671"/>
            <a:ext cx="173488" cy="263297"/>
          </a:xfrm>
          <a:prstGeom prst="rect">
            <a:avLst/>
          </a:prstGeom>
          <a:noFill/>
          <a:ln w="0">
            <a:noFill/>
            <a:prstDash val="solid"/>
          </a:ln>
        </p:spPr>
        <p:txBody>
          <a:bodyPr wrap="none" lIns="0" tIns="0" rIns="0" bIns="0" anchor="t">
            <a:noAutofit/>
          </a:bodyPr>
          <a:lstStyle>
            <a:defPPr algn="l">
              <a:defRPr sz="1366" b="0" i="0" kern="0" spc="0">
                <a:solidFill>
                  <a:srgbClr val="0A2540"/>
                </a:solidFill>
                <a:latin typeface="JetBrains Mono"/>
                <a:ea typeface="JetBrains Mono"/>
                <a:cs typeface="JetBrains Mono"/>
              </a:defRPr>
            </a:defPPr>
            <a:lvl1pPr algn="l">
              <a:defRPr sz="1366" b="0" i="0" kern="0" spc="0">
                <a:solidFill>
                  <a:srgbClr val="0A2540"/>
                </a:solidFill>
                <a:latin typeface="JetBrains Mono"/>
                <a:ea typeface="JetBrains Mono"/>
                <a:cs typeface="JetBrains Mono"/>
              </a:defRPr>
            </a:lvl1pPr>
            <a:lvl2pPr algn="l">
              <a:defRPr sz="1366" b="0" i="0" kern="0" spc="0">
                <a:solidFill>
                  <a:srgbClr val="0A2540"/>
                </a:solidFill>
                <a:latin typeface="JetBrains Mono"/>
                <a:ea typeface="JetBrains Mono"/>
                <a:cs typeface="JetBrains Mono"/>
              </a:defRPr>
            </a:lvl2pPr>
            <a:lvl3pPr algn="l">
              <a:defRPr sz="1366" b="0" i="0" kern="0" spc="0">
                <a:solidFill>
                  <a:srgbClr val="0A2540"/>
                </a:solidFill>
                <a:latin typeface="JetBrains Mono"/>
                <a:ea typeface="JetBrains Mono"/>
                <a:cs typeface="JetBrains Mono"/>
              </a:defRPr>
            </a:lvl3pPr>
            <a:lvl4pPr algn="l">
              <a:defRPr sz="1366" b="0" i="0" kern="0" spc="0">
                <a:solidFill>
                  <a:srgbClr val="0A2540"/>
                </a:solidFill>
                <a:latin typeface="JetBrains Mono"/>
                <a:ea typeface="JetBrains Mono"/>
                <a:cs typeface="JetBrains Mono"/>
              </a:defRPr>
            </a:lvl4pPr>
            <a:lvl5pPr algn="l">
              <a:defRPr sz="1366" b="0" i="0" kern="0" spc="0">
                <a:solidFill>
                  <a:srgbClr val="0A2540"/>
                </a:solidFill>
                <a:latin typeface="JetBrains Mono"/>
                <a:ea typeface="JetBrains Mono"/>
                <a:cs typeface="JetBrains Mono"/>
              </a:defRPr>
            </a:lvl5pPr>
            <a:lvl6pPr algn="l">
              <a:defRPr sz="1366" b="0" i="0" kern="0" spc="0">
                <a:solidFill>
                  <a:srgbClr val="0A2540"/>
                </a:solidFill>
                <a:latin typeface="JetBrains Mono"/>
                <a:ea typeface="JetBrains Mono"/>
                <a:cs typeface="JetBrains Mono"/>
              </a:defRPr>
            </a:lvl6pPr>
            <a:lvl7pPr algn="l">
              <a:defRPr sz="1366" b="0" i="0" kern="0" spc="0">
                <a:solidFill>
                  <a:srgbClr val="0A2540"/>
                </a:solidFill>
                <a:latin typeface="JetBrains Mono"/>
                <a:ea typeface="JetBrains Mono"/>
                <a:cs typeface="JetBrains Mono"/>
              </a:defRPr>
            </a:lvl7pPr>
            <a:lvl8pPr algn="l">
              <a:defRPr sz="1366" b="0" i="0" kern="0" spc="0">
                <a:solidFill>
                  <a:srgbClr val="0A2540"/>
                </a:solidFill>
                <a:latin typeface="JetBrains Mono"/>
                <a:ea typeface="JetBrains Mono"/>
                <a:cs typeface="JetBrains Mono"/>
              </a:defRPr>
            </a:lvl8pPr>
            <a:lvl9pPr algn="l">
              <a:defRPr sz="1366" b="0" i="0" kern="0" spc="0">
                <a:solidFill>
                  <a:srgbClr val="0A2540"/>
                </a:solidFill>
                <a:latin typeface="JetBrains Mono"/>
                <a:ea typeface="JetBrains Mono"/>
                <a:cs typeface="JetBrains Mono"/>
              </a:defRPr>
            </a:lvl9pPr>
          </a:lstStyle>
          <a:p>
            <a:pPr algn="l">
              <a:lnSpc>
                <a:spcPct val="100000"/>
              </a:lnSpc>
              <a:buNone/>
              <a:defRPr sz="1366" b="0" i="0" kern="0" spc="0">
                <a:solidFill>
                  <a:srgbClr val="0A2540"/>
                </a:solidFill>
                <a:latin typeface="JetBrains Mono"/>
                <a:ea typeface="JetBrains Mono"/>
                <a:cs typeface="JetBrains Mono"/>
              </a:defRPr>
            </a:pPr>
            <a:r>
              <a:rPr sz="1366" b="0" i="0" kern="0" spc="0">
                <a:solidFill>
                  <a:srgbClr val="0A2540"/>
                </a:solidFill>
                <a:latin typeface="JetBrains Mono"/>
                <a:ea typeface="JetBrains Mono"/>
                <a:cs typeface="JetBrains Mono"/>
              </a:rPr>
              <a:t>d</a:t>
            </a:r>
          </a:p>
        </p:txBody>
      </p:sp>
      <p:sp>
        <p:nvSpPr>
          <p:cNvPr id="35" name="s17 text 9">
            <a:extLst>
              <a:ext uri="{FF2B5EF4-FFF2-40B4-BE49-F238E27FC236}">
                <a16:creationId xmlns:a16="http://schemas.microsoft.com/office/drawing/2014/main" id="{C46C4904-9BE7-4CC2-82B1-03BE8484A29F}"/>
              </a:ext>
            </a:extLst>
          </p:cNvPr>
          <p:cNvSpPr>
            <a:spLocks noGrp="1"/>
          </p:cNvSpPr>
          <p:nvPr/>
        </p:nvSpPr>
        <p:spPr>
          <a:xfrm>
            <a:off x="3111344" y="4002480"/>
            <a:ext cx="457981"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 Q</a:t>
            </a:r>
          </a:p>
        </p:txBody>
      </p:sp>
      <p:sp>
        <p:nvSpPr>
          <p:cNvPr id="36" name="s17 text 10">
            <a:extLst>
              <a:ext uri="{FF2B5EF4-FFF2-40B4-BE49-F238E27FC236}">
                <a16:creationId xmlns:a16="http://schemas.microsoft.com/office/drawing/2014/main" id="{E20077DD-3ACD-459C-873C-3D8523D90D50}"/>
              </a:ext>
            </a:extLst>
          </p:cNvPr>
          <p:cNvSpPr>
            <a:spLocks noGrp="1"/>
          </p:cNvSpPr>
          <p:nvPr/>
        </p:nvSpPr>
        <p:spPr>
          <a:xfrm>
            <a:off x="3482466" y="4086671"/>
            <a:ext cx="173488" cy="263297"/>
          </a:xfrm>
          <a:prstGeom prst="rect">
            <a:avLst/>
          </a:prstGeom>
          <a:noFill/>
          <a:ln w="0">
            <a:noFill/>
            <a:prstDash val="solid"/>
          </a:ln>
        </p:spPr>
        <p:txBody>
          <a:bodyPr wrap="none" lIns="0" tIns="0" rIns="0" bIns="0" anchor="t">
            <a:noAutofit/>
          </a:bodyPr>
          <a:lstStyle>
            <a:defPPr algn="l">
              <a:defRPr sz="1366" b="0" i="0" kern="0" spc="0">
                <a:solidFill>
                  <a:srgbClr val="0A2540"/>
                </a:solidFill>
                <a:latin typeface="JetBrains Mono"/>
                <a:ea typeface="JetBrains Mono"/>
                <a:cs typeface="JetBrains Mono"/>
              </a:defRPr>
            </a:defPPr>
            <a:lvl1pPr algn="l">
              <a:defRPr sz="1366" b="0" i="0" kern="0" spc="0">
                <a:solidFill>
                  <a:srgbClr val="0A2540"/>
                </a:solidFill>
                <a:latin typeface="JetBrains Mono"/>
                <a:ea typeface="JetBrains Mono"/>
                <a:cs typeface="JetBrains Mono"/>
              </a:defRPr>
            </a:lvl1pPr>
            <a:lvl2pPr algn="l">
              <a:defRPr sz="1366" b="0" i="0" kern="0" spc="0">
                <a:solidFill>
                  <a:srgbClr val="0A2540"/>
                </a:solidFill>
                <a:latin typeface="JetBrains Mono"/>
                <a:ea typeface="JetBrains Mono"/>
                <a:cs typeface="JetBrains Mono"/>
              </a:defRPr>
            </a:lvl2pPr>
            <a:lvl3pPr algn="l">
              <a:defRPr sz="1366" b="0" i="0" kern="0" spc="0">
                <a:solidFill>
                  <a:srgbClr val="0A2540"/>
                </a:solidFill>
                <a:latin typeface="JetBrains Mono"/>
                <a:ea typeface="JetBrains Mono"/>
                <a:cs typeface="JetBrains Mono"/>
              </a:defRPr>
            </a:lvl3pPr>
            <a:lvl4pPr algn="l">
              <a:defRPr sz="1366" b="0" i="0" kern="0" spc="0">
                <a:solidFill>
                  <a:srgbClr val="0A2540"/>
                </a:solidFill>
                <a:latin typeface="JetBrains Mono"/>
                <a:ea typeface="JetBrains Mono"/>
                <a:cs typeface="JetBrains Mono"/>
              </a:defRPr>
            </a:lvl4pPr>
            <a:lvl5pPr algn="l">
              <a:defRPr sz="1366" b="0" i="0" kern="0" spc="0">
                <a:solidFill>
                  <a:srgbClr val="0A2540"/>
                </a:solidFill>
                <a:latin typeface="JetBrains Mono"/>
                <a:ea typeface="JetBrains Mono"/>
                <a:cs typeface="JetBrains Mono"/>
              </a:defRPr>
            </a:lvl5pPr>
            <a:lvl6pPr algn="l">
              <a:defRPr sz="1366" b="0" i="0" kern="0" spc="0">
                <a:solidFill>
                  <a:srgbClr val="0A2540"/>
                </a:solidFill>
                <a:latin typeface="JetBrains Mono"/>
                <a:ea typeface="JetBrains Mono"/>
                <a:cs typeface="JetBrains Mono"/>
              </a:defRPr>
            </a:lvl6pPr>
            <a:lvl7pPr algn="l">
              <a:defRPr sz="1366" b="0" i="0" kern="0" spc="0">
                <a:solidFill>
                  <a:srgbClr val="0A2540"/>
                </a:solidFill>
                <a:latin typeface="JetBrains Mono"/>
                <a:ea typeface="JetBrains Mono"/>
                <a:cs typeface="JetBrains Mono"/>
              </a:defRPr>
            </a:lvl7pPr>
            <a:lvl8pPr algn="l">
              <a:defRPr sz="1366" b="0" i="0" kern="0" spc="0">
                <a:solidFill>
                  <a:srgbClr val="0A2540"/>
                </a:solidFill>
                <a:latin typeface="JetBrains Mono"/>
                <a:ea typeface="JetBrains Mono"/>
                <a:cs typeface="JetBrains Mono"/>
              </a:defRPr>
            </a:lvl8pPr>
            <a:lvl9pPr algn="l">
              <a:defRPr sz="1366" b="0" i="0" kern="0" spc="0">
                <a:solidFill>
                  <a:srgbClr val="0A2540"/>
                </a:solidFill>
                <a:latin typeface="JetBrains Mono"/>
                <a:ea typeface="JetBrains Mono"/>
                <a:cs typeface="JetBrains Mono"/>
              </a:defRPr>
            </a:lvl9pPr>
          </a:lstStyle>
          <a:p>
            <a:pPr algn="l">
              <a:lnSpc>
                <a:spcPct val="100000"/>
              </a:lnSpc>
              <a:buNone/>
              <a:defRPr sz="1366" b="0" i="0" kern="0" spc="0">
                <a:solidFill>
                  <a:srgbClr val="0A2540"/>
                </a:solidFill>
                <a:latin typeface="JetBrains Mono"/>
                <a:ea typeface="JetBrains Mono"/>
                <a:cs typeface="JetBrains Mono"/>
              </a:defRPr>
            </a:pPr>
            <a:r>
              <a:rPr sz="1366" b="0" i="0" kern="0" spc="0">
                <a:solidFill>
                  <a:srgbClr val="0A2540"/>
                </a:solidFill>
                <a:latin typeface="JetBrains Mono"/>
                <a:ea typeface="JetBrains Mono"/>
                <a:cs typeface="JetBrains Mono"/>
              </a:rPr>
              <a:t>s</a:t>
            </a:r>
          </a:p>
        </p:txBody>
      </p:sp>
      <p:sp>
        <p:nvSpPr>
          <p:cNvPr id="37" name="s17 text 11">
            <a:extLst>
              <a:ext uri="{FF2B5EF4-FFF2-40B4-BE49-F238E27FC236}">
                <a16:creationId xmlns:a16="http://schemas.microsoft.com/office/drawing/2014/main" id="{F8087AD1-01D4-4822-B34E-D4D04BB7BBCE}"/>
              </a:ext>
            </a:extLst>
          </p:cNvPr>
          <p:cNvSpPr>
            <a:spLocks noGrp="1"/>
          </p:cNvSpPr>
          <p:nvPr/>
        </p:nvSpPr>
        <p:spPr>
          <a:xfrm>
            <a:off x="3585381" y="4002480"/>
            <a:ext cx="208169" cy="316000"/>
          </a:xfrm>
          <a:prstGeom prst="rect">
            <a:avLst/>
          </a:prstGeom>
          <a:noFill/>
          <a:ln w="0">
            <a:noFill/>
            <a:prstDash val="solid"/>
          </a:ln>
        </p:spPr>
        <p:txBody>
          <a:bodyPr wrap="none" lIns="0" tIns="0" rIns="0" bIns="0" anchor="t">
            <a:noAutofit/>
          </a:bodyPr>
          <a:lstStyle>
            <a:defPPr algn="l">
              <a:defRPr sz="1639" b="0" i="0" kern="0" spc="0">
                <a:solidFill>
                  <a:srgbClr val="0A2540"/>
                </a:solidFill>
                <a:latin typeface="JetBrains Mono"/>
                <a:ea typeface="JetBrains Mono"/>
                <a:cs typeface="JetBrains Mono"/>
              </a:defRPr>
            </a:defPPr>
            <a:lvl1pPr algn="l">
              <a:defRPr sz="1639" b="0" i="0" kern="0" spc="0">
                <a:solidFill>
                  <a:srgbClr val="0A2540"/>
                </a:solidFill>
                <a:latin typeface="JetBrains Mono"/>
                <a:ea typeface="JetBrains Mono"/>
                <a:cs typeface="JetBrains Mono"/>
              </a:defRPr>
            </a:lvl1pPr>
            <a:lvl2pPr algn="l">
              <a:defRPr sz="1639" b="0" i="0" kern="0" spc="0">
                <a:solidFill>
                  <a:srgbClr val="0A2540"/>
                </a:solidFill>
                <a:latin typeface="JetBrains Mono"/>
                <a:ea typeface="JetBrains Mono"/>
                <a:cs typeface="JetBrains Mono"/>
              </a:defRPr>
            </a:lvl2pPr>
            <a:lvl3pPr algn="l">
              <a:defRPr sz="1639" b="0" i="0" kern="0" spc="0">
                <a:solidFill>
                  <a:srgbClr val="0A2540"/>
                </a:solidFill>
                <a:latin typeface="JetBrains Mono"/>
                <a:ea typeface="JetBrains Mono"/>
                <a:cs typeface="JetBrains Mono"/>
              </a:defRPr>
            </a:lvl3pPr>
            <a:lvl4pPr algn="l">
              <a:defRPr sz="1639" b="0" i="0" kern="0" spc="0">
                <a:solidFill>
                  <a:srgbClr val="0A2540"/>
                </a:solidFill>
                <a:latin typeface="JetBrains Mono"/>
                <a:ea typeface="JetBrains Mono"/>
                <a:cs typeface="JetBrains Mono"/>
              </a:defRPr>
            </a:lvl4pPr>
            <a:lvl5pPr algn="l">
              <a:defRPr sz="1639" b="0" i="0" kern="0" spc="0">
                <a:solidFill>
                  <a:srgbClr val="0A2540"/>
                </a:solidFill>
                <a:latin typeface="JetBrains Mono"/>
                <a:ea typeface="JetBrains Mono"/>
                <a:cs typeface="JetBrains Mono"/>
              </a:defRPr>
            </a:lvl5pPr>
            <a:lvl6pPr algn="l">
              <a:defRPr sz="1639" b="0" i="0" kern="0" spc="0">
                <a:solidFill>
                  <a:srgbClr val="0A2540"/>
                </a:solidFill>
                <a:latin typeface="JetBrains Mono"/>
                <a:ea typeface="JetBrains Mono"/>
                <a:cs typeface="JetBrains Mono"/>
              </a:defRPr>
            </a:lvl6pPr>
            <a:lvl7pPr algn="l">
              <a:defRPr sz="1639" b="0" i="0" kern="0" spc="0">
                <a:solidFill>
                  <a:srgbClr val="0A2540"/>
                </a:solidFill>
                <a:latin typeface="JetBrains Mono"/>
                <a:ea typeface="JetBrains Mono"/>
                <a:cs typeface="JetBrains Mono"/>
              </a:defRPr>
            </a:lvl7pPr>
            <a:lvl8pPr algn="l">
              <a:defRPr sz="1639" b="0" i="0" kern="0" spc="0">
                <a:solidFill>
                  <a:srgbClr val="0A2540"/>
                </a:solidFill>
                <a:latin typeface="JetBrains Mono"/>
                <a:ea typeface="JetBrains Mono"/>
                <a:cs typeface="JetBrains Mono"/>
              </a:defRPr>
            </a:lvl8pPr>
            <a:lvl9pPr algn="l">
              <a:defRPr sz="1639" b="0" i="0" kern="0" spc="0">
                <a:solidFill>
                  <a:srgbClr val="0A2540"/>
                </a:solidFill>
                <a:latin typeface="JetBrains Mono"/>
                <a:ea typeface="JetBrains Mono"/>
                <a:cs typeface="JetBrains Mono"/>
              </a:defRPr>
            </a:lvl9pPr>
          </a:lstStyle>
          <a:p>
            <a:pPr algn="l">
              <a:lnSpc>
                <a:spcPct val="100000"/>
              </a:lnSpc>
              <a:buNone/>
              <a:defRPr sz="1639" b="0" i="0" kern="0" spc="0">
                <a:solidFill>
                  <a:srgbClr val="0A2540"/>
                </a:solidFill>
                <a:latin typeface="JetBrains Mono"/>
                <a:ea typeface="JetBrains Mono"/>
                <a:cs typeface="JetBrains Mono"/>
              </a:defRPr>
            </a:pPr>
            <a:r>
              <a:rPr sz="1639" b="0" i="0" kern="0" spc="0">
                <a:solidFill>
                  <a:srgbClr val="0A2540"/>
                </a:solidFill>
                <a:latin typeface="JetBrains Mono"/>
                <a:ea typeface="JetBrains Mono"/>
                <a:cs typeface="JetBrains Mono"/>
              </a:rPr>
              <a:t>)</a:t>
            </a:r>
          </a:p>
        </p:txBody>
      </p:sp>
      <p:sp>
        <p:nvSpPr>
          <p:cNvPr id="38" name="s17 text 12">
            <a:extLst>
              <a:ext uri="{FF2B5EF4-FFF2-40B4-BE49-F238E27FC236}">
                <a16:creationId xmlns:a16="http://schemas.microsoft.com/office/drawing/2014/main" id="{C57139B0-F913-4526-A196-81EB31E2B1C8}"/>
              </a:ext>
            </a:extLst>
          </p:cNvPr>
          <p:cNvSpPr>
            <a:spLocks noGrp="1"/>
          </p:cNvSpPr>
          <p:nvPr/>
        </p:nvSpPr>
        <p:spPr>
          <a:xfrm>
            <a:off x="631999" y="4511707"/>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2</a:t>
            </a:r>
          </a:p>
        </p:txBody>
      </p:sp>
      <p:sp>
        <p:nvSpPr>
          <p:cNvPr id="39" name="s17 text 13">
            <a:extLst>
              <a:ext uri="{FF2B5EF4-FFF2-40B4-BE49-F238E27FC236}">
                <a16:creationId xmlns:a16="http://schemas.microsoft.com/office/drawing/2014/main" id="{FCB751DE-004A-4379-AAEA-CF187CB01054}"/>
              </a:ext>
            </a:extLst>
          </p:cNvPr>
          <p:cNvSpPr>
            <a:spLocks noGrp="1"/>
          </p:cNvSpPr>
          <p:nvPr/>
        </p:nvSpPr>
        <p:spPr>
          <a:xfrm>
            <a:off x="978694" y="4459680"/>
            <a:ext cx="1706994"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 $25 × 3,600</a:t>
            </a:r>
          </a:p>
        </p:txBody>
      </p:sp>
      <p:sp>
        <p:nvSpPr>
          <p:cNvPr id="40" name="s17 text 14">
            <a:extLst>
              <a:ext uri="{FF2B5EF4-FFF2-40B4-BE49-F238E27FC236}">
                <a16:creationId xmlns:a16="http://schemas.microsoft.com/office/drawing/2014/main" id="{9EF1825C-7967-4239-91B1-68D62FF7251F}"/>
              </a:ext>
            </a:extLst>
          </p:cNvPr>
          <p:cNvSpPr>
            <a:spLocks noGrp="1"/>
          </p:cNvSpPr>
          <p:nvPr/>
        </p:nvSpPr>
        <p:spPr>
          <a:xfrm>
            <a:off x="671512" y="4939760"/>
            <a:ext cx="1857375" cy="281950"/>
          </a:xfrm>
          <a:prstGeom prst="rect">
            <a:avLst/>
          </a:prstGeom>
          <a:noFill/>
          <a:ln w="0">
            <a:noFill/>
            <a:prstDash val="solid"/>
          </a:ln>
        </p:spPr>
        <p:txBody>
          <a:bodyPr wrap="none" lIns="0" tIns="0" rIns="0" bIns="0" anchor="t">
            <a:noAutofit/>
          </a:bodyPr>
          <a:lstStyle>
            <a:defPPr algn="l">
              <a:defRPr sz="1462" b="0" i="0" kern="0" spc="-10">
                <a:solidFill>
                  <a:srgbClr val="0A2540"/>
                </a:solidFill>
                <a:latin typeface="JetBrains Mono"/>
                <a:ea typeface="JetBrains Mono"/>
                <a:cs typeface="JetBrains Mono"/>
              </a:defRPr>
            </a:defPPr>
            <a:lvl1pPr algn="l">
              <a:defRPr sz="1462" b="0" i="0" kern="0" spc="-10">
                <a:solidFill>
                  <a:srgbClr val="0A2540"/>
                </a:solidFill>
                <a:latin typeface="JetBrains Mono"/>
                <a:ea typeface="JetBrains Mono"/>
                <a:cs typeface="JetBrains Mono"/>
              </a:defRPr>
            </a:lvl1pPr>
            <a:lvl2pPr algn="l">
              <a:defRPr sz="1462" b="0" i="0" kern="0" spc="-10">
                <a:solidFill>
                  <a:srgbClr val="0A2540"/>
                </a:solidFill>
                <a:latin typeface="JetBrains Mono"/>
                <a:ea typeface="JetBrains Mono"/>
                <a:cs typeface="JetBrains Mono"/>
              </a:defRPr>
            </a:lvl2pPr>
            <a:lvl3pPr algn="l">
              <a:defRPr sz="1462" b="0" i="0" kern="0" spc="-10">
                <a:solidFill>
                  <a:srgbClr val="0A2540"/>
                </a:solidFill>
                <a:latin typeface="JetBrains Mono"/>
                <a:ea typeface="JetBrains Mono"/>
                <a:cs typeface="JetBrains Mono"/>
              </a:defRPr>
            </a:lvl3pPr>
            <a:lvl4pPr algn="l">
              <a:defRPr sz="1462" b="0" i="0" kern="0" spc="-10">
                <a:solidFill>
                  <a:srgbClr val="0A2540"/>
                </a:solidFill>
                <a:latin typeface="JetBrains Mono"/>
                <a:ea typeface="JetBrains Mono"/>
                <a:cs typeface="JetBrains Mono"/>
              </a:defRPr>
            </a:lvl4pPr>
            <a:lvl5pPr algn="l">
              <a:defRPr sz="1462" b="0" i="0" kern="0" spc="-10">
                <a:solidFill>
                  <a:srgbClr val="0A2540"/>
                </a:solidFill>
                <a:latin typeface="JetBrains Mono"/>
                <a:ea typeface="JetBrains Mono"/>
                <a:cs typeface="JetBrains Mono"/>
              </a:defRPr>
            </a:lvl5pPr>
            <a:lvl6pPr algn="l">
              <a:defRPr sz="1462" b="0" i="0" kern="0" spc="-10">
                <a:solidFill>
                  <a:srgbClr val="0A2540"/>
                </a:solidFill>
                <a:latin typeface="JetBrains Mono"/>
                <a:ea typeface="JetBrains Mono"/>
                <a:cs typeface="JetBrains Mono"/>
              </a:defRPr>
            </a:lvl6pPr>
            <a:lvl7pPr algn="l">
              <a:defRPr sz="1462" b="0" i="0" kern="0" spc="-10">
                <a:solidFill>
                  <a:srgbClr val="0A2540"/>
                </a:solidFill>
                <a:latin typeface="JetBrains Mono"/>
                <a:ea typeface="JetBrains Mono"/>
                <a:cs typeface="JetBrains Mono"/>
              </a:defRPr>
            </a:lvl7pPr>
            <a:lvl8pPr algn="l">
              <a:defRPr sz="1462" b="0" i="0" kern="0" spc="-10">
                <a:solidFill>
                  <a:srgbClr val="0A2540"/>
                </a:solidFill>
                <a:latin typeface="JetBrains Mono"/>
                <a:ea typeface="JetBrains Mono"/>
                <a:cs typeface="JetBrains Mono"/>
              </a:defRPr>
            </a:lvl8pPr>
            <a:lvl9pPr algn="l">
              <a:defRPr sz="1462" b="0" i="0" kern="0" spc="-10">
                <a:solidFill>
                  <a:srgbClr val="0A2540"/>
                </a:solidFill>
                <a:latin typeface="JetBrains Mono"/>
                <a:ea typeface="JetBrains Mono"/>
                <a:cs typeface="JetBrains Mono"/>
              </a:defRPr>
            </a:lvl9pPr>
          </a:lstStyle>
          <a:p>
            <a:pPr algn="l">
              <a:lnSpc>
                <a:spcPct val="100000"/>
              </a:lnSpc>
              <a:buNone/>
              <a:defRPr sz="1462" b="0" i="0" kern="0" spc="-10">
                <a:solidFill>
                  <a:srgbClr val="0A2540"/>
                </a:solidFill>
                <a:latin typeface="JetBrains Mono"/>
                <a:ea typeface="JetBrains Mono"/>
                <a:cs typeface="JetBrains Mono"/>
              </a:defRPr>
            </a:pPr>
            <a:r>
              <a:rPr sz="1462" b="0" i="0" kern="0" spc="-10">
                <a:solidFill>
                  <a:srgbClr val="0A2540"/>
                </a:solidFill>
                <a:latin typeface="JetBrains Mono"/>
                <a:ea typeface="JetBrains Mono"/>
                <a:cs typeface="JetBrains Mono"/>
              </a:rPr>
              <a:t>Tariff revenue =</a:t>
            </a:r>
          </a:p>
        </p:txBody>
      </p:sp>
      <p:sp>
        <p:nvSpPr>
          <p:cNvPr id="41" name="s17 text 15">
            <a:extLst>
              <a:ext uri="{FF2B5EF4-FFF2-40B4-BE49-F238E27FC236}">
                <a16:creationId xmlns:a16="http://schemas.microsoft.com/office/drawing/2014/main" id="{431D3368-0042-4CF7-967F-F4AECF9EA902}"/>
              </a:ext>
            </a:extLst>
          </p:cNvPr>
          <p:cNvSpPr>
            <a:spLocks noGrp="1"/>
          </p:cNvSpPr>
          <p:nvPr/>
        </p:nvSpPr>
        <p:spPr>
          <a:xfrm>
            <a:off x="2546635" y="4939760"/>
            <a:ext cx="1857375" cy="281950"/>
          </a:xfrm>
          <a:prstGeom prst="rect">
            <a:avLst/>
          </a:prstGeom>
          <a:noFill/>
          <a:ln w="0">
            <a:noFill/>
            <a:prstDash val="solid"/>
          </a:ln>
        </p:spPr>
        <p:txBody>
          <a:bodyPr wrap="none" lIns="0" tIns="0" rIns="0" bIns="0" anchor="t">
            <a:noAutofit/>
          </a:bodyPr>
          <a:lstStyle>
            <a:defPPr algn="l">
              <a:defRPr sz="1462" b="1" i="0" kern="0" spc="-9">
                <a:solidFill>
                  <a:srgbClr val="0A2540"/>
                </a:solidFill>
                <a:latin typeface="JetBrains Mono"/>
                <a:ea typeface="JetBrains Mono"/>
                <a:cs typeface="JetBrains Mono"/>
              </a:defRPr>
            </a:defPPr>
            <a:lvl1pPr algn="l">
              <a:defRPr sz="1462" b="1" i="0" kern="0" spc="-9">
                <a:solidFill>
                  <a:srgbClr val="0A2540"/>
                </a:solidFill>
                <a:latin typeface="JetBrains Mono"/>
                <a:ea typeface="JetBrains Mono"/>
                <a:cs typeface="JetBrains Mono"/>
              </a:defRPr>
            </a:lvl1pPr>
            <a:lvl2pPr algn="l">
              <a:defRPr sz="1462" b="1" i="0" kern="0" spc="-9">
                <a:solidFill>
                  <a:srgbClr val="0A2540"/>
                </a:solidFill>
                <a:latin typeface="JetBrains Mono"/>
                <a:ea typeface="JetBrains Mono"/>
                <a:cs typeface="JetBrains Mono"/>
              </a:defRPr>
            </a:lvl2pPr>
            <a:lvl3pPr algn="l">
              <a:defRPr sz="1462" b="1" i="0" kern="0" spc="-9">
                <a:solidFill>
                  <a:srgbClr val="0A2540"/>
                </a:solidFill>
                <a:latin typeface="JetBrains Mono"/>
                <a:ea typeface="JetBrains Mono"/>
                <a:cs typeface="JetBrains Mono"/>
              </a:defRPr>
            </a:lvl3pPr>
            <a:lvl4pPr algn="l">
              <a:defRPr sz="1462" b="1" i="0" kern="0" spc="-9">
                <a:solidFill>
                  <a:srgbClr val="0A2540"/>
                </a:solidFill>
                <a:latin typeface="JetBrains Mono"/>
                <a:ea typeface="JetBrains Mono"/>
                <a:cs typeface="JetBrains Mono"/>
              </a:defRPr>
            </a:lvl4pPr>
            <a:lvl5pPr algn="l">
              <a:defRPr sz="1462" b="1" i="0" kern="0" spc="-9">
                <a:solidFill>
                  <a:srgbClr val="0A2540"/>
                </a:solidFill>
                <a:latin typeface="JetBrains Mono"/>
                <a:ea typeface="JetBrains Mono"/>
                <a:cs typeface="JetBrains Mono"/>
              </a:defRPr>
            </a:lvl5pPr>
            <a:lvl6pPr algn="l">
              <a:defRPr sz="1462" b="1" i="0" kern="0" spc="-9">
                <a:solidFill>
                  <a:srgbClr val="0A2540"/>
                </a:solidFill>
                <a:latin typeface="JetBrains Mono"/>
                <a:ea typeface="JetBrains Mono"/>
                <a:cs typeface="JetBrains Mono"/>
              </a:defRPr>
            </a:lvl6pPr>
            <a:lvl7pPr algn="l">
              <a:defRPr sz="1462" b="1" i="0" kern="0" spc="-9">
                <a:solidFill>
                  <a:srgbClr val="0A2540"/>
                </a:solidFill>
                <a:latin typeface="JetBrains Mono"/>
                <a:ea typeface="JetBrains Mono"/>
                <a:cs typeface="JetBrains Mono"/>
              </a:defRPr>
            </a:lvl7pPr>
            <a:lvl8pPr algn="l">
              <a:defRPr sz="1462" b="1" i="0" kern="0" spc="-9">
                <a:solidFill>
                  <a:srgbClr val="0A2540"/>
                </a:solidFill>
                <a:latin typeface="JetBrains Mono"/>
                <a:ea typeface="JetBrains Mono"/>
                <a:cs typeface="JetBrains Mono"/>
              </a:defRPr>
            </a:lvl8pPr>
            <a:lvl9pPr algn="l">
              <a:defRPr sz="1462" b="1" i="0" kern="0" spc="-9">
                <a:solidFill>
                  <a:srgbClr val="0A2540"/>
                </a:solidFill>
                <a:latin typeface="JetBrains Mono"/>
                <a:ea typeface="JetBrains Mono"/>
                <a:cs typeface="JetBrains Mono"/>
              </a:defRPr>
            </a:lvl9pPr>
          </a:lstStyle>
          <a:p>
            <a:pPr algn="l">
              <a:lnSpc>
                <a:spcPct val="100000"/>
              </a:lnSpc>
              <a:buNone/>
              <a:defRPr sz="1462" b="1" i="0" kern="0" spc="-9">
                <a:solidFill>
                  <a:srgbClr val="0A2540"/>
                </a:solidFill>
                <a:latin typeface="JetBrains Mono"/>
                <a:ea typeface="JetBrains Mono"/>
                <a:cs typeface="JetBrains Mono"/>
              </a:defRPr>
            </a:pPr>
            <a:r>
              <a:rPr sz="1462" b="1" i="0" kern="0" spc="-9">
                <a:solidFill>
                  <a:srgbClr val="0A2540"/>
                </a:solidFill>
                <a:latin typeface="JetBrains Mono"/>
                <a:ea typeface="JetBrains Mono"/>
                <a:cs typeface="JetBrains Mono"/>
              </a:rPr>
              <a:t>$90,000 per year</a:t>
            </a:r>
          </a:p>
        </p:txBody>
      </p:sp>
      <p:sp>
        <p:nvSpPr>
          <p:cNvPr id="42" name="s17 text 16">
            <a:extLst>
              <a:ext uri="{FF2B5EF4-FFF2-40B4-BE49-F238E27FC236}">
                <a16:creationId xmlns:a16="http://schemas.microsoft.com/office/drawing/2014/main" id="{8DB3DC64-EDF6-4B39-B4CA-093A8E7BE670}"/>
              </a:ext>
            </a:extLst>
          </p:cNvPr>
          <p:cNvSpPr>
            <a:spLocks noGrp="1"/>
          </p:cNvSpPr>
          <p:nvPr/>
        </p:nvSpPr>
        <p:spPr>
          <a:xfrm>
            <a:off x="7208043" y="2891218"/>
            <a:ext cx="1136137" cy="151819"/>
          </a:xfrm>
          <a:prstGeom prst="rect">
            <a:avLst/>
          </a:prstGeom>
          <a:noFill/>
          <a:ln w="0">
            <a:noFill/>
            <a:prstDash val="solid"/>
          </a:ln>
        </p:spPr>
        <p:txBody>
          <a:bodyPr wrap="none" lIns="0" tIns="0" rIns="0" bIns="0" anchor="t">
            <a:noAutofit/>
          </a:bodyPr>
          <a:lstStyle>
            <a:defPPr algn="l">
              <a:defRPr sz="787" b="0" i="0" kern="0" spc="110">
                <a:solidFill>
                  <a:srgbClr val="8B98AD"/>
                </a:solidFill>
                <a:latin typeface="JetBrains Mono"/>
                <a:ea typeface="JetBrains Mono"/>
                <a:cs typeface="JetBrains Mono"/>
              </a:defRPr>
            </a:defPPr>
            <a:lvl1pPr algn="l">
              <a:defRPr sz="787" b="0" i="0" kern="0" spc="110">
                <a:solidFill>
                  <a:srgbClr val="8B98AD"/>
                </a:solidFill>
                <a:latin typeface="JetBrains Mono"/>
                <a:ea typeface="JetBrains Mono"/>
                <a:cs typeface="JetBrains Mono"/>
              </a:defRPr>
            </a:lvl1pPr>
            <a:lvl2pPr algn="l">
              <a:defRPr sz="787" b="0" i="0" kern="0" spc="110">
                <a:solidFill>
                  <a:srgbClr val="8B98AD"/>
                </a:solidFill>
                <a:latin typeface="JetBrains Mono"/>
                <a:ea typeface="JetBrains Mono"/>
                <a:cs typeface="JetBrains Mono"/>
              </a:defRPr>
            </a:lvl2pPr>
            <a:lvl3pPr algn="l">
              <a:defRPr sz="787" b="0" i="0" kern="0" spc="110">
                <a:solidFill>
                  <a:srgbClr val="8B98AD"/>
                </a:solidFill>
                <a:latin typeface="JetBrains Mono"/>
                <a:ea typeface="JetBrains Mono"/>
                <a:cs typeface="JetBrains Mono"/>
              </a:defRPr>
            </a:lvl3pPr>
            <a:lvl4pPr algn="l">
              <a:defRPr sz="787" b="0" i="0" kern="0" spc="110">
                <a:solidFill>
                  <a:srgbClr val="8B98AD"/>
                </a:solidFill>
                <a:latin typeface="JetBrains Mono"/>
                <a:ea typeface="JetBrains Mono"/>
                <a:cs typeface="JetBrains Mono"/>
              </a:defRPr>
            </a:lvl4pPr>
            <a:lvl5pPr algn="l">
              <a:defRPr sz="787" b="0" i="0" kern="0" spc="110">
                <a:solidFill>
                  <a:srgbClr val="8B98AD"/>
                </a:solidFill>
                <a:latin typeface="JetBrains Mono"/>
                <a:ea typeface="JetBrains Mono"/>
                <a:cs typeface="JetBrains Mono"/>
              </a:defRPr>
            </a:lvl5pPr>
            <a:lvl6pPr algn="l">
              <a:defRPr sz="787" b="0" i="0" kern="0" spc="110">
                <a:solidFill>
                  <a:srgbClr val="8B98AD"/>
                </a:solidFill>
                <a:latin typeface="JetBrains Mono"/>
                <a:ea typeface="JetBrains Mono"/>
                <a:cs typeface="JetBrains Mono"/>
              </a:defRPr>
            </a:lvl6pPr>
            <a:lvl7pPr algn="l">
              <a:defRPr sz="787" b="0" i="0" kern="0" spc="110">
                <a:solidFill>
                  <a:srgbClr val="8B98AD"/>
                </a:solidFill>
                <a:latin typeface="JetBrains Mono"/>
                <a:ea typeface="JetBrains Mono"/>
                <a:cs typeface="JetBrains Mono"/>
              </a:defRPr>
            </a:lvl7pPr>
            <a:lvl8pPr algn="l">
              <a:defRPr sz="787" b="0" i="0" kern="0" spc="110">
                <a:solidFill>
                  <a:srgbClr val="8B98AD"/>
                </a:solidFill>
                <a:latin typeface="JetBrains Mono"/>
                <a:ea typeface="JetBrains Mono"/>
                <a:cs typeface="JetBrains Mono"/>
              </a:defRPr>
            </a:lvl8pPr>
            <a:lvl9pPr algn="l">
              <a:defRPr sz="787" b="0" i="0" kern="0" spc="110">
                <a:solidFill>
                  <a:srgbClr val="8B98AD"/>
                </a:solidFill>
                <a:latin typeface="JetBrains Mono"/>
                <a:ea typeface="JetBrains Mono"/>
                <a:cs typeface="JetBrains Mono"/>
              </a:defRPr>
            </a:lvl9pPr>
          </a:lstStyle>
          <a:p>
            <a:pPr algn="l">
              <a:lnSpc>
                <a:spcPct val="100000"/>
              </a:lnSpc>
              <a:buNone/>
              <a:defRPr sz="787" b="0" i="0" kern="0" spc="110">
                <a:solidFill>
                  <a:srgbClr val="8B98AD"/>
                </a:solidFill>
                <a:latin typeface="JetBrains Mono"/>
                <a:ea typeface="JetBrains Mono"/>
                <a:cs typeface="JetBrains Mono"/>
              </a:defRPr>
            </a:pPr>
            <a:r>
              <a:rPr sz="787" b="0" i="0" kern="0" spc="110">
                <a:solidFill>
                  <a:srgbClr val="8B98AD"/>
                </a:solidFill>
                <a:latin typeface="JetBrains Mono"/>
                <a:ea typeface="JetBrains Mono"/>
                <a:cs typeface="JetBrains Mono"/>
              </a:rPr>
              <a:t>TARIFF PER UNIT</a:t>
            </a:r>
          </a:p>
        </p:txBody>
      </p:sp>
      <p:sp>
        <p:nvSpPr>
          <p:cNvPr id="43" name="s17 text 17">
            <a:extLst>
              <a:ext uri="{FF2B5EF4-FFF2-40B4-BE49-F238E27FC236}">
                <a16:creationId xmlns:a16="http://schemas.microsoft.com/office/drawing/2014/main" id="{279C4367-95DA-4A8E-A9E2-96E217EF2B01}"/>
              </a:ext>
            </a:extLst>
          </p:cNvPr>
          <p:cNvSpPr>
            <a:spLocks noGrp="1"/>
          </p:cNvSpPr>
          <p:nvPr/>
        </p:nvSpPr>
        <p:spPr>
          <a:xfrm>
            <a:off x="7208043" y="2993517"/>
            <a:ext cx="754380" cy="520522"/>
          </a:xfrm>
          <a:prstGeom prst="rect">
            <a:avLst/>
          </a:prstGeom>
          <a:noFill/>
          <a:ln w="0">
            <a:noFill/>
            <a:prstDash val="solid"/>
          </a:ln>
        </p:spPr>
        <p:txBody>
          <a:bodyPr wrap="none" lIns="0" tIns="0" rIns="0" bIns="0" anchor="t">
            <a:noAutofit/>
          </a:bodyPr>
          <a:lstStyle>
            <a:defPPr algn="l">
              <a:defRPr sz="2700" b="1" i="0" kern="0" spc="-9">
                <a:solidFill>
                  <a:srgbClr val="0A2540"/>
                </a:solidFill>
                <a:latin typeface="JetBrains Mono"/>
                <a:ea typeface="JetBrains Mono"/>
                <a:cs typeface="JetBrains Mono"/>
              </a:defRPr>
            </a:defPPr>
            <a:lvl1pPr algn="l">
              <a:defRPr sz="2700" b="1" i="0" kern="0" spc="-9">
                <a:solidFill>
                  <a:srgbClr val="0A2540"/>
                </a:solidFill>
                <a:latin typeface="JetBrains Mono"/>
                <a:ea typeface="JetBrains Mono"/>
                <a:cs typeface="JetBrains Mono"/>
              </a:defRPr>
            </a:lvl1pPr>
            <a:lvl2pPr algn="l">
              <a:defRPr sz="2700" b="1" i="0" kern="0" spc="-9">
                <a:solidFill>
                  <a:srgbClr val="0A2540"/>
                </a:solidFill>
                <a:latin typeface="JetBrains Mono"/>
                <a:ea typeface="JetBrains Mono"/>
                <a:cs typeface="JetBrains Mono"/>
              </a:defRPr>
            </a:lvl2pPr>
            <a:lvl3pPr algn="l">
              <a:defRPr sz="2700" b="1" i="0" kern="0" spc="-9">
                <a:solidFill>
                  <a:srgbClr val="0A2540"/>
                </a:solidFill>
                <a:latin typeface="JetBrains Mono"/>
                <a:ea typeface="JetBrains Mono"/>
                <a:cs typeface="JetBrains Mono"/>
              </a:defRPr>
            </a:lvl3pPr>
            <a:lvl4pPr algn="l">
              <a:defRPr sz="2700" b="1" i="0" kern="0" spc="-9">
                <a:solidFill>
                  <a:srgbClr val="0A2540"/>
                </a:solidFill>
                <a:latin typeface="JetBrains Mono"/>
                <a:ea typeface="JetBrains Mono"/>
                <a:cs typeface="JetBrains Mono"/>
              </a:defRPr>
            </a:lvl4pPr>
            <a:lvl5pPr algn="l">
              <a:defRPr sz="2700" b="1" i="0" kern="0" spc="-9">
                <a:solidFill>
                  <a:srgbClr val="0A2540"/>
                </a:solidFill>
                <a:latin typeface="JetBrains Mono"/>
                <a:ea typeface="JetBrains Mono"/>
                <a:cs typeface="JetBrains Mono"/>
              </a:defRPr>
            </a:lvl5pPr>
            <a:lvl6pPr algn="l">
              <a:defRPr sz="2700" b="1" i="0" kern="0" spc="-9">
                <a:solidFill>
                  <a:srgbClr val="0A2540"/>
                </a:solidFill>
                <a:latin typeface="JetBrains Mono"/>
                <a:ea typeface="JetBrains Mono"/>
                <a:cs typeface="JetBrains Mono"/>
              </a:defRPr>
            </a:lvl6pPr>
            <a:lvl7pPr algn="l">
              <a:defRPr sz="2700" b="1" i="0" kern="0" spc="-9">
                <a:solidFill>
                  <a:srgbClr val="0A2540"/>
                </a:solidFill>
                <a:latin typeface="JetBrains Mono"/>
                <a:ea typeface="JetBrains Mono"/>
                <a:cs typeface="JetBrains Mono"/>
              </a:defRPr>
            </a:lvl7pPr>
            <a:lvl8pPr algn="l">
              <a:defRPr sz="2700" b="1" i="0" kern="0" spc="-9">
                <a:solidFill>
                  <a:srgbClr val="0A2540"/>
                </a:solidFill>
                <a:latin typeface="JetBrains Mono"/>
                <a:ea typeface="JetBrains Mono"/>
                <a:cs typeface="JetBrains Mono"/>
              </a:defRPr>
            </a:lvl8pPr>
            <a:lvl9pPr algn="l">
              <a:defRPr sz="2700" b="1" i="0" kern="0" spc="-9">
                <a:solidFill>
                  <a:srgbClr val="0A2540"/>
                </a:solidFill>
                <a:latin typeface="JetBrains Mono"/>
                <a:ea typeface="JetBrains Mono"/>
                <a:cs typeface="JetBrains Mono"/>
              </a:defRPr>
            </a:lvl9pPr>
          </a:lstStyle>
          <a:p>
            <a:pPr algn="l">
              <a:lnSpc>
                <a:spcPct val="100000"/>
              </a:lnSpc>
              <a:buNone/>
              <a:defRPr sz="2700" b="1" i="0" kern="0" spc="-9">
                <a:solidFill>
                  <a:srgbClr val="0A2540"/>
                </a:solidFill>
                <a:latin typeface="JetBrains Mono"/>
                <a:ea typeface="JetBrains Mono"/>
                <a:cs typeface="JetBrains Mono"/>
              </a:defRPr>
            </a:pPr>
            <a:r>
              <a:rPr sz="2700" b="1" i="0" kern="0" spc="-9">
                <a:solidFill>
                  <a:srgbClr val="0A2540"/>
                </a:solidFill>
                <a:latin typeface="JetBrains Mono"/>
                <a:ea typeface="JetBrains Mono"/>
                <a:cs typeface="JetBrains Mono"/>
              </a:rPr>
              <a:t>$25</a:t>
            </a:r>
          </a:p>
        </p:txBody>
      </p:sp>
      <p:sp>
        <p:nvSpPr>
          <p:cNvPr id="44" name="s17 text 18">
            <a:extLst>
              <a:ext uri="{FF2B5EF4-FFF2-40B4-BE49-F238E27FC236}">
                <a16:creationId xmlns:a16="http://schemas.microsoft.com/office/drawing/2014/main" id="{C63FC46E-A90F-424B-8CEC-0F9DD8325FB7}"/>
              </a:ext>
            </a:extLst>
          </p:cNvPr>
          <p:cNvSpPr>
            <a:spLocks noGrp="1"/>
          </p:cNvSpPr>
          <p:nvPr/>
        </p:nvSpPr>
        <p:spPr>
          <a:xfrm>
            <a:off x="10358437" y="2891218"/>
            <a:ext cx="1506182" cy="151819"/>
          </a:xfrm>
          <a:prstGeom prst="rect">
            <a:avLst/>
          </a:prstGeom>
          <a:noFill/>
          <a:ln w="0">
            <a:noFill/>
            <a:prstDash val="solid"/>
          </a:ln>
        </p:spPr>
        <p:txBody>
          <a:bodyPr wrap="none" lIns="0" tIns="0" rIns="0" bIns="0" anchor="t">
            <a:noAutofit/>
          </a:bodyPr>
          <a:lstStyle>
            <a:defPPr algn="l">
              <a:defRPr sz="787" b="0" i="0" kern="0" spc="110">
                <a:solidFill>
                  <a:srgbClr val="8B98AD"/>
                </a:solidFill>
                <a:latin typeface="JetBrains Mono"/>
                <a:ea typeface="JetBrains Mono"/>
                <a:cs typeface="JetBrains Mono"/>
              </a:defRPr>
            </a:defPPr>
            <a:lvl1pPr algn="l">
              <a:defRPr sz="787" b="0" i="0" kern="0" spc="110">
                <a:solidFill>
                  <a:srgbClr val="8B98AD"/>
                </a:solidFill>
                <a:latin typeface="JetBrains Mono"/>
                <a:ea typeface="JetBrains Mono"/>
                <a:cs typeface="JetBrains Mono"/>
              </a:defRPr>
            </a:lvl1pPr>
            <a:lvl2pPr algn="l">
              <a:defRPr sz="787" b="0" i="0" kern="0" spc="110">
                <a:solidFill>
                  <a:srgbClr val="8B98AD"/>
                </a:solidFill>
                <a:latin typeface="JetBrains Mono"/>
                <a:ea typeface="JetBrains Mono"/>
                <a:cs typeface="JetBrains Mono"/>
              </a:defRPr>
            </a:lvl2pPr>
            <a:lvl3pPr algn="l">
              <a:defRPr sz="787" b="0" i="0" kern="0" spc="110">
                <a:solidFill>
                  <a:srgbClr val="8B98AD"/>
                </a:solidFill>
                <a:latin typeface="JetBrains Mono"/>
                <a:ea typeface="JetBrains Mono"/>
                <a:cs typeface="JetBrains Mono"/>
              </a:defRPr>
            </a:lvl3pPr>
            <a:lvl4pPr algn="l">
              <a:defRPr sz="787" b="0" i="0" kern="0" spc="110">
                <a:solidFill>
                  <a:srgbClr val="8B98AD"/>
                </a:solidFill>
                <a:latin typeface="JetBrains Mono"/>
                <a:ea typeface="JetBrains Mono"/>
                <a:cs typeface="JetBrains Mono"/>
              </a:defRPr>
            </a:lvl4pPr>
            <a:lvl5pPr algn="l">
              <a:defRPr sz="787" b="0" i="0" kern="0" spc="110">
                <a:solidFill>
                  <a:srgbClr val="8B98AD"/>
                </a:solidFill>
                <a:latin typeface="JetBrains Mono"/>
                <a:ea typeface="JetBrains Mono"/>
                <a:cs typeface="JetBrains Mono"/>
              </a:defRPr>
            </a:lvl5pPr>
            <a:lvl6pPr algn="l">
              <a:defRPr sz="787" b="0" i="0" kern="0" spc="110">
                <a:solidFill>
                  <a:srgbClr val="8B98AD"/>
                </a:solidFill>
                <a:latin typeface="JetBrains Mono"/>
                <a:ea typeface="JetBrains Mono"/>
                <a:cs typeface="JetBrains Mono"/>
              </a:defRPr>
            </a:lvl6pPr>
            <a:lvl7pPr algn="l">
              <a:defRPr sz="787" b="0" i="0" kern="0" spc="110">
                <a:solidFill>
                  <a:srgbClr val="8B98AD"/>
                </a:solidFill>
                <a:latin typeface="JetBrains Mono"/>
                <a:ea typeface="JetBrains Mono"/>
                <a:cs typeface="JetBrains Mono"/>
              </a:defRPr>
            </a:lvl7pPr>
            <a:lvl8pPr algn="l">
              <a:defRPr sz="787" b="0" i="0" kern="0" spc="110">
                <a:solidFill>
                  <a:srgbClr val="8B98AD"/>
                </a:solidFill>
                <a:latin typeface="JetBrains Mono"/>
                <a:ea typeface="JetBrains Mono"/>
                <a:cs typeface="JetBrains Mono"/>
              </a:defRPr>
            </a:lvl8pPr>
            <a:lvl9pPr algn="l">
              <a:defRPr sz="787" b="0" i="0" kern="0" spc="110">
                <a:solidFill>
                  <a:srgbClr val="8B98AD"/>
                </a:solidFill>
                <a:latin typeface="JetBrains Mono"/>
                <a:ea typeface="JetBrains Mono"/>
                <a:cs typeface="JetBrains Mono"/>
              </a:defRPr>
            </a:lvl9pPr>
          </a:lstStyle>
          <a:p>
            <a:pPr algn="l">
              <a:lnSpc>
                <a:spcPct val="100000"/>
              </a:lnSpc>
              <a:buNone/>
              <a:defRPr sz="787" b="0" i="0" kern="0" spc="110">
                <a:solidFill>
                  <a:srgbClr val="8B98AD"/>
                </a:solidFill>
                <a:latin typeface="JetBrains Mono"/>
                <a:ea typeface="JetBrains Mono"/>
                <a:cs typeface="JetBrains Mono"/>
              </a:defRPr>
            </a:pPr>
            <a:r>
              <a:rPr sz="787" b="0" i="0" kern="0" spc="110">
                <a:solidFill>
                  <a:srgbClr val="8B98AD"/>
                </a:solidFill>
                <a:latin typeface="JetBrains Mono"/>
                <a:ea typeface="JetBrains Mono"/>
                <a:cs typeface="JetBrains Mono"/>
              </a:rPr>
              <a:t>IMPORTS AFTER TARIFF</a:t>
            </a:r>
          </a:p>
        </p:txBody>
      </p:sp>
      <p:sp>
        <p:nvSpPr>
          <p:cNvPr id="45" name="s17 text 19">
            <a:extLst>
              <a:ext uri="{FF2B5EF4-FFF2-40B4-BE49-F238E27FC236}">
                <a16:creationId xmlns:a16="http://schemas.microsoft.com/office/drawing/2014/main" id="{2D5D4AA7-55CF-430E-8C36-95B32363009C}"/>
              </a:ext>
            </a:extLst>
          </p:cNvPr>
          <p:cNvSpPr>
            <a:spLocks noGrp="1"/>
          </p:cNvSpPr>
          <p:nvPr/>
        </p:nvSpPr>
        <p:spPr>
          <a:xfrm>
            <a:off x="10358437" y="2993517"/>
            <a:ext cx="1165860" cy="520522"/>
          </a:xfrm>
          <a:prstGeom prst="rect">
            <a:avLst/>
          </a:prstGeom>
          <a:noFill/>
          <a:ln w="0">
            <a:noFill/>
            <a:prstDash val="solid"/>
          </a:ln>
        </p:spPr>
        <p:txBody>
          <a:bodyPr wrap="none" lIns="0" tIns="0" rIns="0" bIns="0" anchor="t">
            <a:noAutofit/>
          </a:bodyPr>
          <a:lstStyle>
            <a:defPPr algn="l">
              <a:defRPr sz="2700" b="1" i="0" kern="0" spc="-9">
                <a:solidFill>
                  <a:srgbClr val="0A2540"/>
                </a:solidFill>
                <a:latin typeface="JetBrains Mono"/>
                <a:ea typeface="JetBrains Mono"/>
                <a:cs typeface="JetBrains Mono"/>
              </a:defRPr>
            </a:defPPr>
            <a:lvl1pPr algn="l">
              <a:defRPr sz="2700" b="1" i="0" kern="0" spc="-9">
                <a:solidFill>
                  <a:srgbClr val="0A2540"/>
                </a:solidFill>
                <a:latin typeface="JetBrains Mono"/>
                <a:ea typeface="JetBrains Mono"/>
                <a:cs typeface="JetBrains Mono"/>
              </a:defRPr>
            </a:lvl1pPr>
            <a:lvl2pPr algn="l">
              <a:defRPr sz="2700" b="1" i="0" kern="0" spc="-9">
                <a:solidFill>
                  <a:srgbClr val="0A2540"/>
                </a:solidFill>
                <a:latin typeface="JetBrains Mono"/>
                <a:ea typeface="JetBrains Mono"/>
                <a:cs typeface="JetBrains Mono"/>
              </a:defRPr>
            </a:lvl2pPr>
            <a:lvl3pPr algn="l">
              <a:defRPr sz="2700" b="1" i="0" kern="0" spc="-9">
                <a:solidFill>
                  <a:srgbClr val="0A2540"/>
                </a:solidFill>
                <a:latin typeface="JetBrains Mono"/>
                <a:ea typeface="JetBrains Mono"/>
                <a:cs typeface="JetBrains Mono"/>
              </a:defRPr>
            </a:lvl3pPr>
            <a:lvl4pPr algn="l">
              <a:defRPr sz="2700" b="1" i="0" kern="0" spc="-9">
                <a:solidFill>
                  <a:srgbClr val="0A2540"/>
                </a:solidFill>
                <a:latin typeface="JetBrains Mono"/>
                <a:ea typeface="JetBrains Mono"/>
                <a:cs typeface="JetBrains Mono"/>
              </a:defRPr>
            </a:lvl4pPr>
            <a:lvl5pPr algn="l">
              <a:defRPr sz="2700" b="1" i="0" kern="0" spc="-9">
                <a:solidFill>
                  <a:srgbClr val="0A2540"/>
                </a:solidFill>
                <a:latin typeface="JetBrains Mono"/>
                <a:ea typeface="JetBrains Mono"/>
                <a:cs typeface="JetBrains Mono"/>
              </a:defRPr>
            </a:lvl5pPr>
            <a:lvl6pPr algn="l">
              <a:defRPr sz="2700" b="1" i="0" kern="0" spc="-9">
                <a:solidFill>
                  <a:srgbClr val="0A2540"/>
                </a:solidFill>
                <a:latin typeface="JetBrains Mono"/>
                <a:ea typeface="JetBrains Mono"/>
                <a:cs typeface="JetBrains Mono"/>
              </a:defRPr>
            </a:lvl6pPr>
            <a:lvl7pPr algn="l">
              <a:defRPr sz="2700" b="1" i="0" kern="0" spc="-9">
                <a:solidFill>
                  <a:srgbClr val="0A2540"/>
                </a:solidFill>
                <a:latin typeface="JetBrains Mono"/>
                <a:ea typeface="JetBrains Mono"/>
                <a:cs typeface="JetBrains Mono"/>
              </a:defRPr>
            </a:lvl7pPr>
            <a:lvl8pPr algn="l">
              <a:defRPr sz="2700" b="1" i="0" kern="0" spc="-9">
                <a:solidFill>
                  <a:srgbClr val="0A2540"/>
                </a:solidFill>
                <a:latin typeface="JetBrains Mono"/>
                <a:ea typeface="JetBrains Mono"/>
                <a:cs typeface="JetBrains Mono"/>
              </a:defRPr>
            </a:lvl8pPr>
            <a:lvl9pPr algn="l">
              <a:defRPr sz="2700" b="1" i="0" kern="0" spc="-9">
                <a:solidFill>
                  <a:srgbClr val="0A2540"/>
                </a:solidFill>
                <a:latin typeface="JetBrains Mono"/>
                <a:ea typeface="JetBrains Mono"/>
                <a:cs typeface="JetBrains Mono"/>
              </a:defRPr>
            </a:lvl9pPr>
          </a:lstStyle>
          <a:p>
            <a:pPr algn="l">
              <a:lnSpc>
                <a:spcPct val="100000"/>
              </a:lnSpc>
              <a:buNone/>
              <a:defRPr sz="2700" b="1" i="0" kern="0" spc="-9">
                <a:solidFill>
                  <a:srgbClr val="0A2540"/>
                </a:solidFill>
                <a:latin typeface="JetBrains Mono"/>
                <a:ea typeface="JetBrains Mono"/>
                <a:cs typeface="JetBrains Mono"/>
              </a:defRPr>
            </a:pPr>
            <a:r>
              <a:rPr sz="2700" b="1" i="0" kern="0" spc="-9">
                <a:solidFill>
                  <a:srgbClr val="0A2540"/>
                </a:solidFill>
                <a:latin typeface="JetBrains Mono"/>
                <a:ea typeface="JetBrains Mono"/>
                <a:cs typeface="JetBrains Mono"/>
              </a:rPr>
              <a:t>3,600</a:t>
            </a:r>
          </a:p>
        </p:txBody>
      </p:sp>
      <p:sp>
        <p:nvSpPr>
          <p:cNvPr id="46" name="s17 text 20">
            <a:extLst>
              <a:ext uri="{FF2B5EF4-FFF2-40B4-BE49-F238E27FC236}">
                <a16:creationId xmlns:a16="http://schemas.microsoft.com/office/drawing/2014/main" id="{DBCCE77F-30A2-402C-B22D-F3D74CD69991}"/>
              </a:ext>
            </a:extLst>
          </p:cNvPr>
          <p:cNvSpPr>
            <a:spLocks noGrp="1"/>
          </p:cNvSpPr>
          <p:nvPr/>
        </p:nvSpPr>
        <p:spPr>
          <a:xfrm>
            <a:off x="7236618" y="3883967"/>
            <a:ext cx="1817084" cy="218685"/>
          </a:xfrm>
          <a:prstGeom prst="rect">
            <a:avLst/>
          </a:prstGeom>
          <a:noFill/>
          <a:ln w="0">
            <a:noFill/>
            <a:prstDash val="solid"/>
          </a:ln>
        </p:spPr>
        <p:txBody>
          <a:bodyPr wrap="none" lIns="0" tIns="0" rIns="0" bIns="0" anchor="t">
            <a:noAutofit/>
          </a:bodyPr>
          <a:lstStyle>
            <a:defPPr algn="l">
              <a:defRPr sz="1237" b="0" i="0" kern="0" spc="-9">
                <a:solidFill>
                  <a:srgbClr val="0A2540"/>
                </a:solidFill>
                <a:latin typeface="Inter SemiBold"/>
                <a:ea typeface="Inter SemiBold"/>
                <a:cs typeface="Inter SemiBold"/>
              </a:defRPr>
            </a:defPPr>
            <a:lvl1pPr algn="l">
              <a:defRPr sz="1237" b="0" i="0" kern="0" spc="-9">
                <a:solidFill>
                  <a:srgbClr val="0A2540"/>
                </a:solidFill>
                <a:latin typeface="Inter SemiBold"/>
                <a:ea typeface="Inter SemiBold"/>
                <a:cs typeface="Inter SemiBold"/>
              </a:defRPr>
            </a:lvl1pPr>
            <a:lvl2pPr algn="l">
              <a:defRPr sz="1237" b="0" i="0" kern="0" spc="-9">
                <a:solidFill>
                  <a:srgbClr val="0A2540"/>
                </a:solidFill>
                <a:latin typeface="Inter SemiBold"/>
                <a:ea typeface="Inter SemiBold"/>
                <a:cs typeface="Inter SemiBold"/>
              </a:defRPr>
            </a:lvl2pPr>
            <a:lvl3pPr algn="l">
              <a:defRPr sz="1237" b="0" i="0" kern="0" spc="-9">
                <a:solidFill>
                  <a:srgbClr val="0A2540"/>
                </a:solidFill>
                <a:latin typeface="Inter SemiBold"/>
                <a:ea typeface="Inter SemiBold"/>
                <a:cs typeface="Inter SemiBold"/>
              </a:defRPr>
            </a:lvl3pPr>
            <a:lvl4pPr algn="l">
              <a:defRPr sz="1237" b="0" i="0" kern="0" spc="-9">
                <a:solidFill>
                  <a:srgbClr val="0A2540"/>
                </a:solidFill>
                <a:latin typeface="Inter SemiBold"/>
                <a:ea typeface="Inter SemiBold"/>
                <a:cs typeface="Inter SemiBold"/>
              </a:defRPr>
            </a:lvl4pPr>
            <a:lvl5pPr algn="l">
              <a:defRPr sz="1237" b="0" i="0" kern="0" spc="-9">
                <a:solidFill>
                  <a:srgbClr val="0A2540"/>
                </a:solidFill>
                <a:latin typeface="Inter SemiBold"/>
                <a:ea typeface="Inter SemiBold"/>
                <a:cs typeface="Inter SemiBold"/>
              </a:defRPr>
            </a:lvl5pPr>
            <a:lvl6pPr algn="l">
              <a:defRPr sz="1237" b="0" i="0" kern="0" spc="-9">
                <a:solidFill>
                  <a:srgbClr val="0A2540"/>
                </a:solidFill>
                <a:latin typeface="Inter SemiBold"/>
                <a:ea typeface="Inter SemiBold"/>
                <a:cs typeface="Inter SemiBold"/>
              </a:defRPr>
            </a:lvl6pPr>
            <a:lvl7pPr algn="l">
              <a:defRPr sz="1237" b="0" i="0" kern="0" spc="-9">
                <a:solidFill>
                  <a:srgbClr val="0A2540"/>
                </a:solidFill>
                <a:latin typeface="Inter SemiBold"/>
                <a:ea typeface="Inter SemiBold"/>
                <a:cs typeface="Inter SemiBold"/>
              </a:defRPr>
            </a:lvl7pPr>
            <a:lvl8pPr algn="l">
              <a:defRPr sz="1237" b="0" i="0" kern="0" spc="-9">
                <a:solidFill>
                  <a:srgbClr val="0A2540"/>
                </a:solidFill>
                <a:latin typeface="Inter SemiBold"/>
                <a:ea typeface="Inter SemiBold"/>
                <a:cs typeface="Inter SemiBold"/>
              </a:defRPr>
            </a:lvl8pPr>
            <a:lvl9pPr algn="l">
              <a:defRPr sz="1237" b="0" i="0" kern="0" spc="-9">
                <a:solidFill>
                  <a:srgbClr val="0A2540"/>
                </a:solidFill>
                <a:latin typeface="Inter SemiBold"/>
                <a:ea typeface="Inter SemiBold"/>
                <a:cs typeface="Inter SemiBold"/>
              </a:defRPr>
            </a:lvl9pPr>
          </a:lstStyle>
          <a:p>
            <a:pPr algn="l">
              <a:lnSpc>
                <a:spcPct val="100000"/>
              </a:lnSpc>
              <a:buNone/>
              <a:defRPr sz="1237" b="0" i="0" kern="0" spc="-9">
                <a:solidFill>
                  <a:srgbClr val="0A2540"/>
                </a:solidFill>
                <a:latin typeface="Inter SemiBold"/>
                <a:ea typeface="Inter SemiBold"/>
                <a:cs typeface="Inter SemiBold"/>
              </a:defRPr>
            </a:pPr>
            <a:r>
              <a:rPr sz="1237" b="0" i="0" kern="0" spc="-9">
                <a:solidFill>
                  <a:srgbClr val="0A2540"/>
                </a:solidFill>
                <a:latin typeface="Inter SemiBold"/>
                <a:ea typeface="Inter SemiBold"/>
                <a:cs typeface="Inter SemiBold"/>
              </a:rPr>
              <a:t>Where the money goes</a:t>
            </a:r>
          </a:p>
        </p:txBody>
      </p:sp>
      <p:sp>
        <p:nvSpPr>
          <p:cNvPr id="47" name="s17 text 21">
            <a:extLst>
              <a:ext uri="{FF2B5EF4-FFF2-40B4-BE49-F238E27FC236}">
                <a16:creationId xmlns:a16="http://schemas.microsoft.com/office/drawing/2014/main" id="{B9E3112F-3F32-417B-AD6D-D2C60CDFC80F}"/>
              </a:ext>
            </a:extLst>
          </p:cNvPr>
          <p:cNvSpPr>
            <a:spLocks noGrp="1"/>
          </p:cNvSpPr>
          <p:nvPr/>
        </p:nvSpPr>
        <p:spPr>
          <a:xfrm>
            <a:off x="7236618" y="4285134"/>
            <a:ext cx="3595878"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The government collects the price gap</a:t>
            </a:r>
          </a:p>
        </p:txBody>
      </p:sp>
      <p:sp>
        <p:nvSpPr>
          <p:cNvPr id="48" name="s17 text 22">
            <a:extLst>
              <a:ext uri="{FF2B5EF4-FFF2-40B4-BE49-F238E27FC236}">
                <a16:creationId xmlns:a16="http://schemas.microsoft.com/office/drawing/2014/main" id="{A4FB6A32-CC5D-4914-9C34-6666C944A5A9}"/>
              </a:ext>
            </a:extLst>
          </p:cNvPr>
          <p:cNvSpPr>
            <a:spLocks noGrp="1"/>
          </p:cNvSpPr>
          <p:nvPr/>
        </p:nvSpPr>
        <p:spPr>
          <a:xfrm>
            <a:off x="10766301" y="4287053"/>
            <a:ext cx="1269149" cy="275226"/>
          </a:xfrm>
          <a:prstGeom prst="rect">
            <a:avLst/>
          </a:prstGeom>
          <a:noFill/>
          <a:ln w="0">
            <a:noFill/>
            <a:prstDash val="solid"/>
          </a:ln>
        </p:spPr>
        <p:txBody>
          <a:bodyPr wrap="none" lIns="0" tIns="0" rIns="0" bIns="0" anchor="t">
            <a:noAutofit/>
          </a:bodyPr>
          <a:lstStyle>
            <a:defPPr algn="l">
              <a:defRPr sz="1428" b="0" i="0" kern="0" spc="-9">
                <a:solidFill>
                  <a:srgbClr val="3D4D68"/>
                </a:solidFill>
                <a:latin typeface="JetBrains Mono"/>
                <a:ea typeface="JetBrains Mono"/>
                <a:cs typeface="JetBrains Mono"/>
              </a:defRPr>
            </a:defPPr>
            <a:lvl1pPr algn="l">
              <a:defRPr sz="1428" b="0" i="0" kern="0" spc="-9">
                <a:solidFill>
                  <a:srgbClr val="3D4D68"/>
                </a:solidFill>
                <a:latin typeface="JetBrains Mono"/>
                <a:ea typeface="JetBrains Mono"/>
                <a:cs typeface="JetBrains Mono"/>
              </a:defRPr>
            </a:lvl1pPr>
            <a:lvl2pPr algn="l">
              <a:defRPr sz="1428" b="0" i="0" kern="0" spc="-9">
                <a:solidFill>
                  <a:srgbClr val="3D4D68"/>
                </a:solidFill>
                <a:latin typeface="JetBrains Mono"/>
                <a:ea typeface="JetBrains Mono"/>
                <a:cs typeface="JetBrains Mono"/>
              </a:defRPr>
            </a:lvl2pPr>
            <a:lvl3pPr algn="l">
              <a:defRPr sz="1428" b="0" i="0" kern="0" spc="-9">
                <a:solidFill>
                  <a:srgbClr val="3D4D68"/>
                </a:solidFill>
                <a:latin typeface="JetBrains Mono"/>
                <a:ea typeface="JetBrains Mono"/>
                <a:cs typeface="JetBrains Mono"/>
              </a:defRPr>
            </a:lvl3pPr>
            <a:lvl4pPr algn="l">
              <a:defRPr sz="1428" b="0" i="0" kern="0" spc="-9">
                <a:solidFill>
                  <a:srgbClr val="3D4D68"/>
                </a:solidFill>
                <a:latin typeface="JetBrains Mono"/>
                <a:ea typeface="JetBrains Mono"/>
                <a:cs typeface="JetBrains Mono"/>
              </a:defRPr>
            </a:lvl4pPr>
            <a:lvl5pPr algn="l">
              <a:defRPr sz="1428" b="0" i="0" kern="0" spc="-9">
                <a:solidFill>
                  <a:srgbClr val="3D4D68"/>
                </a:solidFill>
                <a:latin typeface="JetBrains Mono"/>
                <a:ea typeface="JetBrains Mono"/>
                <a:cs typeface="JetBrains Mono"/>
              </a:defRPr>
            </a:lvl5pPr>
            <a:lvl6pPr algn="l">
              <a:defRPr sz="1428" b="0" i="0" kern="0" spc="-9">
                <a:solidFill>
                  <a:srgbClr val="3D4D68"/>
                </a:solidFill>
                <a:latin typeface="JetBrains Mono"/>
                <a:ea typeface="JetBrains Mono"/>
                <a:cs typeface="JetBrains Mono"/>
              </a:defRPr>
            </a:lvl6pPr>
            <a:lvl7pPr algn="l">
              <a:defRPr sz="1428" b="0" i="0" kern="0" spc="-9">
                <a:solidFill>
                  <a:srgbClr val="3D4D68"/>
                </a:solidFill>
                <a:latin typeface="JetBrains Mono"/>
                <a:ea typeface="JetBrains Mono"/>
                <a:cs typeface="JetBrains Mono"/>
              </a:defRPr>
            </a:lvl7pPr>
            <a:lvl8pPr algn="l">
              <a:defRPr sz="1428" b="0" i="0" kern="0" spc="-9">
                <a:solidFill>
                  <a:srgbClr val="3D4D68"/>
                </a:solidFill>
                <a:latin typeface="JetBrains Mono"/>
                <a:ea typeface="JetBrains Mono"/>
                <a:cs typeface="JetBrains Mono"/>
              </a:defRPr>
            </a:lvl8pPr>
            <a:lvl9pPr algn="l">
              <a:defRPr sz="1428" b="0" i="0" kern="0" spc="-9">
                <a:solidFill>
                  <a:srgbClr val="3D4D68"/>
                </a:solidFill>
                <a:latin typeface="JetBrains Mono"/>
                <a:ea typeface="JetBrains Mono"/>
                <a:cs typeface="JetBrains Mono"/>
              </a:defRPr>
            </a:lvl9pPr>
          </a:lstStyle>
          <a:p>
            <a:pPr algn="l">
              <a:lnSpc>
                <a:spcPct val="100000"/>
              </a:lnSpc>
              <a:buNone/>
              <a:defRPr sz="1428" b="0" i="0" kern="0" spc="-9">
                <a:solidFill>
                  <a:srgbClr val="3D4D68"/>
                </a:solidFill>
                <a:latin typeface="JetBrains Mono"/>
                <a:ea typeface="JetBrains Mono"/>
                <a:cs typeface="JetBrains Mono"/>
              </a:defRPr>
            </a:pPr>
            <a:r>
              <a:rPr sz="1428" b="0" i="0" kern="0" spc="-9">
                <a:solidFill>
                  <a:srgbClr val="3D4D68"/>
                </a:solidFill>
                <a:latin typeface="JetBrains Mono"/>
                <a:ea typeface="JetBrains Mono"/>
                <a:cs typeface="JetBrains Mono"/>
              </a:rPr>
              <a:t>$625 − $600</a:t>
            </a:r>
          </a:p>
        </p:txBody>
      </p:sp>
      <p:sp>
        <p:nvSpPr>
          <p:cNvPr id="49" name="s17 text 23">
            <a:extLst>
              <a:ext uri="{FF2B5EF4-FFF2-40B4-BE49-F238E27FC236}">
                <a16:creationId xmlns:a16="http://schemas.microsoft.com/office/drawing/2014/main" id="{AA83423D-6C28-4B71-851A-B6064D3968EB}"/>
              </a:ext>
            </a:extLst>
          </p:cNvPr>
          <p:cNvSpPr>
            <a:spLocks noGrp="1"/>
          </p:cNvSpPr>
          <p:nvPr/>
        </p:nvSpPr>
        <p:spPr>
          <a:xfrm>
            <a:off x="12003259" y="4285134"/>
            <a:ext cx="1049179"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on each of</a:t>
            </a:r>
          </a:p>
        </p:txBody>
      </p:sp>
      <p:sp>
        <p:nvSpPr>
          <p:cNvPr id="50" name="s17 text 24">
            <a:extLst>
              <a:ext uri="{FF2B5EF4-FFF2-40B4-BE49-F238E27FC236}">
                <a16:creationId xmlns:a16="http://schemas.microsoft.com/office/drawing/2014/main" id="{732BB97D-FBB3-4A5E-9C04-C75FD1FFB78F}"/>
              </a:ext>
            </a:extLst>
          </p:cNvPr>
          <p:cNvSpPr>
            <a:spLocks noGrp="1"/>
          </p:cNvSpPr>
          <p:nvPr/>
        </p:nvSpPr>
        <p:spPr>
          <a:xfrm>
            <a:off x="7236618" y="4563740"/>
            <a:ext cx="5765483"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the 3,600 handbags that are still imported. This is the one gain</a:t>
            </a:r>
          </a:p>
        </p:txBody>
      </p:sp>
      <p:sp>
        <p:nvSpPr>
          <p:cNvPr id="51" name="s17 text 25">
            <a:extLst>
              <a:ext uri="{FF2B5EF4-FFF2-40B4-BE49-F238E27FC236}">
                <a16:creationId xmlns:a16="http://schemas.microsoft.com/office/drawing/2014/main" id="{67B595C8-1A03-492B-8E15-85C9B37A10F1}"/>
              </a:ext>
            </a:extLst>
          </p:cNvPr>
          <p:cNvSpPr>
            <a:spLocks noGrp="1"/>
          </p:cNvSpPr>
          <p:nvPr/>
        </p:nvSpPr>
        <p:spPr>
          <a:xfrm>
            <a:off x="7236618" y="4835202"/>
            <a:ext cx="5785676"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that makes a tariff look attractive — part (f) shows why it is not</a:t>
            </a:r>
          </a:p>
        </p:txBody>
      </p:sp>
      <p:sp>
        <p:nvSpPr>
          <p:cNvPr id="52" name="s17 text 26">
            <a:extLst>
              <a:ext uri="{FF2B5EF4-FFF2-40B4-BE49-F238E27FC236}">
                <a16:creationId xmlns:a16="http://schemas.microsoft.com/office/drawing/2014/main" id="{0EE1ACA6-2A76-4B61-B350-0BAC7D635E42}"/>
              </a:ext>
            </a:extLst>
          </p:cNvPr>
          <p:cNvSpPr>
            <a:spLocks noGrp="1"/>
          </p:cNvSpPr>
          <p:nvPr/>
        </p:nvSpPr>
        <p:spPr>
          <a:xfrm>
            <a:off x="7236618" y="5106665"/>
            <a:ext cx="821150"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enough.</a:t>
            </a:r>
          </a:p>
        </p:txBody>
      </p:sp>
      <p:sp>
        <p:nvSpPr>
          <p:cNvPr id="53" name="s17 text 27">
            <a:extLst>
              <a:ext uri="{FF2B5EF4-FFF2-40B4-BE49-F238E27FC236}">
                <a16:creationId xmlns:a16="http://schemas.microsoft.com/office/drawing/2014/main" id="{9DC40096-2BE4-440D-83CD-57F5BF302A4A}"/>
              </a:ext>
            </a:extLst>
          </p:cNvPr>
          <p:cNvSpPr>
            <a:spLocks noGrp="1"/>
          </p:cNvSpPr>
          <p:nvPr/>
        </p:nvSpPr>
        <p:spPr>
          <a:xfrm>
            <a:off x="514350" y="7370207"/>
            <a:ext cx="1906319"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QUESTION 5.2 · COUNTRY A</a:t>
            </a:r>
          </a:p>
        </p:txBody>
      </p:sp>
      <p:sp>
        <p:nvSpPr>
          <p:cNvPr id="54" name="s17 text 28">
            <a:extLst>
              <a:ext uri="{FF2B5EF4-FFF2-40B4-BE49-F238E27FC236}">
                <a16:creationId xmlns:a16="http://schemas.microsoft.com/office/drawing/2014/main" id="{4246370A-AA2B-46FE-A135-91591A0B34B9}"/>
              </a:ext>
            </a:extLst>
          </p:cNvPr>
          <p:cNvSpPr>
            <a:spLocks noGrp="1"/>
          </p:cNvSpPr>
          <p:nvPr/>
        </p:nvSpPr>
        <p:spPr>
          <a:xfrm>
            <a:off x="12654037" y="7370207"/>
            <a:ext cx="576503"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17 / 26</a:t>
            </a:r>
          </a:p>
        </p:txBody>
      </p:sp>
    </p:spTree>
    <p:extLst>
      <p:ext uri="{BB962C8B-B14F-4D97-AF65-F5344CB8AC3E}">
        <p14:creationId xmlns:p14="http://schemas.microsoft.com/office/powerpoint/2010/main" val="4552305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 name="Blueprint grid">
            <a:extLst>
              <a:ext uri="{FF2B5EF4-FFF2-40B4-BE49-F238E27FC236}">
                <a16:creationId xmlns:a16="http://schemas.microsoft.com/office/drawing/2014/main" id="{E13985A6-F120-47F2-AEF9-FB5C64BC1B42}"/>
              </a:ext>
            </a:extLst>
          </p:cNvPr>
          <p:cNvSpPr>
            <a:spLocks noGrp="1"/>
          </p:cNvSpPr>
          <p:nvPr/>
        </p:nvSpPr>
        <p:spPr>
          <a:xfrm>
            <a:off x="7144" y="0"/>
            <a:ext cx="7144" cy="7715250"/>
          </a:xfrm>
          <a:prstGeom prst="rect">
            <a:avLst/>
          </a:prstGeom>
          <a:solidFill>
            <a:srgbClr val="0A2540">
              <a:alpha val="5000"/>
            </a:srgbClr>
          </a:solidFill>
          <a:ln w="0">
            <a:noFill/>
            <a:prstDash val="solid"/>
          </a:ln>
        </p:spPr>
      </p:sp>
      <p:sp>
        <p:nvSpPr>
          <p:cNvPr id="2" name="Blueprint grid">
            <a:extLst>
              <a:ext uri="{FF2B5EF4-FFF2-40B4-BE49-F238E27FC236}">
                <a16:creationId xmlns:a16="http://schemas.microsoft.com/office/drawing/2014/main" id="{3CC63671-A513-4D21-B09A-1E4CA0AB0C56}"/>
              </a:ext>
            </a:extLst>
          </p:cNvPr>
          <p:cNvSpPr>
            <a:spLocks noGrp="1"/>
          </p:cNvSpPr>
          <p:nvPr/>
        </p:nvSpPr>
        <p:spPr>
          <a:xfrm>
            <a:off x="578644" y="0"/>
            <a:ext cx="7144" cy="7715250"/>
          </a:xfrm>
          <a:prstGeom prst="rect">
            <a:avLst/>
          </a:prstGeom>
          <a:solidFill>
            <a:srgbClr val="0A2540">
              <a:alpha val="5000"/>
            </a:srgbClr>
          </a:solidFill>
          <a:ln w="0">
            <a:noFill/>
            <a:prstDash val="solid"/>
          </a:ln>
        </p:spPr>
      </p:sp>
      <p:sp>
        <p:nvSpPr>
          <p:cNvPr id="3" name="Blueprint grid">
            <a:extLst>
              <a:ext uri="{FF2B5EF4-FFF2-40B4-BE49-F238E27FC236}">
                <a16:creationId xmlns:a16="http://schemas.microsoft.com/office/drawing/2014/main" id="{F1DB96B3-B5F7-4113-B6AD-576E55E6853F}"/>
              </a:ext>
            </a:extLst>
          </p:cNvPr>
          <p:cNvSpPr>
            <a:spLocks noGrp="1"/>
          </p:cNvSpPr>
          <p:nvPr/>
        </p:nvSpPr>
        <p:spPr>
          <a:xfrm>
            <a:off x="9151144" y="0"/>
            <a:ext cx="7144" cy="7715250"/>
          </a:xfrm>
          <a:prstGeom prst="rect">
            <a:avLst/>
          </a:prstGeom>
          <a:solidFill>
            <a:srgbClr val="0A2540">
              <a:alpha val="5000"/>
            </a:srgbClr>
          </a:solidFill>
          <a:ln w="0">
            <a:noFill/>
            <a:prstDash val="solid"/>
          </a:ln>
        </p:spPr>
      </p:sp>
      <p:sp>
        <p:nvSpPr>
          <p:cNvPr id="4" name="Blueprint grid">
            <a:extLst>
              <a:ext uri="{FF2B5EF4-FFF2-40B4-BE49-F238E27FC236}">
                <a16:creationId xmlns:a16="http://schemas.microsoft.com/office/drawing/2014/main" id="{5A39B9D2-3F39-4887-B40A-676B8AA1E54C}"/>
              </a:ext>
            </a:extLst>
          </p:cNvPr>
          <p:cNvSpPr>
            <a:spLocks noGrp="1"/>
          </p:cNvSpPr>
          <p:nvPr/>
        </p:nvSpPr>
        <p:spPr>
          <a:xfrm>
            <a:off x="9436894" y="0"/>
            <a:ext cx="7144" cy="7715250"/>
          </a:xfrm>
          <a:prstGeom prst="rect">
            <a:avLst/>
          </a:prstGeom>
          <a:solidFill>
            <a:srgbClr val="0A2540">
              <a:alpha val="5000"/>
            </a:srgbClr>
          </a:solidFill>
          <a:ln w="0">
            <a:noFill/>
            <a:prstDash val="solid"/>
          </a:ln>
        </p:spPr>
      </p:sp>
      <p:sp>
        <p:nvSpPr>
          <p:cNvPr id="5" name="Blueprint grid">
            <a:extLst>
              <a:ext uri="{FF2B5EF4-FFF2-40B4-BE49-F238E27FC236}">
                <a16:creationId xmlns:a16="http://schemas.microsoft.com/office/drawing/2014/main" id="{B04CB931-05C4-4150-A5A2-350177A97B8B}"/>
              </a:ext>
            </a:extLst>
          </p:cNvPr>
          <p:cNvSpPr>
            <a:spLocks noGrp="1"/>
          </p:cNvSpPr>
          <p:nvPr/>
        </p:nvSpPr>
        <p:spPr>
          <a:xfrm>
            <a:off x="9722644" y="0"/>
            <a:ext cx="7144" cy="7715250"/>
          </a:xfrm>
          <a:prstGeom prst="rect">
            <a:avLst/>
          </a:prstGeom>
          <a:solidFill>
            <a:srgbClr val="0A2540">
              <a:alpha val="5000"/>
            </a:srgbClr>
          </a:solidFill>
          <a:ln w="0">
            <a:noFill/>
            <a:prstDash val="solid"/>
          </a:ln>
        </p:spPr>
      </p:sp>
      <p:sp>
        <p:nvSpPr>
          <p:cNvPr id="6" name="Blueprint grid">
            <a:extLst>
              <a:ext uri="{FF2B5EF4-FFF2-40B4-BE49-F238E27FC236}">
                <a16:creationId xmlns:a16="http://schemas.microsoft.com/office/drawing/2014/main" id="{DF2CF68F-CED7-45C4-BD88-D6C35642ED8E}"/>
              </a:ext>
            </a:extLst>
          </p:cNvPr>
          <p:cNvSpPr>
            <a:spLocks noGrp="1"/>
          </p:cNvSpPr>
          <p:nvPr/>
        </p:nvSpPr>
        <p:spPr>
          <a:xfrm>
            <a:off x="10008394" y="0"/>
            <a:ext cx="7144" cy="7715250"/>
          </a:xfrm>
          <a:prstGeom prst="rect">
            <a:avLst/>
          </a:prstGeom>
          <a:solidFill>
            <a:srgbClr val="0A2540">
              <a:alpha val="5000"/>
            </a:srgbClr>
          </a:solidFill>
          <a:ln w="0">
            <a:noFill/>
            <a:prstDash val="solid"/>
          </a:ln>
        </p:spPr>
      </p:sp>
      <p:sp>
        <p:nvSpPr>
          <p:cNvPr id="7" name="Blueprint grid">
            <a:extLst>
              <a:ext uri="{FF2B5EF4-FFF2-40B4-BE49-F238E27FC236}">
                <a16:creationId xmlns:a16="http://schemas.microsoft.com/office/drawing/2014/main" id="{5D2A136F-928D-40F2-8F92-9C76E569B840}"/>
              </a:ext>
            </a:extLst>
          </p:cNvPr>
          <p:cNvSpPr>
            <a:spLocks noGrp="1"/>
          </p:cNvSpPr>
          <p:nvPr/>
        </p:nvSpPr>
        <p:spPr>
          <a:xfrm>
            <a:off x="10294144" y="0"/>
            <a:ext cx="7144" cy="7715250"/>
          </a:xfrm>
          <a:prstGeom prst="rect">
            <a:avLst/>
          </a:prstGeom>
          <a:solidFill>
            <a:srgbClr val="0A2540">
              <a:alpha val="5000"/>
            </a:srgbClr>
          </a:solidFill>
          <a:ln w="0">
            <a:noFill/>
            <a:prstDash val="solid"/>
          </a:ln>
        </p:spPr>
      </p:sp>
      <p:sp>
        <p:nvSpPr>
          <p:cNvPr id="8" name="Blueprint grid">
            <a:extLst>
              <a:ext uri="{FF2B5EF4-FFF2-40B4-BE49-F238E27FC236}">
                <a16:creationId xmlns:a16="http://schemas.microsoft.com/office/drawing/2014/main" id="{768CFBE8-7B2A-40C3-8244-70081FA6408D}"/>
              </a:ext>
            </a:extLst>
          </p:cNvPr>
          <p:cNvSpPr>
            <a:spLocks noGrp="1"/>
          </p:cNvSpPr>
          <p:nvPr/>
        </p:nvSpPr>
        <p:spPr>
          <a:xfrm>
            <a:off x="10579894" y="0"/>
            <a:ext cx="7144" cy="7715250"/>
          </a:xfrm>
          <a:prstGeom prst="rect">
            <a:avLst/>
          </a:prstGeom>
          <a:solidFill>
            <a:srgbClr val="0A2540">
              <a:alpha val="5000"/>
            </a:srgbClr>
          </a:solidFill>
          <a:ln w="0">
            <a:noFill/>
            <a:prstDash val="solid"/>
          </a:ln>
        </p:spPr>
      </p:sp>
      <p:sp>
        <p:nvSpPr>
          <p:cNvPr id="9" name="Blueprint grid">
            <a:extLst>
              <a:ext uri="{FF2B5EF4-FFF2-40B4-BE49-F238E27FC236}">
                <a16:creationId xmlns:a16="http://schemas.microsoft.com/office/drawing/2014/main" id="{114BC1D3-4D7E-4AEA-9CC1-ACDFFA75E241}"/>
              </a:ext>
            </a:extLst>
          </p:cNvPr>
          <p:cNvSpPr>
            <a:spLocks noGrp="1"/>
          </p:cNvSpPr>
          <p:nvPr/>
        </p:nvSpPr>
        <p:spPr>
          <a:xfrm>
            <a:off x="10865644" y="0"/>
            <a:ext cx="7144" cy="7715250"/>
          </a:xfrm>
          <a:prstGeom prst="rect">
            <a:avLst/>
          </a:prstGeom>
          <a:solidFill>
            <a:srgbClr val="0A2540">
              <a:alpha val="5000"/>
            </a:srgbClr>
          </a:solidFill>
          <a:ln w="0">
            <a:noFill/>
            <a:prstDash val="solid"/>
          </a:ln>
        </p:spPr>
      </p:sp>
      <p:sp>
        <p:nvSpPr>
          <p:cNvPr id="10" name="Layout surface">
            <a:extLst>
              <a:ext uri="{FF2B5EF4-FFF2-40B4-BE49-F238E27FC236}">
                <a16:creationId xmlns:a16="http://schemas.microsoft.com/office/drawing/2014/main" id="{AAD672EF-6C1E-484E-B162-DFFEB9DEDDA9}"/>
              </a:ext>
            </a:extLst>
          </p:cNvPr>
          <p:cNvSpPr>
            <a:spLocks noGrp="1"/>
          </p:cNvSpPr>
          <p:nvPr/>
        </p:nvSpPr>
        <p:spPr>
          <a:xfrm>
            <a:off x="0" y="0"/>
            <a:ext cx="1428750" cy="35719"/>
          </a:xfrm>
          <a:prstGeom prst="rect">
            <a:avLst/>
          </a:prstGeom>
          <a:solidFill>
            <a:srgbClr val="0A2540"/>
          </a:solidFill>
          <a:ln w="0">
            <a:noFill/>
            <a:prstDash val="solid"/>
          </a:ln>
        </p:spPr>
      </p:sp>
      <p:sp>
        <p:nvSpPr>
          <p:cNvPr id="11" name="Layout surface">
            <a:extLst>
              <a:ext uri="{FF2B5EF4-FFF2-40B4-BE49-F238E27FC236}">
                <a16:creationId xmlns:a16="http://schemas.microsoft.com/office/drawing/2014/main" id="{2E7F64D8-6DF8-463B-8DDE-F6FA4180DFD7}"/>
              </a:ext>
            </a:extLst>
          </p:cNvPr>
          <p:cNvSpPr>
            <a:spLocks noGrp="1"/>
          </p:cNvSpPr>
          <p:nvPr/>
        </p:nvSpPr>
        <p:spPr>
          <a:xfrm>
            <a:off x="1428750" y="0"/>
            <a:ext cx="1000125" cy="35719"/>
          </a:xfrm>
          <a:prstGeom prst="rect">
            <a:avLst/>
          </a:prstGeom>
          <a:solidFill>
            <a:srgbClr val="1D4ED8"/>
          </a:solidFill>
          <a:ln w="0">
            <a:noFill/>
            <a:prstDash val="solid"/>
          </a:ln>
        </p:spPr>
      </p:sp>
      <p:sp>
        <p:nvSpPr>
          <p:cNvPr id="12" name="Layout surface">
            <a:extLst>
              <a:ext uri="{FF2B5EF4-FFF2-40B4-BE49-F238E27FC236}">
                <a16:creationId xmlns:a16="http://schemas.microsoft.com/office/drawing/2014/main" id="{9FC92072-5CC6-4D00-8573-1D18A3AF4B08}"/>
              </a:ext>
            </a:extLst>
          </p:cNvPr>
          <p:cNvSpPr>
            <a:spLocks noGrp="1"/>
          </p:cNvSpPr>
          <p:nvPr/>
        </p:nvSpPr>
        <p:spPr>
          <a:xfrm>
            <a:off x="2428875" y="0"/>
            <a:ext cx="11287125" cy="35719"/>
          </a:xfrm>
          <a:prstGeom prst="rect">
            <a:avLst/>
          </a:prstGeom>
          <a:solidFill>
            <a:srgbClr val="0A2540">
              <a:alpha val="16000"/>
            </a:srgbClr>
          </a:solidFill>
          <a:ln w="0">
            <a:noFill/>
            <a:prstDash val="solid"/>
          </a:ln>
        </p:spPr>
      </p:sp>
      <p:sp>
        <p:nvSpPr>
          <p:cNvPr id="13" name="Source layout 5">
            <a:extLst>
              <a:ext uri="{FF2B5EF4-FFF2-40B4-BE49-F238E27FC236}">
                <a16:creationId xmlns:a16="http://schemas.microsoft.com/office/drawing/2014/main" id="{AF70A189-DEA8-4069-A621-807EDC6AF325}"/>
              </a:ext>
            </a:extLst>
          </p:cNvPr>
          <p:cNvSpPr>
            <a:spLocks noGrp="1"/>
          </p:cNvSpPr>
          <p:nvPr/>
        </p:nvSpPr>
        <p:spPr>
          <a:xfrm>
            <a:off x="514350" y="1693069"/>
            <a:ext cx="78581" cy="78581"/>
          </a:xfrm>
          <a:custGeom>
            <a:avLst/>
            <a:gdLst/>
            <a:ahLst/>
            <a:cxnLst/>
            <a:rect l="0" t="0" r="0" b="0"/>
            <a:pathLst>
              <a:path w="78581" h="78581">
                <a:moveTo>
                  <a:pt x="0" y="0"/>
                </a:moveTo>
                <a:lnTo>
                  <a:pt x="78581" y="0"/>
                </a:lnTo>
                <a:lnTo>
                  <a:pt x="78581" y="78581"/>
                </a:lnTo>
                <a:lnTo>
                  <a:pt x="0" y="78581"/>
                </a:lnTo>
                <a:close/>
              </a:path>
            </a:pathLst>
          </a:custGeom>
          <a:solidFill>
            <a:srgbClr val="1D4ED8"/>
          </a:solidFill>
          <a:ln w="7144">
            <a:noFill/>
            <a:prstDash val="solid"/>
          </a:ln>
        </p:spPr>
      </p:sp>
      <p:sp>
        <p:nvSpPr>
          <p:cNvPr id="14" name="Source layout 6">
            <a:extLst>
              <a:ext uri="{FF2B5EF4-FFF2-40B4-BE49-F238E27FC236}">
                <a16:creationId xmlns:a16="http://schemas.microsoft.com/office/drawing/2014/main" id="{19E5C434-9F72-472C-8EE2-3E33ADF4D761}"/>
              </a:ext>
            </a:extLst>
          </p:cNvPr>
          <p:cNvSpPr>
            <a:spLocks noGrp="1"/>
          </p:cNvSpPr>
          <p:nvPr/>
        </p:nvSpPr>
        <p:spPr>
          <a:xfrm>
            <a:off x="514350" y="2464594"/>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15" name="Source layout 7">
            <a:extLst>
              <a:ext uri="{FF2B5EF4-FFF2-40B4-BE49-F238E27FC236}">
                <a16:creationId xmlns:a16="http://schemas.microsoft.com/office/drawing/2014/main" id="{3FB4F74F-42F3-4AAE-BA82-BA33A87EE87D}"/>
              </a:ext>
            </a:extLst>
          </p:cNvPr>
          <p:cNvSpPr>
            <a:spLocks noGrp="1"/>
          </p:cNvSpPr>
          <p:nvPr/>
        </p:nvSpPr>
        <p:spPr>
          <a:xfrm>
            <a:off x="517922" y="2468166"/>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16" name="Source layout 8">
            <a:extLst>
              <a:ext uri="{FF2B5EF4-FFF2-40B4-BE49-F238E27FC236}">
                <a16:creationId xmlns:a16="http://schemas.microsoft.com/office/drawing/2014/main" id="{32BD1F34-5038-4174-A2F4-D2935E628290}"/>
              </a:ext>
            </a:extLst>
          </p:cNvPr>
          <p:cNvSpPr>
            <a:spLocks noGrp="1"/>
          </p:cNvSpPr>
          <p:nvPr/>
        </p:nvSpPr>
        <p:spPr>
          <a:xfrm>
            <a:off x="514350" y="3221831"/>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17" name="Source layout 9">
            <a:extLst>
              <a:ext uri="{FF2B5EF4-FFF2-40B4-BE49-F238E27FC236}">
                <a16:creationId xmlns:a16="http://schemas.microsoft.com/office/drawing/2014/main" id="{2CE854FC-B7C8-4A1E-8874-4061CA5ADAD2}"/>
              </a:ext>
            </a:extLst>
          </p:cNvPr>
          <p:cNvSpPr>
            <a:spLocks noGrp="1"/>
          </p:cNvSpPr>
          <p:nvPr/>
        </p:nvSpPr>
        <p:spPr>
          <a:xfrm>
            <a:off x="517922" y="3225403"/>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18" name="Source layout 10">
            <a:extLst>
              <a:ext uri="{FF2B5EF4-FFF2-40B4-BE49-F238E27FC236}">
                <a16:creationId xmlns:a16="http://schemas.microsoft.com/office/drawing/2014/main" id="{41028416-5D53-4F40-8AFF-8461C33C918F}"/>
              </a:ext>
            </a:extLst>
          </p:cNvPr>
          <p:cNvSpPr>
            <a:spLocks noGrp="1"/>
          </p:cNvSpPr>
          <p:nvPr/>
        </p:nvSpPr>
        <p:spPr>
          <a:xfrm>
            <a:off x="514350" y="3979069"/>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19" name="Source layout 11">
            <a:extLst>
              <a:ext uri="{FF2B5EF4-FFF2-40B4-BE49-F238E27FC236}">
                <a16:creationId xmlns:a16="http://schemas.microsoft.com/office/drawing/2014/main" id="{1569B7B4-6BD6-46C2-94B9-F5A7C2228558}"/>
              </a:ext>
            </a:extLst>
          </p:cNvPr>
          <p:cNvSpPr>
            <a:spLocks noGrp="1"/>
          </p:cNvSpPr>
          <p:nvPr/>
        </p:nvSpPr>
        <p:spPr>
          <a:xfrm>
            <a:off x="517922" y="3982640"/>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20" name="Source layout 12">
            <a:extLst>
              <a:ext uri="{FF2B5EF4-FFF2-40B4-BE49-F238E27FC236}">
                <a16:creationId xmlns:a16="http://schemas.microsoft.com/office/drawing/2014/main" id="{55153D74-CC87-4A1E-A844-D4B8E24B3F6F}"/>
              </a:ext>
            </a:extLst>
          </p:cNvPr>
          <p:cNvSpPr>
            <a:spLocks noGrp="1"/>
          </p:cNvSpPr>
          <p:nvPr/>
        </p:nvSpPr>
        <p:spPr>
          <a:xfrm>
            <a:off x="514350" y="4700587"/>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21" name="Source layout 13">
            <a:extLst>
              <a:ext uri="{FF2B5EF4-FFF2-40B4-BE49-F238E27FC236}">
                <a16:creationId xmlns:a16="http://schemas.microsoft.com/office/drawing/2014/main" id="{F62868C8-9AF9-4149-8DEE-5F8166D647CE}"/>
              </a:ext>
            </a:extLst>
          </p:cNvPr>
          <p:cNvSpPr>
            <a:spLocks noGrp="1"/>
          </p:cNvSpPr>
          <p:nvPr/>
        </p:nvSpPr>
        <p:spPr>
          <a:xfrm>
            <a:off x="517922" y="4704159"/>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22" name="Source layout 14">
            <a:extLst>
              <a:ext uri="{FF2B5EF4-FFF2-40B4-BE49-F238E27FC236}">
                <a16:creationId xmlns:a16="http://schemas.microsoft.com/office/drawing/2014/main" id="{F81F753F-B80A-4266-9C16-B27059E14EBE}"/>
              </a:ext>
            </a:extLst>
          </p:cNvPr>
          <p:cNvSpPr>
            <a:spLocks noGrp="1"/>
          </p:cNvSpPr>
          <p:nvPr/>
        </p:nvSpPr>
        <p:spPr>
          <a:xfrm>
            <a:off x="514350" y="5072062"/>
            <a:ext cx="1943100" cy="435769"/>
          </a:xfrm>
          <a:custGeom>
            <a:avLst/>
            <a:gdLst/>
            <a:ahLst/>
            <a:cxnLst/>
            <a:rect l="0" t="0" r="0" b="0"/>
            <a:pathLst>
              <a:path w="1943100" h="435769">
                <a:moveTo>
                  <a:pt x="0" y="0"/>
                </a:moveTo>
                <a:lnTo>
                  <a:pt x="1943100" y="0"/>
                </a:lnTo>
                <a:lnTo>
                  <a:pt x="1943100" y="435769"/>
                </a:lnTo>
                <a:lnTo>
                  <a:pt x="0" y="435769"/>
                </a:lnTo>
                <a:close/>
              </a:path>
            </a:pathLst>
          </a:custGeom>
          <a:solidFill>
            <a:srgbClr val="F1F5FA"/>
          </a:solidFill>
          <a:ln w="7144">
            <a:noFill/>
            <a:prstDash val="solid"/>
          </a:ln>
        </p:spPr>
      </p:sp>
      <p:sp>
        <p:nvSpPr>
          <p:cNvPr id="23" name="Source layout 15">
            <a:extLst>
              <a:ext uri="{FF2B5EF4-FFF2-40B4-BE49-F238E27FC236}">
                <a16:creationId xmlns:a16="http://schemas.microsoft.com/office/drawing/2014/main" id="{D030106F-1B59-4B02-B763-81BB8128911A}"/>
              </a:ext>
            </a:extLst>
          </p:cNvPr>
          <p:cNvSpPr>
            <a:spLocks noGrp="1"/>
          </p:cNvSpPr>
          <p:nvPr/>
        </p:nvSpPr>
        <p:spPr>
          <a:xfrm>
            <a:off x="514350" y="5072062"/>
            <a:ext cx="28575" cy="435769"/>
          </a:xfrm>
          <a:custGeom>
            <a:avLst/>
            <a:gdLst/>
            <a:ahLst/>
            <a:cxnLst/>
            <a:rect l="0" t="0" r="0" b="0"/>
            <a:pathLst>
              <a:path w="28575" h="435769">
                <a:moveTo>
                  <a:pt x="0" y="0"/>
                </a:moveTo>
                <a:lnTo>
                  <a:pt x="28575" y="0"/>
                </a:lnTo>
                <a:lnTo>
                  <a:pt x="28575" y="435769"/>
                </a:lnTo>
                <a:lnTo>
                  <a:pt x="0" y="435769"/>
                </a:lnTo>
                <a:close/>
              </a:path>
            </a:pathLst>
          </a:custGeom>
          <a:solidFill>
            <a:srgbClr val="1D4ED8"/>
          </a:solidFill>
          <a:ln w="7144">
            <a:noFill/>
            <a:prstDash val="solid"/>
          </a:ln>
        </p:spPr>
      </p:sp>
      <p:sp>
        <p:nvSpPr>
          <p:cNvPr id="24" name="Source layout 16">
            <a:extLst>
              <a:ext uri="{FF2B5EF4-FFF2-40B4-BE49-F238E27FC236}">
                <a16:creationId xmlns:a16="http://schemas.microsoft.com/office/drawing/2014/main" id="{42A65D3E-68C7-4476-A613-8C9AF620AB7B}"/>
              </a:ext>
            </a:extLst>
          </p:cNvPr>
          <p:cNvSpPr>
            <a:spLocks noGrp="1"/>
          </p:cNvSpPr>
          <p:nvPr/>
        </p:nvSpPr>
        <p:spPr>
          <a:xfrm>
            <a:off x="7029450" y="2450306"/>
            <a:ext cx="6172200" cy="3357562"/>
          </a:xfrm>
          <a:custGeom>
            <a:avLst/>
            <a:gdLst/>
            <a:ahLst/>
            <a:cxnLst/>
            <a:rect l="0" t="0" r="0" b="0"/>
            <a:pathLst>
              <a:path w="6172200" h="3357562">
                <a:moveTo>
                  <a:pt x="0" y="0"/>
                </a:moveTo>
                <a:lnTo>
                  <a:pt x="6172200" y="0"/>
                </a:lnTo>
                <a:lnTo>
                  <a:pt x="6172200" y="3357562"/>
                </a:lnTo>
                <a:lnTo>
                  <a:pt x="0" y="3357562"/>
                </a:lnTo>
                <a:close/>
              </a:path>
            </a:pathLst>
          </a:custGeom>
          <a:solidFill>
            <a:srgbClr val="FFFFFF"/>
          </a:solidFill>
          <a:ln w="7144">
            <a:noFill/>
            <a:prstDash val="solid"/>
          </a:ln>
        </p:spPr>
      </p:sp>
      <p:sp>
        <p:nvSpPr>
          <p:cNvPr id="25" name="Source layout 17">
            <a:extLst>
              <a:ext uri="{FF2B5EF4-FFF2-40B4-BE49-F238E27FC236}">
                <a16:creationId xmlns:a16="http://schemas.microsoft.com/office/drawing/2014/main" id="{C1E5F816-D317-42DC-877B-E7E356524EC5}"/>
              </a:ext>
            </a:extLst>
          </p:cNvPr>
          <p:cNvSpPr>
            <a:spLocks noGrp="1"/>
          </p:cNvSpPr>
          <p:nvPr/>
        </p:nvSpPr>
        <p:spPr>
          <a:xfrm>
            <a:off x="7033022" y="2453878"/>
            <a:ext cx="6165056" cy="3350419"/>
          </a:xfrm>
          <a:custGeom>
            <a:avLst/>
            <a:gdLst/>
            <a:ahLst/>
            <a:cxnLst/>
            <a:rect l="0" t="0" r="0" b="0"/>
            <a:pathLst>
              <a:path w="6165056" h="3350419">
                <a:moveTo>
                  <a:pt x="0" y="0"/>
                </a:moveTo>
                <a:lnTo>
                  <a:pt x="6165056" y="0"/>
                </a:lnTo>
                <a:lnTo>
                  <a:pt x="6165056" y="3350419"/>
                </a:lnTo>
                <a:lnTo>
                  <a:pt x="0" y="3350419"/>
                </a:lnTo>
                <a:close/>
              </a:path>
            </a:pathLst>
          </a:custGeom>
          <a:noFill/>
          <a:ln w="7144">
            <a:solidFill>
              <a:srgbClr val="0A2540">
                <a:alpha val="34120"/>
              </a:srgbClr>
            </a:solidFill>
            <a:prstDash val="solid"/>
          </a:ln>
        </p:spPr>
      </p:sp>
      <p:sp>
        <p:nvSpPr>
          <p:cNvPr id="26" name="Source layout 18">
            <a:extLst>
              <a:ext uri="{FF2B5EF4-FFF2-40B4-BE49-F238E27FC236}">
                <a16:creationId xmlns:a16="http://schemas.microsoft.com/office/drawing/2014/main" id="{6D208DAE-6025-404F-AD1C-9F2151B2EDD7}"/>
              </a:ext>
            </a:extLst>
          </p:cNvPr>
          <p:cNvSpPr>
            <a:spLocks noGrp="1"/>
          </p:cNvSpPr>
          <p:nvPr/>
        </p:nvSpPr>
        <p:spPr>
          <a:xfrm>
            <a:off x="514350" y="7250906"/>
            <a:ext cx="12687299" cy="7144"/>
          </a:xfrm>
          <a:custGeom>
            <a:avLst/>
            <a:gdLst/>
            <a:ahLst/>
            <a:cxnLst/>
            <a:rect l="0" t="0" r="0" b="0"/>
            <a:pathLst>
              <a:path w="12687299" h="7144">
                <a:moveTo>
                  <a:pt x="0" y="0"/>
                </a:moveTo>
                <a:lnTo>
                  <a:pt x="12687299" y="0"/>
                </a:lnTo>
                <a:lnTo>
                  <a:pt x="12687299" y="7144"/>
                </a:lnTo>
                <a:lnTo>
                  <a:pt x="0" y="7144"/>
                </a:lnTo>
                <a:close/>
              </a:path>
            </a:pathLst>
          </a:custGeom>
          <a:solidFill>
            <a:srgbClr val="0A2540">
              <a:alpha val="16080"/>
            </a:srgbClr>
          </a:solidFill>
          <a:ln w="7144">
            <a:noFill/>
            <a:prstDash val="solid"/>
          </a:ln>
        </p:spPr>
      </p:sp>
      <p:graphicFrame>
        <p:nvGraphicFramePr>
          <p:cNvPr id="27" name="Table 26">
            <a:extLst>
              <a:ext uri="{FF2B5EF4-FFF2-40B4-BE49-F238E27FC236}">
                <a16:creationId xmlns:a16="http://schemas.microsoft.com/office/drawing/2014/main" id="{53C2F75E-2DBB-43CF-A326-B96255045D09}"/>
              </a:ext>
            </a:extLst>
          </p:cNvPr>
          <p:cNvGraphicFramePr/>
          <p:nvPr/>
        </p:nvGraphicFramePr>
        <p:xfrm>
          <a:off x="7236619" y="2928937"/>
          <a:ext cx="5757863" cy="1609130"/>
        </p:xfrm>
        <a:graphic>
          <a:graphicData uri="http://schemas.openxmlformats.org/drawingml/2006/table">
            <a:tbl>
              <a:tblPr/>
              <a:tblGrid>
                <a:gridCol w="3393281">
                  <a:extLst>
                    <a:ext uri="{9D8B030D-6E8A-4147-A177-3AD203B41FA5}">
                      <a16:colId xmlns:a16="http://schemas.microsoft.com/office/drawing/2014/main" val="20000"/>
                    </a:ext>
                  </a:extLst>
                </a:gridCol>
                <a:gridCol w="2364581">
                  <a:extLst>
                    <a:ext uri="{9D8B030D-6E8A-4147-A177-3AD203B41FA5}">
                      <a16:colId xmlns:a16="http://schemas.microsoft.com/office/drawing/2014/main" val="20001"/>
                    </a:ext>
                  </a:extLst>
                </a:gridCol>
              </a:tblGrid>
              <a:tr h="285750">
                <a:tc>
                  <a:txBody>
                    <a:bodyPr/>
                    <a:lstStyle/>
                    <a:p>
                      <a:pPr marL="0" indent="0" algn="l" fontAlgn="base">
                        <a:lnSpc>
                          <a:spcPts val="1063"/>
                        </a:lnSpc>
                        <a:spcBef>
                          <a:spcPts val="0"/>
                        </a:spcBef>
                        <a:spcAft>
                          <a:spcPts val="0"/>
                        </a:spcAft>
                      </a:pPr>
                      <a:r>
                        <a:rPr sz="787" b="0" i="0" kern="0" spc="110" dirty="0">
                          <a:solidFill>
                            <a:srgbClr val="8B98AD"/>
                          </a:solidFill>
                          <a:latin typeface="JetBrains Mono"/>
                          <a:ea typeface="JetBrains Mono"/>
                          <a:cs typeface="JetBrains Mono"/>
                        </a:rPr>
                        <a:t>PRICE CONSUMERS PAY</a:t>
                      </a:r>
                      <a:endParaRPr sz="787"/>
                    </a:p>
                  </a:txBody>
                  <a:tcPr marL="114300" marR="76200" marT="55150" marB="0">
                    <a:lnL w="0">
                      <a:noFill/>
                      <a:prstDash val="solid"/>
                    </a:lnL>
                    <a:lnR w="0">
                      <a:noFill/>
                      <a:prstDash val="solid"/>
                    </a:lnR>
                    <a:lnT w="0">
                      <a:noFill/>
                      <a:prstDash val="solid"/>
                    </a:lnT>
                    <a:lnB w="14288">
                      <a:solidFill>
                        <a:srgbClr val="0A2540"/>
                      </a:solidFill>
                      <a:prstDash val="solid"/>
                    </a:lnB>
                    <a:noFill/>
                  </a:tcPr>
                </a:tc>
                <a:tc>
                  <a:txBody>
                    <a:bodyPr/>
                    <a:lstStyle/>
                    <a:p>
                      <a:pPr marL="0" indent="0" algn="l" fontAlgn="base">
                        <a:lnSpc>
                          <a:spcPts val="1063"/>
                        </a:lnSpc>
                        <a:spcBef>
                          <a:spcPts val="0"/>
                        </a:spcBef>
                        <a:spcAft>
                          <a:spcPts val="0"/>
                        </a:spcAft>
                      </a:pPr>
                      <a:r>
                        <a:rPr sz="787" b="0" i="0" kern="0" spc="110" dirty="0">
                          <a:solidFill>
                            <a:srgbClr val="8B98AD"/>
                          </a:solidFill>
                          <a:latin typeface="JetBrains Mono"/>
                          <a:ea typeface="JetBrains Mono"/>
                          <a:cs typeface="JetBrains Mono"/>
                        </a:rPr>
                        <a:t>CONSUMER SURPLUS</a:t>
                      </a:r>
                      <a:endParaRPr sz="787"/>
                    </a:p>
                  </a:txBody>
                  <a:tcPr marL="112290" marR="76200" marT="55150" marB="0">
                    <a:lnL w="0">
                      <a:noFill/>
                      <a:prstDash val="solid"/>
                    </a:lnL>
                    <a:lnR w="0">
                      <a:noFill/>
                      <a:prstDash val="solid"/>
                    </a:lnR>
                    <a:lnT w="0">
                      <a:noFill/>
                      <a:prstDash val="solid"/>
                    </a:lnT>
                    <a:lnB w="14288">
                      <a:solidFill>
                        <a:srgbClr val="0A2540"/>
                      </a:solidFill>
                      <a:prstDash val="solid"/>
                    </a:lnB>
                    <a:noFill/>
                  </a:tcPr>
                </a:tc>
                <a:extLst>
                  <a:ext uri="{0D108BD9-81ED-4DB2-BD59-A6C34878D82A}">
                    <a16:rowId xmlns:a16="http://schemas.microsoft.com/office/drawing/2014/main" val="10000"/>
                  </a:ext>
                </a:extLst>
              </a:tr>
              <a:tr h="446484">
                <a:tc>
                  <a:txBody>
                    <a:bodyPr/>
                    <a:lstStyle/>
                    <a:p>
                      <a:pPr marL="0" indent="0" algn="l" fontAlgn="base">
                        <a:lnSpc>
                          <a:spcPts val="2202"/>
                        </a:lnSpc>
                        <a:spcBef>
                          <a:spcPts val="0"/>
                        </a:spcBef>
                        <a:spcAft>
                          <a:spcPts val="0"/>
                        </a:spcAft>
                      </a:pPr>
                      <a:r>
                        <a:rPr sz="1631" b="0" i="0" kern="0" spc="-9" dirty="0">
                          <a:solidFill>
                            <a:srgbClr val="0A2540"/>
                          </a:solidFill>
                          <a:latin typeface="JetBrains Mono"/>
                          <a:ea typeface="JetBrains Mono"/>
                          <a:cs typeface="JetBrains Mono"/>
                        </a:rPr>
                        <a:t>$600 (free trade)</a:t>
                      </a:r>
                      <a:endParaRPr sz="1631"/>
                    </a:p>
                  </a:txBody>
                  <a:tcPr marL="114300" marR="76200" marT="88725" marB="0">
                    <a:lnL w="0">
                      <a:noFill/>
                      <a:prstDash val="solid"/>
                    </a:lnL>
                    <a:lnR w="0">
                      <a:noFill/>
                      <a:prstDash val="solid"/>
                    </a:lnR>
                    <a:lnT w="14288" cap="flat" cmpd="sng" algn="ctr">
                      <a:solidFill>
                        <a:srgbClr val="0A2540"/>
                      </a:solidFill>
                      <a:prstDash val="solid"/>
                      <a:round/>
                      <a:headEnd type="none" w="med" len="med"/>
                      <a:tailEnd type="none" w="med" len="med"/>
                    </a:lnT>
                    <a:lnB w="7144">
                      <a:solidFill>
                        <a:srgbClr val="0A2540">
                          <a:alpha val="16000"/>
                        </a:srgbClr>
                      </a:solidFill>
                      <a:prstDash val="solid"/>
                    </a:lnB>
                    <a:noFill/>
                  </a:tcPr>
                </a:tc>
                <a:tc>
                  <a:txBody>
                    <a:bodyPr/>
                    <a:lstStyle/>
                    <a:p>
                      <a:pPr marL="0" indent="0" algn="l" fontAlgn="base">
                        <a:lnSpc>
                          <a:spcPts val="2202"/>
                        </a:lnSpc>
                        <a:spcBef>
                          <a:spcPts val="0"/>
                        </a:spcBef>
                        <a:spcAft>
                          <a:spcPts val="0"/>
                        </a:spcAft>
                      </a:pPr>
                      <a:r>
                        <a:rPr sz="1631" b="0" i="0" kern="0" spc="-9" dirty="0">
                          <a:solidFill>
                            <a:srgbClr val="0A2540"/>
                          </a:solidFill>
                          <a:latin typeface="JetBrains Mono"/>
                          <a:ea typeface="JetBrains Mono"/>
                          <a:cs typeface="JetBrains Mono"/>
                        </a:rPr>
                        <a:t>$376,360,000</a:t>
                      </a:r>
                      <a:endParaRPr sz="1631"/>
                    </a:p>
                  </a:txBody>
                  <a:tcPr marL="112290" marR="76200" marT="88725" marB="0">
                    <a:lnL w="0">
                      <a:noFill/>
                      <a:prstDash val="solid"/>
                    </a:lnL>
                    <a:lnR w="0">
                      <a:noFill/>
                      <a:prstDash val="solid"/>
                    </a:lnR>
                    <a:lnT w="14288" cap="flat" cmpd="sng" algn="ctr">
                      <a:solidFill>
                        <a:srgbClr val="0A2540"/>
                      </a:solidFill>
                      <a:prstDash val="solid"/>
                      <a:round/>
                      <a:headEnd type="none" w="med" len="med"/>
                      <a:tailEnd type="none" w="med" len="med"/>
                    </a:lnT>
                    <a:lnB w="7144">
                      <a:solidFill>
                        <a:srgbClr val="0A2540">
                          <a:alpha val="16000"/>
                        </a:srgbClr>
                      </a:solidFill>
                      <a:prstDash val="solid"/>
                    </a:lnB>
                    <a:noFill/>
                  </a:tcPr>
                </a:tc>
                <a:extLst>
                  <a:ext uri="{0D108BD9-81ED-4DB2-BD59-A6C34878D82A}">
                    <a16:rowId xmlns:a16="http://schemas.microsoft.com/office/drawing/2014/main" val="10001"/>
                  </a:ext>
                </a:extLst>
              </a:tr>
              <a:tr h="442912">
                <a:tc>
                  <a:txBody>
                    <a:bodyPr/>
                    <a:lstStyle/>
                    <a:p>
                      <a:pPr marL="0" indent="0" algn="l" fontAlgn="base">
                        <a:lnSpc>
                          <a:spcPts val="2202"/>
                        </a:lnSpc>
                        <a:spcBef>
                          <a:spcPts val="0"/>
                        </a:spcBef>
                        <a:spcAft>
                          <a:spcPts val="0"/>
                        </a:spcAft>
                      </a:pPr>
                      <a:r>
                        <a:rPr sz="1631" b="0" i="0" kern="0" spc="-9" dirty="0">
                          <a:solidFill>
                            <a:srgbClr val="0A2540"/>
                          </a:solidFill>
                          <a:latin typeface="JetBrains Mono"/>
                          <a:ea typeface="JetBrains Mono"/>
                          <a:cs typeface="JetBrains Mono"/>
                        </a:rPr>
                        <a:t>$625 (with tariff)</a:t>
                      </a:r>
                      <a:endParaRPr sz="1631"/>
                    </a:p>
                  </a:txBody>
                  <a:tcPr marL="114300" marR="76200" marT="85153"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tc>
                  <a:txBody>
                    <a:bodyPr/>
                    <a:lstStyle/>
                    <a:p>
                      <a:pPr marL="0" indent="0" algn="l" fontAlgn="base">
                        <a:lnSpc>
                          <a:spcPts val="2202"/>
                        </a:lnSpc>
                        <a:spcBef>
                          <a:spcPts val="0"/>
                        </a:spcBef>
                        <a:spcAft>
                          <a:spcPts val="0"/>
                        </a:spcAft>
                      </a:pPr>
                      <a:r>
                        <a:rPr sz="1631" b="0" i="0" kern="0" spc="-9" dirty="0">
                          <a:solidFill>
                            <a:srgbClr val="0A2540"/>
                          </a:solidFill>
                          <a:latin typeface="JetBrains Mono"/>
                          <a:ea typeface="JetBrains Mono"/>
                          <a:cs typeface="JetBrains Mono"/>
                        </a:rPr>
                        <a:t>$375,390,625</a:t>
                      </a:r>
                      <a:endParaRPr sz="1631"/>
                    </a:p>
                  </a:txBody>
                  <a:tcPr marL="112290" marR="76200" marT="85153"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extLst>
                  <a:ext uri="{0D108BD9-81ED-4DB2-BD59-A6C34878D82A}">
                    <a16:rowId xmlns:a16="http://schemas.microsoft.com/office/drawing/2014/main" val="10002"/>
                  </a:ext>
                </a:extLst>
              </a:tr>
              <a:tr h="433983">
                <a:tc>
                  <a:txBody>
                    <a:bodyPr/>
                    <a:lstStyle/>
                    <a:p>
                      <a:pPr marL="0" indent="0" algn="l" fontAlgn="base">
                        <a:lnSpc>
                          <a:spcPts val="2202"/>
                        </a:lnSpc>
                        <a:spcBef>
                          <a:spcPts val="0"/>
                        </a:spcBef>
                        <a:spcAft>
                          <a:spcPts val="0"/>
                        </a:spcAft>
                      </a:pPr>
                      <a:r>
                        <a:rPr sz="1631" b="1" i="0" kern="0" spc="-9" dirty="0">
                          <a:solidFill>
                            <a:srgbClr val="0A2540"/>
                          </a:solidFill>
                          <a:latin typeface="Inter"/>
                          <a:ea typeface="Inter"/>
                          <a:cs typeface="Inter"/>
                        </a:rPr>
                        <a:t>Loss to consumers</a:t>
                      </a:r>
                      <a:endParaRPr sz="1631"/>
                    </a:p>
                  </a:txBody>
                  <a:tcPr marL="114300"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0">
                      <a:noFill/>
                      <a:prstDash val="solid"/>
                    </a:lnB>
                    <a:noFill/>
                  </a:tcPr>
                </a:tc>
                <a:tc>
                  <a:txBody>
                    <a:bodyPr/>
                    <a:lstStyle/>
                    <a:p>
                      <a:pPr marL="0" indent="0" algn="l" fontAlgn="base">
                        <a:lnSpc>
                          <a:spcPts val="2202"/>
                        </a:lnSpc>
                        <a:spcBef>
                          <a:spcPts val="0"/>
                        </a:spcBef>
                        <a:spcAft>
                          <a:spcPts val="0"/>
                        </a:spcAft>
                      </a:pPr>
                      <a:r>
                        <a:rPr sz="1631" b="1" i="0" kern="0" spc="-9" dirty="0">
                          <a:solidFill>
                            <a:srgbClr val="1D4ED8"/>
                          </a:solidFill>
                          <a:latin typeface="JetBrains Mono"/>
                          <a:ea typeface="JetBrains Mono"/>
                          <a:cs typeface="JetBrains Mono"/>
                        </a:rPr>
                        <a:t>−$969,375</a:t>
                      </a:r>
                      <a:endParaRPr sz="1631"/>
                    </a:p>
                  </a:txBody>
                  <a:tcPr marL="112290" marR="76200" marT="85153"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0">
                      <a:noFill/>
                      <a:prstDash val="solid"/>
                    </a:lnB>
                    <a:noFill/>
                  </a:tcPr>
                </a:tc>
                <a:extLst>
                  <a:ext uri="{0D108BD9-81ED-4DB2-BD59-A6C34878D82A}">
                    <a16:rowId xmlns:a16="http://schemas.microsoft.com/office/drawing/2014/main" val="10003"/>
                  </a:ext>
                </a:extLst>
              </a:tr>
            </a:tbl>
          </a:graphicData>
        </a:graphic>
      </p:graphicFrame>
      <p:sp>
        <p:nvSpPr>
          <p:cNvPr id="28" name="s18 text 1">
            <a:extLst>
              <a:ext uri="{FF2B5EF4-FFF2-40B4-BE49-F238E27FC236}">
                <a16:creationId xmlns:a16="http://schemas.microsoft.com/office/drawing/2014/main" id="{20C27593-3440-4D08-B5F3-21B423D2AE10}"/>
              </a:ext>
            </a:extLst>
          </p:cNvPr>
          <p:cNvSpPr>
            <a:spLocks noGrp="1"/>
          </p:cNvSpPr>
          <p:nvPr/>
        </p:nvSpPr>
        <p:spPr>
          <a:xfrm>
            <a:off x="678656" y="1662208"/>
            <a:ext cx="1485902" cy="173507"/>
          </a:xfrm>
          <a:prstGeom prst="rect">
            <a:avLst/>
          </a:prstGeom>
          <a:noFill/>
          <a:ln w="0">
            <a:noFill/>
            <a:prstDash val="solid"/>
          </a:ln>
        </p:spPr>
        <p:txBody>
          <a:bodyPr wrap="none" lIns="0" tIns="0" rIns="0" bIns="0" anchor="t">
            <a:noAutofit/>
          </a:bodyPr>
          <a:lstStyle>
            <a:defPPr algn="l">
              <a:defRPr sz="900" b="0" i="0" kern="0" spc="180">
                <a:solidFill>
                  <a:srgbClr val="1D4ED8"/>
                </a:solidFill>
                <a:latin typeface="JetBrains Mono"/>
                <a:ea typeface="JetBrains Mono"/>
                <a:cs typeface="JetBrains Mono"/>
              </a:defRPr>
            </a:defPPr>
            <a:lvl1pPr algn="l">
              <a:defRPr sz="900" b="0" i="0" kern="0" spc="180">
                <a:solidFill>
                  <a:srgbClr val="1D4ED8"/>
                </a:solidFill>
                <a:latin typeface="JetBrains Mono"/>
                <a:ea typeface="JetBrains Mono"/>
                <a:cs typeface="JetBrains Mono"/>
              </a:defRPr>
            </a:lvl1pPr>
            <a:lvl2pPr algn="l">
              <a:defRPr sz="900" b="0" i="0" kern="0" spc="180">
                <a:solidFill>
                  <a:srgbClr val="1D4ED8"/>
                </a:solidFill>
                <a:latin typeface="JetBrains Mono"/>
                <a:ea typeface="JetBrains Mono"/>
                <a:cs typeface="JetBrains Mono"/>
              </a:defRPr>
            </a:lvl2pPr>
            <a:lvl3pPr algn="l">
              <a:defRPr sz="900" b="0" i="0" kern="0" spc="180">
                <a:solidFill>
                  <a:srgbClr val="1D4ED8"/>
                </a:solidFill>
                <a:latin typeface="JetBrains Mono"/>
                <a:ea typeface="JetBrains Mono"/>
                <a:cs typeface="JetBrains Mono"/>
              </a:defRPr>
            </a:lvl3pPr>
            <a:lvl4pPr algn="l">
              <a:defRPr sz="900" b="0" i="0" kern="0" spc="180">
                <a:solidFill>
                  <a:srgbClr val="1D4ED8"/>
                </a:solidFill>
                <a:latin typeface="JetBrains Mono"/>
                <a:ea typeface="JetBrains Mono"/>
                <a:cs typeface="JetBrains Mono"/>
              </a:defRPr>
            </a:lvl4pPr>
            <a:lvl5pPr algn="l">
              <a:defRPr sz="900" b="0" i="0" kern="0" spc="180">
                <a:solidFill>
                  <a:srgbClr val="1D4ED8"/>
                </a:solidFill>
                <a:latin typeface="JetBrains Mono"/>
                <a:ea typeface="JetBrains Mono"/>
                <a:cs typeface="JetBrains Mono"/>
              </a:defRPr>
            </a:lvl5pPr>
            <a:lvl6pPr algn="l">
              <a:defRPr sz="900" b="0" i="0" kern="0" spc="180">
                <a:solidFill>
                  <a:srgbClr val="1D4ED8"/>
                </a:solidFill>
                <a:latin typeface="JetBrains Mono"/>
                <a:ea typeface="JetBrains Mono"/>
                <a:cs typeface="JetBrains Mono"/>
              </a:defRPr>
            </a:lvl6pPr>
            <a:lvl7pPr algn="l">
              <a:defRPr sz="900" b="0" i="0" kern="0" spc="180">
                <a:solidFill>
                  <a:srgbClr val="1D4ED8"/>
                </a:solidFill>
                <a:latin typeface="JetBrains Mono"/>
                <a:ea typeface="JetBrains Mono"/>
                <a:cs typeface="JetBrains Mono"/>
              </a:defRPr>
            </a:lvl7pPr>
            <a:lvl8pPr algn="l">
              <a:defRPr sz="900" b="0" i="0" kern="0" spc="180">
                <a:solidFill>
                  <a:srgbClr val="1D4ED8"/>
                </a:solidFill>
                <a:latin typeface="JetBrains Mono"/>
                <a:ea typeface="JetBrains Mono"/>
                <a:cs typeface="JetBrains Mono"/>
              </a:defRPr>
            </a:lvl8pPr>
            <a:lvl9pPr algn="l">
              <a:defRPr sz="900" b="0" i="0" kern="0" spc="180">
                <a:solidFill>
                  <a:srgbClr val="1D4ED8"/>
                </a:solidFill>
                <a:latin typeface="JetBrains Mono"/>
                <a:ea typeface="JetBrains Mono"/>
                <a:cs typeface="JetBrains Mono"/>
              </a:defRPr>
            </a:lvl9pPr>
          </a:lstStyle>
          <a:p>
            <a:pPr algn="l">
              <a:lnSpc>
                <a:spcPct val="100000"/>
              </a:lnSpc>
              <a:buNone/>
              <a:defRPr sz="900" b="0" i="0" kern="0" spc="180">
                <a:solidFill>
                  <a:srgbClr val="1D4ED8"/>
                </a:solidFill>
                <a:latin typeface="JetBrains Mono"/>
                <a:ea typeface="JetBrains Mono"/>
                <a:cs typeface="JetBrains Mono"/>
              </a:defRPr>
            </a:pPr>
            <a:r>
              <a:rPr sz="900" b="0" i="0" kern="0" spc="180">
                <a:solidFill>
                  <a:srgbClr val="1D4ED8"/>
                </a:solidFill>
                <a:latin typeface="JetBrains Mono"/>
                <a:ea typeface="JetBrains Mono"/>
                <a:cs typeface="JetBrains Mono"/>
              </a:rPr>
              <a:t>QUESTION 5.2 (E)</a:t>
            </a:r>
          </a:p>
        </p:txBody>
      </p:sp>
      <p:sp>
        <p:nvSpPr>
          <p:cNvPr id="29" name="s18 text 2">
            <a:extLst>
              <a:ext uri="{FF2B5EF4-FFF2-40B4-BE49-F238E27FC236}">
                <a16:creationId xmlns:a16="http://schemas.microsoft.com/office/drawing/2014/main" id="{BF2CAC80-9232-4443-B44E-18EF54DC54A6}"/>
              </a:ext>
            </a:extLst>
          </p:cNvPr>
          <p:cNvSpPr>
            <a:spLocks noGrp="1"/>
          </p:cNvSpPr>
          <p:nvPr/>
        </p:nvSpPr>
        <p:spPr>
          <a:xfrm>
            <a:off x="514350" y="1863179"/>
            <a:ext cx="7125938" cy="576532"/>
          </a:xfrm>
          <a:prstGeom prst="rect">
            <a:avLst/>
          </a:prstGeom>
          <a:noFill/>
          <a:ln w="0">
            <a:noFill/>
            <a:prstDash val="solid"/>
          </a:ln>
        </p:spPr>
        <p:txBody>
          <a:bodyPr wrap="none" lIns="0" tIns="0" rIns="0" bIns="0" anchor="t">
            <a:noAutofit/>
          </a:bodyPr>
          <a:lstStyle>
            <a:defPPr algn="l">
              <a:defRPr sz="3262" b="0" i="0" kern="0" spc="-104">
                <a:solidFill>
                  <a:srgbClr val="0A2540"/>
                </a:solidFill>
                <a:latin typeface="Inter ExtraBold"/>
                <a:ea typeface="Inter ExtraBold"/>
                <a:cs typeface="Inter ExtraBold"/>
              </a:defRPr>
            </a:defPPr>
            <a:lvl1pPr algn="l">
              <a:defRPr sz="3262" b="0" i="0" kern="0" spc="-104">
                <a:solidFill>
                  <a:srgbClr val="0A2540"/>
                </a:solidFill>
                <a:latin typeface="Inter ExtraBold"/>
                <a:ea typeface="Inter ExtraBold"/>
                <a:cs typeface="Inter ExtraBold"/>
              </a:defRPr>
            </a:lvl1pPr>
            <a:lvl2pPr algn="l">
              <a:defRPr sz="3262" b="0" i="0" kern="0" spc="-104">
                <a:solidFill>
                  <a:srgbClr val="0A2540"/>
                </a:solidFill>
                <a:latin typeface="Inter ExtraBold"/>
                <a:ea typeface="Inter ExtraBold"/>
                <a:cs typeface="Inter ExtraBold"/>
              </a:defRPr>
            </a:lvl2pPr>
            <a:lvl3pPr algn="l">
              <a:defRPr sz="3262" b="0" i="0" kern="0" spc="-104">
                <a:solidFill>
                  <a:srgbClr val="0A2540"/>
                </a:solidFill>
                <a:latin typeface="Inter ExtraBold"/>
                <a:ea typeface="Inter ExtraBold"/>
                <a:cs typeface="Inter ExtraBold"/>
              </a:defRPr>
            </a:lvl3pPr>
            <a:lvl4pPr algn="l">
              <a:defRPr sz="3262" b="0" i="0" kern="0" spc="-104">
                <a:solidFill>
                  <a:srgbClr val="0A2540"/>
                </a:solidFill>
                <a:latin typeface="Inter ExtraBold"/>
                <a:ea typeface="Inter ExtraBold"/>
                <a:cs typeface="Inter ExtraBold"/>
              </a:defRPr>
            </a:lvl4pPr>
            <a:lvl5pPr algn="l">
              <a:defRPr sz="3262" b="0" i="0" kern="0" spc="-104">
                <a:solidFill>
                  <a:srgbClr val="0A2540"/>
                </a:solidFill>
                <a:latin typeface="Inter ExtraBold"/>
                <a:ea typeface="Inter ExtraBold"/>
                <a:cs typeface="Inter ExtraBold"/>
              </a:defRPr>
            </a:lvl5pPr>
            <a:lvl6pPr algn="l">
              <a:defRPr sz="3262" b="0" i="0" kern="0" spc="-104">
                <a:solidFill>
                  <a:srgbClr val="0A2540"/>
                </a:solidFill>
                <a:latin typeface="Inter ExtraBold"/>
                <a:ea typeface="Inter ExtraBold"/>
                <a:cs typeface="Inter ExtraBold"/>
              </a:defRPr>
            </a:lvl6pPr>
            <a:lvl7pPr algn="l">
              <a:defRPr sz="3262" b="0" i="0" kern="0" spc="-104">
                <a:solidFill>
                  <a:srgbClr val="0A2540"/>
                </a:solidFill>
                <a:latin typeface="Inter ExtraBold"/>
                <a:ea typeface="Inter ExtraBold"/>
                <a:cs typeface="Inter ExtraBold"/>
              </a:defRPr>
            </a:lvl7pPr>
            <a:lvl8pPr algn="l">
              <a:defRPr sz="3262" b="0" i="0" kern="0" spc="-104">
                <a:solidFill>
                  <a:srgbClr val="0A2540"/>
                </a:solidFill>
                <a:latin typeface="Inter ExtraBold"/>
                <a:ea typeface="Inter ExtraBold"/>
                <a:cs typeface="Inter ExtraBold"/>
              </a:defRPr>
            </a:lvl8pPr>
            <a:lvl9pPr algn="l">
              <a:defRPr sz="3262" b="0" i="0" kern="0" spc="-104">
                <a:solidFill>
                  <a:srgbClr val="0A2540"/>
                </a:solidFill>
                <a:latin typeface="Inter ExtraBold"/>
                <a:ea typeface="Inter ExtraBold"/>
                <a:cs typeface="Inter ExtraBold"/>
              </a:defRPr>
            </a:lvl9pPr>
          </a:lstStyle>
          <a:p>
            <a:pPr algn="l">
              <a:lnSpc>
                <a:spcPct val="100000"/>
              </a:lnSpc>
              <a:buNone/>
              <a:defRPr sz="3262" b="0" i="0" kern="0" spc="-104">
                <a:solidFill>
                  <a:srgbClr val="0A2540"/>
                </a:solidFill>
                <a:latin typeface="Inter ExtraBold"/>
                <a:ea typeface="Inter ExtraBold"/>
                <a:cs typeface="Inter ExtraBold"/>
              </a:defRPr>
            </a:pPr>
            <a:r>
              <a:rPr sz="3262" b="0" i="0" kern="0" spc="-104">
                <a:solidFill>
                  <a:srgbClr val="0A2540"/>
                </a:solidFill>
                <a:latin typeface="Inter ExtraBold"/>
                <a:ea typeface="Inter ExtraBold"/>
                <a:cs typeface="Inter ExtraBold"/>
              </a:rPr>
              <a:t>Consumer surplus under the tariff</a:t>
            </a:r>
          </a:p>
        </p:txBody>
      </p:sp>
      <p:sp>
        <p:nvSpPr>
          <p:cNvPr id="30" name="s18 text 3">
            <a:extLst>
              <a:ext uri="{FF2B5EF4-FFF2-40B4-BE49-F238E27FC236}">
                <a16:creationId xmlns:a16="http://schemas.microsoft.com/office/drawing/2014/main" id="{85081D7D-A586-4186-BD5E-3DA807FE31EB}"/>
              </a:ext>
            </a:extLst>
          </p:cNvPr>
          <p:cNvSpPr>
            <a:spLocks noGrp="1"/>
          </p:cNvSpPr>
          <p:nvPr/>
        </p:nvSpPr>
        <p:spPr>
          <a:xfrm>
            <a:off x="631999" y="2518600"/>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1</a:t>
            </a:r>
          </a:p>
        </p:txBody>
      </p:sp>
      <p:sp>
        <p:nvSpPr>
          <p:cNvPr id="31" name="s18 text 4">
            <a:extLst>
              <a:ext uri="{FF2B5EF4-FFF2-40B4-BE49-F238E27FC236}">
                <a16:creationId xmlns:a16="http://schemas.microsoft.com/office/drawing/2014/main" id="{D5E205FF-F4CC-4360-B663-8384CC54339D}"/>
              </a:ext>
            </a:extLst>
          </p:cNvPr>
          <p:cNvSpPr>
            <a:spLocks noGrp="1"/>
          </p:cNvSpPr>
          <p:nvPr/>
        </p:nvSpPr>
        <p:spPr>
          <a:xfrm>
            <a:off x="978694" y="2464370"/>
            <a:ext cx="5176266"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Quantity demanded at the post-tariff price $625:</a:t>
            </a:r>
          </a:p>
        </p:txBody>
      </p:sp>
      <p:sp>
        <p:nvSpPr>
          <p:cNvPr id="32" name="s18 text 5">
            <a:extLst>
              <a:ext uri="{FF2B5EF4-FFF2-40B4-BE49-F238E27FC236}">
                <a16:creationId xmlns:a16="http://schemas.microsoft.com/office/drawing/2014/main" id="{40D67A36-6598-403F-8191-410C0B54A24E}"/>
              </a:ext>
            </a:extLst>
          </p:cNvPr>
          <p:cNvSpPr>
            <a:spLocks noGrp="1"/>
          </p:cNvSpPr>
          <p:nvPr/>
        </p:nvSpPr>
        <p:spPr>
          <a:xfrm>
            <a:off x="6072634" y="2466574"/>
            <a:ext cx="208169" cy="316000"/>
          </a:xfrm>
          <a:prstGeom prst="rect">
            <a:avLst/>
          </a:prstGeom>
          <a:noFill/>
          <a:ln w="0">
            <a:noFill/>
            <a:prstDash val="solid"/>
          </a:ln>
        </p:spPr>
        <p:txBody>
          <a:bodyPr wrap="none" lIns="0" tIns="0" rIns="0" bIns="0" anchor="t">
            <a:noAutofit/>
          </a:bodyPr>
          <a:lstStyle>
            <a:defPPr algn="l">
              <a:defRPr sz="1639" b="0" i="0" kern="0" spc="0">
                <a:solidFill>
                  <a:srgbClr val="0A2540"/>
                </a:solidFill>
                <a:latin typeface="JetBrains Mono"/>
                <a:ea typeface="JetBrains Mono"/>
                <a:cs typeface="JetBrains Mono"/>
              </a:defRPr>
            </a:defPPr>
            <a:lvl1pPr algn="l">
              <a:defRPr sz="1639" b="0" i="0" kern="0" spc="0">
                <a:solidFill>
                  <a:srgbClr val="0A2540"/>
                </a:solidFill>
                <a:latin typeface="JetBrains Mono"/>
                <a:ea typeface="JetBrains Mono"/>
                <a:cs typeface="JetBrains Mono"/>
              </a:defRPr>
            </a:lvl1pPr>
            <a:lvl2pPr algn="l">
              <a:defRPr sz="1639" b="0" i="0" kern="0" spc="0">
                <a:solidFill>
                  <a:srgbClr val="0A2540"/>
                </a:solidFill>
                <a:latin typeface="JetBrains Mono"/>
                <a:ea typeface="JetBrains Mono"/>
                <a:cs typeface="JetBrains Mono"/>
              </a:defRPr>
            </a:lvl2pPr>
            <a:lvl3pPr algn="l">
              <a:defRPr sz="1639" b="0" i="0" kern="0" spc="0">
                <a:solidFill>
                  <a:srgbClr val="0A2540"/>
                </a:solidFill>
                <a:latin typeface="JetBrains Mono"/>
                <a:ea typeface="JetBrains Mono"/>
                <a:cs typeface="JetBrains Mono"/>
              </a:defRPr>
            </a:lvl3pPr>
            <a:lvl4pPr algn="l">
              <a:defRPr sz="1639" b="0" i="0" kern="0" spc="0">
                <a:solidFill>
                  <a:srgbClr val="0A2540"/>
                </a:solidFill>
                <a:latin typeface="JetBrains Mono"/>
                <a:ea typeface="JetBrains Mono"/>
                <a:cs typeface="JetBrains Mono"/>
              </a:defRPr>
            </a:lvl4pPr>
            <a:lvl5pPr algn="l">
              <a:defRPr sz="1639" b="0" i="0" kern="0" spc="0">
                <a:solidFill>
                  <a:srgbClr val="0A2540"/>
                </a:solidFill>
                <a:latin typeface="JetBrains Mono"/>
                <a:ea typeface="JetBrains Mono"/>
                <a:cs typeface="JetBrains Mono"/>
              </a:defRPr>
            </a:lvl5pPr>
            <a:lvl6pPr algn="l">
              <a:defRPr sz="1639" b="0" i="0" kern="0" spc="0">
                <a:solidFill>
                  <a:srgbClr val="0A2540"/>
                </a:solidFill>
                <a:latin typeface="JetBrains Mono"/>
                <a:ea typeface="JetBrains Mono"/>
                <a:cs typeface="JetBrains Mono"/>
              </a:defRPr>
            </a:lvl6pPr>
            <a:lvl7pPr algn="l">
              <a:defRPr sz="1639" b="0" i="0" kern="0" spc="0">
                <a:solidFill>
                  <a:srgbClr val="0A2540"/>
                </a:solidFill>
                <a:latin typeface="JetBrains Mono"/>
                <a:ea typeface="JetBrains Mono"/>
                <a:cs typeface="JetBrains Mono"/>
              </a:defRPr>
            </a:lvl7pPr>
            <a:lvl8pPr algn="l">
              <a:defRPr sz="1639" b="0" i="0" kern="0" spc="0">
                <a:solidFill>
                  <a:srgbClr val="0A2540"/>
                </a:solidFill>
                <a:latin typeface="JetBrains Mono"/>
                <a:ea typeface="JetBrains Mono"/>
                <a:cs typeface="JetBrains Mono"/>
              </a:defRPr>
            </a:lvl8pPr>
            <a:lvl9pPr algn="l">
              <a:defRPr sz="1639" b="0" i="0" kern="0" spc="0">
                <a:solidFill>
                  <a:srgbClr val="0A2540"/>
                </a:solidFill>
                <a:latin typeface="JetBrains Mono"/>
                <a:ea typeface="JetBrains Mono"/>
                <a:cs typeface="JetBrains Mono"/>
              </a:defRPr>
            </a:lvl9pPr>
          </a:lstStyle>
          <a:p>
            <a:pPr algn="l">
              <a:lnSpc>
                <a:spcPct val="100000"/>
              </a:lnSpc>
              <a:buNone/>
              <a:defRPr sz="1639" b="0" i="0" kern="0" spc="0">
                <a:solidFill>
                  <a:srgbClr val="0A2540"/>
                </a:solidFill>
                <a:latin typeface="JetBrains Mono"/>
                <a:ea typeface="JetBrains Mono"/>
                <a:cs typeface="JetBrains Mono"/>
              </a:defRPr>
            </a:pPr>
            <a:r>
              <a:rPr sz="1639" b="0" i="0" kern="0" spc="0">
                <a:solidFill>
                  <a:srgbClr val="0A2540"/>
                </a:solidFill>
                <a:latin typeface="JetBrains Mono"/>
                <a:ea typeface="JetBrains Mono"/>
                <a:cs typeface="JetBrains Mono"/>
              </a:rPr>
              <a:t>Q</a:t>
            </a:r>
          </a:p>
        </p:txBody>
      </p:sp>
      <p:sp>
        <p:nvSpPr>
          <p:cNvPr id="33" name="s18 text 6">
            <a:extLst>
              <a:ext uri="{FF2B5EF4-FFF2-40B4-BE49-F238E27FC236}">
                <a16:creationId xmlns:a16="http://schemas.microsoft.com/office/drawing/2014/main" id="{BA2488E2-D7BD-4E83-B5EE-3E34B3DBE9CA}"/>
              </a:ext>
            </a:extLst>
          </p:cNvPr>
          <p:cNvSpPr>
            <a:spLocks noGrp="1"/>
          </p:cNvSpPr>
          <p:nvPr/>
        </p:nvSpPr>
        <p:spPr>
          <a:xfrm>
            <a:off x="6196422" y="2550764"/>
            <a:ext cx="173488" cy="263297"/>
          </a:xfrm>
          <a:prstGeom prst="rect">
            <a:avLst/>
          </a:prstGeom>
          <a:noFill/>
          <a:ln w="0">
            <a:noFill/>
            <a:prstDash val="solid"/>
          </a:ln>
        </p:spPr>
        <p:txBody>
          <a:bodyPr wrap="none" lIns="0" tIns="0" rIns="0" bIns="0" anchor="t">
            <a:noAutofit/>
          </a:bodyPr>
          <a:lstStyle>
            <a:defPPr algn="l">
              <a:defRPr sz="1366" b="0" i="0" kern="0" spc="0">
                <a:solidFill>
                  <a:srgbClr val="0A2540"/>
                </a:solidFill>
                <a:latin typeface="JetBrains Mono"/>
                <a:ea typeface="JetBrains Mono"/>
                <a:cs typeface="JetBrains Mono"/>
              </a:defRPr>
            </a:defPPr>
            <a:lvl1pPr algn="l">
              <a:defRPr sz="1366" b="0" i="0" kern="0" spc="0">
                <a:solidFill>
                  <a:srgbClr val="0A2540"/>
                </a:solidFill>
                <a:latin typeface="JetBrains Mono"/>
                <a:ea typeface="JetBrains Mono"/>
                <a:cs typeface="JetBrains Mono"/>
              </a:defRPr>
            </a:lvl1pPr>
            <a:lvl2pPr algn="l">
              <a:defRPr sz="1366" b="0" i="0" kern="0" spc="0">
                <a:solidFill>
                  <a:srgbClr val="0A2540"/>
                </a:solidFill>
                <a:latin typeface="JetBrains Mono"/>
                <a:ea typeface="JetBrains Mono"/>
                <a:cs typeface="JetBrains Mono"/>
              </a:defRPr>
            </a:lvl2pPr>
            <a:lvl3pPr algn="l">
              <a:defRPr sz="1366" b="0" i="0" kern="0" spc="0">
                <a:solidFill>
                  <a:srgbClr val="0A2540"/>
                </a:solidFill>
                <a:latin typeface="JetBrains Mono"/>
                <a:ea typeface="JetBrains Mono"/>
                <a:cs typeface="JetBrains Mono"/>
              </a:defRPr>
            </a:lvl3pPr>
            <a:lvl4pPr algn="l">
              <a:defRPr sz="1366" b="0" i="0" kern="0" spc="0">
                <a:solidFill>
                  <a:srgbClr val="0A2540"/>
                </a:solidFill>
                <a:latin typeface="JetBrains Mono"/>
                <a:ea typeface="JetBrains Mono"/>
                <a:cs typeface="JetBrains Mono"/>
              </a:defRPr>
            </a:lvl4pPr>
            <a:lvl5pPr algn="l">
              <a:defRPr sz="1366" b="0" i="0" kern="0" spc="0">
                <a:solidFill>
                  <a:srgbClr val="0A2540"/>
                </a:solidFill>
                <a:latin typeface="JetBrains Mono"/>
                <a:ea typeface="JetBrains Mono"/>
                <a:cs typeface="JetBrains Mono"/>
              </a:defRPr>
            </a:lvl5pPr>
            <a:lvl6pPr algn="l">
              <a:defRPr sz="1366" b="0" i="0" kern="0" spc="0">
                <a:solidFill>
                  <a:srgbClr val="0A2540"/>
                </a:solidFill>
                <a:latin typeface="JetBrains Mono"/>
                <a:ea typeface="JetBrains Mono"/>
                <a:cs typeface="JetBrains Mono"/>
              </a:defRPr>
            </a:lvl6pPr>
            <a:lvl7pPr algn="l">
              <a:defRPr sz="1366" b="0" i="0" kern="0" spc="0">
                <a:solidFill>
                  <a:srgbClr val="0A2540"/>
                </a:solidFill>
                <a:latin typeface="JetBrains Mono"/>
                <a:ea typeface="JetBrains Mono"/>
                <a:cs typeface="JetBrains Mono"/>
              </a:defRPr>
            </a:lvl7pPr>
            <a:lvl8pPr algn="l">
              <a:defRPr sz="1366" b="0" i="0" kern="0" spc="0">
                <a:solidFill>
                  <a:srgbClr val="0A2540"/>
                </a:solidFill>
                <a:latin typeface="JetBrains Mono"/>
                <a:ea typeface="JetBrains Mono"/>
                <a:cs typeface="JetBrains Mono"/>
              </a:defRPr>
            </a:lvl8pPr>
            <a:lvl9pPr algn="l">
              <a:defRPr sz="1366" b="0" i="0" kern="0" spc="0">
                <a:solidFill>
                  <a:srgbClr val="0A2540"/>
                </a:solidFill>
                <a:latin typeface="JetBrains Mono"/>
                <a:ea typeface="JetBrains Mono"/>
                <a:cs typeface="JetBrains Mono"/>
              </a:defRPr>
            </a:lvl9pPr>
          </a:lstStyle>
          <a:p>
            <a:pPr algn="l">
              <a:lnSpc>
                <a:spcPct val="100000"/>
              </a:lnSpc>
              <a:buNone/>
              <a:defRPr sz="1366" b="0" i="0" kern="0" spc="0">
                <a:solidFill>
                  <a:srgbClr val="0A2540"/>
                </a:solidFill>
                <a:latin typeface="JetBrains Mono"/>
                <a:ea typeface="JetBrains Mono"/>
                <a:cs typeface="JetBrains Mono"/>
              </a:defRPr>
            </a:pPr>
            <a:r>
              <a:rPr sz="1366" b="0" i="0" kern="0" spc="0">
                <a:solidFill>
                  <a:srgbClr val="0A2540"/>
                </a:solidFill>
                <a:latin typeface="JetBrains Mono"/>
                <a:ea typeface="JetBrains Mono"/>
                <a:cs typeface="JetBrains Mono"/>
              </a:rPr>
              <a:t>d</a:t>
            </a:r>
          </a:p>
        </p:txBody>
      </p:sp>
      <p:sp>
        <p:nvSpPr>
          <p:cNvPr id="34" name="s18 text 7">
            <a:extLst>
              <a:ext uri="{FF2B5EF4-FFF2-40B4-BE49-F238E27FC236}">
                <a16:creationId xmlns:a16="http://schemas.microsoft.com/office/drawing/2014/main" id="{4B2AF4A0-DF5C-4AC1-BDDC-074236181AA7}"/>
              </a:ext>
            </a:extLst>
          </p:cNvPr>
          <p:cNvSpPr>
            <a:spLocks noGrp="1"/>
          </p:cNvSpPr>
          <p:nvPr/>
        </p:nvSpPr>
        <p:spPr>
          <a:xfrm>
            <a:off x="6423030" y="2466574"/>
            <a:ext cx="208169" cy="316000"/>
          </a:xfrm>
          <a:prstGeom prst="rect">
            <a:avLst/>
          </a:prstGeom>
          <a:noFill/>
          <a:ln w="0">
            <a:noFill/>
            <a:prstDash val="solid"/>
          </a:ln>
        </p:spPr>
        <p:txBody>
          <a:bodyPr wrap="none" lIns="0" tIns="0" rIns="0" bIns="0" anchor="t">
            <a:noAutofit/>
          </a:bodyPr>
          <a:lstStyle>
            <a:defPPr algn="l">
              <a:defRPr sz="1639" b="0" i="0" kern="0" spc="0">
                <a:solidFill>
                  <a:srgbClr val="0A2540"/>
                </a:solidFill>
                <a:latin typeface="JetBrains Mono"/>
                <a:ea typeface="JetBrains Mono"/>
                <a:cs typeface="JetBrains Mono"/>
              </a:defRPr>
            </a:defPPr>
            <a:lvl1pPr algn="l">
              <a:defRPr sz="1639" b="0" i="0" kern="0" spc="0">
                <a:solidFill>
                  <a:srgbClr val="0A2540"/>
                </a:solidFill>
                <a:latin typeface="JetBrains Mono"/>
                <a:ea typeface="JetBrains Mono"/>
                <a:cs typeface="JetBrains Mono"/>
              </a:defRPr>
            </a:lvl1pPr>
            <a:lvl2pPr algn="l">
              <a:defRPr sz="1639" b="0" i="0" kern="0" spc="0">
                <a:solidFill>
                  <a:srgbClr val="0A2540"/>
                </a:solidFill>
                <a:latin typeface="JetBrains Mono"/>
                <a:ea typeface="JetBrains Mono"/>
                <a:cs typeface="JetBrains Mono"/>
              </a:defRPr>
            </a:lvl2pPr>
            <a:lvl3pPr algn="l">
              <a:defRPr sz="1639" b="0" i="0" kern="0" spc="0">
                <a:solidFill>
                  <a:srgbClr val="0A2540"/>
                </a:solidFill>
                <a:latin typeface="JetBrains Mono"/>
                <a:ea typeface="JetBrains Mono"/>
                <a:cs typeface="JetBrains Mono"/>
              </a:defRPr>
            </a:lvl3pPr>
            <a:lvl4pPr algn="l">
              <a:defRPr sz="1639" b="0" i="0" kern="0" spc="0">
                <a:solidFill>
                  <a:srgbClr val="0A2540"/>
                </a:solidFill>
                <a:latin typeface="JetBrains Mono"/>
                <a:ea typeface="JetBrains Mono"/>
                <a:cs typeface="JetBrains Mono"/>
              </a:defRPr>
            </a:lvl4pPr>
            <a:lvl5pPr algn="l">
              <a:defRPr sz="1639" b="0" i="0" kern="0" spc="0">
                <a:solidFill>
                  <a:srgbClr val="0A2540"/>
                </a:solidFill>
                <a:latin typeface="JetBrains Mono"/>
                <a:ea typeface="JetBrains Mono"/>
                <a:cs typeface="JetBrains Mono"/>
              </a:defRPr>
            </a:lvl5pPr>
            <a:lvl6pPr algn="l">
              <a:defRPr sz="1639" b="0" i="0" kern="0" spc="0">
                <a:solidFill>
                  <a:srgbClr val="0A2540"/>
                </a:solidFill>
                <a:latin typeface="JetBrains Mono"/>
                <a:ea typeface="JetBrains Mono"/>
                <a:cs typeface="JetBrains Mono"/>
              </a:defRPr>
            </a:lvl6pPr>
            <a:lvl7pPr algn="l">
              <a:defRPr sz="1639" b="0" i="0" kern="0" spc="0">
                <a:solidFill>
                  <a:srgbClr val="0A2540"/>
                </a:solidFill>
                <a:latin typeface="JetBrains Mono"/>
                <a:ea typeface="JetBrains Mono"/>
                <a:cs typeface="JetBrains Mono"/>
              </a:defRPr>
            </a:lvl7pPr>
            <a:lvl8pPr algn="l">
              <a:defRPr sz="1639" b="0" i="0" kern="0" spc="0">
                <a:solidFill>
                  <a:srgbClr val="0A2540"/>
                </a:solidFill>
                <a:latin typeface="JetBrains Mono"/>
                <a:ea typeface="JetBrains Mono"/>
                <a:cs typeface="JetBrains Mono"/>
              </a:defRPr>
            </a:lvl8pPr>
            <a:lvl9pPr algn="l">
              <a:defRPr sz="1639" b="0" i="0" kern="0" spc="0">
                <a:solidFill>
                  <a:srgbClr val="0A2540"/>
                </a:solidFill>
                <a:latin typeface="JetBrains Mono"/>
                <a:ea typeface="JetBrains Mono"/>
                <a:cs typeface="JetBrains Mono"/>
              </a:defRPr>
            </a:lvl9pPr>
          </a:lstStyle>
          <a:p>
            <a:pPr algn="l">
              <a:lnSpc>
                <a:spcPct val="100000"/>
              </a:lnSpc>
              <a:buNone/>
              <a:defRPr sz="1639" b="0" i="0" kern="0" spc="0">
                <a:solidFill>
                  <a:srgbClr val="0A2540"/>
                </a:solidFill>
                <a:latin typeface="JetBrains Mono"/>
                <a:ea typeface="JetBrains Mono"/>
                <a:cs typeface="JetBrains Mono"/>
              </a:defRPr>
            </a:pPr>
            <a:r>
              <a:rPr sz="1639" b="0" i="0" kern="0" spc="0">
                <a:solidFill>
                  <a:srgbClr val="0A2540"/>
                </a:solidFill>
                <a:latin typeface="JetBrains Mono"/>
                <a:ea typeface="JetBrains Mono"/>
                <a:cs typeface="JetBrains Mono"/>
              </a:rPr>
              <a:t>=</a:t>
            </a:r>
          </a:p>
        </p:txBody>
      </p:sp>
      <p:sp>
        <p:nvSpPr>
          <p:cNvPr id="35" name="s18 text 8">
            <a:extLst>
              <a:ext uri="{FF2B5EF4-FFF2-40B4-BE49-F238E27FC236}">
                <a16:creationId xmlns:a16="http://schemas.microsoft.com/office/drawing/2014/main" id="{48458A6C-99FB-4693-B745-300CC85768E3}"/>
              </a:ext>
            </a:extLst>
          </p:cNvPr>
          <p:cNvSpPr>
            <a:spLocks noGrp="1"/>
          </p:cNvSpPr>
          <p:nvPr/>
        </p:nvSpPr>
        <p:spPr>
          <a:xfrm>
            <a:off x="978694" y="2802330"/>
            <a:ext cx="2331453"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−2(625) + 40,000 =</a:t>
            </a:r>
          </a:p>
        </p:txBody>
      </p:sp>
      <p:sp>
        <p:nvSpPr>
          <p:cNvPr id="36" name="s18 text 9">
            <a:extLst>
              <a:ext uri="{FF2B5EF4-FFF2-40B4-BE49-F238E27FC236}">
                <a16:creationId xmlns:a16="http://schemas.microsoft.com/office/drawing/2014/main" id="{629A38E3-67B3-4059-9432-E8D786CA7433}"/>
              </a:ext>
            </a:extLst>
          </p:cNvPr>
          <p:cNvSpPr>
            <a:spLocks noGrp="1"/>
          </p:cNvSpPr>
          <p:nvPr/>
        </p:nvSpPr>
        <p:spPr>
          <a:xfrm>
            <a:off x="3328987" y="2802330"/>
            <a:ext cx="832695" cy="316000"/>
          </a:xfrm>
          <a:prstGeom prst="rect">
            <a:avLst/>
          </a:prstGeom>
          <a:noFill/>
          <a:ln w="0">
            <a:noFill/>
            <a:prstDash val="solid"/>
          </a:ln>
        </p:spPr>
        <p:txBody>
          <a:bodyPr wrap="none" lIns="0" tIns="0" rIns="0" bIns="0" anchor="t">
            <a:noAutofit/>
          </a:bodyPr>
          <a:lstStyle>
            <a:defPPr algn="l">
              <a:defRPr sz="1639" b="1" i="0" kern="0" spc="-10">
                <a:solidFill>
                  <a:srgbClr val="0A2540"/>
                </a:solidFill>
                <a:latin typeface="JetBrains Mono"/>
                <a:ea typeface="JetBrains Mono"/>
                <a:cs typeface="JetBrains Mono"/>
              </a:defRPr>
            </a:defPPr>
            <a:lvl1pPr algn="l">
              <a:defRPr sz="1639" b="1" i="0" kern="0" spc="-10">
                <a:solidFill>
                  <a:srgbClr val="0A2540"/>
                </a:solidFill>
                <a:latin typeface="JetBrains Mono"/>
                <a:ea typeface="JetBrains Mono"/>
                <a:cs typeface="JetBrains Mono"/>
              </a:defRPr>
            </a:lvl1pPr>
            <a:lvl2pPr algn="l">
              <a:defRPr sz="1639" b="1" i="0" kern="0" spc="-10">
                <a:solidFill>
                  <a:srgbClr val="0A2540"/>
                </a:solidFill>
                <a:latin typeface="JetBrains Mono"/>
                <a:ea typeface="JetBrains Mono"/>
                <a:cs typeface="JetBrains Mono"/>
              </a:defRPr>
            </a:lvl2pPr>
            <a:lvl3pPr algn="l">
              <a:defRPr sz="1639" b="1" i="0" kern="0" spc="-10">
                <a:solidFill>
                  <a:srgbClr val="0A2540"/>
                </a:solidFill>
                <a:latin typeface="JetBrains Mono"/>
                <a:ea typeface="JetBrains Mono"/>
                <a:cs typeface="JetBrains Mono"/>
              </a:defRPr>
            </a:lvl3pPr>
            <a:lvl4pPr algn="l">
              <a:defRPr sz="1639" b="1" i="0" kern="0" spc="-10">
                <a:solidFill>
                  <a:srgbClr val="0A2540"/>
                </a:solidFill>
                <a:latin typeface="JetBrains Mono"/>
                <a:ea typeface="JetBrains Mono"/>
                <a:cs typeface="JetBrains Mono"/>
              </a:defRPr>
            </a:lvl4pPr>
            <a:lvl5pPr algn="l">
              <a:defRPr sz="1639" b="1" i="0" kern="0" spc="-10">
                <a:solidFill>
                  <a:srgbClr val="0A2540"/>
                </a:solidFill>
                <a:latin typeface="JetBrains Mono"/>
                <a:ea typeface="JetBrains Mono"/>
                <a:cs typeface="JetBrains Mono"/>
              </a:defRPr>
            </a:lvl5pPr>
            <a:lvl6pPr algn="l">
              <a:defRPr sz="1639" b="1" i="0" kern="0" spc="-10">
                <a:solidFill>
                  <a:srgbClr val="0A2540"/>
                </a:solidFill>
                <a:latin typeface="JetBrains Mono"/>
                <a:ea typeface="JetBrains Mono"/>
                <a:cs typeface="JetBrains Mono"/>
              </a:defRPr>
            </a:lvl6pPr>
            <a:lvl7pPr algn="l">
              <a:defRPr sz="1639" b="1" i="0" kern="0" spc="-10">
                <a:solidFill>
                  <a:srgbClr val="0A2540"/>
                </a:solidFill>
                <a:latin typeface="JetBrains Mono"/>
                <a:ea typeface="JetBrains Mono"/>
                <a:cs typeface="JetBrains Mono"/>
              </a:defRPr>
            </a:lvl7pPr>
            <a:lvl8pPr algn="l">
              <a:defRPr sz="1639" b="1" i="0" kern="0" spc="-10">
                <a:solidFill>
                  <a:srgbClr val="0A2540"/>
                </a:solidFill>
                <a:latin typeface="JetBrains Mono"/>
                <a:ea typeface="JetBrains Mono"/>
                <a:cs typeface="JetBrains Mono"/>
              </a:defRPr>
            </a:lvl8pPr>
            <a:lvl9pPr algn="l">
              <a:defRPr sz="1639" b="1" i="0" kern="0" spc="-10">
                <a:solidFill>
                  <a:srgbClr val="0A2540"/>
                </a:solidFill>
                <a:latin typeface="JetBrains Mono"/>
                <a:ea typeface="JetBrains Mono"/>
                <a:cs typeface="JetBrains Mono"/>
              </a:defRPr>
            </a:lvl9pPr>
          </a:lstStyle>
          <a:p>
            <a:pPr algn="l">
              <a:lnSpc>
                <a:spcPct val="100000"/>
              </a:lnSpc>
              <a:buNone/>
              <a:defRPr sz="1639" b="1" i="0" kern="0" spc="-10">
                <a:solidFill>
                  <a:srgbClr val="0A2540"/>
                </a:solidFill>
                <a:latin typeface="JetBrains Mono"/>
                <a:ea typeface="JetBrains Mono"/>
                <a:cs typeface="JetBrains Mono"/>
              </a:defRPr>
            </a:pPr>
            <a:r>
              <a:rPr sz="1639" b="1" i="0" kern="0" spc="-10">
                <a:solidFill>
                  <a:srgbClr val="0A2540"/>
                </a:solidFill>
                <a:latin typeface="JetBrains Mono"/>
                <a:ea typeface="JetBrains Mono"/>
                <a:cs typeface="JetBrains Mono"/>
              </a:rPr>
              <a:t>38,750</a:t>
            </a:r>
          </a:p>
        </p:txBody>
      </p:sp>
      <p:sp>
        <p:nvSpPr>
          <p:cNvPr id="37" name="s18 text 10">
            <a:extLst>
              <a:ext uri="{FF2B5EF4-FFF2-40B4-BE49-F238E27FC236}">
                <a16:creationId xmlns:a16="http://schemas.microsoft.com/office/drawing/2014/main" id="{75C3E1FA-EDCD-4C54-8447-A5CE4E90CB41}"/>
              </a:ext>
            </a:extLst>
          </p:cNvPr>
          <p:cNvSpPr>
            <a:spLocks noGrp="1"/>
          </p:cNvSpPr>
          <p:nvPr/>
        </p:nvSpPr>
        <p:spPr>
          <a:xfrm>
            <a:off x="631999" y="3275838"/>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2</a:t>
            </a:r>
          </a:p>
        </p:txBody>
      </p:sp>
      <p:sp>
        <p:nvSpPr>
          <p:cNvPr id="38" name="s18 text 11">
            <a:extLst>
              <a:ext uri="{FF2B5EF4-FFF2-40B4-BE49-F238E27FC236}">
                <a16:creationId xmlns:a16="http://schemas.microsoft.com/office/drawing/2014/main" id="{E220D29B-49A5-462C-A94A-303A81D25D1B}"/>
              </a:ext>
            </a:extLst>
          </p:cNvPr>
          <p:cNvSpPr>
            <a:spLocks noGrp="1"/>
          </p:cNvSpPr>
          <p:nvPr/>
        </p:nvSpPr>
        <p:spPr>
          <a:xfrm>
            <a:off x="978694" y="3221608"/>
            <a:ext cx="4671155"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The demand curve hits the price axis where</a:t>
            </a:r>
          </a:p>
        </p:txBody>
      </p:sp>
      <p:sp>
        <p:nvSpPr>
          <p:cNvPr id="39" name="s18 text 12">
            <a:extLst>
              <a:ext uri="{FF2B5EF4-FFF2-40B4-BE49-F238E27FC236}">
                <a16:creationId xmlns:a16="http://schemas.microsoft.com/office/drawing/2014/main" id="{E82E2516-598C-464B-BD50-F44214BAD17B}"/>
              </a:ext>
            </a:extLst>
          </p:cNvPr>
          <p:cNvSpPr>
            <a:spLocks noGrp="1"/>
          </p:cNvSpPr>
          <p:nvPr/>
        </p:nvSpPr>
        <p:spPr>
          <a:xfrm>
            <a:off x="5574469" y="3223811"/>
            <a:ext cx="208169" cy="316000"/>
          </a:xfrm>
          <a:prstGeom prst="rect">
            <a:avLst/>
          </a:prstGeom>
          <a:noFill/>
          <a:ln w="0">
            <a:noFill/>
            <a:prstDash val="solid"/>
          </a:ln>
        </p:spPr>
        <p:txBody>
          <a:bodyPr wrap="none" lIns="0" tIns="0" rIns="0" bIns="0" anchor="t">
            <a:noAutofit/>
          </a:bodyPr>
          <a:lstStyle>
            <a:defPPr algn="l">
              <a:defRPr sz="1639" b="0" i="0" kern="0" spc="0">
                <a:solidFill>
                  <a:srgbClr val="0A2540"/>
                </a:solidFill>
                <a:latin typeface="JetBrains Mono"/>
                <a:ea typeface="JetBrains Mono"/>
                <a:cs typeface="JetBrains Mono"/>
              </a:defRPr>
            </a:defPPr>
            <a:lvl1pPr algn="l">
              <a:defRPr sz="1639" b="0" i="0" kern="0" spc="0">
                <a:solidFill>
                  <a:srgbClr val="0A2540"/>
                </a:solidFill>
                <a:latin typeface="JetBrains Mono"/>
                <a:ea typeface="JetBrains Mono"/>
                <a:cs typeface="JetBrains Mono"/>
              </a:defRPr>
            </a:lvl1pPr>
            <a:lvl2pPr algn="l">
              <a:defRPr sz="1639" b="0" i="0" kern="0" spc="0">
                <a:solidFill>
                  <a:srgbClr val="0A2540"/>
                </a:solidFill>
                <a:latin typeface="JetBrains Mono"/>
                <a:ea typeface="JetBrains Mono"/>
                <a:cs typeface="JetBrains Mono"/>
              </a:defRPr>
            </a:lvl2pPr>
            <a:lvl3pPr algn="l">
              <a:defRPr sz="1639" b="0" i="0" kern="0" spc="0">
                <a:solidFill>
                  <a:srgbClr val="0A2540"/>
                </a:solidFill>
                <a:latin typeface="JetBrains Mono"/>
                <a:ea typeface="JetBrains Mono"/>
                <a:cs typeface="JetBrains Mono"/>
              </a:defRPr>
            </a:lvl3pPr>
            <a:lvl4pPr algn="l">
              <a:defRPr sz="1639" b="0" i="0" kern="0" spc="0">
                <a:solidFill>
                  <a:srgbClr val="0A2540"/>
                </a:solidFill>
                <a:latin typeface="JetBrains Mono"/>
                <a:ea typeface="JetBrains Mono"/>
                <a:cs typeface="JetBrains Mono"/>
              </a:defRPr>
            </a:lvl4pPr>
            <a:lvl5pPr algn="l">
              <a:defRPr sz="1639" b="0" i="0" kern="0" spc="0">
                <a:solidFill>
                  <a:srgbClr val="0A2540"/>
                </a:solidFill>
                <a:latin typeface="JetBrains Mono"/>
                <a:ea typeface="JetBrains Mono"/>
                <a:cs typeface="JetBrains Mono"/>
              </a:defRPr>
            </a:lvl5pPr>
            <a:lvl6pPr algn="l">
              <a:defRPr sz="1639" b="0" i="0" kern="0" spc="0">
                <a:solidFill>
                  <a:srgbClr val="0A2540"/>
                </a:solidFill>
                <a:latin typeface="JetBrains Mono"/>
                <a:ea typeface="JetBrains Mono"/>
                <a:cs typeface="JetBrains Mono"/>
              </a:defRPr>
            </a:lvl6pPr>
            <a:lvl7pPr algn="l">
              <a:defRPr sz="1639" b="0" i="0" kern="0" spc="0">
                <a:solidFill>
                  <a:srgbClr val="0A2540"/>
                </a:solidFill>
                <a:latin typeface="JetBrains Mono"/>
                <a:ea typeface="JetBrains Mono"/>
                <a:cs typeface="JetBrains Mono"/>
              </a:defRPr>
            </a:lvl7pPr>
            <a:lvl8pPr algn="l">
              <a:defRPr sz="1639" b="0" i="0" kern="0" spc="0">
                <a:solidFill>
                  <a:srgbClr val="0A2540"/>
                </a:solidFill>
                <a:latin typeface="JetBrains Mono"/>
                <a:ea typeface="JetBrains Mono"/>
                <a:cs typeface="JetBrains Mono"/>
              </a:defRPr>
            </a:lvl8pPr>
            <a:lvl9pPr algn="l">
              <a:defRPr sz="1639" b="0" i="0" kern="0" spc="0">
                <a:solidFill>
                  <a:srgbClr val="0A2540"/>
                </a:solidFill>
                <a:latin typeface="JetBrains Mono"/>
                <a:ea typeface="JetBrains Mono"/>
                <a:cs typeface="JetBrains Mono"/>
              </a:defRPr>
            </a:lvl9pPr>
          </a:lstStyle>
          <a:p>
            <a:pPr algn="l">
              <a:lnSpc>
                <a:spcPct val="100000"/>
              </a:lnSpc>
              <a:buNone/>
              <a:defRPr sz="1639" b="0" i="0" kern="0" spc="0">
                <a:solidFill>
                  <a:srgbClr val="0A2540"/>
                </a:solidFill>
                <a:latin typeface="JetBrains Mono"/>
                <a:ea typeface="JetBrains Mono"/>
                <a:cs typeface="JetBrains Mono"/>
              </a:defRPr>
            </a:pPr>
            <a:r>
              <a:rPr sz="1639" b="0" i="0" kern="0" spc="0">
                <a:solidFill>
                  <a:srgbClr val="0A2540"/>
                </a:solidFill>
                <a:latin typeface="JetBrains Mono"/>
                <a:ea typeface="JetBrains Mono"/>
                <a:cs typeface="JetBrains Mono"/>
              </a:rPr>
              <a:t>Q</a:t>
            </a:r>
          </a:p>
        </p:txBody>
      </p:sp>
      <p:sp>
        <p:nvSpPr>
          <p:cNvPr id="40" name="s18 text 13">
            <a:extLst>
              <a:ext uri="{FF2B5EF4-FFF2-40B4-BE49-F238E27FC236}">
                <a16:creationId xmlns:a16="http://schemas.microsoft.com/office/drawing/2014/main" id="{9C0F5CF8-10A4-471F-84DC-B7DA6B59FAA4}"/>
              </a:ext>
            </a:extLst>
          </p:cNvPr>
          <p:cNvSpPr>
            <a:spLocks noGrp="1"/>
          </p:cNvSpPr>
          <p:nvPr/>
        </p:nvSpPr>
        <p:spPr>
          <a:xfrm>
            <a:off x="5698257" y="3308002"/>
            <a:ext cx="173488" cy="263297"/>
          </a:xfrm>
          <a:prstGeom prst="rect">
            <a:avLst/>
          </a:prstGeom>
          <a:noFill/>
          <a:ln w="0">
            <a:noFill/>
            <a:prstDash val="solid"/>
          </a:ln>
        </p:spPr>
        <p:txBody>
          <a:bodyPr wrap="none" lIns="0" tIns="0" rIns="0" bIns="0" anchor="t">
            <a:noAutofit/>
          </a:bodyPr>
          <a:lstStyle>
            <a:defPPr algn="l">
              <a:defRPr sz="1366" b="0" i="0" kern="0" spc="0">
                <a:solidFill>
                  <a:srgbClr val="0A2540"/>
                </a:solidFill>
                <a:latin typeface="JetBrains Mono"/>
                <a:ea typeface="JetBrains Mono"/>
                <a:cs typeface="JetBrains Mono"/>
              </a:defRPr>
            </a:defPPr>
            <a:lvl1pPr algn="l">
              <a:defRPr sz="1366" b="0" i="0" kern="0" spc="0">
                <a:solidFill>
                  <a:srgbClr val="0A2540"/>
                </a:solidFill>
                <a:latin typeface="JetBrains Mono"/>
                <a:ea typeface="JetBrains Mono"/>
                <a:cs typeface="JetBrains Mono"/>
              </a:defRPr>
            </a:lvl1pPr>
            <a:lvl2pPr algn="l">
              <a:defRPr sz="1366" b="0" i="0" kern="0" spc="0">
                <a:solidFill>
                  <a:srgbClr val="0A2540"/>
                </a:solidFill>
                <a:latin typeface="JetBrains Mono"/>
                <a:ea typeface="JetBrains Mono"/>
                <a:cs typeface="JetBrains Mono"/>
              </a:defRPr>
            </a:lvl2pPr>
            <a:lvl3pPr algn="l">
              <a:defRPr sz="1366" b="0" i="0" kern="0" spc="0">
                <a:solidFill>
                  <a:srgbClr val="0A2540"/>
                </a:solidFill>
                <a:latin typeface="JetBrains Mono"/>
                <a:ea typeface="JetBrains Mono"/>
                <a:cs typeface="JetBrains Mono"/>
              </a:defRPr>
            </a:lvl3pPr>
            <a:lvl4pPr algn="l">
              <a:defRPr sz="1366" b="0" i="0" kern="0" spc="0">
                <a:solidFill>
                  <a:srgbClr val="0A2540"/>
                </a:solidFill>
                <a:latin typeface="JetBrains Mono"/>
                <a:ea typeface="JetBrains Mono"/>
                <a:cs typeface="JetBrains Mono"/>
              </a:defRPr>
            </a:lvl4pPr>
            <a:lvl5pPr algn="l">
              <a:defRPr sz="1366" b="0" i="0" kern="0" spc="0">
                <a:solidFill>
                  <a:srgbClr val="0A2540"/>
                </a:solidFill>
                <a:latin typeface="JetBrains Mono"/>
                <a:ea typeface="JetBrains Mono"/>
                <a:cs typeface="JetBrains Mono"/>
              </a:defRPr>
            </a:lvl5pPr>
            <a:lvl6pPr algn="l">
              <a:defRPr sz="1366" b="0" i="0" kern="0" spc="0">
                <a:solidFill>
                  <a:srgbClr val="0A2540"/>
                </a:solidFill>
                <a:latin typeface="JetBrains Mono"/>
                <a:ea typeface="JetBrains Mono"/>
                <a:cs typeface="JetBrains Mono"/>
              </a:defRPr>
            </a:lvl6pPr>
            <a:lvl7pPr algn="l">
              <a:defRPr sz="1366" b="0" i="0" kern="0" spc="0">
                <a:solidFill>
                  <a:srgbClr val="0A2540"/>
                </a:solidFill>
                <a:latin typeface="JetBrains Mono"/>
                <a:ea typeface="JetBrains Mono"/>
                <a:cs typeface="JetBrains Mono"/>
              </a:defRPr>
            </a:lvl7pPr>
            <a:lvl8pPr algn="l">
              <a:defRPr sz="1366" b="0" i="0" kern="0" spc="0">
                <a:solidFill>
                  <a:srgbClr val="0A2540"/>
                </a:solidFill>
                <a:latin typeface="JetBrains Mono"/>
                <a:ea typeface="JetBrains Mono"/>
                <a:cs typeface="JetBrains Mono"/>
              </a:defRPr>
            </a:lvl8pPr>
            <a:lvl9pPr algn="l">
              <a:defRPr sz="1366" b="0" i="0" kern="0" spc="0">
                <a:solidFill>
                  <a:srgbClr val="0A2540"/>
                </a:solidFill>
                <a:latin typeface="JetBrains Mono"/>
                <a:ea typeface="JetBrains Mono"/>
                <a:cs typeface="JetBrains Mono"/>
              </a:defRPr>
            </a:lvl9pPr>
          </a:lstStyle>
          <a:p>
            <a:pPr algn="l">
              <a:lnSpc>
                <a:spcPct val="100000"/>
              </a:lnSpc>
              <a:buNone/>
              <a:defRPr sz="1366" b="0" i="0" kern="0" spc="0">
                <a:solidFill>
                  <a:srgbClr val="0A2540"/>
                </a:solidFill>
                <a:latin typeface="JetBrains Mono"/>
                <a:ea typeface="JetBrains Mono"/>
                <a:cs typeface="JetBrains Mono"/>
              </a:defRPr>
            </a:pPr>
            <a:r>
              <a:rPr sz="1366" b="0" i="0" kern="0" spc="0">
                <a:solidFill>
                  <a:srgbClr val="0A2540"/>
                </a:solidFill>
                <a:latin typeface="JetBrains Mono"/>
                <a:ea typeface="JetBrains Mono"/>
                <a:cs typeface="JetBrains Mono"/>
              </a:rPr>
              <a:t>d</a:t>
            </a:r>
          </a:p>
        </p:txBody>
      </p:sp>
      <p:sp>
        <p:nvSpPr>
          <p:cNvPr id="41" name="s18 text 14">
            <a:extLst>
              <a:ext uri="{FF2B5EF4-FFF2-40B4-BE49-F238E27FC236}">
                <a16:creationId xmlns:a16="http://schemas.microsoft.com/office/drawing/2014/main" id="{C9D791C8-CA64-4E92-ADA6-59F36231ABE4}"/>
              </a:ext>
            </a:extLst>
          </p:cNvPr>
          <p:cNvSpPr>
            <a:spLocks noGrp="1"/>
          </p:cNvSpPr>
          <p:nvPr/>
        </p:nvSpPr>
        <p:spPr>
          <a:xfrm>
            <a:off x="5924865" y="3223811"/>
            <a:ext cx="457981"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 0</a:t>
            </a:r>
          </a:p>
        </p:txBody>
      </p:sp>
      <p:sp>
        <p:nvSpPr>
          <p:cNvPr id="42" name="s18 text 15">
            <a:extLst>
              <a:ext uri="{FF2B5EF4-FFF2-40B4-BE49-F238E27FC236}">
                <a16:creationId xmlns:a16="http://schemas.microsoft.com/office/drawing/2014/main" id="{21DE5BA7-9DFC-4621-84E3-68B83EF5CEAF}"/>
              </a:ext>
            </a:extLst>
          </p:cNvPr>
          <p:cNvSpPr>
            <a:spLocks noGrp="1"/>
          </p:cNvSpPr>
          <p:nvPr/>
        </p:nvSpPr>
        <p:spPr>
          <a:xfrm>
            <a:off x="6295988" y="3221608"/>
            <a:ext cx="152400" cy="308146"/>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Inter"/>
                <a:ea typeface="Inter"/>
                <a:cs typeface="Inter"/>
              </a:defRPr>
            </a:defPPr>
            <a:lvl1pPr algn="l">
              <a:defRPr sz="1744" b="0" i="0" kern="0" spc="0">
                <a:solidFill>
                  <a:srgbClr val="0A2540"/>
                </a:solidFill>
                <a:latin typeface="Inter"/>
                <a:ea typeface="Inter"/>
                <a:cs typeface="Inter"/>
              </a:defRPr>
            </a:lvl1pPr>
            <a:lvl2pPr algn="l">
              <a:defRPr sz="1744" b="0" i="0" kern="0" spc="0">
                <a:solidFill>
                  <a:srgbClr val="0A2540"/>
                </a:solidFill>
                <a:latin typeface="Inter"/>
                <a:ea typeface="Inter"/>
                <a:cs typeface="Inter"/>
              </a:defRPr>
            </a:lvl2pPr>
            <a:lvl3pPr algn="l">
              <a:defRPr sz="1744" b="0" i="0" kern="0" spc="0">
                <a:solidFill>
                  <a:srgbClr val="0A2540"/>
                </a:solidFill>
                <a:latin typeface="Inter"/>
                <a:ea typeface="Inter"/>
                <a:cs typeface="Inter"/>
              </a:defRPr>
            </a:lvl3pPr>
            <a:lvl4pPr algn="l">
              <a:defRPr sz="1744" b="0" i="0" kern="0" spc="0">
                <a:solidFill>
                  <a:srgbClr val="0A2540"/>
                </a:solidFill>
                <a:latin typeface="Inter"/>
                <a:ea typeface="Inter"/>
                <a:cs typeface="Inter"/>
              </a:defRPr>
            </a:lvl4pPr>
            <a:lvl5pPr algn="l">
              <a:defRPr sz="1744" b="0" i="0" kern="0" spc="0">
                <a:solidFill>
                  <a:srgbClr val="0A2540"/>
                </a:solidFill>
                <a:latin typeface="Inter"/>
                <a:ea typeface="Inter"/>
                <a:cs typeface="Inter"/>
              </a:defRPr>
            </a:lvl5pPr>
            <a:lvl6pPr algn="l">
              <a:defRPr sz="1744" b="0" i="0" kern="0" spc="0">
                <a:solidFill>
                  <a:srgbClr val="0A2540"/>
                </a:solidFill>
                <a:latin typeface="Inter"/>
                <a:ea typeface="Inter"/>
                <a:cs typeface="Inter"/>
              </a:defRPr>
            </a:lvl6pPr>
            <a:lvl7pPr algn="l">
              <a:defRPr sz="1744" b="0" i="0" kern="0" spc="0">
                <a:solidFill>
                  <a:srgbClr val="0A2540"/>
                </a:solidFill>
                <a:latin typeface="Inter"/>
                <a:ea typeface="Inter"/>
                <a:cs typeface="Inter"/>
              </a:defRPr>
            </a:lvl7pPr>
            <a:lvl8pPr algn="l">
              <a:defRPr sz="1744" b="0" i="0" kern="0" spc="0">
                <a:solidFill>
                  <a:srgbClr val="0A2540"/>
                </a:solidFill>
                <a:latin typeface="Inter"/>
                <a:ea typeface="Inter"/>
                <a:cs typeface="Inter"/>
              </a:defRPr>
            </a:lvl8pPr>
            <a:lvl9pPr algn="l">
              <a:defRPr sz="1744" b="0" i="0" kern="0" spc="0">
                <a:solidFill>
                  <a:srgbClr val="0A2540"/>
                </a:solidFill>
                <a:latin typeface="Inter"/>
                <a:ea typeface="Inter"/>
                <a:cs typeface="Inter"/>
              </a:defRPr>
            </a:lvl9pPr>
          </a:lstStyle>
          <a:p>
            <a:pPr algn="l">
              <a:lnSpc>
                <a:spcPct val="100000"/>
              </a:lnSpc>
              <a:buNone/>
              <a:defRPr sz="1744" b="0" i="0" kern="0" spc="0">
                <a:solidFill>
                  <a:srgbClr val="0A2540"/>
                </a:solidFill>
                <a:latin typeface="Inter"/>
                <a:ea typeface="Inter"/>
                <a:cs typeface="Inter"/>
              </a:defRPr>
            </a:pPr>
            <a:r>
              <a:rPr sz="1744" b="0" i="0" kern="0" spc="0">
                <a:solidFill>
                  <a:srgbClr val="0A2540"/>
                </a:solidFill>
                <a:latin typeface="Inter"/>
                <a:ea typeface="Inter"/>
                <a:cs typeface="Inter"/>
              </a:rPr>
              <a:t>:</a:t>
            </a:r>
          </a:p>
        </p:txBody>
      </p:sp>
      <p:sp>
        <p:nvSpPr>
          <p:cNvPr id="43" name="s18 text 16">
            <a:extLst>
              <a:ext uri="{FF2B5EF4-FFF2-40B4-BE49-F238E27FC236}">
                <a16:creationId xmlns:a16="http://schemas.microsoft.com/office/drawing/2014/main" id="{60158C02-9D0E-4187-8335-66F7DB251845}"/>
              </a:ext>
            </a:extLst>
          </p:cNvPr>
          <p:cNvSpPr>
            <a:spLocks noGrp="1"/>
          </p:cNvSpPr>
          <p:nvPr/>
        </p:nvSpPr>
        <p:spPr>
          <a:xfrm>
            <a:off x="6419887" y="3223811"/>
            <a:ext cx="208169" cy="316000"/>
          </a:xfrm>
          <a:prstGeom prst="rect">
            <a:avLst/>
          </a:prstGeom>
          <a:noFill/>
          <a:ln w="0">
            <a:noFill/>
            <a:prstDash val="solid"/>
          </a:ln>
        </p:spPr>
        <p:txBody>
          <a:bodyPr wrap="none" lIns="0" tIns="0" rIns="0" bIns="0" anchor="t">
            <a:noAutofit/>
          </a:bodyPr>
          <a:lstStyle>
            <a:defPPr algn="l">
              <a:defRPr sz="1639" b="0" i="0" kern="0" spc="0">
                <a:solidFill>
                  <a:srgbClr val="0A2540"/>
                </a:solidFill>
                <a:latin typeface="JetBrains Mono"/>
                <a:ea typeface="JetBrains Mono"/>
                <a:cs typeface="JetBrains Mono"/>
              </a:defRPr>
            </a:defPPr>
            <a:lvl1pPr algn="l">
              <a:defRPr sz="1639" b="0" i="0" kern="0" spc="0">
                <a:solidFill>
                  <a:srgbClr val="0A2540"/>
                </a:solidFill>
                <a:latin typeface="JetBrains Mono"/>
                <a:ea typeface="JetBrains Mono"/>
                <a:cs typeface="JetBrains Mono"/>
              </a:defRPr>
            </a:lvl1pPr>
            <a:lvl2pPr algn="l">
              <a:defRPr sz="1639" b="0" i="0" kern="0" spc="0">
                <a:solidFill>
                  <a:srgbClr val="0A2540"/>
                </a:solidFill>
                <a:latin typeface="JetBrains Mono"/>
                <a:ea typeface="JetBrains Mono"/>
                <a:cs typeface="JetBrains Mono"/>
              </a:defRPr>
            </a:lvl2pPr>
            <a:lvl3pPr algn="l">
              <a:defRPr sz="1639" b="0" i="0" kern="0" spc="0">
                <a:solidFill>
                  <a:srgbClr val="0A2540"/>
                </a:solidFill>
                <a:latin typeface="JetBrains Mono"/>
                <a:ea typeface="JetBrains Mono"/>
                <a:cs typeface="JetBrains Mono"/>
              </a:defRPr>
            </a:lvl3pPr>
            <a:lvl4pPr algn="l">
              <a:defRPr sz="1639" b="0" i="0" kern="0" spc="0">
                <a:solidFill>
                  <a:srgbClr val="0A2540"/>
                </a:solidFill>
                <a:latin typeface="JetBrains Mono"/>
                <a:ea typeface="JetBrains Mono"/>
                <a:cs typeface="JetBrains Mono"/>
              </a:defRPr>
            </a:lvl4pPr>
            <a:lvl5pPr algn="l">
              <a:defRPr sz="1639" b="0" i="0" kern="0" spc="0">
                <a:solidFill>
                  <a:srgbClr val="0A2540"/>
                </a:solidFill>
                <a:latin typeface="JetBrains Mono"/>
                <a:ea typeface="JetBrains Mono"/>
                <a:cs typeface="JetBrains Mono"/>
              </a:defRPr>
            </a:lvl5pPr>
            <a:lvl6pPr algn="l">
              <a:defRPr sz="1639" b="0" i="0" kern="0" spc="0">
                <a:solidFill>
                  <a:srgbClr val="0A2540"/>
                </a:solidFill>
                <a:latin typeface="JetBrains Mono"/>
                <a:ea typeface="JetBrains Mono"/>
                <a:cs typeface="JetBrains Mono"/>
              </a:defRPr>
            </a:lvl6pPr>
            <a:lvl7pPr algn="l">
              <a:defRPr sz="1639" b="0" i="0" kern="0" spc="0">
                <a:solidFill>
                  <a:srgbClr val="0A2540"/>
                </a:solidFill>
                <a:latin typeface="JetBrains Mono"/>
                <a:ea typeface="JetBrains Mono"/>
                <a:cs typeface="JetBrains Mono"/>
              </a:defRPr>
            </a:lvl7pPr>
            <a:lvl8pPr algn="l">
              <a:defRPr sz="1639" b="0" i="0" kern="0" spc="0">
                <a:solidFill>
                  <a:srgbClr val="0A2540"/>
                </a:solidFill>
                <a:latin typeface="JetBrains Mono"/>
                <a:ea typeface="JetBrains Mono"/>
                <a:cs typeface="JetBrains Mono"/>
              </a:defRPr>
            </a:lvl8pPr>
            <a:lvl9pPr algn="l">
              <a:defRPr sz="1639" b="0" i="0" kern="0" spc="0">
                <a:solidFill>
                  <a:srgbClr val="0A2540"/>
                </a:solidFill>
                <a:latin typeface="JetBrains Mono"/>
                <a:ea typeface="JetBrains Mono"/>
                <a:cs typeface="JetBrains Mono"/>
              </a:defRPr>
            </a:lvl9pPr>
          </a:lstStyle>
          <a:p>
            <a:pPr algn="l">
              <a:lnSpc>
                <a:spcPct val="100000"/>
              </a:lnSpc>
              <a:buNone/>
              <a:defRPr sz="1639" b="0" i="0" kern="0" spc="0">
                <a:solidFill>
                  <a:srgbClr val="0A2540"/>
                </a:solidFill>
                <a:latin typeface="JetBrains Mono"/>
                <a:ea typeface="JetBrains Mono"/>
                <a:cs typeface="JetBrains Mono"/>
              </a:defRPr>
            </a:pPr>
            <a:r>
              <a:rPr sz="1639" b="0" i="0" kern="0" spc="0">
                <a:solidFill>
                  <a:srgbClr val="0A2540"/>
                </a:solidFill>
                <a:latin typeface="JetBrains Mono"/>
                <a:ea typeface="JetBrains Mono"/>
                <a:cs typeface="JetBrains Mono"/>
              </a:rPr>
              <a:t>P</a:t>
            </a:r>
          </a:p>
        </p:txBody>
      </p:sp>
      <p:sp>
        <p:nvSpPr>
          <p:cNvPr id="44" name="s18 text 17">
            <a:extLst>
              <a:ext uri="{FF2B5EF4-FFF2-40B4-BE49-F238E27FC236}">
                <a16:creationId xmlns:a16="http://schemas.microsoft.com/office/drawing/2014/main" id="{CF9BF2C5-4AAD-424A-8290-28EB0FB0CE3C}"/>
              </a:ext>
            </a:extLst>
          </p:cNvPr>
          <p:cNvSpPr>
            <a:spLocks noGrp="1"/>
          </p:cNvSpPr>
          <p:nvPr/>
        </p:nvSpPr>
        <p:spPr>
          <a:xfrm>
            <a:off x="978694" y="3559568"/>
            <a:ext cx="1831867"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 40,000 / 2 =</a:t>
            </a:r>
          </a:p>
        </p:txBody>
      </p:sp>
      <p:sp>
        <p:nvSpPr>
          <p:cNvPr id="45" name="s18 text 18">
            <a:extLst>
              <a:ext uri="{FF2B5EF4-FFF2-40B4-BE49-F238E27FC236}">
                <a16:creationId xmlns:a16="http://schemas.microsoft.com/office/drawing/2014/main" id="{6849CAA6-76A8-44CF-936D-C2CD59B6E29D}"/>
              </a:ext>
            </a:extLst>
          </p:cNvPr>
          <p:cNvSpPr>
            <a:spLocks noGrp="1"/>
          </p:cNvSpPr>
          <p:nvPr/>
        </p:nvSpPr>
        <p:spPr>
          <a:xfrm>
            <a:off x="2834171" y="3559568"/>
            <a:ext cx="957567" cy="316000"/>
          </a:xfrm>
          <a:prstGeom prst="rect">
            <a:avLst/>
          </a:prstGeom>
          <a:noFill/>
          <a:ln w="0">
            <a:noFill/>
            <a:prstDash val="solid"/>
          </a:ln>
        </p:spPr>
        <p:txBody>
          <a:bodyPr wrap="none" lIns="0" tIns="0" rIns="0" bIns="0" anchor="t">
            <a:noAutofit/>
          </a:bodyPr>
          <a:lstStyle>
            <a:defPPr algn="l">
              <a:defRPr sz="1639" b="1" i="0" kern="0" spc="-9">
                <a:solidFill>
                  <a:srgbClr val="0A2540"/>
                </a:solidFill>
                <a:latin typeface="JetBrains Mono"/>
                <a:ea typeface="JetBrains Mono"/>
                <a:cs typeface="JetBrains Mono"/>
              </a:defRPr>
            </a:defPPr>
            <a:lvl1pPr algn="l">
              <a:defRPr sz="1639" b="1" i="0" kern="0" spc="-9">
                <a:solidFill>
                  <a:srgbClr val="0A2540"/>
                </a:solidFill>
                <a:latin typeface="JetBrains Mono"/>
                <a:ea typeface="JetBrains Mono"/>
                <a:cs typeface="JetBrains Mono"/>
              </a:defRPr>
            </a:lvl1pPr>
            <a:lvl2pPr algn="l">
              <a:defRPr sz="1639" b="1" i="0" kern="0" spc="-9">
                <a:solidFill>
                  <a:srgbClr val="0A2540"/>
                </a:solidFill>
                <a:latin typeface="JetBrains Mono"/>
                <a:ea typeface="JetBrains Mono"/>
                <a:cs typeface="JetBrains Mono"/>
              </a:defRPr>
            </a:lvl2pPr>
            <a:lvl3pPr algn="l">
              <a:defRPr sz="1639" b="1" i="0" kern="0" spc="-9">
                <a:solidFill>
                  <a:srgbClr val="0A2540"/>
                </a:solidFill>
                <a:latin typeface="JetBrains Mono"/>
                <a:ea typeface="JetBrains Mono"/>
                <a:cs typeface="JetBrains Mono"/>
              </a:defRPr>
            </a:lvl3pPr>
            <a:lvl4pPr algn="l">
              <a:defRPr sz="1639" b="1" i="0" kern="0" spc="-9">
                <a:solidFill>
                  <a:srgbClr val="0A2540"/>
                </a:solidFill>
                <a:latin typeface="JetBrains Mono"/>
                <a:ea typeface="JetBrains Mono"/>
                <a:cs typeface="JetBrains Mono"/>
              </a:defRPr>
            </a:lvl4pPr>
            <a:lvl5pPr algn="l">
              <a:defRPr sz="1639" b="1" i="0" kern="0" spc="-9">
                <a:solidFill>
                  <a:srgbClr val="0A2540"/>
                </a:solidFill>
                <a:latin typeface="JetBrains Mono"/>
                <a:ea typeface="JetBrains Mono"/>
                <a:cs typeface="JetBrains Mono"/>
              </a:defRPr>
            </a:lvl5pPr>
            <a:lvl6pPr algn="l">
              <a:defRPr sz="1639" b="1" i="0" kern="0" spc="-9">
                <a:solidFill>
                  <a:srgbClr val="0A2540"/>
                </a:solidFill>
                <a:latin typeface="JetBrains Mono"/>
                <a:ea typeface="JetBrains Mono"/>
                <a:cs typeface="JetBrains Mono"/>
              </a:defRPr>
            </a:lvl6pPr>
            <a:lvl7pPr algn="l">
              <a:defRPr sz="1639" b="1" i="0" kern="0" spc="-9">
                <a:solidFill>
                  <a:srgbClr val="0A2540"/>
                </a:solidFill>
                <a:latin typeface="JetBrains Mono"/>
                <a:ea typeface="JetBrains Mono"/>
                <a:cs typeface="JetBrains Mono"/>
              </a:defRPr>
            </a:lvl7pPr>
            <a:lvl8pPr algn="l">
              <a:defRPr sz="1639" b="1" i="0" kern="0" spc="-9">
                <a:solidFill>
                  <a:srgbClr val="0A2540"/>
                </a:solidFill>
                <a:latin typeface="JetBrains Mono"/>
                <a:ea typeface="JetBrains Mono"/>
                <a:cs typeface="JetBrains Mono"/>
              </a:defRPr>
            </a:lvl8pPr>
            <a:lvl9pPr algn="l">
              <a:defRPr sz="1639" b="1" i="0" kern="0" spc="-9">
                <a:solidFill>
                  <a:srgbClr val="0A2540"/>
                </a:solidFill>
                <a:latin typeface="JetBrains Mono"/>
                <a:ea typeface="JetBrains Mono"/>
                <a:cs typeface="JetBrains Mono"/>
              </a:defRPr>
            </a:lvl9pPr>
          </a:lstStyle>
          <a:p>
            <a:pPr algn="l">
              <a:lnSpc>
                <a:spcPct val="100000"/>
              </a:lnSpc>
              <a:buNone/>
              <a:defRPr sz="1639" b="1" i="0" kern="0" spc="-9">
                <a:solidFill>
                  <a:srgbClr val="0A2540"/>
                </a:solidFill>
                <a:latin typeface="JetBrains Mono"/>
                <a:ea typeface="JetBrains Mono"/>
                <a:cs typeface="JetBrains Mono"/>
              </a:defRPr>
            </a:pPr>
            <a:r>
              <a:rPr sz="1639" b="1" i="0" kern="0" spc="-9">
                <a:solidFill>
                  <a:srgbClr val="0A2540"/>
                </a:solidFill>
                <a:latin typeface="JetBrains Mono"/>
                <a:ea typeface="JetBrains Mono"/>
                <a:cs typeface="JetBrains Mono"/>
              </a:rPr>
              <a:t>$20,000</a:t>
            </a:r>
          </a:p>
        </p:txBody>
      </p:sp>
      <p:sp>
        <p:nvSpPr>
          <p:cNvPr id="46" name="s18 text 19">
            <a:extLst>
              <a:ext uri="{FF2B5EF4-FFF2-40B4-BE49-F238E27FC236}">
                <a16:creationId xmlns:a16="http://schemas.microsoft.com/office/drawing/2014/main" id="{9AB75B22-7D2F-4219-BC4C-D5F337B8402E}"/>
              </a:ext>
            </a:extLst>
          </p:cNvPr>
          <p:cNvSpPr>
            <a:spLocks noGrp="1"/>
          </p:cNvSpPr>
          <p:nvPr/>
        </p:nvSpPr>
        <p:spPr>
          <a:xfrm>
            <a:off x="3761269" y="3557364"/>
            <a:ext cx="1934813"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(the choke price).</a:t>
            </a:r>
          </a:p>
        </p:txBody>
      </p:sp>
      <p:sp>
        <p:nvSpPr>
          <p:cNvPr id="47" name="s18 text 20">
            <a:extLst>
              <a:ext uri="{FF2B5EF4-FFF2-40B4-BE49-F238E27FC236}">
                <a16:creationId xmlns:a16="http://schemas.microsoft.com/office/drawing/2014/main" id="{5FF7B275-B504-4FA4-A500-1D6C545A1EC2}"/>
              </a:ext>
            </a:extLst>
          </p:cNvPr>
          <p:cNvSpPr>
            <a:spLocks noGrp="1"/>
          </p:cNvSpPr>
          <p:nvPr/>
        </p:nvSpPr>
        <p:spPr>
          <a:xfrm>
            <a:off x="631999" y="4033075"/>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3</a:t>
            </a:r>
          </a:p>
        </p:txBody>
      </p:sp>
      <p:sp>
        <p:nvSpPr>
          <p:cNvPr id="48" name="s18 text 21">
            <a:extLst>
              <a:ext uri="{FF2B5EF4-FFF2-40B4-BE49-F238E27FC236}">
                <a16:creationId xmlns:a16="http://schemas.microsoft.com/office/drawing/2014/main" id="{C3EF629F-508E-49CF-B1EE-638B556DB5A6}"/>
              </a:ext>
            </a:extLst>
          </p:cNvPr>
          <p:cNvSpPr>
            <a:spLocks noGrp="1"/>
          </p:cNvSpPr>
          <p:nvPr/>
        </p:nvSpPr>
        <p:spPr>
          <a:xfrm>
            <a:off x="978694" y="3978845"/>
            <a:ext cx="3688366"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Base = 38,750 handbags; height =</a:t>
            </a:r>
          </a:p>
        </p:txBody>
      </p:sp>
      <p:sp>
        <p:nvSpPr>
          <p:cNvPr id="49" name="s18 text 22">
            <a:extLst>
              <a:ext uri="{FF2B5EF4-FFF2-40B4-BE49-F238E27FC236}">
                <a16:creationId xmlns:a16="http://schemas.microsoft.com/office/drawing/2014/main" id="{2C453A7A-C30E-423F-880D-C59D449FD842}"/>
              </a:ext>
            </a:extLst>
          </p:cNvPr>
          <p:cNvSpPr>
            <a:spLocks noGrp="1"/>
          </p:cNvSpPr>
          <p:nvPr/>
        </p:nvSpPr>
        <p:spPr>
          <a:xfrm>
            <a:off x="4603030" y="3981049"/>
            <a:ext cx="1831867" cy="316000"/>
          </a:xfrm>
          <a:prstGeom prst="rect">
            <a:avLst/>
          </a:prstGeom>
          <a:noFill/>
          <a:ln w="0">
            <a:noFill/>
            <a:prstDash val="solid"/>
          </a:ln>
        </p:spPr>
        <p:txBody>
          <a:bodyPr wrap="none" lIns="0" tIns="0" rIns="0" bIns="0" anchor="t">
            <a:noAutofit/>
          </a:bodyPr>
          <a:lstStyle>
            <a:defPPr algn="l">
              <a:defRPr sz="1639" b="0" i="0" kern="0" spc="-9">
                <a:solidFill>
                  <a:srgbClr val="0A2540"/>
                </a:solidFill>
                <a:latin typeface="JetBrains Mono"/>
                <a:ea typeface="JetBrains Mono"/>
                <a:cs typeface="JetBrains Mono"/>
              </a:defRPr>
            </a:defPPr>
            <a:lvl1pPr algn="l">
              <a:defRPr sz="1639" b="0" i="0" kern="0" spc="-9">
                <a:solidFill>
                  <a:srgbClr val="0A2540"/>
                </a:solidFill>
                <a:latin typeface="JetBrains Mono"/>
                <a:ea typeface="JetBrains Mono"/>
                <a:cs typeface="JetBrains Mono"/>
              </a:defRPr>
            </a:lvl1pPr>
            <a:lvl2pPr algn="l">
              <a:defRPr sz="1639" b="0" i="0" kern="0" spc="-9">
                <a:solidFill>
                  <a:srgbClr val="0A2540"/>
                </a:solidFill>
                <a:latin typeface="JetBrains Mono"/>
                <a:ea typeface="JetBrains Mono"/>
                <a:cs typeface="JetBrains Mono"/>
              </a:defRPr>
            </a:lvl2pPr>
            <a:lvl3pPr algn="l">
              <a:defRPr sz="1639" b="0" i="0" kern="0" spc="-9">
                <a:solidFill>
                  <a:srgbClr val="0A2540"/>
                </a:solidFill>
                <a:latin typeface="JetBrains Mono"/>
                <a:ea typeface="JetBrains Mono"/>
                <a:cs typeface="JetBrains Mono"/>
              </a:defRPr>
            </a:lvl3pPr>
            <a:lvl4pPr algn="l">
              <a:defRPr sz="1639" b="0" i="0" kern="0" spc="-9">
                <a:solidFill>
                  <a:srgbClr val="0A2540"/>
                </a:solidFill>
                <a:latin typeface="JetBrains Mono"/>
                <a:ea typeface="JetBrains Mono"/>
                <a:cs typeface="JetBrains Mono"/>
              </a:defRPr>
            </a:lvl4pPr>
            <a:lvl5pPr algn="l">
              <a:defRPr sz="1639" b="0" i="0" kern="0" spc="-9">
                <a:solidFill>
                  <a:srgbClr val="0A2540"/>
                </a:solidFill>
                <a:latin typeface="JetBrains Mono"/>
                <a:ea typeface="JetBrains Mono"/>
                <a:cs typeface="JetBrains Mono"/>
              </a:defRPr>
            </a:lvl5pPr>
            <a:lvl6pPr algn="l">
              <a:defRPr sz="1639" b="0" i="0" kern="0" spc="-9">
                <a:solidFill>
                  <a:srgbClr val="0A2540"/>
                </a:solidFill>
                <a:latin typeface="JetBrains Mono"/>
                <a:ea typeface="JetBrains Mono"/>
                <a:cs typeface="JetBrains Mono"/>
              </a:defRPr>
            </a:lvl6pPr>
            <a:lvl7pPr algn="l">
              <a:defRPr sz="1639" b="0" i="0" kern="0" spc="-9">
                <a:solidFill>
                  <a:srgbClr val="0A2540"/>
                </a:solidFill>
                <a:latin typeface="JetBrains Mono"/>
                <a:ea typeface="JetBrains Mono"/>
                <a:cs typeface="JetBrains Mono"/>
              </a:defRPr>
            </a:lvl7pPr>
            <a:lvl8pPr algn="l">
              <a:defRPr sz="1639" b="0" i="0" kern="0" spc="-9">
                <a:solidFill>
                  <a:srgbClr val="0A2540"/>
                </a:solidFill>
                <a:latin typeface="JetBrains Mono"/>
                <a:ea typeface="JetBrains Mono"/>
                <a:cs typeface="JetBrains Mono"/>
              </a:defRPr>
            </a:lvl8pPr>
            <a:lvl9pPr algn="l">
              <a:defRPr sz="1639" b="0" i="0" kern="0" spc="-9">
                <a:solidFill>
                  <a:srgbClr val="0A2540"/>
                </a:solidFill>
                <a:latin typeface="JetBrains Mono"/>
                <a:ea typeface="JetBrains Mono"/>
                <a:cs typeface="JetBrains Mono"/>
              </a:defRPr>
            </a:lvl9pPr>
          </a:lstStyle>
          <a:p>
            <a:pPr algn="l">
              <a:lnSpc>
                <a:spcPct val="100000"/>
              </a:lnSpc>
              <a:buNone/>
              <a:defRPr sz="1639" b="0" i="0" kern="0" spc="-9">
                <a:solidFill>
                  <a:srgbClr val="0A2540"/>
                </a:solidFill>
                <a:latin typeface="JetBrains Mono"/>
                <a:ea typeface="JetBrains Mono"/>
                <a:cs typeface="JetBrains Mono"/>
              </a:defRPr>
            </a:pPr>
            <a:r>
              <a:rPr sz="1639" b="0" i="0" kern="0" spc="-9">
                <a:solidFill>
                  <a:srgbClr val="0A2540"/>
                </a:solidFill>
                <a:latin typeface="JetBrains Mono"/>
                <a:ea typeface="JetBrains Mono"/>
                <a:cs typeface="JetBrains Mono"/>
              </a:rPr>
              <a:t>20,000 − 625 =</a:t>
            </a:r>
          </a:p>
        </p:txBody>
      </p:sp>
      <p:sp>
        <p:nvSpPr>
          <p:cNvPr id="50" name="s18 text 23">
            <a:extLst>
              <a:ext uri="{FF2B5EF4-FFF2-40B4-BE49-F238E27FC236}">
                <a16:creationId xmlns:a16="http://schemas.microsoft.com/office/drawing/2014/main" id="{05D076F9-4F45-458C-A149-7B11A3B94C3F}"/>
              </a:ext>
            </a:extLst>
          </p:cNvPr>
          <p:cNvSpPr>
            <a:spLocks noGrp="1"/>
          </p:cNvSpPr>
          <p:nvPr/>
        </p:nvSpPr>
        <p:spPr>
          <a:xfrm>
            <a:off x="978694" y="4288230"/>
            <a:ext cx="957567" cy="316000"/>
          </a:xfrm>
          <a:prstGeom prst="rect">
            <a:avLst/>
          </a:prstGeom>
          <a:noFill/>
          <a:ln w="0">
            <a:noFill/>
            <a:prstDash val="solid"/>
          </a:ln>
        </p:spPr>
        <p:txBody>
          <a:bodyPr wrap="none" lIns="0" tIns="0" rIns="0" bIns="0" anchor="t">
            <a:noAutofit/>
          </a:bodyPr>
          <a:lstStyle>
            <a:defPPr algn="l">
              <a:defRPr sz="1639" b="0" i="0" kern="0" spc="-9">
                <a:solidFill>
                  <a:srgbClr val="0A2540"/>
                </a:solidFill>
                <a:latin typeface="JetBrains Mono"/>
                <a:ea typeface="JetBrains Mono"/>
                <a:cs typeface="JetBrains Mono"/>
              </a:defRPr>
            </a:defPPr>
            <a:lvl1pPr algn="l">
              <a:defRPr sz="1639" b="0" i="0" kern="0" spc="-9">
                <a:solidFill>
                  <a:srgbClr val="0A2540"/>
                </a:solidFill>
                <a:latin typeface="JetBrains Mono"/>
                <a:ea typeface="JetBrains Mono"/>
                <a:cs typeface="JetBrains Mono"/>
              </a:defRPr>
            </a:lvl1pPr>
            <a:lvl2pPr algn="l">
              <a:defRPr sz="1639" b="0" i="0" kern="0" spc="-9">
                <a:solidFill>
                  <a:srgbClr val="0A2540"/>
                </a:solidFill>
                <a:latin typeface="JetBrains Mono"/>
                <a:ea typeface="JetBrains Mono"/>
                <a:cs typeface="JetBrains Mono"/>
              </a:defRPr>
            </a:lvl2pPr>
            <a:lvl3pPr algn="l">
              <a:defRPr sz="1639" b="0" i="0" kern="0" spc="-9">
                <a:solidFill>
                  <a:srgbClr val="0A2540"/>
                </a:solidFill>
                <a:latin typeface="JetBrains Mono"/>
                <a:ea typeface="JetBrains Mono"/>
                <a:cs typeface="JetBrains Mono"/>
              </a:defRPr>
            </a:lvl3pPr>
            <a:lvl4pPr algn="l">
              <a:defRPr sz="1639" b="0" i="0" kern="0" spc="-9">
                <a:solidFill>
                  <a:srgbClr val="0A2540"/>
                </a:solidFill>
                <a:latin typeface="JetBrains Mono"/>
                <a:ea typeface="JetBrains Mono"/>
                <a:cs typeface="JetBrains Mono"/>
              </a:defRPr>
            </a:lvl4pPr>
            <a:lvl5pPr algn="l">
              <a:defRPr sz="1639" b="0" i="0" kern="0" spc="-9">
                <a:solidFill>
                  <a:srgbClr val="0A2540"/>
                </a:solidFill>
                <a:latin typeface="JetBrains Mono"/>
                <a:ea typeface="JetBrains Mono"/>
                <a:cs typeface="JetBrains Mono"/>
              </a:defRPr>
            </a:lvl5pPr>
            <a:lvl6pPr algn="l">
              <a:defRPr sz="1639" b="0" i="0" kern="0" spc="-9">
                <a:solidFill>
                  <a:srgbClr val="0A2540"/>
                </a:solidFill>
                <a:latin typeface="JetBrains Mono"/>
                <a:ea typeface="JetBrains Mono"/>
                <a:cs typeface="JetBrains Mono"/>
              </a:defRPr>
            </a:lvl6pPr>
            <a:lvl7pPr algn="l">
              <a:defRPr sz="1639" b="0" i="0" kern="0" spc="-9">
                <a:solidFill>
                  <a:srgbClr val="0A2540"/>
                </a:solidFill>
                <a:latin typeface="JetBrains Mono"/>
                <a:ea typeface="JetBrains Mono"/>
                <a:cs typeface="JetBrains Mono"/>
              </a:defRPr>
            </a:lvl7pPr>
            <a:lvl8pPr algn="l">
              <a:defRPr sz="1639" b="0" i="0" kern="0" spc="-9">
                <a:solidFill>
                  <a:srgbClr val="0A2540"/>
                </a:solidFill>
                <a:latin typeface="JetBrains Mono"/>
                <a:ea typeface="JetBrains Mono"/>
                <a:cs typeface="JetBrains Mono"/>
              </a:defRPr>
            </a:lvl8pPr>
            <a:lvl9pPr algn="l">
              <a:defRPr sz="1639" b="0" i="0" kern="0" spc="-9">
                <a:solidFill>
                  <a:srgbClr val="0A2540"/>
                </a:solidFill>
                <a:latin typeface="JetBrains Mono"/>
                <a:ea typeface="JetBrains Mono"/>
                <a:cs typeface="JetBrains Mono"/>
              </a:defRPr>
            </a:lvl9pPr>
          </a:lstStyle>
          <a:p>
            <a:pPr algn="l">
              <a:lnSpc>
                <a:spcPct val="100000"/>
              </a:lnSpc>
              <a:buNone/>
              <a:defRPr sz="1639" b="0" i="0" kern="0" spc="-9">
                <a:solidFill>
                  <a:srgbClr val="0A2540"/>
                </a:solidFill>
                <a:latin typeface="JetBrains Mono"/>
                <a:ea typeface="JetBrains Mono"/>
                <a:cs typeface="JetBrains Mono"/>
              </a:defRPr>
            </a:pPr>
            <a:r>
              <a:rPr sz="1639" b="0" i="0" kern="0" spc="-9">
                <a:solidFill>
                  <a:srgbClr val="0A2540"/>
                </a:solidFill>
                <a:latin typeface="JetBrains Mono"/>
                <a:ea typeface="JetBrains Mono"/>
                <a:cs typeface="JetBrains Mono"/>
              </a:rPr>
              <a:t>$19,375</a:t>
            </a:r>
          </a:p>
        </p:txBody>
      </p:sp>
      <p:sp>
        <p:nvSpPr>
          <p:cNvPr id="51" name="s18 text 24">
            <a:extLst>
              <a:ext uri="{FF2B5EF4-FFF2-40B4-BE49-F238E27FC236}">
                <a16:creationId xmlns:a16="http://schemas.microsoft.com/office/drawing/2014/main" id="{77664A72-99BE-46F5-B271-841809DE94CF}"/>
              </a:ext>
            </a:extLst>
          </p:cNvPr>
          <p:cNvSpPr>
            <a:spLocks noGrp="1"/>
          </p:cNvSpPr>
          <p:nvPr/>
        </p:nvSpPr>
        <p:spPr>
          <a:xfrm>
            <a:off x="631999" y="4761738"/>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4</a:t>
            </a:r>
          </a:p>
        </p:txBody>
      </p:sp>
      <p:sp>
        <p:nvSpPr>
          <p:cNvPr id="52" name="s18 text 25">
            <a:extLst>
              <a:ext uri="{FF2B5EF4-FFF2-40B4-BE49-F238E27FC236}">
                <a16:creationId xmlns:a16="http://schemas.microsoft.com/office/drawing/2014/main" id="{CB280D42-2440-4880-9461-58A37C6278F7}"/>
              </a:ext>
            </a:extLst>
          </p:cNvPr>
          <p:cNvSpPr>
            <a:spLocks noGrp="1"/>
          </p:cNvSpPr>
          <p:nvPr/>
        </p:nvSpPr>
        <p:spPr>
          <a:xfrm>
            <a:off x="978694" y="4702568"/>
            <a:ext cx="3080880" cy="316000"/>
          </a:xfrm>
          <a:prstGeom prst="rect">
            <a:avLst/>
          </a:prstGeom>
          <a:noFill/>
          <a:ln w="0">
            <a:noFill/>
            <a:prstDash val="solid"/>
          </a:ln>
        </p:spPr>
        <p:txBody>
          <a:bodyPr wrap="none" lIns="0" tIns="0" rIns="0" bIns="0" anchor="t">
            <a:noAutofit/>
          </a:bodyPr>
          <a:lstStyle>
            <a:defPPr algn="l">
              <a:defRPr sz="1639" b="0" i="0" kern="0" spc="-9">
                <a:solidFill>
                  <a:srgbClr val="0A2540"/>
                </a:solidFill>
                <a:latin typeface="JetBrains Mono"/>
                <a:ea typeface="JetBrains Mono"/>
                <a:cs typeface="JetBrains Mono"/>
              </a:defRPr>
            </a:defPPr>
            <a:lvl1pPr algn="l">
              <a:defRPr sz="1639" b="0" i="0" kern="0" spc="-9">
                <a:solidFill>
                  <a:srgbClr val="0A2540"/>
                </a:solidFill>
                <a:latin typeface="JetBrains Mono"/>
                <a:ea typeface="JetBrains Mono"/>
                <a:cs typeface="JetBrains Mono"/>
              </a:defRPr>
            </a:lvl1pPr>
            <a:lvl2pPr algn="l">
              <a:defRPr sz="1639" b="0" i="0" kern="0" spc="-9">
                <a:solidFill>
                  <a:srgbClr val="0A2540"/>
                </a:solidFill>
                <a:latin typeface="JetBrains Mono"/>
                <a:ea typeface="JetBrains Mono"/>
                <a:cs typeface="JetBrains Mono"/>
              </a:defRPr>
            </a:lvl2pPr>
            <a:lvl3pPr algn="l">
              <a:defRPr sz="1639" b="0" i="0" kern="0" spc="-9">
                <a:solidFill>
                  <a:srgbClr val="0A2540"/>
                </a:solidFill>
                <a:latin typeface="JetBrains Mono"/>
                <a:ea typeface="JetBrains Mono"/>
                <a:cs typeface="JetBrains Mono"/>
              </a:defRPr>
            </a:lvl3pPr>
            <a:lvl4pPr algn="l">
              <a:defRPr sz="1639" b="0" i="0" kern="0" spc="-9">
                <a:solidFill>
                  <a:srgbClr val="0A2540"/>
                </a:solidFill>
                <a:latin typeface="JetBrains Mono"/>
                <a:ea typeface="JetBrains Mono"/>
                <a:cs typeface="JetBrains Mono"/>
              </a:defRPr>
            </a:lvl4pPr>
            <a:lvl5pPr algn="l">
              <a:defRPr sz="1639" b="0" i="0" kern="0" spc="-9">
                <a:solidFill>
                  <a:srgbClr val="0A2540"/>
                </a:solidFill>
                <a:latin typeface="JetBrains Mono"/>
                <a:ea typeface="JetBrains Mono"/>
                <a:cs typeface="JetBrains Mono"/>
              </a:defRPr>
            </a:lvl5pPr>
            <a:lvl6pPr algn="l">
              <a:defRPr sz="1639" b="0" i="0" kern="0" spc="-9">
                <a:solidFill>
                  <a:srgbClr val="0A2540"/>
                </a:solidFill>
                <a:latin typeface="JetBrains Mono"/>
                <a:ea typeface="JetBrains Mono"/>
                <a:cs typeface="JetBrains Mono"/>
              </a:defRPr>
            </a:lvl6pPr>
            <a:lvl7pPr algn="l">
              <a:defRPr sz="1639" b="0" i="0" kern="0" spc="-9">
                <a:solidFill>
                  <a:srgbClr val="0A2540"/>
                </a:solidFill>
                <a:latin typeface="JetBrains Mono"/>
                <a:ea typeface="JetBrains Mono"/>
                <a:cs typeface="JetBrains Mono"/>
              </a:defRPr>
            </a:lvl7pPr>
            <a:lvl8pPr algn="l">
              <a:defRPr sz="1639" b="0" i="0" kern="0" spc="-9">
                <a:solidFill>
                  <a:srgbClr val="0A2540"/>
                </a:solidFill>
                <a:latin typeface="JetBrains Mono"/>
                <a:ea typeface="JetBrains Mono"/>
                <a:cs typeface="JetBrains Mono"/>
              </a:defRPr>
            </a:lvl8pPr>
            <a:lvl9pPr algn="l">
              <a:defRPr sz="1639" b="0" i="0" kern="0" spc="-9">
                <a:solidFill>
                  <a:srgbClr val="0A2540"/>
                </a:solidFill>
                <a:latin typeface="JetBrains Mono"/>
                <a:ea typeface="JetBrains Mono"/>
                <a:cs typeface="JetBrains Mono"/>
              </a:defRPr>
            </a:lvl9pPr>
          </a:lstStyle>
          <a:p>
            <a:pPr algn="l">
              <a:lnSpc>
                <a:spcPct val="100000"/>
              </a:lnSpc>
              <a:buNone/>
              <a:defRPr sz="1639" b="0" i="0" kern="0" spc="-9">
                <a:solidFill>
                  <a:srgbClr val="0A2540"/>
                </a:solidFill>
                <a:latin typeface="JetBrains Mono"/>
                <a:ea typeface="JetBrains Mono"/>
                <a:cs typeface="JetBrains Mono"/>
              </a:defRPr>
            </a:pPr>
            <a:r>
              <a:rPr sz="1639" b="0" i="0" kern="0" spc="-9">
                <a:solidFill>
                  <a:srgbClr val="0A2540"/>
                </a:solidFill>
                <a:latin typeface="JetBrains Mono"/>
                <a:ea typeface="JetBrains Mono"/>
                <a:cs typeface="JetBrains Mono"/>
              </a:rPr>
              <a:t>CS = ½ × 38,750 × 19,375</a:t>
            </a:r>
          </a:p>
        </p:txBody>
      </p:sp>
      <p:sp>
        <p:nvSpPr>
          <p:cNvPr id="53" name="s18 text 26">
            <a:extLst>
              <a:ext uri="{FF2B5EF4-FFF2-40B4-BE49-F238E27FC236}">
                <a16:creationId xmlns:a16="http://schemas.microsoft.com/office/drawing/2014/main" id="{B7FCC145-57B3-496F-8D73-ED9EB0D4B86A}"/>
              </a:ext>
            </a:extLst>
          </p:cNvPr>
          <p:cNvSpPr>
            <a:spLocks noGrp="1"/>
          </p:cNvSpPr>
          <p:nvPr/>
        </p:nvSpPr>
        <p:spPr>
          <a:xfrm>
            <a:off x="671512" y="5175932"/>
            <a:ext cx="460058" cy="249417"/>
          </a:xfrm>
          <a:prstGeom prst="rect">
            <a:avLst/>
          </a:prstGeom>
          <a:noFill/>
          <a:ln w="0">
            <a:noFill/>
            <a:prstDash val="solid"/>
          </a:ln>
        </p:spPr>
        <p:txBody>
          <a:bodyPr wrap="none" lIns="0" tIns="0" rIns="0" bIns="0" anchor="t">
            <a:noAutofit/>
          </a:bodyPr>
          <a:lstStyle>
            <a:defPPr algn="l">
              <a:defRPr sz="1294" b="0" i="0" kern="0" spc="-12">
                <a:solidFill>
                  <a:srgbClr val="0A2540"/>
                </a:solidFill>
                <a:latin typeface="JetBrains Mono"/>
                <a:ea typeface="JetBrains Mono"/>
                <a:cs typeface="JetBrains Mono"/>
              </a:defRPr>
            </a:defPPr>
            <a:lvl1pPr algn="l">
              <a:defRPr sz="1294" b="0" i="0" kern="0" spc="-12">
                <a:solidFill>
                  <a:srgbClr val="0A2540"/>
                </a:solidFill>
                <a:latin typeface="JetBrains Mono"/>
                <a:ea typeface="JetBrains Mono"/>
                <a:cs typeface="JetBrains Mono"/>
              </a:defRPr>
            </a:lvl1pPr>
            <a:lvl2pPr algn="l">
              <a:defRPr sz="1294" b="0" i="0" kern="0" spc="-12">
                <a:solidFill>
                  <a:srgbClr val="0A2540"/>
                </a:solidFill>
                <a:latin typeface="JetBrains Mono"/>
                <a:ea typeface="JetBrains Mono"/>
                <a:cs typeface="JetBrains Mono"/>
              </a:defRPr>
            </a:lvl2pPr>
            <a:lvl3pPr algn="l">
              <a:defRPr sz="1294" b="0" i="0" kern="0" spc="-12">
                <a:solidFill>
                  <a:srgbClr val="0A2540"/>
                </a:solidFill>
                <a:latin typeface="JetBrains Mono"/>
                <a:ea typeface="JetBrains Mono"/>
                <a:cs typeface="JetBrains Mono"/>
              </a:defRPr>
            </a:lvl3pPr>
            <a:lvl4pPr algn="l">
              <a:defRPr sz="1294" b="0" i="0" kern="0" spc="-12">
                <a:solidFill>
                  <a:srgbClr val="0A2540"/>
                </a:solidFill>
                <a:latin typeface="JetBrains Mono"/>
                <a:ea typeface="JetBrains Mono"/>
                <a:cs typeface="JetBrains Mono"/>
              </a:defRPr>
            </a:lvl4pPr>
            <a:lvl5pPr algn="l">
              <a:defRPr sz="1294" b="0" i="0" kern="0" spc="-12">
                <a:solidFill>
                  <a:srgbClr val="0A2540"/>
                </a:solidFill>
                <a:latin typeface="JetBrains Mono"/>
                <a:ea typeface="JetBrains Mono"/>
                <a:cs typeface="JetBrains Mono"/>
              </a:defRPr>
            </a:lvl5pPr>
            <a:lvl6pPr algn="l">
              <a:defRPr sz="1294" b="0" i="0" kern="0" spc="-12">
                <a:solidFill>
                  <a:srgbClr val="0A2540"/>
                </a:solidFill>
                <a:latin typeface="JetBrains Mono"/>
                <a:ea typeface="JetBrains Mono"/>
                <a:cs typeface="JetBrains Mono"/>
              </a:defRPr>
            </a:lvl6pPr>
            <a:lvl7pPr algn="l">
              <a:defRPr sz="1294" b="0" i="0" kern="0" spc="-12">
                <a:solidFill>
                  <a:srgbClr val="0A2540"/>
                </a:solidFill>
                <a:latin typeface="JetBrains Mono"/>
                <a:ea typeface="JetBrains Mono"/>
                <a:cs typeface="JetBrains Mono"/>
              </a:defRPr>
            </a:lvl7pPr>
            <a:lvl8pPr algn="l">
              <a:defRPr sz="1294" b="0" i="0" kern="0" spc="-12">
                <a:solidFill>
                  <a:srgbClr val="0A2540"/>
                </a:solidFill>
                <a:latin typeface="JetBrains Mono"/>
                <a:ea typeface="JetBrains Mono"/>
                <a:cs typeface="JetBrains Mono"/>
              </a:defRPr>
            </a:lvl8pPr>
            <a:lvl9pPr algn="l">
              <a:defRPr sz="1294" b="0" i="0" kern="0" spc="-12">
                <a:solidFill>
                  <a:srgbClr val="0A2540"/>
                </a:solidFill>
                <a:latin typeface="JetBrains Mono"/>
                <a:ea typeface="JetBrains Mono"/>
                <a:cs typeface="JetBrains Mono"/>
              </a:defRPr>
            </a:lvl9pPr>
          </a:lstStyle>
          <a:p>
            <a:pPr algn="l">
              <a:lnSpc>
                <a:spcPct val="100000"/>
              </a:lnSpc>
              <a:buNone/>
              <a:defRPr sz="1294" b="0" i="0" kern="0" spc="-12">
                <a:solidFill>
                  <a:srgbClr val="0A2540"/>
                </a:solidFill>
                <a:latin typeface="JetBrains Mono"/>
                <a:ea typeface="JetBrains Mono"/>
                <a:cs typeface="JetBrains Mono"/>
              </a:defRPr>
            </a:pPr>
            <a:r>
              <a:rPr sz="1294" b="0" i="0" kern="0" spc="-12">
                <a:solidFill>
                  <a:srgbClr val="0A2540"/>
                </a:solidFill>
                <a:latin typeface="JetBrains Mono"/>
                <a:ea typeface="JetBrains Mono"/>
                <a:cs typeface="JetBrains Mono"/>
              </a:rPr>
              <a:t>CS =</a:t>
            </a:r>
          </a:p>
        </p:txBody>
      </p:sp>
      <p:sp>
        <p:nvSpPr>
          <p:cNvPr id="54" name="s18 text 27">
            <a:extLst>
              <a:ext uri="{FF2B5EF4-FFF2-40B4-BE49-F238E27FC236}">
                <a16:creationId xmlns:a16="http://schemas.microsoft.com/office/drawing/2014/main" id="{0A3D59B2-C0B7-4D70-A768-272C155A9BEE}"/>
              </a:ext>
            </a:extLst>
          </p:cNvPr>
          <p:cNvSpPr>
            <a:spLocks noGrp="1"/>
          </p:cNvSpPr>
          <p:nvPr/>
        </p:nvSpPr>
        <p:spPr>
          <a:xfrm>
            <a:off x="1158739" y="5175932"/>
            <a:ext cx="1248727" cy="249417"/>
          </a:xfrm>
          <a:prstGeom prst="rect">
            <a:avLst/>
          </a:prstGeom>
          <a:noFill/>
          <a:ln w="0">
            <a:noFill/>
            <a:prstDash val="solid"/>
          </a:ln>
        </p:spPr>
        <p:txBody>
          <a:bodyPr wrap="none" lIns="0" tIns="0" rIns="0" bIns="0" anchor="t">
            <a:noAutofit/>
          </a:bodyPr>
          <a:lstStyle>
            <a:defPPr algn="l">
              <a:defRPr sz="1294" b="1" i="0" kern="0" spc="-9">
                <a:solidFill>
                  <a:srgbClr val="0A2540"/>
                </a:solidFill>
                <a:latin typeface="JetBrains Mono"/>
                <a:ea typeface="JetBrains Mono"/>
                <a:cs typeface="JetBrains Mono"/>
              </a:defRPr>
            </a:defPPr>
            <a:lvl1pPr algn="l">
              <a:defRPr sz="1294" b="1" i="0" kern="0" spc="-9">
                <a:solidFill>
                  <a:srgbClr val="0A2540"/>
                </a:solidFill>
                <a:latin typeface="JetBrains Mono"/>
                <a:ea typeface="JetBrains Mono"/>
                <a:cs typeface="JetBrains Mono"/>
              </a:defRPr>
            </a:lvl1pPr>
            <a:lvl2pPr algn="l">
              <a:defRPr sz="1294" b="1" i="0" kern="0" spc="-9">
                <a:solidFill>
                  <a:srgbClr val="0A2540"/>
                </a:solidFill>
                <a:latin typeface="JetBrains Mono"/>
                <a:ea typeface="JetBrains Mono"/>
                <a:cs typeface="JetBrains Mono"/>
              </a:defRPr>
            </a:lvl2pPr>
            <a:lvl3pPr algn="l">
              <a:defRPr sz="1294" b="1" i="0" kern="0" spc="-9">
                <a:solidFill>
                  <a:srgbClr val="0A2540"/>
                </a:solidFill>
                <a:latin typeface="JetBrains Mono"/>
                <a:ea typeface="JetBrains Mono"/>
                <a:cs typeface="JetBrains Mono"/>
              </a:defRPr>
            </a:lvl3pPr>
            <a:lvl4pPr algn="l">
              <a:defRPr sz="1294" b="1" i="0" kern="0" spc="-9">
                <a:solidFill>
                  <a:srgbClr val="0A2540"/>
                </a:solidFill>
                <a:latin typeface="JetBrains Mono"/>
                <a:ea typeface="JetBrains Mono"/>
                <a:cs typeface="JetBrains Mono"/>
              </a:defRPr>
            </a:lvl4pPr>
            <a:lvl5pPr algn="l">
              <a:defRPr sz="1294" b="1" i="0" kern="0" spc="-9">
                <a:solidFill>
                  <a:srgbClr val="0A2540"/>
                </a:solidFill>
                <a:latin typeface="JetBrains Mono"/>
                <a:ea typeface="JetBrains Mono"/>
                <a:cs typeface="JetBrains Mono"/>
              </a:defRPr>
            </a:lvl5pPr>
            <a:lvl6pPr algn="l">
              <a:defRPr sz="1294" b="1" i="0" kern="0" spc="-9">
                <a:solidFill>
                  <a:srgbClr val="0A2540"/>
                </a:solidFill>
                <a:latin typeface="JetBrains Mono"/>
                <a:ea typeface="JetBrains Mono"/>
                <a:cs typeface="JetBrains Mono"/>
              </a:defRPr>
            </a:lvl6pPr>
            <a:lvl7pPr algn="l">
              <a:defRPr sz="1294" b="1" i="0" kern="0" spc="-9">
                <a:solidFill>
                  <a:srgbClr val="0A2540"/>
                </a:solidFill>
                <a:latin typeface="JetBrains Mono"/>
                <a:ea typeface="JetBrains Mono"/>
                <a:cs typeface="JetBrains Mono"/>
              </a:defRPr>
            </a:lvl7pPr>
            <a:lvl8pPr algn="l">
              <a:defRPr sz="1294" b="1" i="0" kern="0" spc="-9">
                <a:solidFill>
                  <a:srgbClr val="0A2540"/>
                </a:solidFill>
                <a:latin typeface="JetBrains Mono"/>
                <a:ea typeface="JetBrains Mono"/>
                <a:cs typeface="JetBrains Mono"/>
              </a:defRPr>
            </a:lvl8pPr>
            <a:lvl9pPr algn="l">
              <a:defRPr sz="1294" b="1" i="0" kern="0" spc="-9">
                <a:solidFill>
                  <a:srgbClr val="0A2540"/>
                </a:solidFill>
                <a:latin typeface="JetBrains Mono"/>
                <a:ea typeface="JetBrains Mono"/>
                <a:cs typeface="JetBrains Mono"/>
              </a:defRPr>
            </a:lvl9pPr>
          </a:lstStyle>
          <a:p>
            <a:pPr algn="l">
              <a:lnSpc>
                <a:spcPct val="100000"/>
              </a:lnSpc>
              <a:buNone/>
              <a:defRPr sz="1294" b="1" i="0" kern="0" spc="-9">
                <a:solidFill>
                  <a:srgbClr val="0A2540"/>
                </a:solidFill>
                <a:latin typeface="JetBrains Mono"/>
                <a:ea typeface="JetBrains Mono"/>
                <a:cs typeface="JetBrains Mono"/>
              </a:defRPr>
            </a:pPr>
            <a:r>
              <a:rPr sz="1294" b="1" i="0" kern="0" spc="-9">
                <a:solidFill>
                  <a:srgbClr val="0A2540"/>
                </a:solidFill>
                <a:latin typeface="JetBrains Mono"/>
                <a:ea typeface="JetBrains Mono"/>
                <a:cs typeface="JetBrains Mono"/>
              </a:rPr>
              <a:t>$375,390,625</a:t>
            </a:r>
          </a:p>
        </p:txBody>
      </p:sp>
      <p:sp>
        <p:nvSpPr>
          <p:cNvPr id="55" name="s18 text 28">
            <a:extLst>
              <a:ext uri="{FF2B5EF4-FFF2-40B4-BE49-F238E27FC236}">
                <a16:creationId xmlns:a16="http://schemas.microsoft.com/office/drawing/2014/main" id="{AF8BCABF-AA8B-4CDE-A749-DE77DF434BD6}"/>
              </a:ext>
            </a:extLst>
          </p:cNvPr>
          <p:cNvSpPr>
            <a:spLocks noGrp="1"/>
          </p:cNvSpPr>
          <p:nvPr/>
        </p:nvSpPr>
        <p:spPr>
          <a:xfrm>
            <a:off x="7236618" y="2648099"/>
            <a:ext cx="1249204" cy="218685"/>
          </a:xfrm>
          <a:prstGeom prst="rect">
            <a:avLst/>
          </a:prstGeom>
          <a:noFill/>
          <a:ln w="0">
            <a:noFill/>
            <a:prstDash val="solid"/>
          </a:ln>
        </p:spPr>
        <p:txBody>
          <a:bodyPr wrap="none" lIns="0" tIns="0" rIns="0" bIns="0" anchor="t">
            <a:noAutofit/>
          </a:bodyPr>
          <a:lstStyle>
            <a:defPPr algn="l">
              <a:defRPr sz="1237" b="0" i="0" kern="0" spc="-9">
                <a:solidFill>
                  <a:srgbClr val="0A2540"/>
                </a:solidFill>
                <a:latin typeface="Inter SemiBold"/>
                <a:ea typeface="Inter SemiBold"/>
                <a:cs typeface="Inter SemiBold"/>
              </a:defRPr>
            </a:defPPr>
            <a:lvl1pPr algn="l">
              <a:defRPr sz="1237" b="0" i="0" kern="0" spc="-9">
                <a:solidFill>
                  <a:srgbClr val="0A2540"/>
                </a:solidFill>
                <a:latin typeface="Inter SemiBold"/>
                <a:ea typeface="Inter SemiBold"/>
                <a:cs typeface="Inter SemiBold"/>
              </a:defRPr>
            </a:lvl1pPr>
            <a:lvl2pPr algn="l">
              <a:defRPr sz="1237" b="0" i="0" kern="0" spc="-9">
                <a:solidFill>
                  <a:srgbClr val="0A2540"/>
                </a:solidFill>
                <a:latin typeface="Inter SemiBold"/>
                <a:ea typeface="Inter SemiBold"/>
                <a:cs typeface="Inter SemiBold"/>
              </a:defRPr>
            </a:lvl2pPr>
            <a:lvl3pPr algn="l">
              <a:defRPr sz="1237" b="0" i="0" kern="0" spc="-9">
                <a:solidFill>
                  <a:srgbClr val="0A2540"/>
                </a:solidFill>
                <a:latin typeface="Inter SemiBold"/>
                <a:ea typeface="Inter SemiBold"/>
                <a:cs typeface="Inter SemiBold"/>
              </a:defRPr>
            </a:lvl3pPr>
            <a:lvl4pPr algn="l">
              <a:defRPr sz="1237" b="0" i="0" kern="0" spc="-9">
                <a:solidFill>
                  <a:srgbClr val="0A2540"/>
                </a:solidFill>
                <a:latin typeface="Inter SemiBold"/>
                <a:ea typeface="Inter SemiBold"/>
                <a:cs typeface="Inter SemiBold"/>
              </a:defRPr>
            </a:lvl4pPr>
            <a:lvl5pPr algn="l">
              <a:defRPr sz="1237" b="0" i="0" kern="0" spc="-9">
                <a:solidFill>
                  <a:srgbClr val="0A2540"/>
                </a:solidFill>
                <a:latin typeface="Inter SemiBold"/>
                <a:ea typeface="Inter SemiBold"/>
                <a:cs typeface="Inter SemiBold"/>
              </a:defRPr>
            </a:lvl5pPr>
            <a:lvl6pPr algn="l">
              <a:defRPr sz="1237" b="0" i="0" kern="0" spc="-9">
                <a:solidFill>
                  <a:srgbClr val="0A2540"/>
                </a:solidFill>
                <a:latin typeface="Inter SemiBold"/>
                <a:ea typeface="Inter SemiBold"/>
                <a:cs typeface="Inter SemiBold"/>
              </a:defRPr>
            </a:lvl6pPr>
            <a:lvl7pPr algn="l">
              <a:defRPr sz="1237" b="0" i="0" kern="0" spc="-9">
                <a:solidFill>
                  <a:srgbClr val="0A2540"/>
                </a:solidFill>
                <a:latin typeface="Inter SemiBold"/>
                <a:ea typeface="Inter SemiBold"/>
                <a:cs typeface="Inter SemiBold"/>
              </a:defRPr>
            </a:lvl7pPr>
            <a:lvl8pPr algn="l">
              <a:defRPr sz="1237" b="0" i="0" kern="0" spc="-9">
                <a:solidFill>
                  <a:srgbClr val="0A2540"/>
                </a:solidFill>
                <a:latin typeface="Inter SemiBold"/>
                <a:ea typeface="Inter SemiBold"/>
                <a:cs typeface="Inter SemiBold"/>
              </a:defRPr>
            </a:lvl8pPr>
            <a:lvl9pPr algn="l">
              <a:defRPr sz="1237" b="0" i="0" kern="0" spc="-9">
                <a:solidFill>
                  <a:srgbClr val="0A2540"/>
                </a:solidFill>
                <a:latin typeface="Inter SemiBold"/>
                <a:ea typeface="Inter SemiBold"/>
                <a:cs typeface="Inter SemiBold"/>
              </a:defRPr>
            </a:lvl9pPr>
          </a:lstStyle>
          <a:p>
            <a:pPr algn="l">
              <a:lnSpc>
                <a:spcPct val="100000"/>
              </a:lnSpc>
              <a:buNone/>
              <a:defRPr sz="1237" b="0" i="0" kern="0" spc="-9">
                <a:solidFill>
                  <a:srgbClr val="0A2540"/>
                </a:solidFill>
                <a:latin typeface="Inter SemiBold"/>
                <a:ea typeface="Inter SemiBold"/>
                <a:cs typeface="Inter SemiBold"/>
              </a:defRPr>
            </a:pPr>
            <a:r>
              <a:rPr sz="1237" b="0" i="0" kern="0" spc="-9">
                <a:solidFill>
                  <a:srgbClr val="0A2540"/>
                </a:solidFill>
                <a:latin typeface="Inter SemiBold"/>
                <a:ea typeface="Inter SemiBold"/>
                <a:cs typeface="Inter SemiBold"/>
              </a:rPr>
              <a:t>For comparison</a:t>
            </a:r>
          </a:p>
        </p:txBody>
      </p:sp>
      <p:sp>
        <p:nvSpPr>
          <p:cNvPr id="56" name="s18 text 29">
            <a:extLst>
              <a:ext uri="{FF2B5EF4-FFF2-40B4-BE49-F238E27FC236}">
                <a16:creationId xmlns:a16="http://schemas.microsoft.com/office/drawing/2014/main" id="{676DC0BC-7008-435E-B514-C8C9A7335AFB}"/>
              </a:ext>
            </a:extLst>
          </p:cNvPr>
          <p:cNvSpPr>
            <a:spLocks noGrp="1"/>
          </p:cNvSpPr>
          <p:nvPr/>
        </p:nvSpPr>
        <p:spPr>
          <a:xfrm>
            <a:off x="7236618" y="4613746"/>
            <a:ext cx="3287459"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A $25 tariff costs consumers about</a:t>
            </a:r>
          </a:p>
        </p:txBody>
      </p:sp>
      <p:sp>
        <p:nvSpPr>
          <p:cNvPr id="57" name="s18 text 30">
            <a:extLst>
              <a:ext uri="{FF2B5EF4-FFF2-40B4-BE49-F238E27FC236}">
                <a16:creationId xmlns:a16="http://schemas.microsoft.com/office/drawing/2014/main" id="{990E0F37-233B-4444-B2EF-D1BDE3BD195C}"/>
              </a:ext>
            </a:extLst>
          </p:cNvPr>
          <p:cNvSpPr>
            <a:spLocks noGrp="1"/>
          </p:cNvSpPr>
          <p:nvPr/>
        </p:nvSpPr>
        <p:spPr>
          <a:xfrm>
            <a:off x="10461240" y="4613746"/>
            <a:ext cx="988314" cy="268386"/>
          </a:xfrm>
          <a:prstGeom prst="rect">
            <a:avLst/>
          </a:prstGeom>
          <a:noFill/>
          <a:ln w="0">
            <a:noFill/>
            <a:prstDash val="solid"/>
          </a:ln>
        </p:spPr>
        <p:txBody>
          <a:bodyPr wrap="none" lIns="0" tIns="0" rIns="0" bIns="0" anchor="t">
            <a:noAutofit/>
          </a:bodyPr>
          <a:lstStyle>
            <a:defPPr algn="l">
              <a:defRPr sz="1519" b="1" i="0" kern="0" spc="-9">
                <a:solidFill>
                  <a:srgbClr val="3D4D68"/>
                </a:solidFill>
                <a:latin typeface="Inter"/>
                <a:ea typeface="Inter"/>
                <a:cs typeface="Inter"/>
              </a:defRPr>
            </a:defPPr>
            <a:lvl1pPr algn="l">
              <a:defRPr sz="1519" b="1" i="0" kern="0" spc="-9">
                <a:solidFill>
                  <a:srgbClr val="3D4D68"/>
                </a:solidFill>
                <a:latin typeface="Inter"/>
                <a:ea typeface="Inter"/>
                <a:cs typeface="Inter"/>
              </a:defRPr>
            </a:lvl1pPr>
            <a:lvl2pPr algn="l">
              <a:defRPr sz="1519" b="1" i="0" kern="0" spc="-9">
                <a:solidFill>
                  <a:srgbClr val="3D4D68"/>
                </a:solidFill>
                <a:latin typeface="Inter"/>
                <a:ea typeface="Inter"/>
                <a:cs typeface="Inter"/>
              </a:defRPr>
            </a:lvl2pPr>
            <a:lvl3pPr algn="l">
              <a:defRPr sz="1519" b="1" i="0" kern="0" spc="-9">
                <a:solidFill>
                  <a:srgbClr val="3D4D68"/>
                </a:solidFill>
                <a:latin typeface="Inter"/>
                <a:ea typeface="Inter"/>
                <a:cs typeface="Inter"/>
              </a:defRPr>
            </a:lvl3pPr>
            <a:lvl4pPr algn="l">
              <a:defRPr sz="1519" b="1" i="0" kern="0" spc="-9">
                <a:solidFill>
                  <a:srgbClr val="3D4D68"/>
                </a:solidFill>
                <a:latin typeface="Inter"/>
                <a:ea typeface="Inter"/>
                <a:cs typeface="Inter"/>
              </a:defRPr>
            </a:lvl4pPr>
            <a:lvl5pPr algn="l">
              <a:defRPr sz="1519" b="1" i="0" kern="0" spc="-9">
                <a:solidFill>
                  <a:srgbClr val="3D4D68"/>
                </a:solidFill>
                <a:latin typeface="Inter"/>
                <a:ea typeface="Inter"/>
                <a:cs typeface="Inter"/>
              </a:defRPr>
            </a:lvl5pPr>
            <a:lvl6pPr algn="l">
              <a:defRPr sz="1519" b="1" i="0" kern="0" spc="-9">
                <a:solidFill>
                  <a:srgbClr val="3D4D68"/>
                </a:solidFill>
                <a:latin typeface="Inter"/>
                <a:ea typeface="Inter"/>
                <a:cs typeface="Inter"/>
              </a:defRPr>
            </a:lvl6pPr>
            <a:lvl7pPr algn="l">
              <a:defRPr sz="1519" b="1" i="0" kern="0" spc="-9">
                <a:solidFill>
                  <a:srgbClr val="3D4D68"/>
                </a:solidFill>
                <a:latin typeface="Inter"/>
                <a:ea typeface="Inter"/>
                <a:cs typeface="Inter"/>
              </a:defRPr>
            </a:lvl7pPr>
            <a:lvl8pPr algn="l">
              <a:defRPr sz="1519" b="1" i="0" kern="0" spc="-9">
                <a:solidFill>
                  <a:srgbClr val="3D4D68"/>
                </a:solidFill>
                <a:latin typeface="Inter"/>
                <a:ea typeface="Inter"/>
                <a:cs typeface="Inter"/>
              </a:defRPr>
            </a:lvl8pPr>
            <a:lvl9pPr algn="l">
              <a:defRPr sz="1519" b="1" i="0" kern="0" spc="-9">
                <a:solidFill>
                  <a:srgbClr val="3D4D68"/>
                </a:solidFill>
                <a:latin typeface="Inter"/>
                <a:ea typeface="Inter"/>
                <a:cs typeface="Inter"/>
              </a:defRPr>
            </a:lvl9pPr>
          </a:lstStyle>
          <a:p>
            <a:pPr algn="l">
              <a:lnSpc>
                <a:spcPct val="100000"/>
              </a:lnSpc>
              <a:buNone/>
              <a:defRPr sz="1519" b="1" i="0" kern="0" spc="-9">
                <a:solidFill>
                  <a:srgbClr val="3D4D68"/>
                </a:solidFill>
                <a:latin typeface="Inter"/>
                <a:ea typeface="Inter"/>
                <a:cs typeface="Inter"/>
              </a:defRPr>
            </a:pPr>
            <a:r>
              <a:rPr sz="1519" b="1" i="0" kern="0" spc="-9">
                <a:solidFill>
                  <a:srgbClr val="3D4D68"/>
                </a:solidFill>
                <a:latin typeface="Inter"/>
                <a:ea typeface="Inter"/>
                <a:cs typeface="Inter"/>
              </a:rPr>
              <a:t>$969,375</a:t>
            </a:r>
          </a:p>
        </p:txBody>
      </p:sp>
      <p:sp>
        <p:nvSpPr>
          <p:cNvPr id="58" name="s18 text 31">
            <a:extLst>
              <a:ext uri="{FF2B5EF4-FFF2-40B4-BE49-F238E27FC236}">
                <a16:creationId xmlns:a16="http://schemas.microsoft.com/office/drawing/2014/main" id="{CA4DBD25-C7FE-4F8B-BF53-17FB34CE1091}"/>
              </a:ext>
            </a:extLst>
          </p:cNvPr>
          <p:cNvSpPr>
            <a:spLocks noGrp="1"/>
          </p:cNvSpPr>
          <p:nvPr/>
        </p:nvSpPr>
        <p:spPr>
          <a:xfrm>
            <a:off x="11416467" y="4613746"/>
            <a:ext cx="963359"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 but the</a:t>
            </a:r>
          </a:p>
        </p:txBody>
      </p:sp>
      <p:sp>
        <p:nvSpPr>
          <p:cNvPr id="59" name="s18 text 32">
            <a:extLst>
              <a:ext uri="{FF2B5EF4-FFF2-40B4-BE49-F238E27FC236}">
                <a16:creationId xmlns:a16="http://schemas.microsoft.com/office/drawing/2014/main" id="{761D53CF-9B86-4FAB-AA70-5223E858C6A0}"/>
              </a:ext>
            </a:extLst>
          </p:cNvPr>
          <p:cNvSpPr>
            <a:spLocks noGrp="1"/>
          </p:cNvSpPr>
          <p:nvPr/>
        </p:nvSpPr>
        <p:spPr>
          <a:xfrm>
            <a:off x="7236618" y="4885209"/>
            <a:ext cx="5024438"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government collects only $90,000 and producers gain</a:t>
            </a:r>
          </a:p>
        </p:txBody>
      </p:sp>
      <p:sp>
        <p:nvSpPr>
          <p:cNvPr id="60" name="s18 text 33">
            <a:extLst>
              <a:ext uri="{FF2B5EF4-FFF2-40B4-BE49-F238E27FC236}">
                <a16:creationId xmlns:a16="http://schemas.microsoft.com/office/drawing/2014/main" id="{35A176D9-B095-4BE3-9389-ED50B44B71B0}"/>
              </a:ext>
            </a:extLst>
          </p:cNvPr>
          <p:cNvSpPr>
            <a:spLocks noGrp="1"/>
          </p:cNvSpPr>
          <p:nvPr/>
        </p:nvSpPr>
        <p:spPr>
          <a:xfrm>
            <a:off x="7236618" y="5163815"/>
            <a:ext cx="4163568"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$864,375. The rest, $15,000, is lost for good.</a:t>
            </a:r>
          </a:p>
        </p:txBody>
      </p:sp>
      <p:sp>
        <p:nvSpPr>
          <p:cNvPr id="61" name="s18 text 34">
            <a:extLst>
              <a:ext uri="{FF2B5EF4-FFF2-40B4-BE49-F238E27FC236}">
                <a16:creationId xmlns:a16="http://schemas.microsoft.com/office/drawing/2014/main" id="{EF20C882-A987-4C51-A616-5AF50C5DC514}"/>
              </a:ext>
            </a:extLst>
          </p:cNvPr>
          <p:cNvSpPr>
            <a:spLocks noGrp="1"/>
          </p:cNvSpPr>
          <p:nvPr/>
        </p:nvSpPr>
        <p:spPr>
          <a:xfrm>
            <a:off x="514350" y="7370207"/>
            <a:ext cx="1906319"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QUESTION 5.2 · COUNTRY A</a:t>
            </a:r>
          </a:p>
        </p:txBody>
      </p:sp>
      <p:sp>
        <p:nvSpPr>
          <p:cNvPr id="62" name="s18 text 35">
            <a:extLst>
              <a:ext uri="{FF2B5EF4-FFF2-40B4-BE49-F238E27FC236}">
                <a16:creationId xmlns:a16="http://schemas.microsoft.com/office/drawing/2014/main" id="{15FF7ED4-3E2D-4B4F-8836-580DCA871838}"/>
              </a:ext>
            </a:extLst>
          </p:cNvPr>
          <p:cNvSpPr>
            <a:spLocks noGrp="1"/>
          </p:cNvSpPr>
          <p:nvPr/>
        </p:nvSpPr>
        <p:spPr>
          <a:xfrm>
            <a:off x="12654037" y="7370207"/>
            <a:ext cx="576503"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18 / 26</a:t>
            </a:r>
          </a:p>
        </p:txBody>
      </p:sp>
    </p:spTree>
    <p:extLst>
      <p:ext uri="{BB962C8B-B14F-4D97-AF65-F5344CB8AC3E}">
        <p14:creationId xmlns:p14="http://schemas.microsoft.com/office/powerpoint/2010/main" val="39132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 name="Blueprint grid">
            <a:extLst>
              <a:ext uri="{FF2B5EF4-FFF2-40B4-BE49-F238E27FC236}">
                <a16:creationId xmlns:a16="http://schemas.microsoft.com/office/drawing/2014/main" id="{AFA5F766-FED3-452D-93AB-3677D989D0FA}"/>
              </a:ext>
            </a:extLst>
          </p:cNvPr>
          <p:cNvSpPr>
            <a:spLocks noGrp="1"/>
          </p:cNvSpPr>
          <p:nvPr/>
        </p:nvSpPr>
        <p:spPr>
          <a:xfrm>
            <a:off x="7144" y="0"/>
            <a:ext cx="7144" cy="7715250"/>
          </a:xfrm>
          <a:prstGeom prst="rect">
            <a:avLst/>
          </a:prstGeom>
          <a:solidFill>
            <a:srgbClr val="0A2540">
              <a:alpha val="5000"/>
            </a:srgbClr>
          </a:solidFill>
          <a:ln w="0">
            <a:noFill/>
            <a:prstDash val="solid"/>
          </a:ln>
        </p:spPr>
      </p:sp>
      <p:sp>
        <p:nvSpPr>
          <p:cNvPr id="2" name="Blueprint grid">
            <a:extLst>
              <a:ext uri="{FF2B5EF4-FFF2-40B4-BE49-F238E27FC236}">
                <a16:creationId xmlns:a16="http://schemas.microsoft.com/office/drawing/2014/main" id="{DCB251ED-5A34-426E-8EFE-12A3EACCAE57}"/>
              </a:ext>
            </a:extLst>
          </p:cNvPr>
          <p:cNvSpPr>
            <a:spLocks noGrp="1"/>
          </p:cNvSpPr>
          <p:nvPr/>
        </p:nvSpPr>
        <p:spPr>
          <a:xfrm>
            <a:off x="578644" y="0"/>
            <a:ext cx="7144" cy="7715250"/>
          </a:xfrm>
          <a:prstGeom prst="rect">
            <a:avLst/>
          </a:prstGeom>
          <a:solidFill>
            <a:srgbClr val="0A2540">
              <a:alpha val="5000"/>
            </a:srgbClr>
          </a:solidFill>
          <a:ln w="0">
            <a:noFill/>
            <a:prstDash val="solid"/>
          </a:ln>
        </p:spPr>
      </p:sp>
      <p:sp>
        <p:nvSpPr>
          <p:cNvPr id="3" name="Blueprint grid">
            <a:extLst>
              <a:ext uri="{FF2B5EF4-FFF2-40B4-BE49-F238E27FC236}">
                <a16:creationId xmlns:a16="http://schemas.microsoft.com/office/drawing/2014/main" id="{7E843FDC-AFFC-474C-842E-4F7CFB77B718}"/>
              </a:ext>
            </a:extLst>
          </p:cNvPr>
          <p:cNvSpPr>
            <a:spLocks noGrp="1"/>
          </p:cNvSpPr>
          <p:nvPr/>
        </p:nvSpPr>
        <p:spPr>
          <a:xfrm>
            <a:off x="9151144" y="0"/>
            <a:ext cx="7144" cy="7715250"/>
          </a:xfrm>
          <a:prstGeom prst="rect">
            <a:avLst/>
          </a:prstGeom>
          <a:solidFill>
            <a:srgbClr val="0A2540">
              <a:alpha val="5000"/>
            </a:srgbClr>
          </a:solidFill>
          <a:ln w="0">
            <a:noFill/>
            <a:prstDash val="solid"/>
          </a:ln>
        </p:spPr>
      </p:sp>
      <p:sp>
        <p:nvSpPr>
          <p:cNvPr id="4" name="Blueprint grid">
            <a:extLst>
              <a:ext uri="{FF2B5EF4-FFF2-40B4-BE49-F238E27FC236}">
                <a16:creationId xmlns:a16="http://schemas.microsoft.com/office/drawing/2014/main" id="{5EB72F84-4311-4B97-854D-B070F9F76B9B}"/>
              </a:ext>
            </a:extLst>
          </p:cNvPr>
          <p:cNvSpPr>
            <a:spLocks noGrp="1"/>
          </p:cNvSpPr>
          <p:nvPr/>
        </p:nvSpPr>
        <p:spPr>
          <a:xfrm>
            <a:off x="9436894" y="0"/>
            <a:ext cx="7144" cy="7715250"/>
          </a:xfrm>
          <a:prstGeom prst="rect">
            <a:avLst/>
          </a:prstGeom>
          <a:solidFill>
            <a:srgbClr val="0A2540">
              <a:alpha val="5000"/>
            </a:srgbClr>
          </a:solidFill>
          <a:ln w="0">
            <a:noFill/>
            <a:prstDash val="solid"/>
          </a:ln>
        </p:spPr>
      </p:sp>
      <p:sp>
        <p:nvSpPr>
          <p:cNvPr id="5" name="Blueprint grid">
            <a:extLst>
              <a:ext uri="{FF2B5EF4-FFF2-40B4-BE49-F238E27FC236}">
                <a16:creationId xmlns:a16="http://schemas.microsoft.com/office/drawing/2014/main" id="{583A8F3F-37EC-4319-A639-E0F82B3376AA}"/>
              </a:ext>
            </a:extLst>
          </p:cNvPr>
          <p:cNvSpPr>
            <a:spLocks noGrp="1"/>
          </p:cNvSpPr>
          <p:nvPr/>
        </p:nvSpPr>
        <p:spPr>
          <a:xfrm>
            <a:off x="9722644" y="0"/>
            <a:ext cx="7144" cy="7715250"/>
          </a:xfrm>
          <a:prstGeom prst="rect">
            <a:avLst/>
          </a:prstGeom>
          <a:solidFill>
            <a:srgbClr val="0A2540">
              <a:alpha val="5000"/>
            </a:srgbClr>
          </a:solidFill>
          <a:ln w="0">
            <a:noFill/>
            <a:prstDash val="solid"/>
          </a:ln>
        </p:spPr>
      </p:sp>
      <p:sp>
        <p:nvSpPr>
          <p:cNvPr id="6" name="Blueprint grid">
            <a:extLst>
              <a:ext uri="{FF2B5EF4-FFF2-40B4-BE49-F238E27FC236}">
                <a16:creationId xmlns:a16="http://schemas.microsoft.com/office/drawing/2014/main" id="{2EE75889-8255-4440-B7EF-B9DD028A5B2D}"/>
              </a:ext>
            </a:extLst>
          </p:cNvPr>
          <p:cNvSpPr>
            <a:spLocks noGrp="1"/>
          </p:cNvSpPr>
          <p:nvPr/>
        </p:nvSpPr>
        <p:spPr>
          <a:xfrm>
            <a:off x="10008394" y="0"/>
            <a:ext cx="7144" cy="7715250"/>
          </a:xfrm>
          <a:prstGeom prst="rect">
            <a:avLst/>
          </a:prstGeom>
          <a:solidFill>
            <a:srgbClr val="0A2540">
              <a:alpha val="5000"/>
            </a:srgbClr>
          </a:solidFill>
          <a:ln w="0">
            <a:noFill/>
            <a:prstDash val="solid"/>
          </a:ln>
        </p:spPr>
      </p:sp>
      <p:sp>
        <p:nvSpPr>
          <p:cNvPr id="7" name="Blueprint grid">
            <a:extLst>
              <a:ext uri="{FF2B5EF4-FFF2-40B4-BE49-F238E27FC236}">
                <a16:creationId xmlns:a16="http://schemas.microsoft.com/office/drawing/2014/main" id="{4030A1A1-6E0A-4F0D-A4AF-C4C005EEDB70}"/>
              </a:ext>
            </a:extLst>
          </p:cNvPr>
          <p:cNvSpPr>
            <a:spLocks noGrp="1"/>
          </p:cNvSpPr>
          <p:nvPr/>
        </p:nvSpPr>
        <p:spPr>
          <a:xfrm>
            <a:off x="10294144" y="0"/>
            <a:ext cx="7144" cy="7715250"/>
          </a:xfrm>
          <a:prstGeom prst="rect">
            <a:avLst/>
          </a:prstGeom>
          <a:solidFill>
            <a:srgbClr val="0A2540">
              <a:alpha val="5000"/>
            </a:srgbClr>
          </a:solidFill>
          <a:ln w="0">
            <a:noFill/>
            <a:prstDash val="solid"/>
          </a:ln>
        </p:spPr>
      </p:sp>
      <p:sp>
        <p:nvSpPr>
          <p:cNvPr id="8" name="Blueprint grid">
            <a:extLst>
              <a:ext uri="{FF2B5EF4-FFF2-40B4-BE49-F238E27FC236}">
                <a16:creationId xmlns:a16="http://schemas.microsoft.com/office/drawing/2014/main" id="{60D5D981-1A00-4153-BB24-7DDB56EF8B18}"/>
              </a:ext>
            </a:extLst>
          </p:cNvPr>
          <p:cNvSpPr>
            <a:spLocks noGrp="1"/>
          </p:cNvSpPr>
          <p:nvPr/>
        </p:nvSpPr>
        <p:spPr>
          <a:xfrm>
            <a:off x="10579894" y="0"/>
            <a:ext cx="7144" cy="7715250"/>
          </a:xfrm>
          <a:prstGeom prst="rect">
            <a:avLst/>
          </a:prstGeom>
          <a:solidFill>
            <a:srgbClr val="0A2540">
              <a:alpha val="5000"/>
            </a:srgbClr>
          </a:solidFill>
          <a:ln w="0">
            <a:noFill/>
            <a:prstDash val="solid"/>
          </a:ln>
        </p:spPr>
      </p:sp>
      <p:sp>
        <p:nvSpPr>
          <p:cNvPr id="9" name="Blueprint grid">
            <a:extLst>
              <a:ext uri="{FF2B5EF4-FFF2-40B4-BE49-F238E27FC236}">
                <a16:creationId xmlns:a16="http://schemas.microsoft.com/office/drawing/2014/main" id="{3C7C22B1-29FF-458B-9A9C-6FF01A5DE8B5}"/>
              </a:ext>
            </a:extLst>
          </p:cNvPr>
          <p:cNvSpPr>
            <a:spLocks noGrp="1"/>
          </p:cNvSpPr>
          <p:nvPr/>
        </p:nvSpPr>
        <p:spPr>
          <a:xfrm>
            <a:off x="10865644" y="0"/>
            <a:ext cx="7144" cy="7715250"/>
          </a:xfrm>
          <a:prstGeom prst="rect">
            <a:avLst/>
          </a:prstGeom>
          <a:solidFill>
            <a:srgbClr val="0A2540">
              <a:alpha val="5000"/>
            </a:srgbClr>
          </a:solidFill>
          <a:ln w="0">
            <a:noFill/>
            <a:prstDash val="solid"/>
          </a:ln>
        </p:spPr>
      </p:sp>
      <p:sp>
        <p:nvSpPr>
          <p:cNvPr id="10" name="Layout surface">
            <a:extLst>
              <a:ext uri="{FF2B5EF4-FFF2-40B4-BE49-F238E27FC236}">
                <a16:creationId xmlns:a16="http://schemas.microsoft.com/office/drawing/2014/main" id="{AFC6A965-4DCB-41C9-91CF-632758F5166F}"/>
              </a:ext>
            </a:extLst>
          </p:cNvPr>
          <p:cNvSpPr>
            <a:spLocks noGrp="1"/>
          </p:cNvSpPr>
          <p:nvPr/>
        </p:nvSpPr>
        <p:spPr>
          <a:xfrm>
            <a:off x="0" y="0"/>
            <a:ext cx="1428750" cy="35719"/>
          </a:xfrm>
          <a:prstGeom prst="rect">
            <a:avLst/>
          </a:prstGeom>
          <a:solidFill>
            <a:srgbClr val="0A2540"/>
          </a:solidFill>
          <a:ln w="0">
            <a:noFill/>
            <a:prstDash val="solid"/>
          </a:ln>
        </p:spPr>
      </p:sp>
      <p:sp>
        <p:nvSpPr>
          <p:cNvPr id="11" name="Layout surface">
            <a:extLst>
              <a:ext uri="{FF2B5EF4-FFF2-40B4-BE49-F238E27FC236}">
                <a16:creationId xmlns:a16="http://schemas.microsoft.com/office/drawing/2014/main" id="{614C37F5-DCB5-4A69-8907-02882D6D7293}"/>
              </a:ext>
            </a:extLst>
          </p:cNvPr>
          <p:cNvSpPr>
            <a:spLocks noGrp="1"/>
          </p:cNvSpPr>
          <p:nvPr/>
        </p:nvSpPr>
        <p:spPr>
          <a:xfrm>
            <a:off x="1428750" y="0"/>
            <a:ext cx="1000125" cy="35719"/>
          </a:xfrm>
          <a:prstGeom prst="rect">
            <a:avLst/>
          </a:prstGeom>
          <a:solidFill>
            <a:srgbClr val="1D4ED8"/>
          </a:solidFill>
          <a:ln w="0">
            <a:noFill/>
            <a:prstDash val="solid"/>
          </a:ln>
        </p:spPr>
      </p:sp>
      <p:sp>
        <p:nvSpPr>
          <p:cNvPr id="12" name="Layout surface">
            <a:extLst>
              <a:ext uri="{FF2B5EF4-FFF2-40B4-BE49-F238E27FC236}">
                <a16:creationId xmlns:a16="http://schemas.microsoft.com/office/drawing/2014/main" id="{BCE50677-E1FC-4B64-9551-74B33E3F4E96}"/>
              </a:ext>
            </a:extLst>
          </p:cNvPr>
          <p:cNvSpPr>
            <a:spLocks noGrp="1"/>
          </p:cNvSpPr>
          <p:nvPr/>
        </p:nvSpPr>
        <p:spPr>
          <a:xfrm>
            <a:off x="2428875" y="0"/>
            <a:ext cx="11287125" cy="35719"/>
          </a:xfrm>
          <a:prstGeom prst="rect">
            <a:avLst/>
          </a:prstGeom>
          <a:solidFill>
            <a:srgbClr val="0A2540">
              <a:alpha val="16000"/>
            </a:srgbClr>
          </a:solidFill>
          <a:ln w="0">
            <a:noFill/>
            <a:prstDash val="solid"/>
          </a:ln>
        </p:spPr>
      </p:sp>
      <p:sp>
        <p:nvSpPr>
          <p:cNvPr id="13" name="Source layout 5">
            <a:extLst>
              <a:ext uri="{FF2B5EF4-FFF2-40B4-BE49-F238E27FC236}">
                <a16:creationId xmlns:a16="http://schemas.microsoft.com/office/drawing/2014/main" id="{86F57384-1EF9-4D83-9731-C248A1376E52}"/>
              </a:ext>
            </a:extLst>
          </p:cNvPr>
          <p:cNvSpPr>
            <a:spLocks noGrp="1"/>
          </p:cNvSpPr>
          <p:nvPr/>
        </p:nvSpPr>
        <p:spPr>
          <a:xfrm>
            <a:off x="514350" y="1107281"/>
            <a:ext cx="78581" cy="78581"/>
          </a:xfrm>
          <a:custGeom>
            <a:avLst/>
            <a:gdLst/>
            <a:ahLst/>
            <a:cxnLst/>
            <a:rect l="0" t="0" r="0" b="0"/>
            <a:pathLst>
              <a:path w="78581" h="78581">
                <a:moveTo>
                  <a:pt x="0" y="0"/>
                </a:moveTo>
                <a:lnTo>
                  <a:pt x="78581" y="0"/>
                </a:lnTo>
                <a:lnTo>
                  <a:pt x="78581" y="78581"/>
                </a:lnTo>
                <a:lnTo>
                  <a:pt x="0" y="78581"/>
                </a:lnTo>
                <a:close/>
              </a:path>
            </a:pathLst>
          </a:custGeom>
          <a:solidFill>
            <a:srgbClr val="1D4ED8"/>
          </a:solidFill>
          <a:ln w="7144">
            <a:noFill/>
            <a:prstDash val="solid"/>
          </a:ln>
        </p:spPr>
      </p:sp>
      <p:sp>
        <p:nvSpPr>
          <p:cNvPr id="14" name="Source layout 6">
            <a:extLst>
              <a:ext uri="{FF2B5EF4-FFF2-40B4-BE49-F238E27FC236}">
                <a16:creationId xmlns:a16="http://schemas.microsoft.com/office/drawing/2014/main" id="{626CEA87-52F8-4DE1-81C9-76F49EB5366B}"/>
              </a:ext>
            </a:extLst>
          </p:cNvPr>
          <p:cNvSpPr>
            <a:spLocks noGrp="1"/>
          </p:cNvSpPr>
          <p:nvPr/>
        </p:nvSpPr>
        <p:spPr>
          <a:xfrm>
            <a:off x="7029450" y="2371725"/>
            <a:ext cx="6172200" cy="3200400"/>
          </a:xfrm>
          <a:custGeom>
            <a:avLst/>
            <a:gdLst/>
            <a:ahLst/>
            <a:cxnLst/>
            <a:rect l="0" t="0" r="0" b="0"/>
            <a:pathLst>
              <a:path w="6172200" h="3200400">
                <a:moveTo>
                  <a:pt x="0" y="0"/>
                </a:moveTo>
                <a:lnTo>
                  <a:pt x="6172200" y="0"/>
                </a:lnTo>
                <a:lnTo>
                  <a:pt x="6172200" y="3200400"/>
                </a:lnTo>
                <a:lnTo>
                  <a:pt x="0" y="3200400"/>
                </a:lnTo>
                <a:close/>
              </a:path>
            </a:pathLst>
          </a:custGeom>
          <a:solidFill>
            <a:srgbClr val="FFFFFF"/>
          </a:solidFill>
          <a:ln w="7144">
            <a:noFill/>
            <a:prstDash val="solid"/>
          </a:ln>
        </p:spPr>
      </p:sp>
      <p:sp>
        <p:nvSpPr>
          <p:cNvPr id="15" name="Source layout 7">
            <a:extLst>
              <a:ext uri="{FF2B5EF4-FFF2-40B4-BE49-F238E27FC236}">
                <a16:creationId xmlns:a16="http://schemas.microsoft.com/office/drawing/2014/main" id="{230DD5C1-9CFB-4E1E-A022-6E28935F8FCD}"/>
              </a:ext>
            </a:extLst>
          </p:cNvPr>
          <p:cNvSpPr>
            <a:spLocks noGrp="1"/>
          </p:cNvSpPr>
          <p:nvPr/>
        </p:nvSpPr>
        <p:spPr>
          <a:xfrm>
            <a:off x="7033022" y="2375297"/>
            <a:ext cx="6165056" cy="3193256"/>
          </a:xfrm>
          <a:custGeom>
            <a:avLst/>
            <a:gdLst/>
            <a:ahLst/>
            <a:cxnLst/>
            <a:rect l="0" t="0" r="0" b="0"/>
            <a:pathLst>
              <a:path w="6165056" h="3193256">
                <a:moveTo>
                  <a:pt x="0" y="0"/>
                </a:moveTo>
                <a:lnTo>
                  <a:pt x="6165056" y="0"/>
                </a:lnTo>
                <a:lnTo>
                  <a:pt x="6165056" y="3193256"/>
                </a:lnTo>
                <a:lnTo>
                  <a:pt x="0" y="3193256"/>
                </a:lnTo>
                <a:close/>
              </a:path>
            </a:pathLst>
          </a:custGeom>
          <a:noFill/>
          <a:ln w="7144">
            <a:solidFill>
              <a:srgbClr val="0A2540">
                <a:alpha val="34120"/>
              </a:srgbClr>
            </a:solidFill>
            <a:prstDash val="solid"/>
          </a:ln>
        </p:spPr>
      </p:sp>
      <p:sp>
        <p:nvSpPr>
          <p:cNvPr id="16" name="Source layout 8">
            <a:extLst>
              <a:ext uri="{FF2B5EF4-FFF2-40B4-BE49-F238E27FC236}">
                <a16:creationId xmlns:a16="http://schemas.microsoft.com/office/drawing/2014/main" id="{3E4AB467-2ECE-4E61-85B9-31A9AB60BFB8}"/>
              </a:ext>
            </a:extLst>
          </p:cNvPr>
          <p:cNvSpPr>
            <a:spLocks noGrp="1"/>
          </p:cNvSpPr>
          <p:nvPr/>
        </p:nvSpPr>
        <p:spPr>
          <a:xfrm>
            <a:off x="7236618" y="2878931"/>
            <a:ext cx="1957387" cy="378619"/>
          </a:xfrm>
          <a:custGeom>
            <a:avLst/>
            <a:gdLst/>
            <a:ahLst/>
            <a:cxnLst/>
            <a:rect l="0" t="0" r="0" b="0"/>
            <a:pathLst>
              <a:path w="1957387" h="378619">
                <a:moveTo>
                  <a:pt x="0" y="0"/>
                </a:moveTo>
                <a:lnTo>
                  <a:pt x="1957387" y="0"/>
                </a:lnTo>
                <a:lnTo>
                  <a:pt x="1957387" y="378619"/>
                </a:lnTo>
                <a:lnTo>
                  <a:pt x="0" y="378619"/>
                </a:lnTo>
                <a:close/>
              </a:path>
            </a:pathLst>
          </a:custGeom>
          <a:solidFill>
            <a:srgbClr val="F1F5FA"/>
          </a:solidFill>
          <a:ln w="7144">
            <a:noFill/>
            <a:prstDash val="solid"/>
          </a:ln>
        </p:spPr>
      </p:sp>
      <p:sp>
        <p:nvSpPr>
          <p:cNvPr id="17" name="Source layout 9">
            <a:extLst>
              <a:ext uri="{FF2B5EF4-FFF2-40B4-BE49-F238E27FC236}">
                <a16:creationId xmlns:a16="http://schemas.microsoft.com/office/drawing/2014/main" id="{FB940D3B-BDE3-4BB3-8207-85308E0330CA}"/>
              </a:ext>
            </a:extLst>
          </p:cNvPr>
          <p:cNvSpPr>
            <a:spLocks noGrp="1"/>
          </p:cNvSpPr>
          <p:nvPr/>
        </p:nvSpPr>
        <p:spPr>
          <a:xfrm>
            <a:off x="7236618" y="2878931"/>
            <a:ext cx="28575" cy="378619"/>
          </a:xfrm>
          <a:custGeom>
            <a:avLst/>
            <a:gdLst/>
            <a:ahLst/>
            <a:cxnLst/>
            <a:rect l="0" t="0" r="0" b="0"/>
            <a:pathLst>
              <a:path w="28575" h="378619">
                <a:moveTo>
                  <a:pt x="0" y="0"/>
                </a:moveTo>
                <a:lnTo>
                  <a:pt x="28575" y="0"/>
                </a:lnTo>
                <a:lnTo>
                  <a:pt x="28575" y="378619"/>
                </a:lnTo>
                <a:lnTo>
                  <a:pt x="0" y="378619"/>
                </a:lnTo>
                <a:close/>
              </a:path>
            </a:pathLst>
          </a:custGeom>
          <a:solidFill>
            <a:srgbClr val="1D4ED8"/>
          </a:solidFill>
          <a:ln w="7144">
            <a:noFill/>
            <a:prstDash val="solid"/>
          </a:ln>
        </p:spPr>
      </p:sp>
      <p:sp>
        <p:nvSpPr>
          <p:cNvPr id="18" name="Source layout 10">
            <a:extLst>
              <a:ext uri="{FF2B5EF4-FFF2-40B4-BE49-F238E27FC236}">
                <a16:creationId xmlns:a16="http://schemas.microsoft.com/office/drawing/2014/main" id="{1665C25B-D21C-49BA-886B-8B9B56E341E3}"/>
              </a:ext>
            </a:extLst>
          </p:cNvPr>
          <p:cNvSpPr>
            <a:spLocks noGrp="1"/>
          </p:cNvSpPr>
          <p:nvPr/>
        </p:nvSpPr>
        <p:spPr>
          <a:xfrm>
            <a:off x="9222581" y="2878931"/>
            <a:ext cx="2343150" cy="378619"/>
          </a:xfrm>
          <a:custGeom>
            <a:avLst/>
            <a:gdLst/>
            <a:ahLst/>
            <a:cxnLst/>
            <a:rect l="0" t="0" r="0" b="0"/>
            <a:pathLst>
              <a:path w="2343150" h="378619">
                <a:moveTo>
                  <a:pt x="0" y="0"/>
                </a:moveTo>
                <a:lnTo>
                  <a:pt x="2343150" y="0"/>
                </a:lnTo>
                <a:lnTo>
                  <a:pt x="2343150" y="378619"/>
                </a:lnTo>
                <a:lnTo>
                  <a:pt x="0" y="378619"/>
                </a:lnTo>
                <a:close/>
              </a:path>
            </a:pathLst>
          </a:custGeom>
          <a:solidFill>
            <a:srgbClr val="F1F5FA"/>
          </a:solidFill>
          <a:ln w="7144">
            <a:noFill/>
            <a:prstDash val="solid"/>
          </a:ln>
        </p:spPr>
      </p:sp>
      <p:sp>
        <p:nvSpPr>
          <p:cNvPr id="19" name="Source layout 11">
            <a:extLst>
              <a:ext uri="{FF2B5EF4-FFF2-40B4-BE49-F238E27FC236}">
                <a16:creationId xmlns:a16="http://schemas.microsoft.com/office/drawing/2014/main" id="{5528FE2D-08EF-418A-BEAF-2FDE91179EE2}"/>
              </a:ext>
            </a:extLst>
          </p:cNvPr>
          <p:cNvSpPr>
            <a:spLocks noGrp="1"/>
          </p:cNvSpPr>
          <p:nvPr/>
        </p:nvSpPr>
        <p:spPr>
          <a:xfrm>
            <a:off x="9222581" y="2878931"/>
            <a:ext cx="28575" cy="378619"/>
          </a:xfrm>
          <a:custGeom>
            <a:avLst/>
            <a:gdLst/>
            <a:ahLst/>
            <a:cxnLst/>
            <a:rect l="0" t="0" r="0" b="0"/>
            <a:pathLst>
              <a:path w="28575" h="378619">
                <a:moveTo>
                  <a:pt x="0" y="0"/>
                </a:moveTo>
                <a:lnTo>
                  <a:pt x="28575" y="0"/>
                </a:lnTo>
                <a:lnTo>
                  <a:pt x="28575" y="378619"/>
                </a:lnTo>
                <a:lnTo>
                  <a:pt x="0" y="378619"/>
                </a:lnTo>
                <a:close/>
              </a:path>
            </a:pathLst>
          </a:custGeom>
          <a:solidFill>
            <a:srgbClr val="1D4ED8"/>
          </a:solidFill>
          <a:ln w="7144">
            <a:noFill/>
            <a:prstDash val="solid"/>
          </a:ln>
        </p:spPr>
      </p:sp>
      <p:sp>
        <p:nvSpPr>
          <p:cNvPr id="20" name="Source layout 12">
            <a:extLst>
              <a:ext uri="{FF2B5EF4-FFF2-40B4-BE49-F238E27FC236}">
                <a16:creationId xmlns:a16="http://schemas.microsoft.com/office/drawing/2014/main" id="{994A2A96-7461-420F-B3E9-B536B9BB94DB}"/>
              </a:ext>
            </a:extLst>
          </p:cNvPr>
          <p:cNvSpPr>
            <a:spLocks noGrp="1"/>
          </p:cNvSpPr>
          <p:nvPr/>
        </p:nvSpPr>
        <p:spPr>
          <a:xfrm>
            <a:off x="7236618" y="3321844"/>
            <a:ext cx="1578769" cy="378619"/>
          </a:xfrm>
          <a:custGeom>
            <a:avLst/>
            <a:gdLst/>
            <a:ahLst/>
            <a:cxnLst/>
            <a:rect l="0" t="0" r="0" b="0"/>
            <a:pathLst>
              <a:path w="1578769" h="378619">
                <a:moveTo>
                  <a:pt x="0" y="0"/>
                </a:moveTo>
                <a:lnTo>
                  <a:pt x="1578769" y="0"/>
                </a:lnTo>
                <a:lnTo>
                  <a:pt x="1578769" y="378619"/>
                </a:lnTo>
                <a:lnTo>
                  <a:pt x="0" y="378619"/>
                </a:lnTo>
                <a:close/>
              </a:path>
            </a:pathLst>
          </a:custGeom>
          <a:solidFill>
            <a:srgbClr val="F1F5FA"/>
          </a:solidFill>
          <a:ln w="7144">
            <a:noFill/>
            <a:prstDash val="solid"/>
          </a:ln>
        </p:spPr>
      </p:sp>
      <p:sp>
        <p:nvSpPr>
          <p:cNvPr id="21" name="Source layout 13">
            <a:extLst>
              <a:ext uri="{FF2B5EF4-FFF2-40B4-BE49-F238E27FC236}">
                <a16:creationId xmlns:a16="http://schemas.microsoft.com/office/drawing/2014/main" id="{BCA9E6F4-5DA8-433B-9174-2C2F6F698C55}"/>
              </a:ext>
            </a:extLst>
          </p:cNvPr>
          <p:cNvSpPr>
            <a:spLocks noGrp="1"/>
          </p:cNvSpPr>
          <p:nvPr/>
        </p:nvSpPr>
        <p:spPr>
          <a:xfrm>
            <a:off x="7236618" y="3321844"/>
            <a:ext cx="28575" cy="378619"/>
          </a:xfrm>
          <a:custGeom>
            <a:avLst/>
            <a:gdLst/>
            <a:ahLst/>
            <a:cxnLst/>
            <a:rect l="0" t="0" r="0" b="0"/>
            <a:pathLst>
              <a:path w="28575" h="378619">
                <a:moveTo>
                  <a:pt x="0" y="0"/>
                </a:moveTo>
                <a:lnTo>
                  <a:pt x="28575" y="0"/>
                </a:lnTo>
                <a:lnTo>
                  <a:pt x="28575" y="378619"/>
                </a:lnTo>
                <a:lnTo>
                  <a:pt x="0" y="378619"/>
                </a:lnTo>
                <a:close/>
              </a:path>
            </a:pathLst>
          </a:custGeom>
          <a:solidFill>
            <a:srgbClr val="1D4ED8"/>
          </a:solidFill>
          <a:ln w="7144">
            <a:noFill/>
            <a:prstDash val="solid"/>
          </a:ln>
        </p:spPr>
      </p:sp>
      <p:sp>
        <p:nvSpPr>
          <p:cNvPr id="22" name="Source layout 14">
            <a:extLst>
              <a:ext uri="{FF2B5EF4-FFF2-40B4-BE49-F238E27FC236}">
                <a16:creationId xmlns:a16="http://schemas.microsoft.com/office/drawing/2014/main" id="{922D69D4-6BE2-4F74-83E3-8728F6D913BB}"/>
              </a:ext>
            </a:extLst>
          </p:cNvPr>
          <p:cNvSpPr>
            <a:spLocks noGrp="1"/>
          </p:cNvSpPr>
          <p:nvPr/>
        </p:nvSpPr>
        <p:spPr>
          <a:xfrm>
            <a:off x="8843962" y="3300412"/>
            <a:ext cx="1385887" cy="400050"/>
          </a:xfrm>
          <a:custGeom>
            <a:avLst/>
            <a:gdLst/>
            <a:ahLst/>
            <a:cxnLst/>
            <a:rect l="0" t="0" r="0" b="0"/>
            <a:pathLst>
              <a:path w="1385887" h="400050">
                <a:moveTo>
                  <a:pt x="0" y="0"/>
                </a:moveTo>
                <a:lnTo>
                  <a:pt x="1385887" y="0"/>
                </a:lnTo>
                <a:lnTo>
                  <a:pt x="1385887" y="400050"/>
                </a:lnTo>
                <a:lnTo>
                  <a:pt x="0" y="400050"/>
                </a:lnTo>
                <a:close/>
              </a:path>
            </a:pathLst>
          </a:custGeom>
          <a:solidFill>
            <a:srgbClr val="F1F5FA"/>
          </a:solidFill>
          <a:ln w="7144">
            <a:noFill/>
            <a:prstDash val="solid"/>
          </a:ln>
        </p:spPr>
      </p:sp>
      <p:sp>
        <p:nvSpPr>
          <p:cNvPr id="23" name="Source layout 15">
            <a:extLst>
              <a:ext uri="{FF2B5EF4-FFF2-40B4-BE49-F238E27FC236}">
                <a16:creationId xmlns:a16="http://schemas.microsoft.com/office/drawing/2014/main" id="{2ACA7F84-02DC-493E-984B-8F5831E8659F}"/>
              </a:ext>
            </a:extLst>
          </p:cNvPr>
          <p:cNvSpPr>
            <a:spLocks noGrp="1"/>
          </p:cNvSpPr>
          <p:nvPr/>
        </p:nvSpPr>
        <p:spPr>
          <a:xfrm>
            <a:off x="8843962" y="3300412"/>
            <a:ext cx="28575" cy="400050"/>
          </a:xfrm>
          <a:custGeom>
            <a:avLst/>
            <a:gdLst/>
            <a:ahLst/>
            <a:cxnLst/>
            <a:rect l="0" t="0" r="0" b="0"/>
            <a:pathLst>
              <a:path w="28575" h="400050">
                <a:moveTo>
                  <a:pt x="0" y="0"/>
                </a:moveTo>
                <a:lnTo>
                  <a:pt x="28575" y="0"/>
                </a:lnTo>
                <a:lnTo>
                  <a:pt x="28575" y="400050"/>
                </a:lnTo>
                <a:lnTo>
                  <a:pt x="0" y="400050"/>
                </a:lnTo>
                <a:close/>
              </a:path>
            </a:pathLst>
          </a:custGeom>
          <a:solidFill>
            <a:srgbClr val="1D4ED8"/>
          </a:solidFill>
          <a:ln w="7144">
            <a:noFill/>
            <a:prstDash val="solid"/>
          </a:ln>
        </p:spPr>
      </p:sp>
      <p:sp>
        <p:nvSpPr>
          <p:cNvPr id="24" name="Source layout 16">
            <a:extLst>
              <a:ext uri="{FF2B5EF4-FFF2-40B4-BE49-F238E27FC236}">
                <a16:creationId xmlns:a16="http://schemas.microsoft.com/office/drawing/2014/main" id="{2EE68E27-F316-41A6-9D8C-53E41420EAF2}"/>
              </a:ext>
            </a:extLst>
          </p:cNvPr>
          <p:cNvSpPr>
            <a:spLocks noGrp="1"/>
          </p:cNvSpPr>
          <p:nvPr/>
        </p:nvSpPr>
        <p:spPr>
          <a:xfrm>
            <a:off x="7186612" y="3879056"/>
            <a:ext cx="71438" cy="71437"/>
          </a:xfrm>
          <a:custGeom>
            <a:avLst/>
            <a:gdLst/>
            <a:ahLst/>
            <a:cxnLst/>
            <a:rect l="0" t="0" r="0" b="0"/>
            <a:pathLst>
              <a:path w="71438" h="71437">
                <a:moveTo>
                  <a:pt x="71438" y="35719"/>
                </a:moveTo>
                <a:cubicBezTo>
                  <a:pt x="71437" y="40448"/>
                  <a:pt x="70531" y="44998"/>
                  <a:pt x="68718" y="49378"/>
                </a:cubicBezTo>
                <a:cubicBezTo>
                  <a:pt x="66905" y="53742"/>
                  <a:pt x="64324" y="57607"/>
                  <a:pt x="60975" y="60972"/>
                </a:cubicBezTo>
                <a:cubicBezTo>
                  <a:pt x="57626" y="64322"/>
                  <a:pt x="53763" y="66901"/>
                  <a:pt x="49387" y="68701"/>
                </a:cubicBezTo>
                <a:cubicBezTo>
                  <a:pt x="45011" y="70530"/>
                  <a:pt x="40455" y="71437"/>
                  <a:pt x="35719" y="71437"/>
                </a:cubicBezTo>
                <a:cubicBezTo>
                  <a:pt x="30982" y="71437"/>
                  <a:pt x="26425" y="70530"/>
                  <a:pt x="22049" y="68701"/>
                </a:cubicBezTo>
                <a:cubicBezTo>
                  <a:pt x="17673" y="66901"/>
                  <a:pt x="13811" y="64322"/>
                  <a:pt x="10461" y="60972"/>
                </a:cubicBezTo>
                <a:cubicBezTo>
                  <a:pt x="7112" y="57607"/>
                  <a:pt x="4531" y="53742"/>
                  <a:pt x="2718" y="49378"/>
                </a:cubicBezTo>
                <a:cubicBezTo>
                  <a:pt x="906" y="44998"/>
                  <a:pt x="0" y="40448"/>
                  <a:pt x="0" y="35719"/>
                </a:cubicBezTo>
                <a:cubicBezTo>
                  <a:pt x="0" y="30975"/>
                  <a:pt x="906" y="26410"/>
                  <a:pt x="2718" y="22031"/>
                </a:cubicBezTo>
                <a:cubicBezTo>
                  <a:pt x="4531" y="17666"/>
                  <a:pt x="7112" y="13802"/>
                  <a:pt x="10461" y="10451"/>
                </a:cubicBezTo>
                <a:cubicBezTo>
                  <a:pt x="13811" y="7087"/>
                  <a:pt x="17673" y="4508"/>
                  <a:pt x="22049" y="2707"/>
                </a:cubicBezTo>
                <a:cubicBezTo>
                  <a:pt x="26425" y="907"/>
                  <a:pt x="30982" y="0"/>
                  <a:pt x="35719" y="0"/>
                </a:cubicBezTo>
                <a:cubicBezTo>
                  <a:pt x="40455" y="0"/>
                  <a:pt x="45011" y="907"/>
                  <a:pt x="49387" y="2707"/>
                </a:cubicBezTo>
                <a:cubicBezTo>
                  <a:pt x="53763" y="4508"/>
                  <a:pt x="57626" y="7087"/>
                  <a:pt x="60975" y="10451"/>
                </a:cubicBezTo>
                <a:cubicBezTo>
                  <a:pt x="64324" y="13802"/>
                  <a:pt x="66905" y="17666"/>
                  <a:pt x="68718" y="22031"/>
                </a:cubicBezTo>
                <a:cubicBezTo>
                  <a:pt x="70531" y="26410"/>
                  <a:pt x="71437" y="30975"/>
                  <a:pt x="71438" y="35719"/>
                </a:cubicBezTo>
                <a:close/>
              </a:path>
            </a:pathLst>
          </a:custGeom>
          <a:solidFill>
            <a:srgbClr val="1D4ED8"/>
          </a:solidFill>
          <a:ln w="7144">
            <a:noFill/>
            <a:prstDash val="solid"/>
          </a:ln>
        </p:spPr>
      </p:sp>
      <p:sp>
        <p:nvSpPr>
          <p:cNvPr id="25" name="Source layout 17">
            <a:extLst>
              <a:ext uri="{FF2B5EF4-FFF2-40B4-BE49-F238E27FC236}">
                <a16:creationId xmlns:a16="http://schemas.microsoft.com/office/drawing/2014/main" id="{2A812E58-7E79-4148-9E4E-2D2EFA784DE6}"/>
              </a:ext>
            </a:extLst>
          </p:cNvPr>
          <p:cNvSpPr>
            <a:spLocks noGrp="1"/>
          </p:cNvSpPr>
          <p:nvPr/>
        </p:nvSpPr>
        <p:spPr>
          <a:xfrm>
            <a:off x="7186612" y="4843462"/>
            <a:ext cx="71438" cy="71437"/>
          </a:xfrm>
          <a:custGeom>
            <a:avLst/>
            <a:gdLst/>
            <a:ahLst/>
            <a:cxnLst/>
            <a:rect l="0" t="0" r="0" b="0"/>
            <a:pathLst>
              <a:path w="71438" h="71437">
                <a:moveTo>
                  <a:pt x="71438" y="35719"/>
                </a:moveTo>
                <a:cubicBezTo>
                  <a:pt x="71437" y="40448"/>
                  <a:pt x="70531" y="44998"/>
                  <a:pt x="68718" y="49363"/>
                </a:cubicBezTo>
                <a:cubicBezTo>
                  <a:pt x="66905" y="53728"/>
                  <a:pt x="64324" y="57600"/>
                  <a:pt x="60975" y="60958"/>
                </a:cubicBezTo>
                <a:cubicBezTo>
                  <a:pt x="57626" y="64294"/>
                  <a:pt x="53763" y="66873"/>
                  <a:pt x="49387" y="68701"/>
                </a:cubicBezTo>
                <a:cubicBezTo>
                  <a:pt x="45011" y="70502"/>
                  <a:pt x="40455" y="71423"/>
                  <a:pt x="35719" y="71437"/>
                </a:cubicBezTo>
                <a:cubicBezTo>
                  <a:pt x="30982" y="71423"/>
                  <a:pt x="26425" y="70502"/>
                  <a:pt x="22049" y="68701"/>
                </a:cubicBezTo>
                <a:cubicBezTo>
                  <a:pt x="17673" y="66873"/>
                  <a:pt x="13811" y="64294"/>
                  <a:pt x="10461" y="60958"/>
                </a:cubicBezTo>
                <a:cubicBezTo>
                  <a:pt x="7112" y="57600"/>
                  <a:pt x="4531" y="53728"/>
                  <a:pt x="2718" y="49363"/>
                </a:cubicBezTo>
                <a:cubicBezTo>
                  <a:pt x="906" y="44998"/>
                  <a:pt x="0" y="40448"/>
                  <a:pt x="0" y="35719"/>
                </a:cubicBezTo>
                <a:cubicBezTo>
                  <a:pt x="0" y="30961"/>
                  <a:pt x="906" y="26410"/>
                  <a:pt x="2718" y="22046"/>
                </a:cubicBezTo>
                <a:cubicBezTo>
                  <a:pt x="4531" y="17666"/>
                  <a:pt x="7112" y="13802"/>
                  <a:pt x="10461" y="10451"/>
                </a:cubicBezTo>
                <a:cubicBezTo>
                  <a:pt x="13811" y="7087"/>
                  <a:pt x="17673" y="4508"/>
                  <a:pt x="22049" y="2707"/>
                </a:cubicBezTo>
                <a:cubicBezTo>
                  <a:pt x="26425" y="907"/>
                  <a:pt x="30982" y="0"/>
                  <a:pt x="35719" y="0"/>
                </a:cubicBezTo>
                <a:cubicBezTo>
                  <a:pt x="40455" y="0"/>
                  <a:pt x="45011" y="907"/>
                  <a:pt x="49387" y="2707"/>
                </a:cubicBezTo>
                <a:cubicBezTo>
                  <a:pt x="53763" y="4508"/>
                  <a:pt x="57626" y="7087"/>
                  <a:pt x="60975" y="10451"/>
                </a:cubicBezTo>
                <a:cubicBezTo>
                  <a:pt x="64324" y="13802"/>
                  <a:pt x="66905" y="17666"/>
                  <a:pt x="68718" y="22046"/>
                </a:cubicBezTo>
                <a:cubicBezTo>
                  <a:pt x="70531" y="26410"/>
                  <a:pt x="71437" y="30961"/>
                  <a:pt x="71438" y="35719"/>
                </a:cubicBezTo>
                <a:close/>
              </a:path>
            </a:pathLst>
          </a:custGeom>
          <a:solidFill>
            <a:srgbClr val="1D4ED8"/>
          </a:solidFill>
          <a:ln w="7144">
            <a:noFill/>
            <a:prstDash val="solid"/>
          </a:ln>
        </p:spPr>
      </p:sp>
      <p:sp>
        <p:nvSpPr>
          <p:cNvPr id="26" name="Source layout 18">
            <a:extLst>
              <a:ext uri="{FF2B5EF4-FFF2-40B4-BE49-F238E27FC236}">
                <a16:creationId xmlns:a16="http://schemas.microsoft.com/office/drawing/2014/main" id="{FE80D8C9-B959-42A6-991A-2614660EC957}"/>
              </a:ext>
            </a:extLst>
          </p:cNvPr>
          <p:cNvSpPr>
            <a:spLocks noGrp="1"/>
          </p:cNvSpPr>
          <p:nvPr/>
        </p:nvSpPr>
        <p:spPr>
          <a:xfrm>
            <a:off x="514350" y="7250906"/>
            <a:ext cx="12687299" cy="7144"/>
          </a:xfrm>
          <a:custGeom>
            <a:avLst/>
            <a:gdLst/>
            <a:ahLst/>
            <a:cxnLst/>
            <a:rect l="0" t="0" r="0" b="0"/>
            <a:pathLst>
              <a:path w="12687299" h="7144">
                <a:moveTo>
                  <a:pt x="0" y="0"/>
                </a:moveTo>
                <a:lnTo>
                  <a:pt x="12687299" y="0"/>
                </a:lnTo>
                <a:lnTo>
                  <a:pt x="12687299" y="7144"/>
                </a:lnTo>
                <a:lnTo>
                  <a:pt x="0" y="7144"/>
                </a:lnTo>
                <a:close/>
              </a:path>
            </a:pathLst>
          </a:custGeom>
          <a:solidFill>
            <a:srgbClr val="0A2540">
              <a:alpha val="16080"/>
            </a:srgbClr>
          </a:solidFill>
          <a:ln w="7144">
            <a:noFill/>
            <a:prstDash val="solid"/>
          </a:ln>
        </p:spPr>
      </p:sp>
      <p:graphicFrame>
        <p:nvGraphicFramePr>
          <p:cNvPr id="27" name="Table 26">
            <a:extLst>
              <a:ext uri="{FF2B5EF4-FFF2-40B4-BE49-F238E27FC236}">
                <a16:creationId xmlns:a16="http://schemas.microsoft.com/office/drawing/2014/main" id="{97D77DAE-CFBF-4F59-A92E-52AAD5901D2B}"/>
              </a:ext>
            </a:extLst>
          </p:cNvPr>
          <p:cNvGraphicFramePr/>
          <p:nvPr/>
        </p:nvGraphicFramePr>
        <p:xfrm>
          <a:off x="514350" y="2764631"/>
          <a:ext cx="6172200" cy="2052042"/>
        </p:xfrm>
        <a:graphic>
          <a:graphicData uri="http://schemas.openxmlformats.org/drawingml/2006/table">
            <a:tbl>
              <a:tblPr/>
              <a:tblGrid>
                <a:gridCol w="4136231">
                  <a:extLst>
                    <a:ext uri="{9D8B030D-6E8A-4147-A177-3AD203B41FA5}">
                      <a16:colId xmlns:a16="http://schemas.microsoft.com/office/drawing/2014/main" val="20000"/>
                    </a:ext>
                  </a:extLst>
                </a:gridCol>
                <a:gridCol w="2035969">
                  <a:extLst>
                    <a:ext uri="{9D8B030D-6E8A-4147-A177-3AD203B41FA5}">
                      <a16:colId xmlns:a16="http://schemas.microsoft.com/office/drawing/2014/main" val="20001"/>
                    </a:ext>
                  </a:extLst>
                </a:gridCol>
              </a:tblGrid>
              <a:tr h="278606">
                <a:tc>
                  <a:txBody>
                    <a:bodyPr/>
                    <a:lstStyle/>
                    <a:p>
                      <a:pPr marL="0" indent="0" algn="l" fontAlgn="base">
                        <a:lnSpc>
                          <a:spcPts val="1063"/>
                        </a:lnSpc>
                        <a:spcBef>
                          <a:spcPts val="0"/>
                        </a:spcBef>
                        <a:spcAft>
                          <a:spcPts val="0"/>
                        </a:spcAft>
                      </a:pPr>
                      <a:r>
                        <a:rPr sz="787" b="0" i="0" kern="0" spc="110" dirty="0">
                          <a:solidFill>
                            <a:srgbClr val="8B98AD"/>
                          </a:solidFill>
                          <a:latin typeface="JetBrains Mono"/>
                          <a:ea typeface="JetBrains Mono"/>
                          <a:cs typeface="JetBrains Mono"/>
                        </a:rPr>
                        <a:t>GROUP</a:t>
                      </a:r>
                      <a:endParaRPr sz="787"/>
                    </a:p>
                  </a:txBody>
                  <a:tcPr marL="114300" marR="76200" marT="55150" marB="0">
                    <a:lnL w="0">
                      <a:noFill/>
                      <a:prstDash val="solid"/>
                    </a:lnL>
                    <a:lnR w="0">
                      <a:noFill/>
                      <a:prstDash val="solid"/>
                    </a:lnR>
                    <a:lnT w="0">
                      <a:noFill/>
                      <a:prstDash val="solid"/>
                    </a:lnT>
                    <a:lnB w="14288">
                      <a:solidFill>
                        <a:srgbClr val="0A2540"/>
                      </a:solidFill>
                      <a:prstDash val="solid"/>
                    </a:lnB>
                    <a:noFill/>
                  </a:tcPr>
                </a:tc>
                <a:tc>
                  <a:txBody>
                    <a:bodyPr/>
                    <a:lstStyle/>
                    <a:p>
                      <a:pPr marL="0" indent="0" algn="l" fontAlgn="base">
                        <a:lnSpc>
                          <a:spcPts val="1063"/>
                        </a:lnSpc>
                        <a:spcBef>
                          <a:spcPts val="0"/>
                        </a:spcBef>
                        <a:spcAft>
                          <a:spcPts val="0"/>
                        </a:spcAft>
                      </a:pPr>
                      <a:r>
                        <a:rPr sz="787" b="0" i="0" kern="0" spc="110" dirty="0">
                          <a:solidFill>
                            <a:srgbClr val="8B98AD"/>
                          </a:solidFill>
                          <a:latin typeface="JetBrains Mono"/>
                          <a:ea typeface="JetBrains Mono"/>
                          <a:cs typeface="JetBrains Mono"/>
                        </a:rPr>
                        <a:t>CHANGE IN WELFARE</a:t>
                      </a:r>
                      <a:endParaRPr sz="787"/>
                    </a:p>
                  </a:txBody>
                  <a:tcPr marL="115528" marR="76200" marT="55150" marB="0">
                    <a:lnL w="0">
                      <a:noFill/>
                      <a:prstDash val="solid"/>
                    </a:lnL>
                    <a:lnR w="0">
                      <a:noFill/>
                      <a:prstDash val="solid"/>
                    </a:lnR>
                    <a:lnT w="0">
                      <a:noFill/>
                      <a:prstDash val="solid"/>
                    </a:lnT>
                    <a:lnB w="14288">
                      <a:solidFill>
                        <a:srgbClr val="0A2540"/>
                      </a:solidFill>
                      <a:prstDash val="solid"/>
                    </a:lnB>
                    <a:noFill/>
                  </a:tcPr>
                </a:tc>
                <a:extLst>
                  <a:ext uri="{0D108BD9-81ED-4DB2-BD59-A6C34878D82A}">
                    <a16:rowId xmlns:a16="http://schemas.microsoft.com/office/drawing/2014/main" val="10000"/>
                  </a:ext>
                </a:extLst>
              </a:tr>
              <a:tr h="453628">
                <a:tc>
                  <a:txBody>
                    <a:bodyPr/>
                    <a:lstStyle/>
                    <a:p>
                      <a:pPr marL="0" indent="0" algn="l" fontAlgn="base">
                        <a:lnSpc>
                          <a:spcPts val="2202"/>
                        </a:lnSpc>
                        <a:spcBef>
                          <a:spcPts val="0"/>
                        </a:spcBef>
                        <a:spcAft>
                          <a:spcPts val="0"/>
                        </a:spcAft>
                      </a:pPr>
                      <a:r>
                        <a:rPr sz="1631" b="1" i="0" kern="0" spc="-9" dirty="0">
                          <a:solidFill>
                            <a:srgbClr val="1D4ED8"/>
                          </a:solidFill>
                          <a:latin typeface="Inter"/>
                          <a:ea typeface="Inter"/>
                          <a:cs typeface="Inter"/>
                        </a:rPr>
                        <a:t>Consumers</a:t>
                      </a:r>
                      <a:endParaRPr sz="1631"/>
                    </a:p>
                  </a:txBody>
                  <a:tcPr marL="114300" marR="76200" marT="99343" marB="0">
                    <a:lnL w="0">
                      <a:noFill/>
                      <a:prstDash val="solid"/>
                    </a:lnL>
                    <a:lnR w="0">
                      <a:noFill/>
                      <a:prstDash val="solid"/>
                    </a:lnR>
                    <a:lnT w="14288" cap="flat" cmpd="sng" algn="ctr">
                      <a:solidFill>
                        <a:srgbClr val="0A2540"/>
                      </a:solidFill>
                      <a:prstDash val="solid"/>
                      <a:round/>
                      <a:headEnd type="none" w="med" len="med"/>
                      <a:tailEnd type="none" w="med" len="med"/>
                    </a:lnT>
                    <a:lnB w="7144">
                      <a:solidFill>
                        <a:srgbClr val="0A2540">
                          <a:alpha val="16000"/>
                        </a:srgbClr>
                      </a:solidFill>
                      <a:prstDash val="solid"/>
                    </a:lnB>
                    <a:noFill/>
                  </a:tcPr>
                </a:tc>
                <a:tc>
                  <a:txBody>
                    <a:bodyPr/>
                    <a:lstStyle/>
                    <a:p>
                      <a:pPr marL="0" indent="0" algn="l" fontAlgn="base">
                        <a:lnSpc>
                          <a:spcPts val="2202"/>
                        </a:lnSpc>
                        <a:spcBef>
                          <a:spcPts val="0"/>
                        </a:spcBef>
                        <a:spcAft>
                          <a:spcPts val="0"/>
                        </a:spcAft>
                      </a:pPr>
                      <a:r>
                        <a:rPr sz="1631" b="0" i="0" kern="0" spc="-9" dirty="0">
                          <a:solidFill>
                            <a:srgbClr val="0A2540"/>
                          </a:solidFill>
                          <a:latin typeface="JetBrains Mono"/>
                          <a:ea typeface="JetBrains Mono"/>
                          <a:cs typeface="JetBrains Mono"/>
                        </a:rPr>
                        <a:t>−$969,375</a:t>
                      </a:r>
                      <a:endParaRPr sz="1631"/>
                    </a:p>
                  </a:txBody>
                  <a:tcPr marL="115528" marR="76200" marT="88725" marB="0">
                    <a:lnL w="0">
                      <a:noFill/>
                      <a:prstDash val="solid"/>
                    </a:lnL>
                    <a:lnR w="0">
                      <a:noFill/>
                      <a:prstDash val="solid"/>
                    </a:lnR>
                    <a:lnT w="14288" cap="flat" cmpd="sng" algn="ctr">
                      <a:solidFill>
                        <a:srgbClr val="0A2540"/>
                      </a:solidFill>
                      <a:prstDash val="solid"/>
                      <a:round/>
                      <a:headEnd type="none" w="med" len="med"/>
                      <a:tailEnd type="none" w="med" len="med"/>
                    </a:lnT>
                    <a:lnB w="7144">
                      <a:solidFill>
                        <a:srgbClr val="0A2540">
                          <a:alpha val="16000"/>
                        </a:srgbClr>
                      </a:solidFill>
                      <a:prstDash val="solid"/>
                    </a:lnB>
                    <a:noFill/>
                  </a:tcPr>
                </a:tc>
                <a:extLst>
                  <a:ext uri="{0D108BD9-81ED-4DB2-BD59-A6C34878D82A}">
                    <a16:rowId xmlns:a16="http://schemas.microsoft.com/office/drawing/2014/main" val="10001"/>
                  </a:ext>
                </a:extLst>
              </a:tr>
              <a:tr h="442912">
                <a:tc>
                  <a:txBody>
                    <a:bodyPr/>
                    <a:lstStyle/>
                    <a:p>
                      <a:pPr marL="0" indent="0" algn="l" fontAlgn="base">
                        <a:lnSpc>
                          <a:spcPts val="2202"/>
                        </a:lnSpc>
                        <a:spcBef>
                          <a:spcPts val="0"/>
                        </a:spcBef>
                        <a:spcAft>
                          <a:spcPts val="0"/>
                        </a:spcAft>
                      </a:pPr>
                      <a:r>
                        <a:rPr sz="1631" b="1" i="0" kern="0" spc="-9" dirty="0">
                          <a:solidFill>
                            <a:srgbClr val="0E9F6E"/>
                          </a:solidFill>
                          <a:latin typeface="Inter"/>
                          <a:ea typeface="Inter"/>
                          <a:cs typeface="Inter"/>
                        </a:rPr>
                        <a:t>Domestic producers</a:t>
                      </a:r>
                      <a:endParaRPr sz="1631"/>
                    </a:p>
                  </a:txBody>
                  <a:tcPr marL="114300"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tc>
                  <a:txBody>
                    <a:bodyPr/>
                    <a:lstStyle/>
                    <a:p>
                      <a:pPr marL="0" indent="0" algn="l" fontAlgn="base">
                        <a:lnSpc>
                          <a:spcPts val="2202"/>
                        </a:lnSpc>
                        <a:spcBef>
                          <a:spcPts val="0"/>
                        </a:spcBef>
                        <a:spcAft>
                          <a:spcPts val="0"/>
                        </a:spcAft>
                      </a:pPr>
                      <a:r>
                        <a:rPr sz="1631" b="0" i="0" kern="0" spc="-9" dirty="0">
                          <a:solidFill>
                            <a:srgbClr val="0A2540"/>
                          </a:solidFill>
                          <a:latin typeface="JetBrains Mono"/>
                          <a:ea typeface="JetBrains Mono"/>
                          <a:cs typeface="JetBrains Mono"/>
                        </a:rPr>
                        <a:t>+$864,375</a:t>
                      </a:r>
                      <a:endParaRPr sz="1631"/>
                    </a:p>
                  </a:txBody>
                  <a:tcPr marL="115528" marR="76200" marT="85153"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extLst>
                  <a:ext uri="{0D108BD9-81ED-4DB2-BD59-A6C34878D82A}">
                    <a16:rowId xmlns:a16="http://schemas.microsoft.com/office/drawing/2014/main" val="10002"/>
                  </a:ext>
                </a:extLst>
              </a:tr>
              <a:tr h="442912">
                <a:tc>
                  <a:txBody>
                    <a:bodyPr/>
                    <a:lstStyle/>
                    <a:p>
                      <a:pPr marL="0" indent="0" algn="l" fontAlgn="base">
                        <a:lnSpc>
                          <a:spcPts val="2202"/>
                        </a:lnSpc>
                        <a:spcBef>
                          <a:spcPts val="0"/>
                        </a:spcBef>
                        <a:spcAft>
                          <a:spcPts val="0"/>
                        </a:spcAft>
                      </a:pPr>
                      <a:r>
                        <a:rPr sz="1631" b="1" i="0" kern="0" spc="-9" dirty="0">
                          <a:solidFill>
                            <a:srgbClr val="D97706"/>
                          </a:solidFill>
                          <a:latin typeface="Inter"/>
                          <a:ea typeface="Inter"/>
                          <a:cs typeface="Inter"/>
                        </a:rPr>
                        <a:t>Government (tariff revenue)</a:t>
                      </a:r>
                      <a:endParaRPr sz="1631"/>
                    </a:p>
                  </a:txBody>
                  <a:tcPr marL="114300"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tc>
                  <a:txBody>
                    <a:bodyPr/>
                    <a:lstStyle/>
                    <a:p>
                      <a:pPr marL="0" indent="0" algn="l" fontAlgn="base">
                        <a:lnSpc>
                          <a:spcPts val="2202"/>
                        </a:lnSpc>
                        <a:spcBef>
                          <a:spcPts val="0"/>
                        </a:spcBef>
                        <a:spcAft>
                          <a:spcPts val="0"/>
                        </a:spcAft>
                      </a:pPr>
                      <a:r>
                        <a:rPr sz="1631" b="0" i="0" kern="0" spc="-9" dirty="0">
                          <a:solidFill>
                            <a:srgbClr val="0A2540"/>
                          </a:solidFill>
                          <a:latin typeface="JetBrains Mono"/>
                          <a:ea typeface="JetBrains Mono"/>
                          <a:cs typeface="JetBrains Mono"/>
                        </a:rPr>
                        <a:t>+$90,000</a:t>
                      </a:r>
                      <a:endParaRPr sz="1631"/>
                    </a:p>
                  </a:txBody>
                  <a:tcPr marL="115528" marR="76200" marT="85153"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extLst>
                  <a:ext uri="{0D108BD9-81ED-4DB2-BD59-A6C34878D82A}">
                    <a16:rowId xmlns:a16="http://schemas.microsoft.com/office/drawing/2014/main" val="10003"/>
                  </a:ext>
                </a:extLst>
              </a:tr>
              <a:tr h="433983">
                <a:tc>
                  <a:txBody>
                    <a:bodyPr/>
                    <a:lstStyle/>
                    <a:p>
                      <a:pPr marL="0" indent="0" algn="l" fontAlgn="base">
                        <a:lnSpc>
                          <a:spcPts val="2202"/>
                        </a:lnSpc>
                        <a:spcBef>
                          <a:spcPts val="0"/>
                        </a:spcBef>
                        <a:spcAft>
                          <a:spcPts val="0"/>
                        </a:spcAft>
                      </a:pPr>
                      <a:r>
                        <a:rPr sz="1631" b="1" i="0" kern="0" spc="-9" dirty="0">
                          <a:solidFill>
                            <a:srgbClr val="0A2540"/>
                          </a:solidFill>
                          <a:latin typeface="Inter"/>
                          <a:ea typeface="Inter"/>
                          <a:cs typeface="Inter"/>
                        </a:rPr>
                        <a:t>Country A, net</a:t>
                      </a:r>
                      <a:endParaRPr sz="1631"/>
                    </a:p>
                  </a:txBody>
                  <a:tcPr marL="114300"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0">
                      <a:noFill/>
                      <a:prstDash val="solid"/>
                    </a:lnB>
                    <a:noFill/>
                  </a:tcPr>
                </a:tc>
                <a:tc>
                  <a:txBody>
                    <a:bodyPr/>
                    <a:lstStyle/>
                    <a:p>
                      <a:pPr marL="0" indent="0" algn="l" fontAlgn="base">
                        <a:lnSpc>
                          <a:spcPts val="2202"/>
                        </a:lnSpc>
                        <a:spcBef>
                          <a:spcPts val="0"/>
                        </a:spcBef>
                        <a:spcAft>
                          <a:spcPts val="0"/>
                        </a:spcAft>
                      </a:pPr>
                      <a:r>
                        <a:rPr sz="1631" b="1" i="0" kern="0" spc="-9" dirty="0">
                          <a:solidFill>
                            <a:srgbClr val="DC2626"/>
                          </a:solidFill>
                          <a:latin typeface="JetBrains Mono"/>
                          <a:ea typeface="JetBrains Mono"/>
                          <a:cs typeface="JetBrains Mono"/>
                        </a:rPr>
                        <a:t>−$15,000</a:t>
                      </a:r>
                      <a:endParaRPr sz="1631"/>
                    </a:p>
                  </a:txBody>
                  <a:tcPr marL="115528" marR="76200" marT="85153"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0">
                      <a:noFill/>
                      <a:prstDash val="solid"/>
                    </a:lnB>
                    <a:noFill/>
                  </a:tcPr>
                </a:tc>
                <a:extLst>
                  <a:ext uri="{0D108BD9-81ED-4DB2-BD59-A6C34878D82A}">
                    <a16:rowId xmlns:a16="http://schemas.microsoft.com/office/drawing/2014/main" val="10004"/>
                  </a:ext>
                </a:extLst>
              </a:tr>
            </a:tbl>
          </a:graphicData>
        </a:graphic>
      </p:graphicFrame>
      <p:sp>
        <p:nvSpPr>
          <p:cNvPr id="28" name="s19 text 1">
            <a:extLst>
              <a:ext uri="{FF2B5EF4-FFF2-40B4-BE49-F238E27FC236}">
                <a16:creationId xmlns:a16="http://schemas.microsoft.com/office/drawing/2014/main" id="{5D625FD2-8609-4A85-AD63-71B235B3786D}"/>
              </a:ext>
            </a:extLst>
          </p:cNvPr>
          <p:cNvSpPr>
            <a:spLocks noGrp="1"/>
          </p:cNvSpPr>
          <p:nvPr/>
        </p:nvSpPr>
        <p:spPr>
          <a:xfrm>
            <a:off x="678656" y="1076420"/>
            <a:ext cx="1485902" cy="173507"/>
          </a:xfrm>
          <a:prstGeom prst="rect">
            <a:avLst/>
          </a:prstGeom>
          <a:noFill/>
          <a:ln w="0">
            <a:noFill/>
            <a:prstDash val="solid"/>
          </a:ln>
        </p:spPr>
        <p:txBody>
          <a:bodyPr wrap="none" lIns="0" tIns="0" rIns="0" bIns="0" anchor="t">
            <a:noAutofit/>
          </a:bodyPr>
          <a:lstStyle>
            <a:defPPr algn="l">
              <a:defRPr sz="900" b="0" i="0" kern="0" spc="180">
                <a:solidFill>
                  <a:srgbClr val="1D4ED8"/>
                </a:solidFill>
                <a:latin typeface="JetBrains Mono"/>
                <a:ea typeface="JetBrains Mono"/>
                <a:cs typeface="JetBrains Mono"/>
              </a:defRPr>
            </a:defPPr>
            <a:lvl1pPr algn="l">
              <a:defRPr sz="900" b="0" i="0" kern="0" spc="180">
                <a:solidFill>
                  <a:srgbClr val="1D4ED8"/>
                </a:solidFill>
                <a:latin typeface="JetBrains Mono"/>
                <a:ea typeface="JetBrains Mono"/>
                <a:cs typeface="JetBrains Mono"/>
              </a:defRPr>
            </a:lvl1pPr>
            <a:lvl2pPr algn="l">
              <a:defRPr sz="900" b="0" i="0" kern="0" spc="180">
                <a:solidFill>
                  <a:srgbClr val="1D4ED8"/>
                </a:solidFill>
                <a:latin typeface="JetBrains Mono"/>
                <a:ea typeface="JetBrains Mono"/>
                <a:cs typeface="JetBrains Mono"/>
              </a:defRPr>
            </a:lvl2pPr>
            <a:lvl3pPr algn="l">
              <a:defRPr sz="900" b="0" i="0" kern="0" spc="180">
                <a:solidFill>
                  <a:srgbClr val="1D4ED8"/>
                </a:solidFill>
                <a:latin typeface="JetBrains Mono"/>
                <a:ea typeface="JetBrains Mono"/>
                <a:cs typeface="JetBrains Mono"/>
              </a:defRPr>
            </a:lvl3pPr>
            <a:lvl4pPr algn="l">
              <a:defRPr sz="900" b="0" i="0" kern="0" spc="180">
                <a:solidFill>
                  <a:srgbClr val="1D4ED8"/>
                </a:solidFill>
                <a:latin typeface="JetBrains Mono"/>
                <a:ea typeface="JetBrains Mono"/>
                <a:cs typeface="JetBrains Mono"/>
              </a:defRPr>
            </a:lvl4pPr>
            <a:lvl5pPr algn="l">
              <a:defRPr sz="900" b="0" i="0" kern="0" spc="180">
                <a:solidFill>
                  <a:srgbClr val="1D4ED8"/>
                </a:solidFill>
                <a:latin typeface="JetBrains Mono"/>
                <a:ea typeface="JetBrains Mono"/>
                <a:cs typeface="JetBrains Mono"/>
              </a:defRPr>
            </a:lvl5pPr>
            <a:lvl6pPr algn="l">
              <a:defRPr sz="900" b="0" i="0" kern="0" spc="180">
                <a:solidFill>
                  <a:srgbClr val="1D4ED8"/>
                </a:solidFill>
                <a:latin typeface="JetBrains Mono"/>
                <a:ea typeface="JetBrains Mono"/>
                <a:cs typeface="JetBrains Mono"/>
              </a:defRPr>
            </a:lvl6pPr>
            <a:lvl7pPr algn="l">
              <a:defRPr sz="900" b="0" i="0" kern="0" spc="180">
                <a:solidFill>
                  <a:srgbClr val="1D4ED8"/>
                </a:solidFill>
                <a:latin typeface="JetBrains Mono"/>
                <a:ea typeface="JetBrains Mono"/>
                <a:cs typeface="JetBrains Mono"/>
              </a:defRPr>
            </a:lvl7pPr>
            <a:lvl8pPr algn="l">
              <a:defRPr sz="900" b="0" i="0" kern="0" spc="180">
                <a:solidFill>
                  <a:srgbClr val="1D4ED8"/>
                </a:solidFill>
                <a:latin typeface="JetBrains Mono"/>
                <a:ea typeface="JetBrains Mono"/>
                <a:cs typeface="JetBrains Mono"/>
              </a:defRPr>
            </a:lvl8pPr>
            <a:lvl9pPr algn="l">
              <a:defRPr sz="900" b="0" i="0" kern="0" spc="180">
                <a:solidFill>
                  <a:srgbClr val="1D4ED8"/>
                </a:solidFill>
                <a:latin typeface="JetBrains Mono"/>
                <a:ea typeface="JetBrains Mono"/>
                <a:cs typeface="JetBrains Mono"/>
              </a:defRPr>
            </a:lvl9pPr>
          </a:lstStyle>
          <a:p>
            <a:pPr algn="l">
              <a:lnSpc>
                <a:spcPct val="100000"/>
              </a:lnSpc>
              <a:buNone/>
              <a:defRPr sz="900" b="0" i="0" kern="0" spc="180">
                <a:solidFill>
                  <a:srgbClr val="1D4ED8"/>
                </a:solidFill>
                <a:latin typeface="JetBrains Mono"/>
                <a:ea typeface="JetBrains Mono"/>
                <a:cs typeface="JetBrains Mono"/>
              </a:defRPr>
            </a:pPr>
            <a:r>
              <a:rPr sz="900" b="0" i="0" kern="0" spc="180">
                <a:solidFill>
                  <a:srgbClr val="1D4ED8"/>
                </a:solidFill>
                <a:latin typeface="JetBrains Mono"/>
                <a:ea typeface="JetBrains Mono"/>
                <a:cs typeface="JetBrains Mono"/>
              </a:rPr>
              <a:t>QUESTION 5.2 (F)</a:t>
            </a:r>
          </a:p>
        </p:txBody>
      </p:sp>
      <p:sp>
        <p:nvSpPr>
          <p:cNvPr id="29" name="s19 text 2">
            <a:extLst>
              <a:ext uri="{FF2B5EF4-FFF2-40B4-BE49-F238E27FC236}">
                <a16:creationId xmlns:a16="http://schemas.microsoft.com/office/drawing/2014/main" id="{52622007-8A02-4355-9B4C-C62369538F7B}"/>
              </a:ext>
            </a:extLst>
          </p:cNvPr>
          <p:cNvSpPr>
            <a:spLocks noGrp="1"/>
          </p:cNvSpPr>
          <p:nvPr/>
        </p:nvSpPr>
        <p:spPr>
          <a:xfrm>
            <a:off x="514350" y="1277392"/>
            <a:ext cx="13420534" cy="576532"/>
          </a:xfrm>
          <a:prstGeom prst="rect">
            <a:avLst/>
          </a:prstGeom>
          <a:noFill/>
          <a:ln w="0">
            <a:noFill/>
            <a:prstDash val="solid"/>
          </a:ln>
        </p:spPr>
        <p:txBody>
          <a:bodyPr wrap="none" lIns="0" tIns="0" rIns="0" bIns="0" anchor="t">
            <a:noAutofit/>
          </a:bodyPr>
          <a:lstStyle>
            <a:defPPr algn="l">
              <a:defRPr sz="3262" b="0" i="0" kern="0" spc="-104">
                <a:solidFill>
                  <a:srgbClr val="0A2540"/>
                </a:solidFill>
                <a:latin typeface="Inter ExtraBold"/>
                <a:ea typeface="Inter ExtraBold"/>
                <a:cs typeface="Inter ExtraBold"/>
              </a:defRPr>
            </a:defPPr>
            <a:lvl1pPr algn="l">
              <a:defRPr sz="3262" b="0" i="0" kern="0" spc="-104">
                <a:solidFill>
                  <a:srgbClr val="0A2540"/>
                </a:solidFill>
                <a:latin typeface="Inter ExtraBold"/>
                <a:ea typeface="Inter ExtraBold"/>
                <a:cs typeface="Inter ExtraBold"/>
              </a:defRPr>
            </a:lvl1pPr>
            <a:lvl2pPr algn="l">
              <a:defRPr sz="3262" b="0" i="0" kern="0" spc="-104">
                <a:solidFill>
                  <a:srgbClr val="0A2540"/>
                </a:solidFill>
                <a:latin typeface="Inter ExtraBold"/>
                <a:ea typeface="Inter ExtraBold"/>
                <a:cs typeface="Inter ExtraBold"/>
              </a:defRPr>
            </a:lvl2pPr>
            <a:lvl3pPr algn="l">
              <a:defRPr sz="3262" b="0" i="0" kern="0" spc="-104">
                <a:solidFill>
                  <a:srgbClr val="0A2540"/>
                </a:solidFill>
                <a:latin typeface="Inter ExtraBold"/>
                <a:ea typeface="Inter ExtraBold"/>
                <a:cs typeface="Inter ExtraBold"/>
              </a:defRPr>
            </a:lvl3pPr>
            <a:lvl4pPr algn="l">
              <a:defRPr sz="3262" b="0" i="0" kern="0" spc="-104">
                <a:solidFill>
                  <a:srgbClr val="0A2540"/>
                </a:solidFill>
                <a:latin typeface="Inter ExtraBold"/>
                <a:ea typeface="Inter ExtraBold"/>
                <a:cs typeface="Inter ExtraBold"/>
              </a:defRPr>
            </a:lvl4pPr>
            <a:lvl5pPr algn="l">
              <a:defRPr sz="3262" b="0" i="0" kern="0" spc="-104">
                <a:solidFill>
                  <a:srgbClr val="0A2540"/>
                </a:solidFill>
                <a:latin typeface="Inter ExtraBold"/>
                <a:ea typeface="Inter ExtraBold"/>
                <a:cs typeface="Inter ExtraBold"/>
              </a:defRPr>
            </a:lvl5pPr>
            <a:lvl6pPr algn="l">
              <a:defRPr sz="3262" b="0" i="0" kern="0" spc="-104">
                <a:solidFill>
                  <a:srgbClr val="0A2540"/>
                </a:solidFill>
                <a:latin typeface="Inter ExtraBold"/>
                <a:ea typeface="Inter ExtraBold"/>
                <a:cs typeface="Inter ExtraBold"/>
              </a:defRPr>
            </a:lvl6pPr>
            <a:lvl7pPr algn="l">
              <a:defRPr sz="3262" b="0" i="0" kern="0" spc="-104">
                <a:solidFill>
                  <a:srgbClr val="0A2540"/>
                </a:solidFill>
                <a:latin typeface="Inter ExtraBold"/>
                <a:ea typeface="Inter ExtraBold"/>
                <a:cs typeface="Inter ExtraBold"/>
              </a:defRPr>
            </a:lvl7pPr>
            <a:lvl8pPr algn="l">
              <a:defRPr sz="3262" b="0" i="0" kern="0" spc="-104">
                <a:solidFill>
                  <a:srgbClr val="0A2540"/>
                </a:solidFill>
                <a:latin typeface="Inter ExtraBold"/>
                <a:ea typeface="Inter ExtraBold"/>
                <a:cs typeface="Inter ExtraBold"/>
              </a:defRPr>
            </a:lvl8pPr>
            <a:lvl9pPr algn="l">
              <a:defRPr sz="3262" b="0" i="0" kern="0" spc="-104">
                <a:solidFill>
                  <a:srgbClr val="0A2540"/>
                </a:solidFill>
                <a:latin typeface="Inter ExtraBold"/>
                <a:ea typeface="Inter ExtraBold"/>
                <a:cs typeface="Inter ExtraBold"/>
              </a:defRPr>
            </a:lvl9pPr>
          </a:lstStyle>
          <a:p>
            <a:pPr algn="l">
              <a:lnSpc>
                <a:spcPct val="100000"/>
              </a:lnSpc>
              <a:buNone/>
              <a:defRPr sz="3262" b="0" i="0" kern="0" spc="-104">
                <a:solidFill>
                  <a:srgbClr val="0A2540"/>
                </a:solidFill>
                <a:latin typeface="Inter ExtraBold"/>
                <a:ea typeface="Inter ExtraBold"/>
                <a:cs typeface="Inter ExtraBold"/>
              </a:defRPr>
            </a:pPr>
            <a:r>
              <a:rPr sz="3262" b="0" i="0" kern="0" spc="-104">
                <a:solidFill>
                  <a:srgbClr val="0A2540"/>
                </a:solidFill>
                <a:latin typeface="Inter ExtraBold"/>
                <a:ea typeface="Inter ExtraBold"/>
                <a:cs typeface="Inter ExtraBold"/>
              </a:rPr>
              <a:t>“A tariff is beneficial because the government receives revenue”</a:t>
            </a:r>
          </a:p>
        </p:txBody>
      </p:sp>
      <p:sp>
        <p:nvSpPr>
          <p:cNvPr id="30" name="s19 text 3">
            <a:extLst>
              <a:ext uri="{FF2B5EF4-FFF2-40B4-BE49-F238E27FC236}">
                <a16:creationId xmlns:a16="http://schemas.microsoft.com/office/drawing/2014/main" id="{4204BB1B-D472-4336-917F-1EE09F0AFF9C}"/>
              </a:ext>
            </a:extLst>
          </p:cNvPr>
          <p:cNvSpPr>
            <a:spLocks noGrp="1"/>
          </p:cNvSpPr>
          <p:nvPr/>
        </p:nvSpPr>
        <p:spPr>
          <a:xfrm>
            <a:off x="514350" y="1713160"/>
            <a:ext cx="3375279" cy="576532"/>
          </a:xfrm>
          <a:prstGeom prst="rect">
            <a:avLst/>
          </a:prstGeom>
          <a:noFill/>
          <a:ln w="0">
            <a:noFill/>
            <a:prstDash val="solid"/>
          </a:ln>
        </p:spPr>
        <p:txBody>
          <a:bodyPr wrap="none" lIns="0" tIns="0" rIns="0" bIns="0" anchor="t">
            <a:noAutofit/>
          </a:bodyPr>
          <a:lstStyle>
            <a:defPPr algn="l">
              <a:defRPr sz="3262" b="0" i="0" kern="0" spc="-104">
                <a:solidFill>
                  <a:srgbClr val="0A2540"/>
                </a:solidFill>
                <a:latin typeface="Inter ExtraBold"/>
                <a:ea typeface="Inter ExtraBold"/>
                <a:cs typeface="Inter ExtraBold"/>
              </a:defRPr>
            </a:defPPr>
            <a:lvl1pPr algn="l">
              <a:defRPr sz="3262" b="0" i="0" kern="0" spc="-104">
                <a:solidFill>
                  <a:srgbClr val="0A2540"/>
                </a:solidFill>
                <a:latin typeface="Inter ExtraBold"/>
                <a:ea typeface="Inter ExtraBold"/>
                <a:cs typeface="Inter ExtraBold"/>
              </a:defRPr>
            </a:lvl1pPr>
            <a:lvl2pPr algn="l">
              <a:defRPr sz="3262" b="0" i="0" kern="0" spc="-104">
                <a:solidFill>
                  <a:srgbClr val="0A2540"/>
                </a:solidFill>
                <a:latin typeface="Inter ExtraBold"/>
                <a:ea typeface="Inter ExtraBold"/>
                <a:cs typeface="Inter ExtraBold"/>
              </a:defRPr>
            </a:lvl2pPr>
            <a:lvl3pPr algn="l">
              <a:defRPr sz="3262" b="0" i="0" kern="0" spc="-104">
                <a:solidFill>
                  <a:srgbClr val="0A2540"/>
                </a:solidFill>
                <a:latin typeface="Inter ExtraBold"/>
                <a:ea typeface="Inter ExtraBold"/>
                <a:cs typeface="Inter ExtraBold"/>
              </a:defRPr>
            </a:lvl3pPr>
            <a:lvl4pPr algn="l">
              <a:defRPr sz="3262" b="0" i="0" kern="0" spc="-104">
                <a:solidFill>
                  <a:srgbClr val="0A2540"/>
                </a:solidFill>
                <a:latin typeface="Inter ExtraBold"/>
                <a:ea typeface="Inter ExtraBold"/>
                <a:cs typeface="Inter ExtraBold"/>
              </a:defRPr>
            </a:lvl4pPr>
            <a:lvl5pPr algn="l">
              <a:defRPr sz="3262" b="0" i="0" kern="0" spc="-104">
                <a:solidFill>
                  <a:srgbClr val="0A2540"/>
                </a:solidFill>
                <a:latin typeface="Inter ExtraBold"/>
                <a:ea typeface="Inter ExtraBold"/>
                <a:cs typeface="Inter ExtraBold"/>
              </a:defRPr>
            </a:lvl5pPr>
            <a:lvl6pPr algn="l">
              <a:defRPr sz="3262" b="0" i="0" kern="0" spc="-104">
                <a:solidFill>
                  <a:srgbClr val="0A2540"/>
                </a:solidFill>
                <a:latin typeface="Inter ExtraBold"/>
                <a:ea typeface="Inter ExtraBold"/>
                <a:cs typeface="Inter ExtraBold"/>
              </a:defRPr>
            </a:lvl6pPr>
            <a:lvl7pPr algn="l">
              <a:defRPr sz="3262" b="0" i="0" kern="0" spc="-104">
                <a:solidFill>
                  <a:srgbClr val="0A2540"/>
                </a:solidFill>
                <a:latin typeface="Inter ExtraBold"/>
                <a:ea typeface="Inter ExtraBold"/>
                <a:cs typeface="Inter ExtraBold"/>
              </a:defRPr>
            </a:lvl7pPr>
            <a:lvl8pPr algn="l">
              <a:defRPr sz="3262" b="0" i="0" kern="0" spc="-104">
                <a:solidFill>
                  <a:srgbClr val="0A2540"/>
                </a:solidFill>
                <a:latin typeface="Inter ExtraBold"/>
                <a:ea typeface="Inter ExtraBold"/>
                <a:cs typeface="Inter ExtraBold"/>
              </a:defRPr>
            </a:lvl8pPr>
            <a:lvl9pPr algn="l">
              <a:defRPr sz="3262" b="0" i="0" kern="0" spc="-104">
                <a:solidFill>
                  <a:srgbClr val="0A2540"/>
                </a:solidFill>
                <a:latin typeface="Inter ExtraBold"/>
                <a:ea typeface="Inter ExtraBold"/>
                <a:cs typeface="Inter ExtraBold"/>
              </a:defRPr>
            </a:lvl9pPr>
          </a:lstStyle>
          <a:p>
            <a:pPr algn="l">
              <a:lnSpc>
                <a:spcPct val="100000"/>
              </a:lnSpc>
              <a:buNone/>
              <a:defRPr sz="3262" b="0" i="0" kern="0" spc="-104">
                <a:solidFill>
                  <a:srgbClr val="0A2540"/>
                </a:solidFill>
                <a:latin typeface="Inter ExtraBold"/>
                <a:ea typeface="Inter ExtraBold"/>
                <a:cs typeface="Inter ExtraBold"/>
              </a:defRPr>
            </a:pPr>
            <a:r>
              <a:rPr sz="3262" b="0" i="0" kern="0" spc="-104">
                <a:solidFill>
                  <a:srgbClr val="0A2540"/>
                </a:solidFill>
                <a:latin typeface="Inter ExtraBold"/>
                <a:ea typeface="Inter ExtraBold"/>
                <a:cs typeface="Inter ExtraBold"/>
              </a:rPr>
              <a:t>— true or false?</a:t>
            </a:r>
          </a:p>
        </p:txBody>
      </p:sp>
      <p:sp>
        <p:nvSpPr>
          <p:cNvPr id="31" name="s19 text 4">
            <a:extLst>
              <a:ext uri="{FF2B5EF4-FFF2-40B4-BE49-F238E27FC236}">
                <a16:creationId xmlns:a16="http://schemas.microsoft.com/office/drawing/2014/main" id="{7DB78633-73B0-4B5D-A5E9-BA3EDF4C1166}"/>
              </a:ext>
            </a:extLst>
          </p:cNvPr>
          <p:cNvSpPr>
            <a:spLocks noGrp="1"/>
          </p:cNvSpPr>
          <p:nvPr/>
        </p:nvSpPr>
        <p:spPr>
          <a:xfrm>
            <a:off x="514350" y="2365474"/>
            <a:ext cx="4189571" cy="357847"/>
          </a:xfrm>
          <a:prstGeom prst="rect">
            <a:avLst/>
          </a:prstGeom>
          <a:noFill/>
          <a:ln w="0">
            <a:noFill/>
            <a:prstDash val="solid"/>
          </a:ln>
        </p:spPr>
        <p:txBody>
          <a:bodyPr wrap="none" lIns="0" tIns="0" rIns="0" bIns="0" anchor="t">
            <a:noAutofit/>
          </a:bodyPr>
          <a:lstStyle>
            <a:defPPr algn="l">
              <a:defRPr sz="2025" b="1" i="0" kern="0" spc="-24">
                <a:solidFill>
                  <a:srgbClr val="DC2626"/>
                </a:solidFill>
                <a:latin typeface="Inter"/>
                <a:ea typeface="Inter"/>
                <a:cs typeface="Inter"/>
              </a:defRPr>
            </a:defPPr>
            <a:lvl1pPr algn="l">
              <a:defRPr sz="2025" b="1" i="0" kern="0" spc="-24">
                <a:solidFill>
                  <a:srgbClr val="DC2626"/>
                </a:solidFill>
                <a:latin typeface="Inter"/>
                <a:ea typeface="Inter"/>
                <a:cs typeface="Inter"/>
              </a:defRPr>
            </a:lvl1pPr>
            <a:lvl2pPr algn="l">
              <a:defRPr sz="2025" b="1" i="0" kern="0" spc="-24">
                <a:solidFill>
                  <a:srgbClr val="DC2626"/>
                </a:solidFill>
                <a:latin typeface="Inter"/>
                <a:ea typeface="Inter"/>
                <a:cs typeface="Inter"/>
              </a:defRPr>
            </a:lvl2pPr>
            <a:lvl3pPr algn="l">
              <a:defRPr sz="2025" b="1" i="0" kern="0" spc="-24">
                <a:solidFill>
                  <a:srgbClr val="DC2626"/>
                </a:solidFill>
                <a:latin typeface="Inter"/>
                <a:ea typeface="Inter"/>
                <a:cs typeface="Inter"/>
              </a:defRPr>
            </a:lvl3pPr>
            <a:lvl4pPr algn="l">
              <a:defRPr sz="2025" b="1" i="0" kern="0" spc="-24">
                <a:solidFill>
                  <a:srgbClr val="DC2626"/>
                </a:solidFill>
                <a:latin typeface="Inter"/>
                <a:ea typeface="Inter"/>
                <a:cs typeface="Inter"/>
              </a:defRPr>
            </a:lvl4pPr>
            <a:lvl5pPr algn="l">
              <a:defRPr sz="2025" b="1" i="0" kern="0" spc="-24">
                <a:solidFill>
                  <a:srgbClr val="DC2626"/>
                </a:solidFill>
                <a:latin typeface="Inter"/>
                <a:ea typeface="Inter"/>
                <a:cs typeface="Inter"/>
              </a:defRPr>
            </a:lvl5pPr>
            <a:lvl6pPr algn="l">
              <a:defRPr sz="2025" b="1" i="0" kern="0" spc="-24">
                <a:solidFill>
                  <a:srgbClr val="DC2626"/>
                </a:solidFill>
                <a:latin typeface="Inter"/>
                <a:ea typeface="Inter"/>
                <a:cs typeface="Inter"/>
              </a:defRPr>
            </a:lvl6pPr>
            <a:lvl7pPr algn="l">
              <a:defRPr sz="2025" b="1" i="0" kern="0" spc="-24">
                <a:solidFill>
                  <a:srgbClr val="DC2626"/>
                </a:solidFill>
                <a:latin typeface="Inter"/>
                <a:ea typeface="Inter"/>
                <a:cs typeface="Inter"/>
              </a:defRPr>
            </a:lvl7pPr>
            <a:lvl8pPr algn="l">
              <a:defRPr sz="2025" b="1" i="0" kern="0" spc="-24">
                <a:solidFill>
                  <a:srgbClr val="DC2626"/>
                </a:solidFill>
                <a:latin typeface="Inter"/>
                <a:ea typeface="Inter"/>
                <a:cs typeface="Inter"/>
              </a:defRPr>
            </a:lvl8pPr>
            <a:lvl9pPr algn="l">
              <a:defRPr sz="2025" b="1" i="0" kern="0" spc="-24">
                <a:solidFill>
                  <a:srgbClr val="DC2626"/>
                </a:solidFill>
                <a:latin typeface="Inter"/>
                <a:ea typeface="Inter"/>
                <a:cs typeface="Inter"/>
              </a:defRPr>
            </a:lvl9pPr>
          </a:lstStyle>
          <a:p>
            <a:pPr algn="l">
              <a:lnSpc>
                <a:spcPct val="100000"/>
              </a:lnSpc>
              <a:buNone/>
              <a:defRPr sz="2025" b="1" i="0" kern="0" spc="-24">
                <a:solidFill>
                  <a:srgbClr val="DC2626"/>
                </a:solidFill>
                <a:latin typeface="Inter"/>
                <a:ea typeface="Inter"/>
                <a:cs typeface="Inter"/>
              </a:defRPr>
            </a:pPr>
            <a:r>
              <a:rPr sz="2025" b="1" i="0" kern="0" spc="-24">
                <a:solidFill>
                  <a:srgbClr val="DC2626"/>
                </a:solidFill>
                <a:latin typeface="Inter"/>
                <a:ea typeface="Inter"/>
                <a:cs typeface="Inter"/>
              </a:rPr>
              <a:t>False — for country A as a whole</a:t>
            </a:r>
          </a:p>
        </p:txBody>
      </p:sp>
      <p:sp>
        <p:nvSpPr>
          <p:cNvPr id="32" name="s19 text 5">
            <a:extLst>
              <a:ext uri="{FF2B5EF4-FFF2-40B4-BE49-F238E27FC236}">
                <a16:creationId xmlns:a16="http://schemas.microsoft.com/office/drawing/2014/main" id="{CC6BFA2E-EBD4-4A8B-8D88-80E221DC87A9}"/>
              </a:ext>
            </a:extLst>
          </p:cNvPr>
          <p:cNvSpPr>
            <a:spLocks noGrp="1"/>
          </p:cNvSpPr>
          <p:nvPr/>
        </p:nvSpPr>
        <p:spPr>
          <a:xfrm>
            <a:off x="514350" y="4905747"/>
            <a:ext cx="2476214"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The gains are real, but they are</a:t>
            </a:r>
          </a:p>
        </p:txBody>
      </p:sp>
      <p:sp>
        <p:nvSpPr>
          <p:cNvPr id="33" name="s19 text 6">
            <a:extLst>
              <a:ext uri="{FF2B5EF4-FFF2-40B4-BE49-F238E27FC236}">
                <a16:creationId xmlns:a16="http://schemas.microsoft.com/office/drawing/2014/main" id="{9574081D-78C3-4F1B-8BFB-08A9B8580A25}"/>
              </a:ext>
            </a:extLst>
          </p:cNvPr>
          <p:cNvSpPr>
            <a:spLocks noGrp="1"/>
          </p:cNvSpPr>
          <p:nvPr/>
        </p:nvSpPr>
        <p:spPr>
          <a:xfrm>
            <a:off x="2933402" y="4905747"/>
            <a:ext cx="798957" cy="228625"/>
          </a:xfrm>
          <a:prstGeom prst="rect">
            <a:avLst/>
          </a:prstGeom>
          <a:noFill/>
          <a:ln w="0">
            <a:noFill/>
            <a:prstDash val="solid"/>
          </a:ln>
        </p:spPr>
        <p:txBody>
          <a:bodyPr wrap="none" lIns="0" tIns="0" rIns="0" bIns="0" anchor="t">
            <a:noAutofit/>
          </a:bodyPr>
          <a:lstStyle>
            <a:defPPr algn="l">
              <a:defRPr sz="1294" b="1" i="0" kern="0" spc="-9">
                <a:solidFill>
                  <a:srgbClr val="3D4D68"/>
                </a:solidFill>
                <a:latin typeface="Inter"/>
                <a:ea typeface="Inter"/>
                <a:cs typeface="Inter"/>
              </a:defRPr>
            </a:defPPr>
            <a:lvl1pPr algn="l">
              <a:defRPr sz="1294" b="1" i="0" kern="0" spc="-9">
                <a:solidFill>
                  <a:srgbClr val="3D4D68"/>
                </a:solidFill>
                <a:latin typeface="Inter"/>
                <a:ea typeface="Inter"/>
                <a:cs typeface="Inter"/>
              </a:defRPr>
            </a:lvl1pPr>
            <a:lvl2pPr algn="l">
              <a:defRPr sz="1294" b="1" i="0" kern="0" spc="-9">
                <a:solidFill>
                  <a:srgbClr val="3D4D68"/>
                </a:solidFill>
                <a:latin typeface="Inter"/>
                <a:ea typeface="Inter"/>
                <a:cs typeface="Inter"/>
              </a:defRPr>
            </a:lvl2pPr>
            <a:lvl3pPr algn="l">
              <a:defRPr sz="1294" b="1" i="0" kern="0" spc="-9">
                <a:solidFill>
                  <a:srgbClr val="3D4D68"/>
                </a:solidFill>
                <a:latin typeface="Inter"/>
                <a:ea typeface="Inter"/>
                <a:cs typeface="Inter"/>
              </a:defRPr>
            </a:lvl3pPr>
            <a:lvl4pPr algn="l">
              <a:defRPr sz="1294" b="1" i="0" kern="0" spc="-9">
                <a:solidFill>
                  <a:srgbClr val="3D4D68"/>
                </a:solidFill>
                <a:latin typeface="Inter"/>
                <a:ea typeface="Inter"/>
                <a:cs typeface="Inter"/>
              </a:defRPr>
            </a:lvl4pPr>
            <a:lvl5pPr algn="l">
              <a:defRPr sz="1294" b="1" i="0" kern="0" spc="-9">
                <a:solidFill>
                  <a:srgbClr val="3D4D68"/>
                </a:solidFill>
                <a:latin typeface="Inter"/>
                <a:ea typeface="Inter"/>
                <a:cs typeface="Inter"/>
              </a:defRPr>
            </a:lvl5pPr>
            <a:lvl6pPr algn="l">
              <a:defRPr sz="1294" b="1" i="0" kern="0" spc="-9">
                <a:solidFill>
                  <a:srgbClr val="3D4D68"/>
                </a:solidFill>
                <a:latin typeface="Inter"/>
                <a:ea typeface="Inter"/>
                <a:cs typeface="Inter"/>
              </a:defRPr>
            </a:lvl6pPr>
            <a:lvl7pPr algn="l">
              <a:defRPr sz="1294" b="1" i="0" kern="0" spc="-9">
                <a:solidFill>
                  <a:srgbClr val="3D4D68"/>
                </a:solidFill>
                <a:latin typeface="Inter"/>
                <a:ea typeface="Inter"/>
                <a:cs typeface="Inter"/>
              </a:defRPr>
            </a:lvl7pPr>
            <a:lvl8pPr algn="l">
              <a:defRPr sz="1294" b="1" i="0" kern="0" spc="-9">
                <a:solidFill>
                  <a:srgbClr val="3D4D68"/>
                </a:solidFill>
                <a:latin typeface="Inter"/>
                <a:ea typeface="Inter"/>
                <a:cs typeface="Inter"/>
              </a:defRPr>
            </a:lvl8pPr>
            <a:lvl9pPr algn="l">
              <a:defRPr sz="1294" b="1" i="0" kern="0" spc="-9">
                <a:solidFill>
                  <a:srgbClr val="3D4D68"/>
                </a:solidFill>
                <a:latin typeface="Inter"/>
                <a:ea typeface="Inter"/>
                <a:cs typeface="Inter"/>
              </a:defRPr>
            </a:lvl9pPr>
          </a:lstStyle>
          <a:p>
            <a:pPr algn="l">
              <a:lnSpc>
                <a:spcPct val="100000"/>
              </a:lnSpc>
              <a:buNone/>
              <a:defRPr sz="1294" b="1" i="0" kern="0" spc="-9">
                <a:solidFill>
                  <a:srgbClr val="3D4D68"/>
                </a:solidFill>
                <a:latin typeface="Inter"/>
                <a:ea typeface="Inter"/>
                <a:cs typeface="Inter"/>
              </a:defRPr>
            </a:pPr>
            <a:r>
              <a:rPr sz="1294" b="1" i="0" kern="0" spc="-9">
                <a:solidFill>
                  <a:srgbClr val="3D4D68"/>
                </a:solidFill>
                <a:latin typeface="Inter"/>
                <a:ea typeface="Inter"/>
                <a:cs typeface="Inter"/>
              </a:rPr>
              <a:t>transfers</a:t>
            </a:r>
          </a:p>
        </p:txBody>
      </p:sp>
      <p:sp>
        <p:nvSpPr>
          <p:cNvPr id="34" name="s19 text 7">
            <a:extLst>
              <a:ext uri="{FF2B5EF4-FFF2-40B4-BE49-F238E27FC236}">
                <a16:creationId xmlns:a16="http://schemas.microsoft.com/office/drawing/2014/main" id="{883D86BF-6C2A-4B00-B7A9-FA3C8A9273EA}"/>
              </a:ext>
            </a:extLst>
          </p:cNvPr>
          <p:cNvSpPr>
            <a:spLocks noGrp="1"/>
          </p:cNvSpPr>
          <p:nvPr/>
        </p:nvSpPr>
        <p:spPr>
          <a:xfrm>
            <a:off x="3656372" y="4905747"/>
            <a:ext cx="3058478"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 consumers lose more than producers</a:t>
            </a:r>
          </a:p>
        </p:txBody>
      </p:sp>
      <p:sp>
        <p:nvSpPr>
          <p:cNvPr id="35" name="s19 text 8">
            <a:extLst>
              <a:ext uri="{FF2B5EF4-FFF2-40B4-BE49-F238E27FC236}">
                <a16:creationId xmlns:a16="http://schemas.microsoft.com/office/drawing/2014/main" id="{5020E3D0-4B34-498B-B457-42B94F45739D}"/>
              </a:ext>
            </a:extLst>
          </p:cNvPr>
          <p:cNvSpPr>
            <a:spLocks noGrp="1"/>
          </p:cNvSpPr>
          <p:nvPr/>
        </p:nvSpPr>
        <p:spPr>
          <a:xfrm>
            <a:off x="514350" y="5170066"/>
            <a:ext cx="5485543"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and the government together receive. The $15,000 nobody gets is the</a:t>
            </a:r>
          </a:p>
        </p:txBody>
      </p:sp>
      <p:sp>
        <p:nvSpPr>
          <p:cNvPr id="36" name="s19 text 9">
            <a:extLst>
              <a:ext uri="{FF2B5EF4-FFF2-40B4-BE49-F238E27FC236}">
                <a16:creationId xmlns:a16="http://schemas.microsoft.com/office/drawing/2014/main" id="{A5658E50-76D8-413B-9856-22D70039705C}"/>
              </a:ext>
            </a:extLst>
          </p:cNvPr>
          <p:cNvSpPr>
            <a:spLocks noGrp="1"/>
          </p:cNvSpPr>
          <p:nvPr/>
        </p:nvSpPr>
        <p:spPr>
          <a:xfrm>
            <a:off x="514350" y="5434384"/>
            <a:ext cx="1382077" cy="228625"/>
          </a:xfrm>
          <a:prstGeom prst="rect">
            <a:avLst/>
          </a:prstGeom>
          <a:noFill/>
          <a:ln w="0">
            <a:noFill/>
            <a:prstDash val="solid"/>
          </a:ln>
        </p:spPr>
        <p:txBody>
          <a:bodyPr wrap="none" lIns="0" tIns="0" rIns="0" bIns="0" anchor="t">
            <a:noAutofit/>
          </a:bodyPr>
          <a:lstStyle>
            <a:defPPr algn="l">
              <a:defRPr sz="1294" b="1" i="0" kern="0" spc="-9">
                <a:solidFill>
                  <a:srgbClr val="3D4D68"/>
                </a:solidFill>
                <a:latin typeface="Inter"/>
                <a:ea typeface="Inter"/>
                <a:cs typeface="Inter"/>
              </a:defRPr>
            </a:defPPr>
            <a:lvl1pPr algn="l">
              <a:defRPr sz="1294" b="1" i="0" kern="0" spc="-9">
                <a:solidFill>
                  <a:srgbClr val="3D4D68"/>
                </a:solidFill>
                <a:latin typeface="Inter"/>
                <a:ea typeface="Inter"/>
                <a:cs typeface="Inter"/>
              </a:defRPr>
            </a:lvl1pPr>
            <a:lvl2pPr algn="l">
              <a:defRPr sz="1294" b="1" i="0" kern="0" spc="-9">
                <a:solidFill>
                  <a:srgbClr val="3D4D68"/>
                </a:solidFill>
                <a:latin typeface="Inter"/>
                <a:ea typeface="Inter"/>
                <a:cs typeface="Inter"/>
              </a:defRPr>
            </a:lvl2pPr>
            <a:lvl3pPr algn="l">
              <a:defRPr sz="1294" b="1" i="0" kern="0" spc="-9">
                <a:solidFill>
                  <a:srgbClr val="3D4D68"/>
                </a:solidFill>
                <a:latin typeface="Inter"/>
                <a:ea typeface="Inter"/>
                <a:cs typeface="Inter"/>
              </a:defRPr>
            </a:lvl3pPr>
            <a:lvl4pPr algn="l">
              <a:defRPr sz="1294" b="1" i="0" kern="0" spc="-9">
                <a:solidFill>
                  <a:srgbClr val="3D4D68"/>
                </a:solidFill>
                <a:latin typeface="Inter"/>
                <a:ea typeface="Inter"/>
                <a:cs typeface="Inter"/>
              </a:defRPr>
            </a:lvl4pPr>
            <a:lvl5pPr algn="l">
              <a:defRPr sz="1294" b="1" i="0" kern="0" spc="-9">
                <a:solidFill>
                  <a:srgbClr val="3D4D68"/>
                </a:solidFill>
                <a:latin typeface="Inter"/>
                <a:ea typeface="Inter"/>
                <a:cs typeface="Inter"/>
              </a:defRPr>
            </a:lvl5pPr>
            <a:lvl6pPr algn="l">
              <a:defRPr sz="1294" b="1" i="0" kern="0" spc="-9">
                <a:solidFill>
                  <a:srgbClr val="3D4D68"/>
                </a:solidFill>
                <a:latin typeface="Inter"/>
                <a:ea typeface="Inter"/>
                <a:cs typeface="Inter"/>
              </a:defRPr>
            </a:lvl6pPr>
            <a:lvl7pPr algn="l">
              <a:defRPr sz="1294" b="1" i="0" kern="0" spc="-9">
                <a:solidFill>
                  <a:srgbClr val="3D4D68"/>
                </a:solidFill>
                <a:latin typeface="Inter"/>
                <a:ea typeface="Inter"/>
                <a:cs typeface="Inter"/>
              </a:defRPr>
            </a:lvl7pPr>
            <a:lvl8pPr algn="l">
              <a:defRPr sz="1294" b="1" i="0" kern="0" spc="-9">
                <a:solidFill>
                  <a:srgbClr val="3D4D68"/>
                </a:solidFill>
                <a:latin typeface="Inter"/>
                <a:ea typeface="Inter"/>
                <a:cs typeface="Inter"/>
              </a:defRPr>
            </a:lvl8pPr>
            <a:lvl9pPr algn="l">
              <a:defRPr sz="1294" b="1" i="0" kern="0" spc="-9">
                <a:solidFill>
                  <a:srgbClr val="3D4D68"/>
                </a:solidFill>
                <a:latin typeface="Inter"/>
                <a:ea typeface="Inter"/>
                <a:cs typeface="Inter"/>
              </a:defRPr>
            </a:lvl9pPr>
          </a:lstStyle>
          <a:p>
            <a:pPr algn="l">
              <a:lnSpc>
                <a:spcPct val="100000"/>
              </a:lnSpc>
              <a:buNone/>
              <a:defRPr sz="1294" b="1" i="0" kern="0" spc="-9">
                <a:solidFill>
                  <a:srgbClr val="3D4D68"/>
                </a:solidFill>
                <a:latin typeface="Inter"/>
                <a:ea typeface="Inter"/>
                <a:cs typeface="Inter"/>
              </a:defRPr>
            </a:pPr>
            <a:r>
              <a:rPr sz="1294" b="1" i="0" kern="0" spc="-9">
                <a:solidFill>
                  <a:srgbClr val="3D4D68"/>
                </a:solidFill>
                <a:latin typeface="Inter"/>
                <a:ea typeface="Inter"/>
                <a:cs typeface="Inter"/>
              </a:rPr>
              <a:t>deadweight loss</a:t>
            </a:r>
          </a:p>
        </p:txBody>
      </p:sp>
      <p:sp>
        <p:nvSpPr>
          <p:cNvPr id="37" name="s19 text 10">
            <a:extLst>
              <a:ext uri="{FF2B5EF4-FFF2-40B4-BE49-F238E27FC236}">
                <a16:creationId xmlns:a16="http://schemas.microsoft.com/office/drawing/2014/main" id="{EC4520CB-FCA2-48BF-AE99-DC36ED5379D3}"/>
              </a:ext>
            </a:extLst>
          </p:cNvPr>
          <p:cNvSpPr>
            <a:spLocks noGrp="1"/>
          </p:cNvSpPr>
          <p:nvPr/>
        </p:nvSpPr>
        <p:spPr>
          <a:xfrm>
            <a:off x="1813619" y="5434384"/>
            <a:ext cx="113062" cy="228625"/>
          </a:xfrm>
          <a:prstGeom prst="rect">
            <a:avLst/>
          </a:prstGeom>
          <a:noFill/>
          <a:ln w="0">
            <a:noFill/>
            <a:prstDash val="solid"/>
          </a:ln>
        </p:spPr>
        <p:txBody>
          <a:bodyPr wrap="none" lIns="0" tIns="0" rIns="0" bIns="0" anchor="t">
            <a:noAutofit/>
          </a:bodyPr>
          <a:lstStyle>
            <a:defPPr algn="l">
              <a:defRPr sz="1294" b="0" i="0" kern="0" spc="0">
                <a:solidFill>
                  <a:srgbClr val="3D4D68"/>
                </a:solidFill>
                <a:latin typeface="Inter"/>
                <a:ea typeface="Inter"/>
                <a:cs typeface="Inter"/>
              </a:defRPr>
            </a:defPPr>
            <a:lvl1pPr algn="l">
              <a:defRPr sz="1294" b="0" i="0" kern="0" spc="0">
                <a:solidFill>
                  <a:srgbClr val="3D4D68"/>
                </a:solidFill>
                <a:latin typeface="Inter"/>
                <a:ea typeface="Inter"/>
                <a:cs typeface="Inter"/>
              </a:defRPr>
            </a:lvl1pPr>
            <a:lvl2pPr algn="l">
              <a:defRPr sz="1294" b="0" i="0" kern="0" spc="0">
                <a:solidFill>
                  <a:srgbClr val="3D4D68"/>
                </a:solidFill>
                <a:latin typeface="Inter"/>
                <a:ea typeface="Inter"/>
                <a:cs typeface="Inter"/>
              </a:defRPr>
            </a:lvl2pPr>
            <a:lvl3pPr algn="l">
              <a:defRPr sz="1294" b="0" i="0" kern="0" spc="0">
                <a:solidFill>
                  <a:srgbClr val="3D4D68"/>
                </a:solidFill>
                <a:latin typeface="Inter"/>
                <a:ea typeface="Inter"/>
                <a:cs typeface="Inter"/>
              </a:defRPr>
            </a:lvl3pPr>
            <a:lvl4pPr algn="l">
              <a:defRPr sz="1294" b="0" i="0" kern="0" spc="0">
                <a:solidFill>
                  <a:srgbClr val="3D4D68"/>
                </a:solidFill>
                <a:latin typeface="Inter"/>
                <a:ea typeface="Inter"/>
                <a:cs typeface="Inter"/>
              </a:defRPr>
            </a:lvl4pPr>
            <a:lvl5pPr algn="l">
              <a:defRPr sz="1294" b="0" i="0" kern="0" spc="0">
                <a:solidFill>
                  <a:srgbClr val="3D4D68"/>
                </a:solidFill>
                <a:latin typeface="Inter"/>
                <a:ea typeface="Inter"/>
                <a:cs typeface="Inter"/>
              </a:defRPr>
            </a:lvl5pPr>
            <a:lvl6pPr algn="l">
              <a:defRPr sz="1294" b="0" i="0" kern="0" spc="0">
                <a:solidFill>
                  <a:srgbClr val="3D4D68"/>
                </a:solidFill>
                <a:latin typeface="Inter"/>
                <a:ea typeface="Inter"/>
                <a:cs typeface="Inter"/>
              </a:defRPr>
            </a:lvl6pPr>
            <a:lvl7pPr algn="l">
              <a:defRPr sz="1294" b="0" i="0" kern="0" spc="0">
                <a:solidFill>
                  <a:srgbClr val="3D4D68"/>
                </a:solidFill>
                <a:latin typeface="Inter"/>
                <a:ea typeface="Inter"/>
                <a:cs typeface="Inter"/>
              </a:defRPr>
            </a:lvl7pPr>
            <a:lvl8pPr algn="l">
              <a:defRPr sz="1294" b="0" i="0" kern="0" spc="0">
                <a:solidFill>
                  <a:srgbClr val="3D4D68"/>
                </a:solidFill>
                <a:latin typeface="Inter"/>
                <a:ea typeface="Inter"/>
                <a:cs typeface="Inter"/>
              </a:defRPr>
            </a:lvl8pPr>
            <a:lvl9pPr algn="l">
              <a:defRPr sz="1294" b="0" i="0" kern="0" spc="0">
                <a:solidFill>
                  <a:srgbClr val="3D4D68"/>
                </a:solidFill>
                <a:latin typeface="Inter"/>
                <a:ea typeface="Inter"/>
                <a:cs typeface="Inter"/>
              </a:defRPr>
            </a:lvl9pPr>
          </a:lstStyle>
          <a:p>
            <a:pPr algn="l">
              <a:lnSpc>
                <a:spcPct val="100000"/>
              </a:lnSpc>
              <a:buNone/>
              <a:defRPr sz="1294" b="0" i="0" kern="0" spc="0">
                <a:solidFill>
                  <a:srgbClr val="3D4D68"/>
                </a:solidFill>
                <a:latin typeface="Inter"/>
                <a:ea typeface="Inter"/>
                <a:cs typeface="Inter"/>
              </a:defRPr>
            </a:pPr>
            <a:r>
              <a:rPr sz="1294" b="0" i="0" kern="0" spc="0">
                <a:solidFill>
                  <a:srgbClr val="3D4D68"/>
                </a:solidFill>
                <a:latin typeface="Inter"/>
                <a:ea typeface="Inter"/>
                <a:cs typeface="Inter"/>
              </a:rPr>
              <a:t>.</a:t>
            </a:r>
          </a:p>
        </p:txBody>
      </p:sp>
      <p:sp>
        <p:nvSpPr>
          <p:cNvPr id="38" name="s19 text 11">
            <a:extLst>
              <a:ext uri="{FF2B5EF4-FFF2-40B4-BE49-F238E27FC236}">
                <a16:creationId xmlns:a16="http://schemas.microsoft.com/office/drawing/2014/main" id="{EE9AEA94-09AD-412E-B018-B9C7773C4F4E}"/>
              </a:ext>
            </a:extLst>
          </p:cNvPr>
          <p:cNvSpPr>
            <a:spLocks noGrp="1"/>
          </p:cNvSpPr>
          <p:nvPr/>
        </p:nvSpPr>
        <p:spPr>
          <a:xfrm>
            <a:off x="7029450" y="5727278"/>
            <a:ext cx="2545651"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So the statement is true only for</a:t>
            </a:r>
          </a:p>
        </p:txBody>
      </p:sp>
      <p:sp>
        <p:nvSpPr>
          <p:cNvPr id="39" name="s19 text 12">
            <a:extLst>
              <a:ext uri="{FF2B5EF4-FFF2-40B4-BE49-F238E27FC236}">
                <a16:creationId xmlns:a16="http://schemas.microsoft.com/office/drawing/2014/main" id="{334DAFF6-BDB4-40C7-8C81-C30DDE6C7EF2}"/>
              </a:ext>
            </a:extLst>
          </p:cNvPr>
          <p:cNvSpPr>
            <a:spLocks noGrp="1"/>
          </p:cNvSpPr>
          <p:nvPr/>
        </p:nvSpPr>
        <p:spPr>
          <a:xfrm>
            <a:off x="9516814" y="5727278"/>
            <a:ext cx="1312640" cy="228625"/>
          </a:xfrm>
          <a:prstGeom prst="rect">
            <a:avLst/>
          </a:prstGeom>
          <a:noFill/>
          <a:ln w="0">
            <a:noFill/>
            <a:prstDash val="solid"/>
          </a:ln>
        </p:spPr>
        <p:txBody>
          <a:bodyPr wrap="none" lIns="0" tIns="0" rIns="0" bIns="0" anchor="t">
            <a:noAutofit/>
          </a:bodyPr>
          <a:lstStyle>
            <a:defPPr algn="l">
              <a:defRPr sz="1294" b="1" i="0" kern="0" spc="-9">
                <a:solidFill>
                  <a:srgbClr val="3D4D68"/>
                </a:solidFill>
                <a:latin typeface="Inter"/>
                <a:ea typeface="Inter"/>
                <a:cs typeface="Inter"/>
              </a:defRPr>
            </a:defPPr>
            <a:lvl1pPr algn="l">
              <a:defRPr sz="1294" b="1" i="0" kern="0" spc="-9">
                <a:solidFill>
                  <a:srgbClr val="3D4D68"/>
                </a:solidFill>
                <a:latin typeface="Inter"/>
                <a:ea typeface="Inter"/>
                <a:cs typeface="Inter"/>
              </a:defRPr>
            </a:lvl1pPr>
            <a:lvl2pPr algn="l">
              <a:defRPr sz="1294" b="1" i="0" kern="0" spc="-9">
                <a:solidFill>
                  <a:srgbClr val="3D4D68"/>
                </a:solidFill>
                <a:latin typeface="Inter"/>
                <a:ea typeface="Inter"/>
                <a:cs typeface="Inter"/>
              </a:defRPr>
            </a:lvl2pPr>
            <a:lvl3pPr algn="l">
              <a:defRPr sz="1294" b="1" i="0" kern="0" spc="-9">
                <a:solidFill>
                  <a:srgbClr val="3D4D68"/>
                </a:solidFill>
                <a:latin typeface="Inter"/>
                <a:ea typeface="Inter"/>
                <a:cs typeface="Inter"/>
              </a:defRPr>
            </a:lvl3pPr>
            <a:lvl4pPr algn="l">
              <a:defRPr sz="1294" b="1" i="0" kern="0" spc="-9">
                <a:solidFill>
                  <a:srgbClr val="3D4D68"/>
                </a:solidFill>
                <a:latin typeface="Inter"/>
                <a:ea typeface="Inter"/>
                <a:cs typeface="Inter"/>
              </a:defRPr>
            </a:lvl4pPr>
            <a:lvl5pPr algn="l">
              <a:defRPr sz="1294" b="1" i="0" kern="0" spc="-9">
                <a:solidFill>
                  <a:srgbClr val="3D4D68"/>
                </a:solidFill>
                <a:latin typeface="Inter"/>
                <a:ea typeface="Inter"/>
                <a:cs typeface="Inter"/>
              </a:defRPr>
            </a:lvl5pPr>
            <a:lvl6pPr algn="l">
              <a:defRPr sz="1294" b="1" i="0" kern="0" spc="-9">
                <a:solidFill>
                  <a:srgbClr val="3D4D68"/>
                </a:solidFill>
                <a:latin typeface="Inter"/>
                <a:ea typeface="Inter"/>
                <a:cs typeface="Inter"/>
              </a:defRPr>
            </a:lvl6pPr>
            <a:lvl7pPr algn="l">
              <a:defRPr sz="1294" b="1" i="0" kern="0" spc="-9">
                <a:solidFill>
                  <a:srgbClr val="3D4D68"/>
                </a:solidFill>
                <a:latin typeface="Inter"/>
                <a:ea typeface="Inter"/>
                <a:cs typeface="Inter"/>
              </a:defRPr>
            </a:lvl7pPr>
            <a:lvl8pPr algn="l">
              <a:defRPr sz="1294" b="1" i="0" kern="0" spc="-9">
                <a:solidFill>
                  <a:srgbClr val="3D4D68"/>
                </a:solidFill>
                <a:latin typeface="Inter"/>
                <a:ea typeface="Inter"/>
                <a:cs typeface="Inter"/>
              </a:defRPr>
            </a:lvl8pPr>
            <a:lvl9pPr algn="l">
              <a:defRPr sz="1294" b="1" i="0" kern="0" spc="-9">
                <a:solidFill>
                  <a:srgbClr val="3D4D68"/>
                </a:solidFill>
                <a:latin typeface="Inter"/>
                <a:ea typeface="Inter"/>
                <a:cs typeface="Inter"/>
              </a:defRPr>
            </a:lvl9pPr>
          </a:lstStyle>
          <a:p>
            <a:pPr algn="l">
              <a:lnSpc>
                <a:spcPct val="100000"/>
              </a:lnSpc>
              <a:buNone/>
              <a:defRPr sz="1294" b="1" i="0" kern="0" spc="-9">
                <a:solidFill>
                  <a:srgbClr val="3D4D68"/>
                </a:solidFill>
                <a:latin typeface="Inter"/>
                <a:ea typeface="Inter"/>
                <a:cs typeface="Inter"/>
              </a:defRPr>
            </a:pPr>
            <a:r>
              <a:rPr sz="1294" b="1" i="0" kern="0" spc="-9">
                <a:solidFill>
                  <a:srgbClr val="3D4D68"/>
                </a:solidFill>
                <a:latin typeface="Inter"/>
                <a:ea typeface="Inter"/>
                <a:cs typeface="Inter"/>
              </a:rPr>
              <a:t>specific groups</a:t>
            </a:r>
          </a:p>
        </p:txBody>
      </p:sp>
      <p:sp>
        <p:nvSpPr>
          <p:cNvPr id="40" name="s19 text 13">
            <a:extLst>
              <a:ext uri="{FF2B5EF4-FFF2-40B4-BE49-F238E27FC236}">
                <a16:creationId xmlns:a16="http://schemas.microsoft.com/office/drawing/2014/main" id="{0F29D4C6-7331-4896-B295-F7E463FCD32A}"/>
              </a:ext>
            </a:extLst>
          </p:cNvPr>
          <p:cNvSpPr>
            <a:spLocks noGrp="1"/>
          </p:cNvSpPr>
          <p:nvPr/>
        </p:nvSpPr>
        <p:spPr>
          <a:xfrm>
            <a:off x="10791723" y="5727278"/>
            <a:ext cx="1838325"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 the government and</a:t>
            </a:r>
          </a:p>
        </p:txBody>
      </p:sp>
      <p:sp>
        <p:nvSpPr>
          <p:cNvPr id="41" name="s19 text 14">
            <a:extLst>
              <a:ext uri="{FF2B5EF4-FFF2-40B4-BE49-F238E27FC236}">
                <a16:creationId xmlns:a16="http://schemas.microsoft.com/office/drawing/2014/main" id="{67402C32-1B80-4F80-BB10-3061127F48E6}"/>
              </a:ext>
            </a:extLst>
          </p:cNvPr>
          <p:cNvSpPr>
            <a:spLocks noGrp="1"/>
          </p:cNvSpPr>
          <p:nvPr/>
        </p:nvSpPr>
        <p:spPr>
          <a:xfrm>
            <a:off x="7029450" y="5991597"/>
            <a:ext cx="3140392"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domestic producers — and false for the</a:t>
            </a:r>
          </a:p>
        </p:txBody>
      </p:sp>
      <p:sp>
        <p:nvSpPr>
          <p:cNvPr id="42" name="s19 text 15">
            <a:extLst>
              <a:ext uri="{FF2B5EF4-FFF2-40B4-BE49-F238E27FC236}">
                <a16:creationId xmlns:a16="http://schemas.microsoft.com/office/drawing/2014/main" id="{D2187F8B-DC3E-46A5-9B1F-4C8F0FAC1B9F}"/>
              </a:ext>
            </a:extLst>
          </p:cNvPr>
          <p:cNvSpPr>
            <a:spLocks noGrp="1"/>
          </p:cNvSpPr>
          <p:nvPr/>
        </p:nvSpPr>
        <p:spPr>
          <a:xfrm>
            <a:off x="10105839" y="5991597"/>
            <a:ext cx="1580960" cy="228625"/>
          </a:xfrm>
          <a:prstGeom prst="rect">
            <a:avLst/>
          </a:prstGeom>
          <a:noFill/>
          <a:ln w="0">
            <a:noFill/>
            <a:prstDash val="solid"/>
          </a:ln>
        </p:spPr>
        <p:txBody>
          <a:bodyPr wrap="none" lIns="0" tIns="0" rIns="0" bIns="0" anchor="t">
            <a:noAutofit/>
          </a:bodyPr>
          <a:lstStyle>
            <a:defPPr algn="l">
              <a:defRPr sz="1294" b="1" i="0" kern="0" spc="-9">
                <a:solidFill>
                  <a:srgbClr val="3D4D68"/>
                </a:solidFill>
                <a:latin typeface="Inter"/>
                <a:ea typeface="Inter"/>
                <a:cs typeface="Inter"/>
              </a:defRPr>
            </a:defPPr>
            <a:lvl1pPr algn="l">
              <a:defRPr sz="1294" b="1" i="0" kern="0" spc="-9">
                <a:solidFill>
                  <a:srgbClr val="3D4D68"/>
                </a:solidFill>
                <a:latin typeface="Inter"/>
                <a:ea typeface="Inter"/>
                <a:cs typeface="Inter"/>
              </a:defRPr>
            </a:lvl1pPr>
            <a:lvl2pPr algn="l">
              <a:defRPr sz="1294" b="1" i="0" kern="0" spc="-9">
                <a:solidFill>
                  <a:srgbClr val="3D4D68"/>
                </a:solidFill>
                <a:latin typeface="Inter"/>
                <a:ea typeface="Inter"/>
                <a:cs typeface="Inter"/>
              </a:defRPr>
            </a:lvl2pPr>
            <a:lvl3pPr algn="l">
              <a:defRPr sz="1294" b="1" i="0" kern="0" spc="-9">
                <a:solidFill>
                  <a:srgbClr val="3D4D68"/>
                </a:solidFill>
                <a:latin typeface="Inter"/>
                <a:ea typeface="Inter"/>
                <a:cs typeface="Inter"/>
              </a:defRPr>
            </a:lvl3pPr>
            <a:lvl4pPr algn="l">
              <a:defRPr sz="1294" b="1" i="0" kern="0" spc="-9">
                <a:solidFill>
                  <a:srgbClr val="3D4D68"/>
                </a:solidFill>
                <a:latin typeface="Inter"/>
                <a:ea typeface="Inter"/>
                <a:cs typeface="Inter"/>
              </a:defRPr>
            </a:lvl4pPr>
            <a:lvl5pPr algn="l">
              <a:defRPr sz="1294" b="1" i="0" kern="0" spc="-9">
                <a:solidFill>
                  <a:srgbClr val="3D4D68"/>
                </a:solidFill>
                <a:latin typeface="Inter"/>
                <a:ea typeface="Inter"/>
                <a:cs typeface="Inter"/>
              </a:defRPr>
            </a:lvl5pPr>
            <a:lvl6pPr algn="l">
              <a:defRPr sz="1294" b="1" i="0" kern="0" spc="-9">
                <a:solidFill>
                  <a:srgbClr val="3D4D68"/>
                </a:solidFill>
                <a:latin typeface="Inter"/>
                <a:ea typeface="Inter"/>
                <a:cs typeface="Inter"/>
              </a:defRPr>
            </a:lvl6pPr>
            <a:lvl7pPr algn="l">
              <a:defRPr sz="1294" b="1" i="0" kern="0" spc="-9">
                <a:solidFill>
                  <a:srgbClr val="3D4D68"/>
                </a:solidFill>
                <a:latin typeface="Inter"/>
                <a:ea typeface="Inter"/>
                <a:cs typeface="Inter"/>
              </a:defRPr>
            </a:lvl7pPr>
            <a:lvl8pPr algn="l">
              <a:defRPr sz="1294" b="1" i="0" kern="0" spc="-9">
                <a:solidFill>
                  <a:srgbClr val="3D4D68"/>
                </a:solidFill>
                <a:latin typeface="Inter"/>
                <a:ea typeface="Inter"/>
                <a:cs typeface="Inter"/>
              </a:defRPr>
            </a:lvl8pPr>
            <a:lvl9pPr algn="l">
              <a:defRPr sz="1294" b="1" i="0" kern="0" spc="-9">
                <a:solidFill>
                  <a:srgbClr val="3D4D68"/>
                </a:solidFill>
                <a:latin typeface="Inter"/>
                <a:ea typeface="Inter"/>
                <a:cs typeface="Inter"/>
              </a:defRPr>
            </a:lvl9pPr>
          </a:lstStyle>
          <a:p>
            <a:pPr algn="l">
              <a:lnSpc>
                <a:spcPct val="100000"/>
              </a:lnSpc>
              <a:buNone/>
              <a:defRPr sz="1294" b="1" i="0" kern="0" spc="-9">
                <a:solidFill>
                  <a:srgbClr val="3D4D68"/>
                </a:solidFill>
                <a:latin typeface="Inter"/>
                <a:ea typeface="Inter"/>
                <a:cs typeface="Inter"/>
              </a:defRPr>
            </a:pPr>
            <a:r>
              <a:rPr sz="1294" b="1" i="0" kern="0" spc="-9">
                <a:solidFill>
                  <a:srgbClr val="3D4D68"/>
                </a:solidFill>
                <a:latin typeface="Inter"/>
                <a:ea typeface="Inter"/>
                <a:cs typeface="Inter"/>
              </a:rPr>
              <a:t>country as a whole</a:t>
            </a:r>
          </a:p>
        </p:txBody>
      </p:sp>
      <p:sp>
        <p:nvSpPr>
          <p:cNvPr id="43" name="s19 text 16">
            <a:extLst>
              <a:ext uri="{FF2B5EF4-FFF2-40B4-BE49-F238E27FC236}">
                <a16:creationId xmlns:a16="http://schemas.microsoft.com/office/drawing/2014/main" id="{A941B250-162A-4CE1-971F-66B03C2C16A2}"/>
              </a:ext>
            </a:extLst>
          </p:cNvPr>
          <p:cNvSpPr>
            <a:spLocks noGrp="1"/>
          </p:cNvSpPr>
          <p:nvPr/>
        </p:nvSpPr>
        <p:spPr>
          <a:xfrm>
            <a:off x="11600557" y="5991597"/>
            <a:ext cx="113062" cy="228625"/>
          </a:xfrm>
          <a:prstGeom prst="rect">
            <a:avLst/>
          </a:prstGeom>
          <a:noFill/>
          <a:ln w="0">
            <a:noFill/>
            <a:prstDash val="solid"/>
          </a:ln>
        </p:spPr>
        <p:txBody>
          <a:bodyPr wrap="none" lIns="0" tIns="0" rIns="0" bIns="0" anchor="t">
            <a:noAutofit/>
          </a:bodyPr>
          <a:lstStyle>
            <a:defPPr algn="l">
              <a:defRPr sz="1294" b="0" i="0" kern="0" spc="0">
                <a:solidFill>
                  <a:srgbClr val="3D4D68"/>
                </a:solidFill>
                <a:latin typeface="Inter"/>
                <a:ea typeface="Inter"/>
                <a:cs typeface="Inter"/>
              </a:defRPr>
            </a:defPPr>
            <a:lvl1pPr algn="l">
              <a:defRPr sz="1294" b="0" i="0" kern="0" spc="0">
                <a:solidFill>
                  <a:srgbClr val="3D4D68"/>
                </a:solidFill>
                <a:latin typeface="Inter"/>
                <a:ea typeface="Inter"/>
                <a:cs typeface="Inter"/>
              </a:defRPr>
            </a:lvl1pPr>
            <a:lvl2pPr algn="l">
              <a:defRPr sz="1294" b="0" i="0" kern="0" spc="0">
                <a:solidFill>
                  <a:srgbClr val="3D4D68"/>
                </a:solidFill>
                <a:latin typeface="Inter"/>
                <a:ea typeface="Inter"/>
                <a:cs typeface="Inter"/>
              </a:defRPr>
            </a:lvl2pPr>
            <a:lvl3pPr algn="l">
              <a:defRPr sz="1294" b="0" i="0" kern="0" spc="0">
                <a:solidFill>
                  <a:srgbClr val="3D4D68"/>
                </a:solidFill>
                <a:latin typeface="Inter"/>
                <a:ea typeface="Inter"/>
                <a:cs typeface="Inter"/>
              </a:defRPr>
            </a:lvl3pPr>
            <a:lvl4pPr algn="l">
              <a:defRPr sz="1294" b="0" i="0" kern="0" spc="0">
                <a:solidFill>
                  <a:srgbClr val="3D4D68"/>
                </a:solidFill>
                <a:latin typeface="Inter"/>
                <a:ea typeface="Inter"/>
                <a:cs typeface="Inter"/>
              </a:defRPr>
            </a:lvl4pPr>
            <a:lvl5pPr algn="l">
              <a:defRPr sz="1294" b="0" i="0" kern="0" spc="0">
                <a:solidFill>
                  <a:srgbClr val="3D4D68"/>
                </a:solidFill>
                <a:latin typeface="Inter"/>
                <a:ea typeface="Inter"/>
                <a:cs typeface="Inter"/>
              </a:defRPr>
            </a:lvl5pPr>
            <a:lvl6pPr algn="l">
              <a:defRPr sz="1294" b="0" i="0" kern="0" spc="0">
                <a:solidFill>
                  <a:srgbClr val="3D4D68"/>
                </a:solidFill>
                <a:latin typeface="Inter"/>
                <a:ea typeface="Inter"/>
                <a:cs typeface="Inter"/>
              </a:defRPr>
            </a:lvl6pPr>
            <a:lvl7pPr algn="l">
              <a:defRPr sz="1294" b="0" i="0" kern="0" spc="0">
                <a:solidFill>
                  <a:srgbClr val="3D4D68"/>
                </a:solidFill>
                <a:latin typeface="Inter"/>
                <a:ea typeface="Inter"/>
                <a:cs typeface="Inter"/>
              </a:defRPr>
            </a:lvl7pPr>
            <a:lvl8pPr algn="l">
              <a:defRPr sz="1294" b="0" i="0" kern="0" spc="0">
                <a:solidFill>
                  <a:srgbClr val="3D4D68"/>
                </a:solidFill>
                <a:latin typeface="Inter"/>
                <a:ea typeface="Inter"/>
                <a:cs typeface="Inter"/>
              </a:defRPr>
            </a:lvl8pPr>
            <a:lvl9pPr algn="l">
              <a:defRPr sz="1294" b="0" i="0" kern="0" spc="0">
                <a:solidFill>
                  <a:srgbClr val="3D4D68"/>
                </a:solidFill>
                <a:latin typeface="Inter"/>
                <a:ea typeface="Inter"/>
                <a:cs typeface="Inter"/>
              </a:defRPr>
            </a:lvl9pPr>
          </a:lstStyle>
          <a:p>
            <a:pPr algn="l">
              <a:lnSpc>
                <a:spcPct val="100000"/>
              </a:lnSpc>
              <a:buNone/>
              <a:defRPr sz="1294" b="0" i="0" kern="0" spc="0">
                <a:solidFill>
                  <a:srgbClr val="3D4D68"/>
                </a:solidFill>
                <a:latin typeface="Inter"/>
                <a:ea typeface="Inter"/>
                <a:cs typeface="Inter"/>
              </a:defRPr>
            </a:pPr>
            <a:r>
              <a:rPr sz="1294" b="0" i="0" kern="0" spc="0">
                <a:solidFill>
                  <a:srgbClr val="3D4D68"/>
                </a:solidFill>
                <a:latin typeface="Inter"/>
                <a:ea typeface="Inter"/>
                <a:cs typeface="Inter"/>
              </a:rPr>
              <a:t>.</a:t>
            </a:r>
          </a:p>
        </p:txBody>
      </p:sp>
      <p:sp>
        <p:nvSpPr>
          <p:cNvPr id="44" name="s19 text 17">
            <a:extLst>
              <a:ext uri="{FF2B5EF4-FFF2-40B4-BE49-F238E27FC236}">
                <a16:creationId xmlns:a16="http://schemas.microsoft.com/office/drawing/2014/main" id="{A6AB6C28-5B01-4410-94CF-28EC88AC62B8}"/>
              </a:ext>
            </a:extLst>
          </p:cNvPr>
          <p:cNvSpPr>
            <a:spLocks noGrp="1"/>
          </p:cNvSpPr>
          <p:nvPr/>
        </p:nvSpPr>
        <p:spPr>
          <a:xfrm>
            <a:off x="7236618" y="2569517"/>
            <a:ext cx="1880711" cy="218685"/>
          </a:xfrm>
          <a:prstGeom prst="rect">
            <a:avLst/>
          </a:prstGeom>
          <a:noFill/>
          <a:ln w="0">
            <a:noFill/>
            <a:prstDash val="solid"/>
          </a:ln>
        </p:spPr>
        <p:txBody>
          <a:bodyPr wrap="none" lIns="0" tIns="0" rIns="0" bIns="0" anchor="t">
            <a:noAutofit/>
          </a:bodyPr>
          <a:lstStyle>
            <a:defPPr algn="l">
              <a:defRPr sz="1237" b="0" i="0" kern="0" spc="-9">
                <a:solidFill>
                  <a:srgbClr val="0A2540"/>
                </a:solidFill>
                <a:latin typeface="Inter SemiBold"/>
                <a:ea typeface="Inter SemiBold"/>
                <a:cs typeface="Inter SemiBold"/>
              </a:defRPr>
            </a:defPPr>
            <a:lvl1pPr algn="l">
              <a:defRPr sz="1237" b="0" i="0" kern="0" spc="-9">
                <a:solidFill>
                  <a:srgbClr val="0A2540"/>
                </a:solidFill>
                <a:latin typeface="Inter SemiBold"/>
                <a:ea typeface="Inter SemiBold"/>
                <a:cs typeface="Inter SemiBold"/>
              </a:defRPr>
            </a:lvl1pPr>
            <a:lvl2pPr algn="l">
              <a:defRPr sz="1237" b="0" i="0" kern="0" spc="-9">
                <a:solidFill>
                  <a:srgbClr val="0A2540"/>
                </a:solidFill>
                <a:latin typeface="Inter SemiBold"/>
                <a:ea typeface="Inter SemiBold"/>
                <a:cs typeface="Inter SemiBold"/>
              </a:defRPr>
            </a:lvl2pPr>
            <a:lvl3pPr algn="l">
              <a:defRPr sz="1237" b="0" i="0" kern="0" spc="-9">
                <a:solidFill>
                  <a:srgbClr val="0A2540"/>
                </a:solidFill>
                <a:latin typeface="Inter SemiBold"/>
                <a:ea typeface="Inter SemiBold"/>
                <a:cs typeface="Inter SemiBold"/>
              </a:defRPr>
            </a:lvl3pPr>
            <a:lvl4pPr algn="l">
              <a:defRPr sz="1237" b="0" i="0" kern="0" spc="-9">
                <a:solidFill>
                  <a:srgbClr val="0A2540"/>
                </a:solidFill>
                <a:latin typeface="Inter SemiBold"/>
                <a:ea typeface="Inter SemiBold"/>
                <a:cs typeface="Inter SemiBold"/>
              </a:defRPr>
            </a:lvl4pPr>
            <a:lvl5pPr algn="l">
              <a:defRPr sz="1237" b="0" i="0" kern="0" spc="-9">
                <a:solidFill>
                  <a:srgbClr val="0A2540"/>
                </a:solidFill>
                <a:latin typeface="Inter SemiBold"/>
                <a:ea typeface="Inter SemiBold"/>
                <a:cs typeface="Inter SemiBold"/>
              </a:defRPr>
            </a:lvl5pPr>
            <a:lvl6pPr algn="l">
              <a:defRPr sz="1237" b="0" i="0" kern="0" spc="-9">
                <a:solidFill>
                  <a:srgbClr val="0A2540"/>
                </a:solidFill>
                <a:latin typeface="Inter SemiBold"/>
                <a:ea typeface="Inter SemiBold"/>
                <a:cs typeface="Inter SemiBold"/>
              </a:defRPr>
            </a:lvl6pPr>
            <a:lvl7pPr algn="l">
              <a:defRPr sz="1237" b="0" i="0" kern="0" spc="-9">
                <a:solidFill>
                  <a:srgbClr val="0A2540"/>
                </a:solidFill>
                <a:latin typeface="Inter SemiBold"/>
                <a:ea typeface="Inter SemiBold"/>
                <a:cs typeface="Inter SemiBold"/>
              </a:defRPr>
            </a:lvl7pPr>
            <a:lvl8pPr algn="l">
              <a:defRPr sz="1237" b="0" i="0" kern="0" spc="-9">
                <a:solidFill>
                  <a:srgbClr val="0A2540"/>
                </a:solidFill>
                <a:latin typeface="Inter SemiBold"/>
                <a:ea typeface="Inter SemiBold"/>
                <a:cs typeface="Inter SemiBold"/>
              </a:defRPr>
            </a:lvl8pPr>
            <a:lvl9pPr algn="l">
              <a:defRPr sz="1237" b="0" i="0" kern="0" spc="-9">
                <a:solidFill>
                  <a:srgbClr val="0A2540"/>
                </a:solidFill>
                <a:latin typeface="Inter SemiBold"/>
                <a:ea typeface="Inter SemiBold"/>
                <a:cs typeface="Inter SemiBold"/>
              </a:defRPr>
            </a:lvl9pPr>
          </a:lstStyle>
          <a:p>
            <a:pPr algn="l">
              <a:lnSpc>
                <a:spcPct val="100000"/>
              </a:lnSpc>
              <a:buNone/>
              <a:defRPr sz="1237" b="0" i="0" kern="0" spc="-9">
                <a:solidFill>
                  <a:srgbClr val="0A2540"/>
                </a:solidFill>
                <a:latin typeface="Inter SemiBold"/>
                <a:ea typeface="Inter SemiBold"/>
                <a:cs typeface="Inter SemiBold"/>
              </a:defRPr>
            </a:pPr>
            <a:r>
              <a:rPr sz="1237" b="0" i="0" kern="0" spc="-9">
                <a:solidFill>
                  <a:srgbClr val="0A2540"/>
                </a:solidFill>
                <a:latin typeface="Inter SemiBold"/>
                <a:ea typeface="Inter SemiBold"/>
                <a:cs typeface="Inter SemiBold"/>
              </a:rPr>
              <a:t>DWL = the two triangles</a:t>
            </a:r>
          </a:p>
        </p:txBody>
      </p:sp>
      <p:sp>
        <p:nvSpPr>
          <p:cNvPr id="45" name="s19 text 18">
            <a:extLst>
              <a:ext uri="{FF2B5EF4-FFF2-40B4-BE49-F238E27FC236}">
                <a16:creationId xmlns:a16="http://schemas.microsoft.com/office/drawing/2014/main" id="{DAD5E8F6-A00E-4FDB-B5B3-17E2EE38828B}"/>
              </a:ext>
            </a:extLst>
          </p:cNvPr>
          <p:cNvSpPr>
            <a:spLocks noGrp="1"/>
          </p:cNvSpPr>
          <p:nvPr/>
        </p:nvSpPr>
        <p:spPr>
          <a:xfrm>
            <a:off x="7393781" y="2976372"/>
            <a:ext cx="1054418" cy="195196"/>
          </a:xfrm>
          <a:prstGeom prst="rect">
            <a:avLst/>
          </a:prstGeom>
          <a:noFill/>
          <a:ln w="0">
            <a:noFill/>
            <a:prstDash val="solid"/>
          </a:ln>
        </p:spPr>
        <p:txBody>
          <a:bodyPr wrap="none" lIns="0" tIns="0" rIns="0" bIns="0" anchor="t">
            <a:noAutofit/>
          </a:bodyPr>
          <a:lstStyle>
            <a:defPPr algn="l">
              <a:defRPr sz="1012" b="0" i="0" kern="0" spc="-10">
                <a:solidFill>
                  <a:srgbClr val="0A2540"/>
                </a:solidFill>
                <a:latin typeface="JetBrains Mono"/>
                <a:ea typeface="JetBrains Mono"/>
                <a:cs typeface="JetBrains Mono"/>
              </a:defRPr>
            </a:defPPr>
            <a:lvl1pPr algn="l">
              <a:defRPr sz="1012" b="0" i="0" kern="0" spc="-10">
                <a:solidFill>
                  <a:srgbClr val="0A2540"/>
                </a:solidFill>
                <a:latin typeface="JetBrains Mono"/>
                <a:ea typeface="JetBrains Mono"/>
                <a:cs typeface="JetBrains Mono"/>
              </a:defRPr>
            </a:lvl1pPr>
            <a:lvl2pPr algn="l">
              <a:defRPr sz="1012" b="0" i="0" kern="0" spc="-10">
                <a:solidFill>
                  <a:srgbClr val="0A2540"/>
                </a:solidFill>
                <a:latin typeface="JetBrains Mono"/>
                <a:ea typeface="JetBrains Mono"/>
                <a:cs typeface="JetBrains Mono"/>
              </a:defRPr>
            </a:lvl2pPr>
            <a:lvl3pPr algn="l">
              <a:defRPr sz="1012" b="0" i="0" kern="0" spc="-10">
                <a:solidFill>
                  <a:srgbClr val="0A2540"/>
                </a:solidFill>
                <a:latin typeface="JetBrains Mono"/>
                <a:ea typeface="JetBrains Mono"/>
                <a:cs typeface="JetBrains Mono"/>
              </a:defRPr>
            </a:lvl3pPr>
            <a:lvl4pPr algn="l">
              <a:defRPr sz="1012" b="0" i="0" kern="0" spc="-10">
                <a:solidFill>
                  <a:srgbClr val="0A2540"/>
                </a:solidFill>
                <a:latin typeface="JetBrains Mono"/>
                <a:ea typeface="JetBrains Mono"/>
                <a:cs typeface="JetBrains Mono"/>
              </a:defRPr>
            </a:lvl4pPr>
            <a:lvl5pPr algn="l">
              <a:defRPr sz="1012" b="0" i="0" kern="0" spc="-10">
                <a:solidFill>
                  <a:srgbClr val="0A2540"/>
                </a:solidFill>
                <a:latin typeface="JetBrains Mono"/>
                <a:ea typeface="JetBrains Mono"/>
                <a:cs typeface="JetBrains Mono"/>
              </a:defRPr>
            </a:lvl5pPr>
            <a:lvl6pPr algn="l">
              <a:defRPr sz="1012" b="0" i="0" kern="0" spc="-10">
                <a:solidFill>
                  <a:srgbClr val="0A2540"/>
                </a:solidFill>
                <a:latin typeface="JetBrains Mono"/>
                <a:ea typeface="JetBrains Mono"/>
                <a:cs typeface="JetBrains Mono"/>
              </a:defRPr>
            </a:lvl6pPr>
            <a:lvl7pPr algn="l">
              <a:defRPr sz="1012" b="0" i="0" kern="0" spc="-10">
                <a:solidFill>
                  <a:srgbClr val="0A2540"/>
                </a:solidFill>
                <a:latin typeface="JetBrains Mono"/>
                <a:ea typeface="JetBrains Mono"/>
                <a:cs typeface="JetBrains Mono"/>
              </a:defRPr>
            </a:lvl7pPr>
            <a:lvl8pPr algn="l">
              <a:defRPr sz="1012" b="0" i="0" kern="0" spc="-10">
                <a:solidFill>
                  <a:srgbClr val="0A2540"/>
                </a:solidFill>
                <a:latin typeface="JetBrains Mono"/>
                <a:ea typeface="JetBrains Mono"/>
                <a:cs typeface="JetBrains Mono"/>
              </a:defRPr>
            </a:lvl8pPr>
            <a:lvl9pPr algn="l">
              <a:defRPr sz="1012" b="0" i="0" kern="0" spc="-10">
                <a:solidFill>
                  <a:srgbClr val="0A2540"/>
                </a:solidFill>
                <a:latin typeface="JetBrains Mono"/>
                <a:ea typeface="JetBrains Mono"/>
                <a:cs typeface="JetBrains Mono"/>
              </a:defRPr>
            </a:lvl9pPr>
          </a:lstStyle>
          <a:p>
            <a:pPr algn="l">
              <a:lnSpc>
                <a:spcPct val="100000"/>
              </a:lnSpc>
              <a:buNone/>
              <a:defRPr sz="1012" b="0" i="0" kern="0" spc="-10">
                <a:solidFill>
                  <a:srgbClr val="0A2540"/>
                </a:solidFill>
                <a:latin typeface="JetBrains Mono"/>
                <a:ea typeface="JetBrains Mono"/>
                <a:cs typeface="JetBrains Mono"/>
              </a:defRPr>
            </a:pPr>
            <a:r>
              <a:rPr sz="1012" b="0" i="0" kern="0" spc="-10">
                <a:solidFill>
                  <a:srgbClr val="0A2540"/>
                </a:solidFill>
                <a:latin typeface="JetBrains Mono"/>
                <a:ea typeface="JetBrains Mono"/>
                <a:cs typeface="JetBrains Mono"/>
              </a:rPr>
              <a:t>DWL = ½ × t ×</a:t>
            </a:r>
          </a:p>
        </p:txBody>
      </p:sp>
      <p:sp>
        <p:nvSpPr>
          <p:cNvPr id="46" name="s19 text 19">
            <a:extLst>
              <a:ext uri="{FF2B5EF4-FFF2-40B4-BE49-F238E27FC236}">
                <a16:creationId xmlns:a16="http://schemas.microsoft.com/office/drawing/2014/main" id="{21A2C71B-7F33-41A2-91E4-0434FAE93EDC}"/>
              </a:ext>
            </a:extLst>
          </p:cNvPr>
          <p:cNvSpPr>
            <a:spLocks noGrp="1"/>
          </p:cNvSpPr>
          <p:nvPr/>
        </p:nvSpPr>
        <p:spPr>
          <a:xfrm>
            <a:off x="8457908" y="2989021"/>
            <a:ext cx="137351" cy="170043"/>
          </a:xfrm>
          <a:prstGeom prst="rect">
            <a:avLst/>
          </a:prstGeom>
          <a:noFill/>
          <a:ln w="0">
            <a:noFill/>
            <a:prstDash val="solid"/>
          </a:ln>
        </p:spPr>
        <p:txBody>
          <a:bodyPr wrap="none" lIns="0" tIns="0" rIns="0" bIns="0" anchor="t">
            <a:noAutofit/>
          </a:bodyPr>
          <a:lstStyle>
            <a:defPPr algn="l">
              <a:defRPr sz="1012" b="0" i="0" kern="0" spc="0">
                <a:solidFill>
                  <a:srgbClr val="0A2540"/>
                </a:solidFill>
                <a:latin typeface="Arial"/>
                <a:ea typeface="Arial"/>
                <a:cs typeface="Arial"/>
              </a:defRPr>
            </a:defPPr>
            <a:lvl1pPr algn="l">
              <a:defRPr sz="1012" b="0" i="0" kern="0" spc="0">
                <a:solidFill>
                  <a:srgbClr val="0A2540"/>
                </a:solidFill>
                <a:latin typeface="Arial"/>
                <a:ea typeface="Arial"/>
                <a:cs typeface="Arial"/>
              </a:defRPr>
            </a:lvl1pPr>
            <a:lvl2pPr algn="l">
              <a:defRPr sz="1012" b="0" i="0" kern="0" spc="0">
                <a:solidFill>
                  <a:srgbClr val="0A2540"/>
                </a:solidFill>
                <a:latin typeface="Arial"/>
                <a:ea typeface="Arial"/>
                <a:cs typeface="Arial"/>
              </a:defRPr>
            </a:lvl2pPr>
            <a:lvl3pPr algn="l">
              <a:defRPr sz="1012" b="0" i="0" kern="0" spc="0">
                <a:solidFill>
                  <a:srgbClr val="0A2540"/>
                </a:solidFill>
                <a:latin typeface="Arial"/>
                <a:ea typeface="Arial"/>
                <a:cs typeface="Arial"/>
              </a:defRPr>
            </a:lvl3pPr>
            <a:lvl4pPr algn="l">
              <a:defRPr sz="1012" b="0" i="0" kern="0" spc="0">
                <a:solidFill>
                  <a:srgbClr val="0A2540"/>
                </a:solidFill>
                <a:latin typeface="Arial"/>
                <a:ea typeface="Arial"/>
                <a:cs typeface="Arial"/>
              </a:defRPr>
            </a:lvl4pPr>
            <a:lvl5pPr algn="l">
              <a:defRPr sz="1012" b="0" i="0" kern="0" spc="0">
                <a:solidFill>
                  <a:srgbClr val="0A2540"/>
                </a:solidFill>
                <a:latin typeface="Arial"/>
                <a:ea typeface="Arial"/>
                <a:cs typeface="Arial"/>
              </a:defRPr>
            </a:lvl5pPr>
            <a:lvl6pPr algn="l">
              <a:defRPr sz="1012" b="0" i="0" kern="0" spc="0">
                <a:solidFill>
                  <a:srgbClr val="0A2540"/>
                </a:solidFill>
                <a:latin typeface="Arial"/>
                <a:ea typeface="Arial"/>
                <a:cs typeface="Arial"/>
              </a:defRPr>
            </a:lvl6pPr>
            <a:lvl7pPr algn="l">
              <a:defRPr sz="1012" b="0" i="0" kern="0" spc="0">
                <a:solidFill>
                  <a:srgbClr val="0A2540"/>
                </a:solidFill>
                <a:latin typeface="Arial"/>
                <a:ea typeface="Arial"/>
                <a:cs typeface="Arial"/>
              </a:defRPr>
            </a:lvl7pPr>
            <a:lvl8pPr algn="l">
              <a:defRPr sz="1012" b="0" i="0" kern="0" spc="0">
                <a:solidFill>
                  <a:srgbClr val="0A2540"/>
                </a:solidFill>
                <a:latin typeface="Arial"/>
                <a:ea typeface="Arial"/>
                <a:cs typeface="Arial"/>
              </a:defRPr>
            </a:lvl8pPr>
            <a:lvl9pPr algn="l">
              <a:defRPr sz="1012" b="0" i="0" kern="0" spc="0">
                <a:solidFill>
                  <a:srgbClr val="0A2540"/>
                </a:solidFill>
                <a:latin typeface="Arial"/>
                <a:ea typeface="Arial"/>
                <a:cs typeface="Arial"/>
              </a:defRPr>
            </a:lvl9pPr>
          </a:lstStyle>
          <a:p>
            <a:pPr algn="l">
              <a:lnSpc>
                <a:spcPct val="100000"/>
              </a:lnSpc>
              <a:buNone/>
              <a:defRPr sz="1012" b="0" i="0" kern="0" spc="0">
                <a:solidFill>
                  <a:srgbClr val="0A2540"/>
                </a:solidFill>
                <a:latin typeface="Arial"/>
                <a:ea typeface="Arial"/>
                <a:cs typeface="Arial"/>
              </a:defRPr>
            </a:pPr>
            <a:r>
              <a:rPr sz="1012" b="0" i="0" kern="0" spc="0">
                <a:solidFill>
                  <a:srgbClr val="0A2540"/>
                </a:solidFill>
                <a:latin typeface="Arial"/>
                <a:ea typeface="Arial"/>
                <a:cs typeface="Arial"/>
              </a:rPr>
              <a:t>Δ</a:t>
            </a:r>
          </a:p>
        </p:txBody>
      </p:sp>
      <p:sp>
        <p:nvSpPr>
          <p:cNvPr id="47" name="s19 text 20">
            <a:extLst>
              <a:ext uri="{FF2B5EF4-FFF2-40B4-BE49-F238E27FC236}">
                <a16:creationId xmlns:a16="http://schemas.microsoft.com/office/drawing/2014/main" id="{E63C4960-B211-4497-99D2-9F426C02C512}"/>
              </a:ext>
            </a:extLst>
          </p:cNvPr>
          <p:cNvSpPr>
            <a:spLocks noGrp="1"/>
          </p:cNvSpPr>
          <p:nvPr/>
        </p:nvSpPr>
        <p:spPr>
          <a:xfrm>
            <a:off x="8534181" y="2976372"/>
            <a:ext cx="591503" cy="195196"/>
          </a:xfrm>
          <a:prstGeom prst="rect">
            <a:avLst/>
          </a:prstGeom>
          <a:noFill/>
          <a:ln w="0">
            <a:noFill/>
            <a:prstDash val="solid"/>
          </a:ln>
        </p:spPr>
        <p:txBody>
          <a:bodyPr wrap="none" lIns="0" tIns="0" rIns="0" bIns="0" anchor="t">
            <a:noAutofit/>
          </a:bodyPr>
          <a:lstStyle>
            <a:defPPr algn="l">
              <a:defRPr sz="1012" b="0" i="0" kern="0" spc="-9">
                <a:solidFill>
                  <a:srgbClr val="0A2540"/>
                </a:solidFill>
                <a:latin typeface="JetBrains Mono"/>
                <a:ea typeface="JetBrains Mono"/>
                <a:cs typeface="JetBrains Mono"/>
              </a:defRPr>
            </a:defPPr>
            <a:lvl1pPr algn="l">
              <a:defRPr sz="1012" b="0" i="0" kern="0" spc="-9">
                <a:solidFill>
                  <a:srgbClr val="0A2540"/>
                </a:solidFill>
                <a:latin typeface="JetBrains Mono"/>
                <a:ea typeface="JetBrains Mono"/>
                <a:cs typeface="JetBrains Mono"/>
              </a:defRPr>
            </a:lvl1pPr>
            <a:lvl2pPr algn="l">
              <a:defRPr sz="1012" b="0" i="0" kern="0" spc="-9">
                <a:solidFill>
                  <a:srgbClr val="0A2540"/>
                </a:solidFill>
                <a:latin typeface="JetBrains Mono"/>
                <a:ea typeface="JetBrains Mono"/>
                <a:cs typeface="JetBrains Mono"/>
              </a:defRPr>
            </a:lvl2pPr>
            <a:lvl3pPr algn="l">
              <a:defRPr sz="1012" b="0" i="0" kern="0" spc="-9">
                <a:solidFill>
                  <a:srgbClr val="0A2540"/>
                </a:solidFill>
                <a:latin typeface="JetBrains Mono"/>
                <a:ea typeface="JetBrains Mono"/>
                <a:cs typeface="JetBrains Mono"/>
              </a:defRPr>
            </a:lvl3pPr>
            <a:lvl4pPr algn="l">
              <a:defRPr sz="1012" b="0" i="0" kern="0" spc="-9">
                <a:solidFill>
                  <a:srgbClr val="0A2540"/>
                </a:solidFill>
                <a:latin typeface="JetBrains Mono"/>
                <a:ea typeface="JetBrains Mono"/>
                <a:cs typeface="JetBrains Mono"/>
              </a:defRPr>
            </a:lvl4pPr>
            <a:lvl5pPr algn="l">
              <a:defRPr sz="1012" b="0" i="0" kern="0" spc="-9">
                <a:solidFill>
                  <a:srgbClr val="0A2540"/>
                </a:solidFill>
                <a:latin typeface="JetBrains Mono"/>
                <a:ea typeface="JetBrains Mono"/>
                <a:cs typeface="JetBrains Mono"/>
              </a:defRPr>
            </a:lvl5pPr>
            <a:lvl6pPr algn="l">
              <a:defRPr sz="1012" b="0" i="0" kern="0" spc="-9">
                <a:solidFill>
                  <a:srgbClr val="0A2540"/>
                </a:solidFill>
                <a:latin typeface="JetBrains Mono"/>
                <a:ea typeface="JetBrains Mono"/>
                <a:cs typeface="JetBrains Mono"/>
              </a:defRPr>
            </a:lvl6pPr>
            <a:lvl7pPr algn="l">
              <a:defRPr sz="1012" b="0" i="0" kern="0" spc="-9">
                <a:solidFill>
                  <a:srgbClr val="0A2540"/>
                </a:solidFill>
                <a:latin typeface="JetBrains Mono"/>
                <a:ea typeface="JetBrains Mono"/>
                <a:cs typeface="JetBrains Mono"/>
              </a:defRPr>
            </a:lvl7pPr>
            <a:lvl8pPr algn="l">
              <a:defRPr sz="1012" b="0" i="0" kern="0" spc="-9">
                <a:solidFill>
                  <a:srgbClr val="0A2540"/>
                </a:solidFill>
                <a:latin typeface="JetBrains Mono"/>
                <a:ea typeface="JetBrains Mono"/>
                <a:cs typeface="JetBrains Mono"/>
              </a:defRPr>
            </a:lvl8pPr>
            <a:lvl9pPr algn="l">
              <a:defRPr sz="1012" b="0" i="0" kern="0" spc="-9">
                <a:solidFill>
                  <a:srgbClr val="0A2540"/>
                </a:solidFill>
                <a:latin typeface="JetBrains Mono"/>
                <a:ea typeface="JetBrains Mono"/>
                <a:cs typeface="JetBrains Mono"/>
              </a:defRPr>
            </a:lvl9pPr>
          </a:lstStyle>
          <a:p>
            <a:pPr algn="l">
              <a:lnSpc>
                <a:spcPct val="100000"/>
              </a:lnSpc>
              <a:buNone/>
              <a:defRPr sz="1012" b="0" i="0" kern="0" spc="-9">
                <a:solidFill>
                  <a:srgbClr val="0A2540"/>
                </a:solidFill>
                <a:latin typeface="JetBrains Mono"/>
                <a:ea typeface="JetBrains Mono"/>
                <a:cs typeface="JetBrains Mono"/>
              </a:defRPr>
            </a:pPr>
            <a:r>
              <a:rPr sz="1012" b="0" i="0" kern="0" spc="-9">
                <a:solidFill>
                  <a:srgbClr val="0A2540"/>
                </a:solidFill>
                <a:latin typeface="JetBrains Mono"/>
                <a:ea typeface="JetBrains Mono"/>
                <a:cs typeface="JetBrains Mono"/>
              </a:rPr>
              <a:t>imports</a:t>
            </a:r>
          </a:p>
        </p:txBody>
      </p:sp>
      <p:sp>
        <p:nvSpPr>
          <p:cNvPr id="48" name="s19 text 21">
            <a:extLst>
              <a:ext uri="{FF2B5EF4-FFF2-40B4-BE49-F238E27FC236}">
                <a16:creationId xmlns:a16="http://schemas.microsoft.com/office/drawing/2014/main" id="{86B6332E-507E-4403-8A1A-3CECB43833E4}"/>
              </a:ext>
            </a:extLst>
          </p:cNvPr>
          <p:cNvSpPr>
            <a:spLocks noGrp="1"/>
          </p:cNvSpPr>
          <p:nvPr/>
        </p:nvSpPr>
        <p:spPr>
          <a:xfrm>
            <a:off x="9383092" y="2976372"/>
            <a:ext cx="2134552" cy="195196"/>
          </a:xfrm>
          <a:prstGeom prst="rect">
            <a:avLst/>
          </a:prstGeom>
          <a:noFill/>
          <a:ln w="0">
            <a:noFill/>
            <a:prstDash val="solid"/>
          </a:ln>
        </p:spPr>
        <p:txBody>
          <a:bodyPr wrap="none" lIns="0" tIns="0" rIns="0" bIns="0" anchor="t">
            <a:noAutofit/>
          </a:bodyPr>
          <a:lstStyle>
            <a:defPPr algn="l">
              <a:defRPr sz="1012" b="0" i="0" kern="0" spc="-9">
                <a:solidFill>
                  <a:srgbClr val="0A2540"/>
                </a:solidFill>
                <a:latin typeface="JetBrains Mono"/>
                <a:ea typeface="JetBrains Mono"/>
                <a:cs typeface="JetBrains Mono"/>
              </a:defRPr>
            </a:defPPr>
            <a:lvl1pPr algn="l">
              <a:defRPr sz="1012" b="0" i="0" kern="0" spc="-9">
                <a:solidFill>
                  <a:srgbClr val="0A2540"/>
                </a:solidFill>
                <a:latin typeface="JetBrains Mono"/>
                <a:ea typeface="JetBrains Mono"/>
                <a:cs typeface="JetBrains Mono"/>
              </a:defRPr>
            </a:lvl1pPr>
            <a:lvl2pPr algn="l">
              <a:defRPr sz="1012" b="0" i="0" kern="0" spc="-9">
                <a:solidFill>
                  <a:srgbClr val="0A2540"/>
                </a:solidFill>
                <a:latin typeface="JetBrains Mono"/>
                <a:ea typeface="JetBrains Mono"/>
                <a:cs typeface="JetBrains Mono"/>
              </a:defRPr>
            </a:lvl2pPr>
            <a:lvl3pPr algn="l">
              <a:defRPr sz="1012" b="0" i="0" kern="0" spc="-9">
                <a:solidFill>
                  <a:srgbClr val="0A2540"/>
                </a:solidFill>
                <a:latin typeface="JetBrains Mono"/>
                <a:ea typeface="JetBrains Mono"/>
                <a:cs typeface="JetBrains Mono"/>
              </a:defRPr>
            </a:lvl3pPr>
            <a:lvl4pPr algn="l">
              <a:defRPr sz="1012" b="0" i="0" kern="0" spc="-9">
                <a:solidFill>
                  <a:srgbClr val="0A2540"/>
                </a:solidFill>
                <a:latin typeface="JetBrains Mono"/>
                <a:ea typeface="JetBrains Mono"/>
                <a:cs typeface="JetBrains Mono"/>
              </a:defRPr>
            </a:lvl4pPr>
            <a:lvl5pPr algn="l">
              <a:defRPr sz="1012" b="0" i="0" kern="0" spc="-9">
                <a:solidFill>
                  <a:srgbClr val="0A2540"/>
                </a:solidFill>
                <a:latin typeface="JetBrains Mono"/>
                <a:ea typeface="JetBrains Mono"/>
                <a:cs typeface="JetBrains Mono"/>
              </a:defRPr>
            </a:lvl5pPr>
            <a:lvl6pPr algn="l">
              <a:defRPr sz="1012" b="0" i="0" kern="0" spc="-9">
                <a:solidFill>
                  <a:srgbClr val="0A2540"/>
                </a:solidFill>
                <a:latin typeface="JetBrains Mono"/>
                <a:ea typeface="JetBrains Mono"/>
                <a:cs typeface="JetBrains Mono"/>
              </a:defRPr>
            </a:lvl6pPr>
            <a:lvl7pPr algn="l">
              <a:defRPr sz="1012" b="0" i="0" kern="0" spc="-9">
                <a:solidFill>
                  <a:srgbClr val="0A2540"/>
                </a:solidFill>
                <a:latin typeface="JetBrains Mono"/>
                <a:ea typeface="JetBrains Mono"/>
                <a:cs typeface="JetBrains Mono"/>
              </a:defRPr>
            </a:lvl7pPr>
            <a:lvl8pPr algn="l">
              <a:defRPr sz="1012" b="0" i="0" kern="0" spc="-9">
                <a:solidFill>
                  <a:srgbClr val="0A2540"/>
                </a:solidFill>
                <a:latin typeface="JetBrains Mono"/>
                <a:ea typeface="JetBrains Mono"/>
                <a:cs typeface="JetBrains Mono"/>
              </a:defRPr>
            </a:lvl8pPr>
            <a:lvl9pPr algn="l">
              <a:defRPr sz="1012" b="0" i="0" kern="0" spc="-9">
                <a:solidFill>
                  <a:srgbClr val="0A2540"/>
                </a:solidFill>
                <a:latin typeface="JetBrains Mono"/>
                <a:ea typeface="JetBrains Mono"/>
                <a:cs typeface="JetBrains Mono"/>
              </a:defRPr>
            </a:lvl9pPr>
          </a:lstStyle>
          <a:p>
            <a:pPr algn="l">
              <a:lnSpc>
                <a:spcPct val="100000"/>
              </a:lnSpc>
              <a:buNone/>
              <a:defRPr sz="1012" b="0" i="0" kern="0" spc="-9">
                <a:solidFill>
                  <a:srgbClr val="0A2540"/>
                </a:solidFill>
                <a:latin typeface="JetBrains Mono"/>
                <a:ea typeface="JetBrains Mono"/>
                <a:cs typeface="JetBrains Mono"/>
              </a:defRPr>
            </a:pPr>
            <a:r>
              <a:rPr sz="1012" b="0" i="0" kern="0" spc="-9">
                <a:solidFill>
                  <a:srgbClr val="0A2540"/>
                </a:solidFill>
                <a:latin typeface="JetBrains Mono"/>
                <a:ea typeface="JetBrains Mono"/>
                <a:cs typeface="JetBrains Mono"/>
              </a:rPr>
              <a:t>= ½ × $25 × (4,800 − 3,600)</a:t>
            </a:r>
          </a:p>
        </p:txBody>
      </p:sp>
      <p:sp>
        <p:nvSpPr>
          <p:cNvPr id="49" name="s19 text 22">
            <a:extLst>
              <a:ext uri="{FF2B5EF4-FFF2-40B4-BE49-F238E27FC236}">
                <a16:creationId xmlns:a16="http://schemas.microsoft.com/office/drawing/2014/main" id="{62C5C551-A811-4BDD-BF94-99EE677267C8}"/>
              </a:ext>
            </a:extLst>
          </p:cNvPr>
          <p:cNvSpPr>
            <a:spLocks noGrp="1"/>
          </p:cNvSpPr>
          <p:nvPr/>
        </p:nvSpPr>
        <p:spPr>
          <a:xfrm>
            <a:off x="7393781" y="3419284"/>
            <a:ext cx="1363027" cy="195196"/>
          </a:xfrm>
          <a:prstGeom prst="rect">
            <a:avLst/>
          </a:prstGeom>
          <a:noFill/>
          <a:ln w="0">
            <a:noFill/>
            <a:prstDash val="solid"/>
          </a:ln>
        </p:spPr>
        <p:txBody>
          <a:bodyPr wrap="none" lIns="0" tIns="0" rIns="0" bIns="0" anchor="t">
            <a:noAutofit/>
          </a:bodyPr>
          <a:lstStyle>
            <a:defPPr algn="l">
              <a:defRPr sz="1012" b="0" i="0" kern="0" spc="-9">
                <a:solidFill>
                  <a:srgbClr val="0A2540"/>
                </a:solidFill>
                <a:latin typeface="JetBrains Mono"/>
                <a:ea typeface="JetBrains Mono"/>
                <a:cs typeface="JetBrains Mono"/>
              </a:defRPr>
            </a:defPPr>
            <a:lvl1pPr algn="l">
              <a:defRPr sz="1012" b="0" i="0" kern="0" spc="-9">
                <a:solidFill>
                  <a:srgbClr val="0A2540"/>
                </a:solidFill>
                <a:latin typeface="JetBrains Mono"/>
                <a:ea typeface="JetBrains Mono"/>
                <a:cs typeface="JetBrains Mono"/>
              </a:defRPr>
            </a:lvl1pPr>
            <a:lvl2pPr algn="l">
              <a:defRPr sz="1012" b="0" i="0" kern="0" spc="-9">
                <a:solidFill>
                  <a:srgbClr val="0A2540"/>
                </a:solidFill>
                <a:latin typeface="JetBrains Mono"/>
                <a:ea typeface="JetBrains Mono"/>
                <a:cs typeface="JetBrains Mono"/>
              </a:defRPr>
            </a:lvl2pPr>
            <a:lvl3pPr algn="l">
              <a:defRPr sz="1012" b="0" i="0" kern="0" spc="-9">
                <a:solidFill>
                  <a:srgbClr val="0A2540"/>
                </a:solidFill>
                <a:latin typeface="JetBrains Mono"/>
                <a:ea typeface="JetBrains Mono"/>
                <a:cs typeface="JetBrains Mono"/>
              </a:defRPr>
            </a:lvl3pPr>
            <a:lvl4pPr algn="l">
              <a:defRPr sz="1012" b="0" i="0" kern="0" spc="-9">
                <a:solidFill>
                  <a:srgbClr val="0A2540"/>
                </a:solidFill>
                <a:latin typeface="JetBrains Mono"/>
                <a:ea typeface="JetBrains Mono"/>
                <a:cs typeface="JetBrains Mono"/>
              </a:defRPr>
            </a:lvl4pPr>
            <a:lvl5pPr algn="l">
              <a:defRPr sz="1012" b="0" i="0" kern="0" spc="-9">
                <a:solidFill>
                  <a:srgbClr val="0A2540"/>
                </a:solidFill>
                <a:latin typeface="JetBrains Mono"/>
                <a:ea typeface="JetBrains Mono"/>
                <a:cs typeface="JetBrains Mono"/>
              </a:defRPr>
            </a:lvl5pPr>
            <a:lvl6pPr algn="l">
              <a:defRPr sz="1012" b="0" i="0" kern="0" spc="-9">
                <a:solidFill>
                  <a:srgbClr val="0A2540"/>
                </a:solidFill>
                <a:latin typeface="JetBrains Mono"/>
                <a:ea typeface="JetBrains Mono"/>
                <a:cs typeface="JetBrains Mono"/>
              </a:defRPr>
            </a:lvl6pPr>
            <a:lvl7pPr algn="l">
              <a:defRPr sz="1012" b="0" i="0" kern="0" spc="-9">
                <a:solidFill>
                  <a:srgbClr val="0A2540"/>
                </a:solidFill>
                <a:latin typeface="JetBrains Mono"/>
                <a:ea typeface="JetBrains Mono"/>
                <a:cs typeface="JetBrains Mono"/>
              </a:defRPr>
            </a:lvl7pPr>
            <a:lvl8pPr algn="l">
              <a:defRPr sz="1012" b="0" i="0" kern="0" spc="-9">
                <a:solidFill>
                  <a:srgbClr val="0A2540"/>
                </a:solidFill>
                <a:latin typeface="JetBrains Mono"/>
                <a:ea typeface="JetBrains Mono"/>
                <a:cs typeface="JetBrains Mono"/>
              </a:defRPr>
            </a:lvl8pPr>
            <a:lvl9pPr algn="l">
              <a:defRPr sz="1012" b="0" i="0" kern="0" spc="-9">
                <a:solidFill>
                  <a:srgbClr val="0A2540"/>
                </a:solidFill>
                <a:latin typeface="JetBrains Mono"/>
                <a:ea typeface="JetBrains Mono"/>
                <a:cs typeface="JetBrains Mono"/>
              </a:defRPr>
            </a:lvl9pPr>
          </a:lstStyle>
          <a:p>
            <a:pPr algn="l">
              <a:lnSpc>
                <a:spcPct val="100000"/>
              </a:lnSpc>
              <a:buNone/>
              <a:defRPr sz="1012" b="0" i="0" kern="0" spc="-9">
                <a:solidFill>
                  <a:srgbClr val="0A2540"/>
                </a:solidFill>
                <a:latin typeface="JetBrains Mono"/>
                <a:ea typeface="JetBrains Mono"/>
                <a:cs typeface="JetBrains Mono"/>
              </a:defRPr>
            </a:pPr>
            <a:r>
              <a:rPr sz="1012" b="0" i="0" kern="0" spc="-9">
                <a:solidFill>
                  <a:srgbClr val="0A2540"/>
                </a:solidFill>
                <a:latin typeface="JetBrains Mono"/>
                <a:ea typeface="JetBrains Mono"/>
                <a:cs typeface="JetBrains Mono"/>
              </a:rPr>
              <a:t>= ½ × $25 × 1,200</a:t>
            </a:r>
          </a:p>
        </p:txBody>
      </p:sp>
      <p:sp>
        <p:nvSpPr>
          <p:cNvPr id="50" name="s19 text 23">
            <a:extLst>
              <a:ext uri="{FF2B5EF4-FFF2-40B4-BE49-F238E27FC236}">
                <a16:creationId xmlns:a16="http://schemas.microsoft.com/office/drawing/2014/main" id="{7497FE4F-911C-4680-A59B-D4C2FA49DF9F}"/>
              </a:ext>
            </a:extLst>
          </p:cNvPr>
          <p:cNvSpPr>
            <a:spLocks noGrp="1"/>
          </p:cNvSpPr>
          <p:nvPr/>
        </p:nvSpPr>
        <p:spPr>
          <a:xfrm>
            <a:off x="9002799" y="3404711"/>
            <a:ext cx="485775" cy="216884"/>
          </a:xfrm>
          <a:prstGeom prst="rect">
            <a:avLst/>
          </a:prstGeom>
          <a:noFill/>
          <a:ln w="0">
            <a:noFill/>
            <a:prstDash val="solid"/>
          </a:ln>
        </p:spPr>
        <p:txBody>
          <a:bodyPr wrap="none" lIns="0" tIns="0" rIns="0" bIns="0" anchor="t">
            <a:noAutofit/>
          </a:bodyPr>
          <a:lstStyle>
            <a:defPPr algn="l">
              <a:defRPr sz="1125" b="0" i="0" kern="0" spc="-11">
                <a:solidFill>
                  <a:srgbClr val="0A2540"/>
                </a:solidFill>
                <a:latin typeface="JetBrains Mono"/>
                <a:ea typeface="JetBrains Mono"/>
                <a:cs typeface="JetBrains Mono"/>
              </a:defRPr>
            </a:defPPr>
            <a:lvl1pPr algn="l">
              <a:defRPr sz="1125" b="0" i="0" kern="0" spc="-11">
                <a:solidFill>
                  <a:srgbClr val="0A2540"/>
                </a:solidFill>
                <a:latin typeface="JetBrains Mono"/>
                <a:ea typeface="JetBrains Mono"/>
                <a:cs typeface="JetBrains Mono"/>
              </a:defRPr>
            </a:lvl1pPr>
            <a:lvl2pPr algn="l">
              <a:defRPr sz="1125" b="0" i="0" kern="0" spc="-11">
                <a:solidFill>
                  <a:srgbClr val="0A2540"/>
                </a:solidFill>
                <a:latin typeface="JetBrains Mono"/>
                <a:ea typeface="JetBrains Mono"/>
                <a:cs typeface="JetBrains Mono"/>
              </a:defRPr>
            </a:lvl2pPr>
            <a:lvl3pPr algn="l">
              <a:defRPr sz="1125" b="0" i="0" kern="0" spc="-11">
                <a:solidFill>
                  <a:srgbClr val="0A2540"/>
                </a:solidFill>
                <a:latin typeface="JetBrains Mono"/>
                <a:ea typeface="JetBrains Mono"/>
                <a:cs typeface="JetBrains Mono"/>
              </a:defRPr>
            </a:lvl3pPr>
            <a:lvl4pPr algn="l">
              <a:defRPr sz="1125" b="0" i="0" kern="0" spc="-11">
                <a:solidFill>
                  <a:srgbClr val="0A2540"/>
                </a:solidFill>
                <a:latin typeface="JetBrains Mono"/>
                <a:ea typeface="JetBrains Mono"/>
                <a:cs typeface="JetBrains Mono"/>
              </a:defRPr>
            </a:lvl4pPr>
            <a:lvl5pPr algn="l">
              <a:defRPr sz="1125" b="0" i="0" kern="0" spc="-11">
                <a:solidFill>
                  <a:srgbClr val="0A2540"/>
                </a:solidFill>
                <a:latin typeface="JetBrains Mono"/>
                <a:ea typeface="JetBrains Mono"/>
                <a:cs typeface="JetBrains Mono"/>
              </a:defRPr>
            </a:lvl5pPr>
            <a:lvl6pPr algn="l">
              <a:defRPr sz="1125" b="0" i="0" kern="0" spc="-11">
                <a:solidFill>
                  <a:srgbClr val="0A2540"/>
                </a:solidFill>
                <a:latin typeface="JetBrains Mono"/>
                <a:ea typeface="JetBrains Mono"/>
                <a:cs typeface="JetBrains Mono"/>
              </a:defRPr>
            </a:lvl6pPr>
            <a:lvl7pPr algn="l">
              <a:defRPr sz="1125" b="0" i="0" kern="0" spc="-11">
                <a:solidFill>
                  <a:srgbClr val="0A2540"/>
                </a:solidFill>
                <a:latin typeface="JetBrains Mono"/>
                <a:ea typeface="JetBrains Mono"/>
                <a:cs typeface="JetBrains Mono"/>
              </a:defRPr>
            </a:lvl7pPr>
            <a:lvl8pPr algn="l">
              <a:defRPr sz="1125" b="0" i="0" kern="0" spc="-11">
                <a:solidFill>
                  <a:srgbClr val="0A2540"/>
                </a:solidFill>
                <a:latin typeface="JetBrains Mono"/>
                <a:ea typeface="JetBrains Mono"/>
                <a:cs typeface="JetBrains Mono"/>
              </a:defRPr>
            </a:lvl8pPr>
            <a:lvl9pPr algn="l">
              <a:defRPr sz="1125" b="0" i="0" kern="0" spc="-11">
                <a:solidFill>
                  <a:srgbClr val="0A2540"/>
                </a:solidFill>
                <a:latin typeface="JetBrains Mono"/>
                <a:ea typeface="JetBrains Mono"/>
                <a:cs typeface="JetBrains Mono"/>
              </a:defRPr>
            </a:lvl9pPr>
          </a:lstStyle>
          <a:p>
            <a:pPr algn="l">
              <a:lnSpc>
                <a:spcPct val="100000"/>
              </a:lnSpc>
              <a:buNone/>
              <a:defRPr sz="1125" b="0" i="0" kern="0" spc="-11">
                <a:solidFill>
                  <a:srgbClr val="0A2540"/>
                </a:solidFill>
                <a:latin typeface="JetBrains Mono"/>
                <a:ea typeface="JetBrains Mono"/>
                <a:cs typeface="JetBrains Mono"/>
              </a:defRPr>
            </a:pPr>
            <a:r>
              <a:rPr sz="1125" b="0" i="0" kern="0" spc="-11">
                <a:solidFill>
                  <a:srgbClr val="0A2540"/>
                </a:solidFill>
                <a:latin typeface="JetBrains Mono"/>
                <a:ea typeface="JetBrains Mono"/>
                <a:cs typeface="JetBrains Mono"/>
              </a:rPr>
              <a:t>DWL =</a:t>
            </a:r>
          </a:p>
        </p:txBody>
      </p:sp>
      <p:sp>
        <p:nvSpPr>
          <p:cNvPr id="51" name="s19 text 24">
            <a:extLst>
              <a:ext uri="{FF2B5EF4-FFF2-40B4-BE49-F238E27FC236}">
                <a16:creationId xmlns:a16="http://schemas.microsoft.com/office/drawing/2014/main" id="{5AB461ED-5CD8-4547-8432-8B57C66688FF}"/>
              </a:ext>
            </a:extLst>
          </p:cNvPr>
          <p:cNvSpPr>
            <a:spLocks noGrp="1"/>
          </p:cNvSpPr>
          <p:nvPr/>
        </p:nvSpPr>
        <p:spPr>
          <a:xfrm>
            <a:off x="9510340" y="3404711"/>
            <a:ext cx="657225" cy="216884"/>
          </a:xfrm>
          <a:prstGeom prst="rect">
            <a:avLst/>
          </a:prstGeom>
          <a:noFill/>
          <a:ln w="0">
            <a:noFill/>
            <a:prstDash val="solid"/>
          </a:ln>
        </p:spPr>
        <p:txBody>
          <a:bodyPr wrap="none" lIns="0" tIns="0" rIns="0" bIns="0" anchor="t">
            <a:noAutofit/>
          </a:bodyPr>
          <a:lstStyle>
            <a:defPPr algn="l">
              <a:defRPr sz="1125" b="1" i="0" kern="0" spc="-9">
                <a:solidFill>
                  <a:srgbClr val="0A2540"/>
                </a:solidFill>
                <a:latin typeface="JetBrains Mono"/>
                <a:ea typeface="JetBrains Mono"/>
                <a:cs typeface="JetBrains Mono"/>
              </a:defRPr>
            </a:defPPr>
            <a:lvl1pPr algn="l">
              <a:defRPr sz="1125" b="1" i="0" kern="0" spc="-9">
                <a:solidFill>
                  <a:srgbClr val="0A2540"/>
                </a:solidFill>
                <a:latin typeface="JetBrains Mono"/>
                <a:ea typeface="JetBrains Mono"/>
                <a:cs typeface="JetBrains Mono"/>
              </a:defRPr>
            </a:lvl1pPr>
            <a:lvl2pPr algn="l">
              <a:defRPr sz="1125" b="1" i="0" kern="0" spc="-9">
                <a:solidFill>
                  <a:srgbClr val="0A2540"/>
                </a:solidFill>
                <a:latin typeface="JetBrains Mono"/>
                <a:ea typeface="JetBrains Mono"/>
                <a:cs typeface="JetBrains Mono"/>
              </a:defRPr>
            </a:lvl2pPr>
            <a:lvl3pPr algn="l">
              <a:defRPr sz="1125" b="1" i="0" kern="0" spc="-9">
                <a:solidFill>
                  <a:srgbClr val="0A2540"/>
                </a:solidFill>
                <a:latin typeface="JetBrains Mono"/>
                <a:ea typeface="JetBrains Mono"/>
                <a:cs typeface="JetBrains Mono"/>
              </a:defRPr>
            </a:lvl3pPr>
            <a:lvl4pPr algn="l">
              <a:defRPr sz="1125" b="1" i="0" kern="0" spc="-9">
                <a:solidFill>
                  <a:srgbClr val="0A2540"/>
                </a:solidFill>
                <a:latin typeface="JetBrains Mono"/>
                <a:ea typeface="JetBrains Mono"/>
                <a:cs typeface="JetBrains Mono"/>
              </a:defRPr>
            </a:lvl4pPr>
            <a:lvl5pPr algn="l">
              <a:defRPr sz="1125" b="1" i="0" kern="0" spc="-9">
                <a:solidFill>
                  <a:srgbClr val="0A2540"/>
                </a:solidFill>
                <a:latin typeface="JetBrains Mono"/>
                <a:ea typeface="JetBrains Mono"/>
                <a:cs typeface="JetBrains Mono"/>
              </a:defRPr>
            </a:lvl5pPr>
            <a:lvl6pPr algn="l">
              <a:defRPr sz="1125" b="1" i="0" kern="0" spc="-9">
                <a:solidFill>
                  <a:srgbClr val="0A2540"/>
                </a:solidFill>
                <a:latin typeface="JetBrains Mono"/>
                <a:ea typeface="JetBrains Mono"/>
                <a:cs typeface="JetBrains Mono"/>
              </a:defRPr>
            </a:lvl6pPr>
            <a:lvl7pPr algn="l">
              <a:defRPr sz="1125" b="1" i="0" kern="0" spc="-9">
                <a:solidFill>
                  <a:srgbClr val="0A2540"/>
                </a:solidFill>
                <a:latin typeface="JetBrains Mono"/>
                <a:ea typeface="JetBrains Mono"/>
                <a:cs typeface="JetBrains Mono"/>
              </a:defRPr>
            </a:lvl7pPr>
            <a:lvl8pPr algn="l">
              <a:defRPr sz="1125" b="1" i="0" kern="0" spc="-9">
                <a:solidFill>
                  <a:srgbClr val="0A2540"/>
                </a:solidFill>
                <a:latin typeface="JetBrains Mono"/>
                <a:ea typeface="JetBrains Mono"/>
                <a:cs typeface="JetBrains Mono"/>
              </a:defRPr>
            </a:lvl8pPr>
            <a:lvl9pPr algn="l">
              <a:defRPr sz="1125" b="1" i="0" kern="0" spc="-9">
                <a:solidFill>
                  <a:srgbClr val="0A2540"/>
                </a:solidFill>
                <a:latin typeface="JetBrains Mono"/>
                <a:ea typeface="JetBrains Mono"/>
                <a:cs typeface="JetBrains Mono"/>
              </a:defRPr>
            </a:lvl9pPr>
          </a:lstStyle>
          <a:p>
            <a:pPr algn="l">
              <a:lnSpc>
                <a:spcPct val="100000"/>
              </a:lnSpc>
              <a:buNone/>
              <a:defRPr sz="1125" b="1" i="0" kern="0" spc="-9">
                <a:solidFill>
                  <a:srgbClr val="0A2540"/>
                </a:solidFill>
                <a:latin typeface="JetBrains Mono"/>
                <a:ea typeface="JetBrains Mono"/>
                <a:cs typeface="JetBrains Mono"/>
              </a:defRPr>
            </a:pPr>
            <a:r>
              <a:rPr sz="1125" b="1" i="0" kern="0" spc="-9">
                <a:solidFill>
                  <a:srgbClr val="0A2540"/>
                </a:solidFill>
                <a:latin typeface="JetBrains Mono"/>
                <a:ea typeface="JetBrains Mono"/>
                <a:cs typeface="JetBrains Mono"/>
              </a:rPr>
              <a:t>$15,000</a:t>
            </a:r>
          </a:p>
        </p:txBody>
      </p:sp>
      <p:sp>
        <p:nvSpPr>
          <p:cNvPr id="52" name="s19 text 25">
            <a:extLst>
              <a:ext uri="{FF2B5EF4-FFF2-40B4-BE49-F238E27FC236}">
                <a16:creationId xmlns:a16="http://schemas.microsoft.com/office/drawing/2014/main" id="{22DB4751-612B-4B77-8A9F-AE2163D216EE}"/>
              </a:ext>
            </a:extLst>
          </p:cNvPr>
          <p:cNvSpPr>
            <a:spLocks noGrp="1"/>
          </p:cNvSpPr>
          <p:nvPr/>
        </p:nvSpPr>
        <p:spPr>
          <a:xfrm>
            <a:off x="7379493" y="3771677"/>
            <a:ext cx="2375345" cy="308146"/>
          </a:xfrm>
          <a:prstGeom prst="rect">
            <a:avLst/>
          </a:prstGeom>
          <a:noFill/>
          <a:ln w="0">
            <a:noFill/>
            <a:prstDash val="solid"/>
          </a:ln>
        </p:spPr>
        <p:txBody>
          <a:bodyPr wrap="none" lIns="0" tIns="0" rIns="0" bIns="0" anchor="t">
            <a:noAutofit/>
          </a:bodyPr>
          <a:lstStyle>
            <a:defPPr algn="l">
              <a:defRPr sz="1744" b="1" i="0" kern="0" spc="-9">
                <a:solidFill>
                  <a:srgbClr val="0A2540"/>
                </a:solidFill>
                <a:latin typeface="Inter"/>
                <a:ea typeface="Inter"/>
                <a:cs typeface="Inter"/>
              </a:defRPr>
            </a:defPPr>
            <a:lvl1pPr algn="l">
              <a:defRPr sz="1744" b="1" i="0" kern="0" spc="-9">
                <a:solidFill>
                  <a:srgbClr val="0A2540"/>
                </a:solidFill>
                <a:latin typeface="Inter"/>
                <a:ea typeface="Inter"/>
                <a:cs typeface="Inter"/>
              </a:defRPr>
            </a:lvl1pPr>
            <a:lvl2pPr algn="l">
              <a:defRPr sz="1744" b="1" i="0" kern="0" spc="-9">
                <a:solidFill>
                  <a:srgbClr val="0A2540"/>
                </a:solidFill>
                <a:latin typeface="Inter"/>
                <a:ea typeface="Inter"/>
                <a:cs typeface="Inter"/>
              </a:defRPr>
            </a:lvl2pPr>
            <a:lvl3pPr algn="l">
              <a:defRPr sz="1744" b="1" i="0" kern="0" spc="-9">
                <a:solidFill>
                  <a:srgbClr val="0A2540"/>
                </a:solidFill>
                <a:latin typeface="Inter"/>
                <a:ea typeface="Inter"/>
                <a:cs typeface="Inter"/>
              </a:defRPr>
            </a:lvl3pPr>
            <a:lvl4pPr algn="l">
              <a:defRPr sz="1744" b="1" i="0" kern="0" spc="-9">
                <a:solidFill>
                  <a:srgbClr val="0A2540"/>
                </a:solidFill>
                <a:latin typeface="Inter"/>
                <a:ea typeface="Inter"/>
                <a:cs typeface="Inter"/>
              </a:defRPr>
            </a:lvl4pPr>
            <a:lvl5pPr algn="l">
              <a:defRPr sz="1744" b="1" i="0" kern="0" spc="-9">
                <a:solidFill>
                  <a:srgbClr val="0A2540"/>
                </a:solidFill>
                <a:latin typeface="Inter"/>
                <a:ea typeface="Inter"/>
                <a:cs typeface="Inter"/>
              </a:defRPr>
            </a:lvl5pPr>
            <a:lvl6pPr algn="l">
              <a:defRPr sz="1744" b="1" i="0" kern="0" spc="-9">
                <a:solidFill>
                  <a:srgbClr val="0A2540"/>
                </a:solidFill>
                <a:latin typeface="Inter"/>
                <a:ea typeface="Inter"/>
                <a:cs typeface="Inter"/>
              </a:defRPr>
            </a:lvl6pPr>
            <a:lvl7pPr algn="l">
              <a:defRPr sz="1744" b="1" i="0" kern="0" spc="-9">
                <a:solidFill>
                  <a:srgbClr val="0A2540"/>
                </a:solidFill>
                <a:latin typeface="Inter"/>
                <a:ea typeface="Inter"/>
                <a:cs typeface="Inter"/>
              </a:defRPr>
            </a:lvl7pPr>
            <a:lvl8pPr algn="l">
              <a:defRPr sz="1744" b="1" i="0" kern="0" spc="-9">
                <a:solidFill>
                  <a:srgbClr val="0A2540"/>
                </a:solidFill>
                <a:latin typeface="Inter"/>
                <a:ea typeface="Inter"/>
                <a:cs typeface="Inter"/>
              </a:defRPr>
            </a:lvl8pPr>
            <a:lvl9pPr algn="l">
              <a:defRPr sz="1744" b="1" i="0" kern="0" spc="-9">
                <a:solidFill>
                  <a:srgbClr val="0A2540"/>
                </a:solidFill>
                <a:latin typeface="Inter"/>
                <a:ea typeface="Inter"/>
                <a:cs typeface="Inter"/>
              </a:defRPr>
            </a:lvl9pPr>
          </a:lstStyle>
          <a:p>
            <a:pPr algn="l">
              <a:lnSpc>
                <a:spcPct val="100000"/>
              </a:lnSpc>
              <a:buNone/>
              <a:defRPr sz="1744" b="1" i="0" kern="0" spc="-9">
                <a:solidFill>
                  <a:srgbClr val="0A2540"/>
                </a:solidFill>
                <a:latin typeface="Inter"/>
                <a:ea typeface="Inter"/>
                <a:cs typeface="Inter"/>
              </a:defRPr>
            </a:pPr>
            <a:r>
              <a:rPr sz="1744" b="1" i="0" kern="0" spc="-9">
                <a:solidFill>
                  <a:srgbClr val="0A2540"/>
                </a:solidFill>
                <a:latin typeface="Inter"/>
                <a:ea typeface="Inter"/>
                <a:cs typeface="Inter"/>
              </a:rPr>
              <a:t>Production distortion</a:t>
            </a:r>
          </a:p>
        </p:txBody>
      </p:sp>
      <p:sp>
        <p:nvSpPr>
          <p:cNvPr id="53" name="s19 text 26">
            <a:extLst>
              <a:ext uri="{FF2B5EF4-FFF2-40B4-BE49-F238E27FC236}">
                <a16:creationId xmlns:a16="http://schemas.microsoft.com/office/drawing/2014/main" id="{185B1B3F-93EF-4F46-ADBE-82E41F9C7AA9}"/>
              </a:ext>
            </a:extLst>
          </p:cNvPr>
          <p:cNvSpPr>
            <a:spLocks noGrp="1"/>
          </p:cNvSpPr>
          <p:nvPr/>
        </p:nvSpPr>
        <p:spPr>
          <a:xfrm>
            <a:off x="9703418" y="3771677"/>
            <a:ext cx="2894076"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(½ × 1,150 × 25 = $14,375):</a:t>
            </a:r>
          </a:p>
        </p:txBody>
      </p:sp>
      <p:sp>
        <p:nvSpPr>
          <p:cNvPr id="54" name="s19 text 27">
            <a:extLst>
              <a:ext uri="{FF2B5EF4-FFF2-40B4-BE49-F238E27FC236}">
                <a16:creationId xmlns:a16="http://schemas.microsoft.com/office/drawing/2014/main" id="{8C3A2CA4-0D2D-4453-A7FE-11A3A8409FFD}"/>
              </a:ext>
            </a:extLst>
          </p:cNvPr>
          <p:cNvSpPr>
            <a:spLocks noGrp="1"/>
          </p:cNvSpPr>
          <p:nvPr/>
        </p:nvSpPr>
        <p:spPr>
          <a:xfrm>
            <a:off x="7379493" y="4071714"/>
            <a:ext cx="5313903"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resources are pulled into handbag production that</a:t>
            </a:r>
          </a:p>
        </p:txBody>
      </p:sp>
      <p:sp>
        <p:nvSpPr>
          <p:cNvPr id="55" name="s19 text 28">
            <a:extLst>
              <a:ext uri="{FF2B5EF4-FFF2-40B4-BE49-F238E27FC236}">
                <a16:creationId xmlns:a16="http://schemas.microsoft.com/office/drawing/2014/main" id="{BC0476CF-9FAA-43FB-9793-85FAE5897C3B}"/>
              </a:ext>
            </a:extLst>
          </p:cNvPr>
          <p:cNvSpPr>
            <a:spLocks noGrp="1"/>
          </p:cNvSpPr>
          <p:nvPr/>
        </p:nvSpPr>
        <p:spPr>
          <a:xfrm>
            <a:off x="7379493" y="4378895"/>
            <a:ext cx="4958334"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could have been bought abroad more cheaply.</a:t>
            </a:r>
          </a:p>
        </p:txBody>
      </p:sp>
      <p:sp>
        <p:nvSpPr>
          <p:cNvPr id="56" name="s19 text 29">
            <a:extLst>
              <a:ext uri="{FF2B5EF4-FFF2-40B4-BE49-F238E27FC236}">
                <a16:creationId xmlns:a16="http://schemas.microsoft.com/office/drawing/2014/main" id="{C60072A5-FC2F-40EE-9A2C-E1AAD51CC404}"/>
              </a:ext>
            </a:extLst>
          </p:cNvPr>
          <p:cNvSpPr>
            <a:spLocks noGrp="1"/>
          </p:cNvSpPr>
          <p:nvPr/>
        </p:nvSpPr>
        <p:spPr>
          <a:xfrm>
            <a:off x="7379493" y="4736083"/>
            <a:ext cx="2644616" cy="308146"/>
          </a:xfrm>
          <a:prstGeom prst="rect">
            <a:avLst/>
          </a:prstGeom>
          <a:noFill/>
          <a:ln w="0">
            <a:noFill/>
            <a:prstDash val="solid"/>
          </a:ln>
        </p:spPr>
        <p:txBody>
          <a:bodyPr wrap="none" lIns="0" tIns="0" rIns="0" bIns="0" anchor="t">
            <a:noAutofit/>
          </a:bodyPr>
          <a:lstStyle>
            <a:defPPr algn="l">
              <a:defRPr sz="1744" b="1" i="0" kern="0" spc="-9">
                <a:solidFill>
                  <a:srgbClr val="0A2540"/>
                </a:solidFill>
                <a:latin typeface="Inter"/>
                <a:ea typeface="Inter"/>
                <a:cs typeface="Inter"/>
              </a:defRPr>
            </a:defPPr>
            <a:lvl1pPr algn="l">
              <a:defRPr sz="1744" b="1" i="0" kern="0" spc="-9">
                <a:solidFill>
                  <a:srgbClr val="0A2540"/>
                </a:solidFill>
                <a:latin typeface="Inter"/>
                <a:ea typeface="Inter"/>
                <a:cs typeface="Inter"/>
              </a:defRPr>
            </a:lvl1pPr>
            <a:lvl2pPr algn="l">
              <a:defRPr sz="1744" b="1" i="0" kern="0" spc="-9">
                <a:solidFill>
                  <a:srgbClr val="0A2540"/>
                </a:solidFill>
                <a:latin typeface="Inter"/>
                <a:ea typeface="Inter"/>
                <a:cs typeface="Inter"/>
              </a:defRPr>
            </a:lvl2pPr>
            <a:lvl3pPr algn="l">
              <a:defRPr sz="1744" b="1" i="0" kern="0" spc="-9">
                <a:solidFill>
                  <a:srgbClr val="0A2540"/>
                </a:solidFill>
                <a:latin typeface="Inter"/>
                <a:ea typeface="Inter"/>
                <a:cs typeface="Inter"/>
              </a:defRPr>
            </a:lvl3pPr>
            <a:lvl4pPr algn="l">
              <a:defRPr sz="1744" b="1" i="0" kern="0" spc="-9">
                <a:solidFill>
                  <a:srgbClr val="0A2540"/>
                </a:solidFill>
                <a:latin typeface="Inter"/>
                <a:ea typeface="Inter"/>
                <a:cs typeface="Inter"/>
              </a:defRPr>
            </a:lvl4pPr>
            <a:lvl5pPr algn="l">
              <a:defRPr sz="1744" b="1" i="0" kern="0" spc="-9">
                <a:solidFill>
                  <a:srgbClr val="0A2540"/>
                </a:solidFill>
                <a:latin typeface="Inter"/>
                <a:ea typeface="Inter"/>
                <a:cs typeface="Inter"/>
              </a:defRPr>
            </a:lvl5pPr>
            <a:lvl6pPr algn="l">
              <a:defRPr sz="1744" b="1" i="0" kern="0" spc="-9">
                <a:solidFill>
                  <a:srgbClr val="0A2540"/>
                </a:solidFill>
                <a:latin typeface="Inter"/>
                <a:ea typeface="Inter"/>
                <a:cs typeface="Inter"/>
              </a:defRPr>
            </a:lvl6pPr>
            <a:lvl7pPr algn="l">
              <a:defRPr sz="1744" b="1" i="0" kern="0" spc="-9">
                <a:solidFill>
                  <a:srgbClr val="0A2540"/>
                </a:solidFill>
                <a:latin typeface="Inter"/>
                <a:ea typeface="Inter"/>
                <a:cs typeface="Inter"/>
              </a:defRPr>
            </a:lvl7pPr>
            <a:lvl8pPr algn="l">
              <a:defRPr sz="1744" b="1" i="0" kern="0" spc="-9">
                <a:solidFill>
                  <a:srgbClr val="0A2540"/>
                </a:solidFill>
                <a:latin typeface="Inter"/>
                <a:ea typeface="Inter"/>
                <a:cs typeface="Inter"/>
              </a:defRPr>
            </a:lvl8pPr>
            <a:lvl9pPr algn="l">
              <a:defRPr sz="1744" b="1" i="0" kern="0" spc="-9">
                <a:solidFill>
                  <a:srgbClr val="0A2540"/>
                </a:solidFill>
                <a:latin typeface="Inter"/>
                <a:ea typeface="Inter"/>
                <a:cs typeface="Inter"/>
              </a:defRPr>
            </a:lvl9pPr>
          </a:lstStyle>
          <a:p>
            <a:pPr algn="l">
              <a:lnSpc>
                <a:spcPct val="100000"/>
              </a:lnSpc>
              <a:buNone/>
              <a:defRPr sz="1744" b="1" i="0" kern="0" spc="-9">
                <a:solidFill>
                  <a:srgbClr val="0A2540"/>
                </a:solidFill>
                <a:latin typeface="Inter"/>
                <a:ea typeface="Inter"/>
                <a:cs typeface="Inter"/>
              </a:defRPr>
            </a:pPr>
            <a:r>
              <a:rPr sz="1744" b="1" i="0" kern="0" spc="-9">
                <a:solidFill>
                  <a:srgbClr val="0A2540"/>
                </a:solidFill>
                <a:latin typeface="Inter"/>
                <a:ea typeface="Inter"/>
                <a:cs typeface="Inter"/>
              </a:rPr>
              <a:t>Consumption distortion</a:t>
            </a:r>
          </a:p>
        </p:txBody>
      </p:sp>
      <p:sp>
        <p:nvSpPr>
          <p:cNvPr id="57" name="s19 text 30">
            <a:extLst>
              <a:ext uri="{FF2B5EF4-FFF2-40B4-BE49-F238E27FC236}">
                <a16:creationId xmlns:a16="http://schemas.microsoft.com/office/drawing/2014/main" id="{5CFDC2F1-368C-4B26-9595-07AC825820AD}"/>
              </a:ext>
            </a:extLst>
          </p:cNvPr>
          <p:cNvSpPr>
            <a:spLocks noGrp="1"/>
          </p:cNvSpPr>
          <p:nvPr/>
        </p:nvSpPr>
        <p:spPr>
          <a:xfrm>
            <a:off x="9971532" y="4736083"/>
            <a:ext cx="3033236"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(½ × 50 × 25 = $625): some</a:t>
            </a:r>
          </a:p>
        </p:txBody>
      </p:sp>
      <p:sp>
        <p:nvSpPr>
          <p:cNvPr id="58" name="s19 text 31">
            <a:extLst>
              <a:ext uri="{FF2B5EF4-FFF2-40B4-BE49-F238E27FC236}">
                <a16:creationId xmlns:a16="http://schemas.microsoft.com/office/drawing/2014/main" id="{73BAC651-A4EB-4D48-A81A-4A04E83790C1}"/>
              </a:ext>
            </a:extLst>
          </p:cNvPr>
          <p:cNvSpPr>
            <a:spLocks noGrp="1"/>
          </p:cNvSpPr>
          <p:nvPr/>
        </p:nvSpPr>
        <p:spPr>
          <a:xfrm>
            <a:off x="7379493" y="5036120"/>
            <a:ext cx="4745069"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mutually beneficial trades no longer happen.</a:t>
            </a:r>
          </a:p>
        </p:txBody>
      </p:sp>
      <p:sp>
        <p:nvSpPr>
          <p:cNvPr id="59" name="s19 text 32">
            <a:extLst>
              <a:ext uri="{FF2B5EF4-FFF2-40B4-BE49-F238E27FC236}">
                <a16:creationId xmlns:a16="http://schemas.microsoft.com/office/drawing/2014/main" id="{1B220CD1-557F-43DD-B4AD-241BE5692F8E}"/>
              </a:ext>
            </a:extLst>
          </p:cNvPr>
          <p:cNvSpPr>
            <a:spLocks noGrp="1"/>
          </p:cNvSpPr>
          <p:nvPr/>
        </p:nvSpPr>
        <p:spPr>
          <a:xfrm>
            <a:off x="514350" y="7370207"/>
            <a:ext cx="1906319"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QUESTION 5.2 · COUNTRY A</a:t>
            </a:r>
          </a:p>
        </p:txBody>
      </p:sp>
      <p:sp>
        <p:nvSpPr>
          <p:cNvPr id="60" name="s19 text 33">
            <a:extLst>
              <a:ext uri="{FF2B5EF4-FFF2-40B4-BE49-F238E27FC236}">
                <a16:creationId xmlns:a16="http://schemas.microsoft.com/office/drawing/2014/main" id="{A2A5D6D8-06D2-4CAB-8240-A96482183654}"/>
              </a:ext>
            </a:extLst>
          </p:cNvPr>
          <p:cNvSpPr>
            <a:spLocks noGrp="1"/>
          </p:cNvSpPr>
          <p:nvPr/>
        </p:nvSpPr>
        <p:spPr>
          <a:xfrm>
            <a:off x="12654037" y="7370207"/>
            <a:ext cx="576503"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19 / 26</a:t>
            </a:r>
          </a:p>
        </p:txBody>
      </p:sp>
    </p:spTree>
    <p:extLst>
      <p:ext uri="{BB962C8B-B14F-4D97-AF65-F5344CB8AC3E}">
        <p14:creationId xmlns:p14="http://schemas.microsoft.com/office/powerpoint/2010/main" val="16566438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Blueprint grid">
            <a:extLst>
              <a:ext uri="{FF2B5EF4-FFF2-40B4-BE49-F238E27FC236}">
                <a16:creationId xmlns:a16="http://schemas.microsoft.com/office/drawing/2014/main" id="{EFFB1834-6D6F-40F2-92DA-F270B56AF064}"/>
              </a:ext>
            </a:extLst>
          </p:cNvPr>
          <p:cNvSpPr>
            <a:spLocks noGrp="1"/>
          </p:cNvSpPr>
          <p:nvPr/>
        </p:nvSpPr>
        <p:spPr>
          <a:xfrm>
            <a:off x="7144" y="0"/>
            <a:ext cx="7144" cy="7715250"/>
          </a:xfrm>
          <a:prstGeom prst="rect">
            <a:avLst/>
          </a:prstGeom>
          <a:solidFill>
            <a:srgbClr val="0A2540">
              <a:alpha val="5000"/>
            </a:srgbClr>
          </a:solidFill>
          <a:ln w="0">
            <a:noFill/>
            <a:prstDash val="solid"/>
          </a:ln>
        </p:spPr>
      </p:sp>
      <p:sp>
        <p:nvSpPr>
          <p:cNvPr id="2" name="Blueprint grid">
            <a:extLst>
              <a:ext uri="{FF2B5EF4-FFF2-40B4-BE49-F238E27FC236}">
                <a16:creationId xmlns:a16="http://schemas.microsoft.com/office/drawing/2014/main" id="{EA58E2CB-B251-465A-9A8C-9E159DBABCC5}"/>
              </a:ext>
            </a:extLst>
          </p:cNvPr>
          <p:cNvSpPr>
            <a:spLocks noGrp="1"/>
          </p:cNvSpPr>
          <p:nvPr/>
        </p:nvSpPr>
        <p:spPr>
          <a:xfrm>
            <a:off x="578644" y="0"/>
            <a:ext cx="7144" cy="7715250"/>
          </a:xfrm>
          <a:prstGeom prst="rect">
            <a:avLst/>
          </a:prstGeom>
          <a:solidFill>
            <a:srgbClr val="0A2540">
              <a:alpha val="5000"/>
            </a:srgbClr>
          </a:solidFill>
          <a:ln w="0">
            <a:noFill/>
            <a:prstDash val="solid"/>
          </a:ln>
        </p:spPr>
      </p:sp>
      <p:sp>
        <p:nvSpPr>
          <p:cNvPr id="3" name="Blueprint grid">
            <a:extLst>
              <a:ext uri="{FF2B5EF4-FFF2-40B4-BE49-F238E27FC236}">
                <a16:creationId xmlns:a16="http://schemas.microsoft.com/office/drawing/2014/main" id="{F3E8D774-946A-4FBB-A080-9E1451A5687A}"/>
              </a:ext>
            </a:extLst>
          </p:cNvPr>
          <p:cNvSpPr>
            <a:spLocks noGrp="1"/>
          </p:cNvSpPr>
          <p:nvPr/>
        </p:nvSpPr>
        <p:spPr>
          <a:xfrm>
            <a:off x="9151144" y="0"/>
            <a:ext cx="7144" cy="7715250"/>
          </a:xfrm>
          <a:prstGeom prst="rect">
            <a:avLst/>
          </a:prstGeom>
          <a:solidFill>
            <a:srgbClr val="0A2540">
              <a:alpha val="5000"/>
            </a:srgbClr>
          </a:solidFill>
          <a:ln w="0">
            <a:noFill/>
            <a:prstDash val="solid"/>
          </a:ln>
        </p:spPr>
      </p:sp>
      <p:sp>
        <p:nvSpPr>
          <p:cNvPr id="4" name="Blueprint grid">
            <a:extLst>
              <a:ext uri="{FF2B5EF4-FFF2-40B4-BE49-F238E27FC236}">
                <a16:creationId xmlns:a16="http://schemas.microsoft.com/office/drawing/2014/main" id="{C12CB42D-F544-406D-B22C-FF4022E5C347}"/>
              </a:ext>
            </a:extLst>
          </p:cNvPr>
          <p:cNvSpPr>
            <a:spLocks noGrp="1"/>
          </p:cNvSpPr>
          <p:nvPr/>
        </p:nvSpPr>
        <p:spPr>
          <a:xfrm>
            <a:off x="9436894" y="0"/>
            <a:ext cx="7144" cy="7715250"/>
          </a:xfrm>
          <a:prstGeom prst="rect">
            <a:avLst/>
          </a:prstGeom>
          <a:solidFill>
            <a:srgbClr val="0A2540">
              <a:alpha val="5000"/>
            </a:srgbClr>
          </a:solidFill>
          <a:ln w="0">
            <a:noFill/>
            <a:prstDash val="solid"/>
          </a:ln>
        </p:spPr>
      </p:sp>
      <p:sp>
        <p:nvSpPr>
          <p:cNvPr id="5" name="Blueprint grid">
            <a:extLst>
              <a:ext uri="{FF2B5EF4-FFF2-40B4-BE49-F238E27FC236}">
                <a16:creationId xmlns:a16="http://schemas.microsoft.com/office/drawing/2014/main" id="{1AFD3633-C4B6-4163-B2B5-AB39A5747ADC}"/>
              </a:ext>
            </a:extLst>
          </p:cNvPr>
          <p:cNvSpPr>
            <a:spLocks noGrp="1"/>
          </p:cNvSpPr>
          <p:nvPr/>
        </p:nvSpPr>
        <p:spPr>
          <a:xfrm>
            <a:off x="9722644" y="0"/>
            <a:ext cx="7144" cy="7715250"/>
          </a:xfrm>
          <a:prstGeom prst="rect">
            <a:avLst/>
          </a:prstGeom>
          <a:solidFill>
            <a:srgbClr val="0A2540">
              <a:alpha val="5000"/>
            </a:srgbClr>
          </a:solidFill>
          <a:ln w="0">
            <a:noFill/>
            <a:prstDash val="solid"/>
          </a:ln>
        </p:spPr>
      </p:sp>
      <p:sp>
        <p:nvSpPr>
          <p:cNvPr id="6" name="Blueprint grid">
            <a:extLst>
              <a:ext uri="{FF2B5EF4-FFF2-40B4-BE49-F238E27FC236}">
                <a16:creationId xmlns:a16="http://schemas.microsoft.com/office/drawing/2014/main" id="{632FAC03-63E7-4577-B383-16ADA5BACF7A}"/>
              </a:ext>
            </a:extLst>
          </p:cNvPr>
          <p:cNvSpPr>
            <a:spLocks noGrp="1"/>
          </p:cNvSpPr>
          <p:nvPr/>
        </p:nvSpPr>
        <p:spPr>
          <a:xfrm>
            <a:off x="10008394" y="0"/>
            <a:ext cx="7144" cy="7715250"/>
          </a:xfrm>
          <a:prstGeom prst="rect">
            <a:avLst/>
          </a:prstGeom>
          <a:solidFill>
            <a:srgbClr val="0A2540">
              <a:alpha val="5000"/>
            </a:srgbClr>
          </a:solidFill>
          <a:ln w="0">
            <a:noFill/>
            <a:prstDash val="solid"/>
          </a:ln>
        </p:spPr>
      </p:sp>
      <p:sp>
        <p:nvSpPr>
          <p:cNvPr id="7" name="Blueprint grid">
            <a:extLst>
              <a:ext uri="{FF2B5EF4-FFF2-40B4-BE49-F238E27FC236}">
                <a16:creationId xmlns:a16="http://schemas.microsoft.com/office/drawing/2014/main" id="{977CB677-E294-46AA-8F92-AA3DC69515C8}"/>
              </a:ext>
            </a:extLst>
          </p:cNvPr>
          <p:cNvSpPr>
            <a:spLocks noGrp="1"/>
          </p:cNvSpPr>
          <p:nvPr/>
        </p:nvSpPr>
        <p:spPr>
          <a:xfrm>
            <a:off x="10294144" y="0"/>
            <a:ext cx="7144" cy="7715250"/>
          </a:xfrm>
          <a:prstGeom prst="rect">
            <a:avLst/>
          </a:prstGeom>
          <a:solidFill>
            <a:srgbClr val="0A2540">
              <a:alpha val="5000"/>
            </a:srgbClr>
          </a:solidFill>
          <a:ln w="0">
            <a:noFill/>
            <a:prstDash val="solid"/>
          </a:ln>
        </p:spPr>
      </p:sp>
      <p:sp>
        <p:nvSpPr>
          <p:cNvPr id="8" name="Blueprint grid">
            <a:extLst>
              <a:ext uri="{FF2B5EF4-FFF2-40B4-BE49-F238E27FC236}">
                <a16:creationId xmlns:a16="http://schemas.microsoft.com/office/drawing/2014/main" id="{80242463-238F-456B-9039-4D2F447F91D7}"/>
              </a:ext>
            </a:extLst>
          </p:cNvPr>
          <p:cNvSpPr>
            <a:spLocks noGrp="1"/>
          </p:cNvSpPr>
          <p:nvPr/>
        </p:nvSpPr>
        <p:spPr>
          <a:xfrm>
            <a:off x="10579894" y="0"/>
            <a:ext cx="7144" cy="7715250"/>
          </a:xfrm>
          <a:prstGeom prst="rect">
            <a:avLst/>
          </a:prstGeom>
          <a:solidFill>
            <a:srgbClr val="0A2540">
              <a:alpha val="5000"/>
            </a:srgbClr>
          </a:solidFill>
          <a:ln w="0">
            <a:noFill/>
            <a:prstDash val="solid"/>
          </a:ln>
        </p:spPr>
      </p:sp>
      <p:sp>
        <p:nvSpPr>
          <p:cNvPr id="9" name="Blueprint grid">
            <a:extLst>
              <a:ext uri="{FF2B5EF4-FFF2-40B4-BE49-F238E27FC236}">
                <a16:creationId xmlns:a16="http://schemas.microsoft.com/office/drawing/2014/main" id="{6126887D-9850-4D4E-930D-1A8DD1D0C5E3}"/>
              </a:ext>
            </a:extLst>
          </p:cNvPr>
          <p:cNvSpPr>
            <a:spLocks noGrp="1"/>
          </p:cNvSpPr>
          <p:nvPr/>
        </p:nvSpPr>
        <p:spPr>
          <a:xfrm>
            <a:off x="10865644" y="0"/>
            <a:ext cx="7144" cy="7715250"/>
          </a:xfrm>
          <a:prstGeom prst="rect">
            <a:avLst/>
          </a:prstGeom>
          <a:solidFill>
            <a:srgbClr val="0A2540">
              <a:alpha val="5000"/>
            </a:srgbClr>
          </a:solidFill>
          <a:ln w="0">
            <a:noFill/>
            <a:prstDash val="solid"/>
          </a:ln>
        </p:spPr>
      </p:sp>
      <p:sp>
        <p:nvSpPr>
          <p:cNvPr id="10" name="Layout surface">
            <a:extLst>
              <a:ext uri="{FF2B5EF4-FFF2-40B4-BE49-F238E27FC236}">
                <a16:creationId xmlns:a16="http://schemas.microsoft.com/office/drawing/2014/main" id="{D48EFBD1-7B5C-4265-9B28-7337ADECB6DF}"/>
              </a:ext>
            </a:extLst>
          </p:cNvPr>
          <p:cNvSpPr>
            <a:spLocks noGrp="1"/>
          </p:cNvSpPr>
          <p:nvPr/>
        </p:nvSpPr>
        <p:spPr>
          <a:xfrm>
            <a:off x="0" y="0"/>
            <a:ext cx="1428750" cy="35719"/>
          </a:xfrm>
          <a:prstGeom prst="rect">
            <a:avLst/>
          </a:prstGeom>
          <a:solidFill>
            <a:srgbClr val="0A2540"/>
          </a:solidFill>
          <a:ln w="0">
            <a:noFill/>
            <a:prstDash val="solid"/>
          </a:ln>
        </p:spPr>
      </p:sp>
      <p:sp>
        <p:nvSpPr>
          <p:cNvPr id="11" name="Layout surface">
            <a:extLst>
              <a:ext uri="{FF2B5EF4-FFF2-40B4-BE49-F238E27FC236}">
                <a16:creationId xmlns:a16="http://schemas.microsoft.com/office/drawing/2014/main" id="{FE8E651C-5520-4556-8BAE-040448CA36CE}"/>
              </a:ext>
            </a:extLst>
          </p:cNvPr>
          <p:cNvSpPr>
            <a:spLocks noGrp="1"/>
          </p:cNvSpPr>
          <p:nvPr/>
        </p:nvSpPr>
        <p:spPr>
          <a:xfrm>
            <a:off x="1428750" y="0"/>
            <a:ext cx="1000125" cy="35719"/>
          </a:xfrm>
          <a:prstGeom prst="rect">
            <a:avLst/>
          </a:prstGeom>
          <a:solidFill>
            <a:srgbClr val="1D4ED8"/>
          </a:solidFill>
          <a:ln w="0">
            <a:noFill/>
            <a:prstDash val="solid"/>
          </a:ln>
        </p:spPr>
      </p:sp>
      <p:sp>
        <p:nvSpPr>
          <p:cNvPr id="12" name="Layout surface">
            <a:extLst>
              <a:ext uri="{FF2B5EF4-FFF2-40B4-BE49-F238E27FC236}">
                <a16:creationId xmlns:a16="http://schemas.microsoft.com/office/drawing/2014/main" id="{395A53D5-836B-45A3-B1D8-57F43EDEE200}"/>
              </a:ext>
            </a:extLst>
          </p:cNvPr>
          <p:cNvSpPr>
            <a:spLocks noGrp="1"/>
          </p:cNvSpPr>
          <p:nvPr/>
        </p:nvSpPr>
        <p:spPr>
          <a:xfrm>
            <a:off x="2428875" y="0"/>
            <a:ext cx="11287125" cy="35719"/>
          </a:xfrm>
          <a:prstGeom prst="rect">
            <a:avLst/>
          </a:prstGeom>
          <a:solidFill>
            <a:srgbClr val="0A2540">
              <a:alpha val="16000"/>
            </a:srgbClr>
          </a:solidFill>
          <a:ln w="0">
            <a:noFill/>
            <a:prstDash val="solid"/>
          </a:ln>
        </p:spPr>
      </p:sp>
      <p:sp>
        <p:nvSpPr>
          <p:cNvPr id="13" name="s20 text 3">
            <a:extLst>
              <a:ext uri="{FF2B5EF4-FFF2-40B4-BE49-F238E27FC236}">
                <a16:creationId xmlns:a16="http://schemas.microsoft.com/office/drawing/2014/main" id="{C9104478-AA2C-4AA2-A643-C1EB03C25FF3}"/>
              </a:ext>
            </a:extLst>
          </p:cNvPr>
          <p:cNvSpPr>
            <a:spLocks noGrp="1"/>
          </p:cNvSpPr>
          <p:nvPr/>
        </p:nvSpPr>
        <p:spPr>
          <a:xfrm>
            <a:off x="10447734" y="-78581"/>
            <a:ext cx="3929062" cy="2711053"/>
          </a:xfrm>
          <a:prstGeom prst="rect">
            <a:avLst/>
          </a:prstGeom>
          <a:noFill/>
          <a:ln w="0">
            <a:noFill/>
            <a:prstDash val="solid"/>
          </a:ln>
        </p:spPr>
        <p:txBody>
          <a:bodyPr wrap="none" lIns="0" tIns="0" rIns="0" bIns="0" anchor="t">
            <a:noAutofit/>
          </a:bodyPr>
          <a:lstStyle>
            <a:defPPr algn="l">
              <a:defRPr sz="14062" b="1" i="0" kern="0" spc="-984">
                <a:solidFill>
                  <a:srgbClr val="0A2540">
                    <a:alpha val="7500"/>
                  </a:srgbClr>
                </a:solidFill>
                <a:latin typeface="JetBrains Mono"/>
                <a:ea typeface="JetBrains Mono"/>
                <a:cs typeface="JetBrains Mono"/>
              </a:defRPr>
            </a:defPPr>
            <a:lvl1pPr algn="l">
              <a:defRPr sz="14062" b="1" i="0" kern="0" spc="-984">
                <a:solidFill>
                  <a:srgbClr val="0A2540">
                    <a:alpha val="7500"/>
                  </a:srgbClr>
                </a:solidFill>
                <a:latin typeface="JetBrains Mono"/>
                <a:ea typeface="JetBrains Mono"/>
                <a:cs typeface="JetBrains Mono"/>
              </a:defRPr>
            </a:lvl1pPr>
            <a:lvl2pPr algn="l">
              <a:defRPr sz="14062" b="1" i="0" kern="0" spc="-984">
                <a:solidFill>
                  <a:srgbClr val="0A2540">
                    <a:alpha val="7500"/>
                  </a:srgbClr>
                </a:solidFill>
                <a:latin typeface="JetBrains Mono"/>
                <a:ea typeface="JetBrains Mono"/>
                <a:cs typeface="JetBrains Mono"/>
              </a:defRPr>
            </a:lvl2pPr>
            <a:lvl3pPr algn="l">
              <a:defRPr sz="14062" b="1" i="0" kern="0" spc="-984">
                <a:solidFill>
                  <a:srgbClr val="0A2540">
                    <a:alpha val="7500"/>
                  </a:srgbClr>
                </a:solidFill>
                <a:latin typeface="JetBrains Mono"/>
                <a:ea typeface="JetBrains Mono"/>
                <a:cs typeface="JetBrains Mono"/>
              </a:defRPr>
            </a:lvl3pPr>
            <a:lvl4pPr algn="l">
              <a:defRPr sz="14062" b="1" i="0" kern="0" spc="-984">
                <a:solidFill>
                  <a:srgbClr val="0A2540">
                    <a:alpha val="7500"/>
                  </a:srgbClr>
                </a:solidFill>
                <a:latin typeface="JetBrains Mono"/>
                <a:ea typeface="JetBrains Mono"/>
                <a:cs typeface="JetBrains Mono"/>
              </a:defRPr>
            </a:lvl4pPr>
            <a:lvl5pPr algn="l">
              <a:defRPr sz="14062" b="1" i="0" kern="0" spc="-984">
                <a:solidFill>
                  <a:srgbClr val="0A2540">
                    <a:alpha val="7500"/>
                  </a:srgbClr>
                </a:solidFill>
                <a:latin typeface="JetBrains Mono"/>
                <a:ea typeface="JetBrains Mono"/>
                <a:cs typeface="JetBrains Mono"/>
              </a:defRPr>
            </a:lvl5pPr>
            <a:lvl6pPr algn="l">
              <a:defRPr sz="14062" b="1" i="0" kern="0" spc="-984">
                <a:solidFill>
                  <a:srgbClr val="0A2540">
                    <a:alpha val="7500"/>
                  </a:srgbClr>
                </a:solidFill>
                <a:latin typeface="JetBrains Mono"/>
                <a:ea typeface="JetBrains Mono"/>
                <a:cs typeface="JetBrains Mono"/>
              </a:defRPr>
            </a:lvl6pPr>
            <a:lvl7pPr algn="l">
              <a:defRPr sz="14062" b="1" i="0" kern="0" spc="-984">
                <a:solidFill>
                  <a:srgbClr val="0A2540">
                    <a:alpha val="7500"/>
                  </a:srgbClr>
                </a:solidFill>
                <a:latin typeface="JetBrains Mono"/>
                <a:ea typeface="JetBrains Mono"/>
                <a:cs typeface="JetBrains Mono"/>
              </a:defRPr>
            </a:lvl7pPr>
            <a:lvl8pPr algn="l">
              <a:defRPr sz="14062" b="1" i="0" kern="0" spc="-984">
                <a:solidFill>
                  <a:srgbClr val="0A2540">
                    <a:alpha val="7500"/>
                  </a:srgbClr>
                </a:solidFill>
                <a:latin typeface="JetBrains Mono"/>
                <a:ea typeface="JetBrains Mono"/>
                <a:cs typeface="JetBrains Mono"/>
              </a:defRPr>
            </a:lvl8pPr>
            <a:lvl9pPr algn="l">
              <a:defRPr sz="14062" b="1" i="0" kern="0" spc="-984">
                <a:solidFill>
                  <a:srgbClr val="0A2540">
                    <a:alpha val="7500"/>
                  </a:srgbClr>
                </a:solidFill>
                <a:latin typeface="JetBrains Mono"/>
                <a:ea typeface="JetBrains Mono"/>
                <a:cs typeface="JetBrains Mono"/>
              </a:defRPr>
            </a:lvl9pPr>
          </a:lstStyle>
          <a:p>
            <a:pPr algn="l">
              <a:lnSpc>
                <a:spcPct val="100000"/>
              </a:lnSpc>
              <a:buNone/>
              <a:defRPr sz="14062" b="1" i="0" kern="0" spc="-984">
                <a:solidFill>
                  <a:srgbClr val="0A2540">
                    <a:alpha val="7500"/>
                  </a:srgbClr>
                </a:solidFill>
                <a:latin typeface="JetBrains Mono"/>
                <a:ea typeface="JetBrains Mono"/>
                <a:cs typeface="JetBrains Mono"/>
              </a:defRPr>
            </a:pPr>
            <a:r>
              <a:rPr sz="14062" b="1" i="0" kern="0" spc="-984">
                <a:solidFill>
                  <a:srgbClr val="0A2540">
                    <a:alpha val="7500"/>
                  </a:srgbClr>
                </a:solidFill>
                <a:latin typeface="JetBrains Mono"/>
                <a:ea typeface="JetBrains Mono"/>
                <a:cs typeface="JetBrains Mono"/>
              </a:rPr>
              <a:t>5.3</a:t>
            </a:r>
          </a:p>
        </p:txBody>
      </p:sp>
      <p:sp>
        <p:nvSpPr>
          <p:cNvPr id="14" name="Source layout 5">
            <a:extLst>
              <a:ext uri="{FF2B5EF4-FFF2-40B4-BE49-F238E27FC236}">
                <a16:creationId xmlns:a16="http://schemas.microsoft.com/office/drawing/2014/main" id="{027CD74D-A9D4-4158-BE75-FB2011E64202}"/>
              </a:ext>
            </a:extLst>
          </p:cNvPr>
          <p:cNvSpPr>
            <a:spLocks noGrp="1"/>
          </p:cNvSpPr>
          <p:nvPr/>
        </p:nvSpPr>
        <p:spPr>
          <a:xfrm>
            <a:off x="514350" y="1900237"/>
            <a:ext cx="78581" cy="78581"/>
          </a:xfrm>
          <a:custGeom>
            <a:avLst/>
            <a:gdLst/>
            <a:ahLst/>
            <a:cxnLst/>
            <a:rect l="0" t="0" r="0" b="0"/>
            <a:pathLst>
              <a:path w="78581" h="78581">
                <a:moveTo>
                  <a:pt x="0" y="0"/>
                </a:moveTo>
                <a:lnTo>
                  <a:pt x="78581" y="0"/>
                </a:lnTo>
                <a:lnTo>
                  <a:pt x="78581" y="78581"/>
                </a:lnTo>
                <a:lnTo>
                  <a:pt x="0" y="78581"/>
                </a:lnTo>
                <a:close/>
              </a:path>
            </a:pathLst>
          </a:custGeom>
          <a:solidFill>
            <a:srgbClr val="1D4ED8"/>
          </a:solidFill>
          <a:ln w="7144">
            <a:noFill/>
            <a:prstDash val="solid"/>
          </a:ln>
        </p:spPr>
      </p:sp>
      <p:sp>
        <p:nvSpPr>
          <p:cNvPr id="15" name="Source layout 6">
            <a:extLst>
              <a:ext uri="{FF2B5EF4-FFF2-40B4-BE49-F238E27FC236}">
                <a16:creationId xmlns:a16="http://schemas.microsoft.com/office/drawing/2014/main" id="{0111A899-0FD7-44A8-9337-10A8F251860B}"/>
              </a:ext>
            </a:extLst>
          </p:cNvPr>
          <p:cNvSpPr>
            <a:spLocks noGrp="1"/>
          </p:cNvSpPr>
          <p:nvPr/>
        </p:nvSpPr>
        <p:spPr>
          <a:xfrm>
            <a:off x="514350" y="7250906"/>
            <a:ext cx="12687299" cy="7144"/>
          </a:xfrm>
          <a:custGeom>
            <a:avLst/>
            <a:gdLst/>
            <a:ahLst/>
            <a:cxnLst/>
            <a:rect l="0" t="0" r="0" b="0"/>
            <a:pathLst>
              <a:path w="12687299" h="7144">
                <a:moveTo>
                  <a:pt x="0" y="0"/>
                </a:moveTo>
                <a:lnTo>
                  <a:pt x="12687299" y="0"/>
                </a:lnTo>
                <a:lnTo>
                  <a:pt x="12687299" y="7144"/>
                </a:lnTo>
                <a:lnTo>
                  <a:pt x="0" y="7144"/>
                </a:lnTo>
                <a:close/>
              </a:path>
            </a:pathLst>
          </a:custGeom>
          <a:solidFill>
            <a:srgbClr val="0A2540">
              <a:alpha val="16080"/>
            </a:srgbClr>
          </a:solidFill>
          <a:ln w="7144">
            <a:noFill/>
            <a:prstDash val="solid"/>
          </a:ln>
        </p:spPr>
      </p:sp>
      <p:sp>
        <p:nvSpPr>
          <p:cNvPr id="16" name="Source layout 7">
            <a:extLst>
              <a:ext uri="{FF2B5EF4-FFF2-40B4-BE49-F238E27FC236}">
                <a16:creationId xmlns:a16="http://schemas.microsoft.com/office/drawing/2014/main" id="{5AACF007-AD3C-4200-A715-C36B3A1B4FD8}"/>
              </a:ext>
            </a:extLst>
          </p:cNvPr>
          <p:cNvSpPr>
            <a:spLocks noGrp="1"/>
          </p:cNvSpPr>
          <p:nvPr/>
        </p:nvSpPr>
        <p:spPr>
          <a:xfrm>
            <a:off x="514350" y="2786062"/>
            <a:ext cx="11715750" cy="2814637"/>
          </a:xfrm>
          <a:custGeom>
            <a:avLst/>
            <a:gdLst/>
            <a:ahLst/>
            <a:cxnLst/>
            <a:rect l="0" t="0" r="0" b="0"/>
            <a:pathLst>
              <a:path w="11715750" h="2814637">
                <a:moveTo>
                  <a:pt x="0" y="0"/>
                </a:moveTo>
                <a:lnTo>
                  <a:pt x="11715750" y="0"/>
                </a:lnTo>
                <a:lnTo>
                  <a:pt x="11715750" y="2814637"/>
                </a:lnTo>
                <a:lnTo>
                  <a:pt x="0" y="2814637"/>
                </a:lnTo>
                <a:close/>
              </a:path>
            </a:pathLst>
          </a:custGeom>
          <a:solidFill>
            <a:srgbClr val="FFFFFF"/>
          </a:solidFill>
          <a:ln w="7144">
            <a:noFill/>
            <a:prstDash val="solid"/>
          </a:ln>
        </p:spPr>
      </p:sp>
      <p:sp>
        <p:nvSpPr>
          <p:cNvPr id="17" name="Source layout 8">
            <a:extLst>
              <a:ext uri="{FF2B5EF4-FFF2-40B4-BE49-F238E27FC236}">
                <a16:creationId xmlns:a16="http://schemas.microsoft.com/office/drawing/2014/main" id="{9D18A370-7A16-44EE-AB66-3DBBA11D2B45}"/>
              </a:ext>
            </a:extLst>
          </p:cNvPr>
          <p:cNvSpPr>
            <a:spLocks noGrp="1"/>
          </p:cNvSpPr>
          <p:nvPr/>
        </p:nvSpPr>
        <p:spPr>
          <a:xfrm>
            <a:off x="514350" y="2786062"/>
            <a:ext cx="11715750" cy="7144"/>
          </a:xfrm>
          <a:custGeom>
            <a:avLst/>
            <a:gdLst/>
            <a:ahLst/>
            <a:cxnLst/>
            <a:rect l="0" t="0" r="0" b="0"/>
            <a:pathLst>
              <a:path w="11715750" h="7144">
                <a:moveTo>
                  <a:pt x="0" y="0"/>
                </a:moveTo>
                <a:lnTo>
                  <a:pt x="11715750" y="0"/>
                </a:lnTo>
                <a:lnTo>
                  <a:pt x="11715750" y="7144"/>
                </a:lnTo>
                <a:lnTo>
                  <a:pt x="0" y="7144"/>
                </a:lnTo>
                <a:close/>
              </a:path>
            </a:pathLst>
          </a:custGeom>
          <a:solidFill>
            <a:srgbClr val="0A2540">
              <a:alpha val="34120"/>
            </a:srgbClr>
          </a:solidFill>
          <a:ln w="7144">
            <a:noFill/>
            <a:prstDash val="solid"/>
          </a:ln>
        </p:spPr>
      </p:sp>
      <p:sp>
        <p:nvSpPr>
          <p:cNvPr id="18" name="Source layout 9">
            <a:extLst>
              <a:ext uri="{FF2B5EF4-FFF2-40B4-BE49-F238E27FC236}">
                <a16:creationId xmlns:a16="http://schemas.microsoft.com/office/drawing/2014/main" id="{25293ADA-869D-44E9-B811-12541159ADDB}"/>
              </a:ext>
            </a:extLst>
          </p:cNvPr>
          <p:cNvSpPr>
            <a:spLocks noGrp="1"/>
          </p:cNvSpPr>
          <p:nvPr/>
        </p:nvSpPr>
        <p:spPr>
          <a:xfrm>
            <a:off x="514350" y="5593556"/>
            <a:ext cx="11715750" cy="7144"/>
          </a:xfrm>
          <a:custGeom>
            <a:avLst/>
            <a:gdLst/>
            <a:ahLst/>
            <a:cxnLst/>
            <a:rect l="0" t="0" r="0" b="0"/>
            <a:pathLst>
              <a:path w="11715750" h="7144">
                <a:moveTo>
                  <a:pt x="0" y="0"/>
                </a:moveTo>
                <a:lnTo>
                  <a:pt x="11715750" y="0"/>
                </a:lnTo>
                <a:lnTo>
                  <a:pt x="11715750" y="7144"/>
                </a:lnTo>
                <a:lnTo>
                  <a:pt x="0" y="7144"/>
                </a:lnTo>
                <a:close/>
              </a:path>
            </a:pathLst>
          </a:custGeom>
          <a:solidFill>
            <a:srgbClr val="0A2540">
              <a:alpha val="34120"/>
            </a:srgbClr>
          </a:solidFill>
          <a:ln w="7144">
            <a:noFill/>
            <a:prstDash val="solid"/>
          </a:ln>
        </p:spPr>
      </p:sp>
      <p:sp>
        <p:nvSpPr>
          <p:cNvPr id="19" name="Source layout 10">
            <a:extLst>
              <a:ext uri="{FF2B5EF4-FFF2-40B4-BE49-F238E27FC236}">
                <a16:creationId xmlns:a16="http://schemas.microsoft.com/office/drawing/2014/main" id="{E20DC4C9-2ED0-435D-8464-4E50766E0288}"/>
              </a:ext>
            </a:extLst>
          </p:cNvPr>
          <p:cNvSpPr>
            <a:spLocks noGrp="1"/>
          </p:cNvSpPr>
          <p:nvPr/>
        </p:nvSpPr>
        <p:spPr>
          <a:xfrm>
            <a:off x="12222956" y="2786062"/>
            <a:ext cx="7144" cy="2814637"/>
          </a:xfrm>
          <a:custGeom>
            <a:avLst/>
            <a:gdLst/>
            <a:ahLst/>
            <a:cxnLst/>
            <a:rect l="0" t="0" r="0" b="0"/>
            <a:pathLst>
              <a:path w="7144" h="2814637">
                <a:moveTo>
                  <a:pt x="0" y="0"/>
                </a:moveTo>
                <a:lnTo>
                  <a:pt x="7144" y="0"/>
                </a:lnTo>
                <a:lnTo>
                  <a:pt x="7144" y="2814637"/>
                </a:lnTo>
                <a:lnTo>
                  <a:pt x="0" y="2814637"/>
                </a:lnTo>
                <a:close/>
              </a:path>
            </a:pathLst>
          </a:custGeom>
          <a:solidFill>
            <a:srgbClr val="0A2540">
              <a:alpha val="34120"/>
            </a:srgbClr>
          </a:solidFill>
          <a:ln w="7144">
            <a:noFill/>
            <a:prstDash val="solid"/>
          </a:ln>
        </p:spPr>
      </p:sp>
      <p:sp>
        <p:nvSpPr>
          <p:cNvPr id="20" name="Source layout 11">
            <a:extLst>
              <a:ext uri="{FF2B5EF4-FFF2-40B4-BE49-F238E27FC236}">
                <a16:creationId xmlns:a16="http://schemas.microsoft.com/office/drawing/2014/main" id="{81EBD756-2900-4DE3-8A32-8678C355F975}"/>
              </a:ext>
            </a:extLst>
          </p:cNvPr>
          <p:cNvSpPr>
            <a:spLocks noGrp="1"/>
          </p:cNvSpPr>
          <p:nvPr/>
        </p:nvSpPr>
        <p:spPr>
          <a:xfrm>
            <a:off x="514350" y="2786062"/>
            <a:ext cx="42862" cy="2814637"/>
          </a:xfrm>
          <a:custGeom>
            <a:avLst/>
            <a:gdLst/>
            <a:ahLst/>
            <a:cxnLst/>
            <a:rect l="0" t="0" r="0" b="0"/>
            <a:pathLst>
              <a:path w="42862" h="2814637">
                <a:moveTo>
                  <a:pt x="0" y="0"/>
                </a:moveTo>
                <a:lnTo>
                  <a:pt x="0" y="2814637"/>
                </a:lnTo>
                <a:lnTo>
                  <a:pt x="42862" y="2807494"/>
                </a:lnTo>
                <a:lnTo>
                  <a:pt x="42862" y="7144"/>
                </a:lnTo>
              </a:path>
            </a:pathLst>
          </a:custGeom>
          <a:solidFill>
            <a:srgbClr val="0A2540"/>
          </a:solidFill>
          <a:ln w="7144">
            <a:noFill/>
            <a:prstDash val="solid"/>
          </a:ln>
        </p:spPr>
      </p:sp>
      <p:sp>
        <p:nvSpPr>
          <p:cNvPr id="21" name="Source layout 12">
            <a:extLst>
              <a:ext uri="{FF2B5EF4-FFF2-40B4-BE49-F238E27FC236}">
                <a16:creationId xmlns:a16="http://schemas.microsoft.com/office/drawing/2014/main" id="{68FFB729-E7BF-4CBE-B276-5D67AB549482}"/>
              </a:ext>
            </a:extLst>
          </p:cNvPr>
          <p:cNvSpPr>
            <a:spLocks noGrp="1"/>
          </p:cNvSpPr>
          <p:nvPr/>
        </p:nvSpPr>
        <p:spPr>
          <a:xfrm>
            <a:off x="557212" y="2793206"/>
            <a:ext cx="1100137" cy="228600"/>
          </a:xfrm>
          <a:custGeom>
            <a:avLst/>
            <a:gdLst/>
            <a:ahLst/>
            <a:cxnLst/>
            <a:rect l="0" t="0" r="0" b="0"/>
            <a:pathLst>
              <a:path w="1100137" h="228600">
                <a:moveTo>
                  <a:pt x="0" y="0"/>
                </a:moveTo>
                <a:lnTo>
                  <a:pt x="1100137" y="0"/>
                </a:lnTo>
                <a:lnTo>
                  <a:pt x="1100137" y="228600"/>
                </a:lnTo>
                <a:lnTo>
                  <a:pt x="0" y="228600"/>
                </a:lnTo>
                <a:close/>
              </a:path>
            </a:pathLst>
          </a:custGeom>
          <a:solidFill>
            <a:srgbClr val="0A2540"/>
          </a:solidFill>
          <a:ln w="7144">
            <a:noFill/>
            <a:prstDash val="solid"/>
          </a:ln>
        </p:spPr>
      </p:sp>
      <p:sp>
        <p:nvSpPr>
          <p:cNvPr id="22" name="s20 text 1">
            <a:extLst>
              <a:ext uri="{FF2B5EF4-FFF2-40B4-BE49-F238E27FC236}">
                <a16:creationId xmlns:a16="http://schemas.microsoft.com/office/drawing/2014/main" id="{2E09FF84-78D0-482E-AEAD-034B527FACC2}"/>
              </a:ext>
            </a:extLst>
          </p:cNvPr>
          <p:cNvSpPr>
            <a:spLocks noGrp="1"/>
          </p:cNvSpPr>
          <p:nvPr/>
        </p:nvSpPr>
        <p:spPr>
          <a:xfrm>
            <a:off x="678656" y="1869376"/>
            <a:ext cx="2400303" cy="173507"/>
          </a:xfrm>
          <a:prstGeom prst="rect">
            <a:avLst/>
          </a:prstGeom>
          <a:noFill/>
          <a:ln w="0">
            <a:noFill/>
            <a:prstDash val="solid"/>
          </a:ln>
        </p:spPr>
        <p:txBody>
          <a:bodyPr wrap="none" lIns="0" tIns="0" rIns="0" bIns="0" anchor="t">
            <a:noAutofit/>
          </a:bodyPr>
          <a:lstStyle>
            <a:defPPr algn="l">
              <a:defRPr sz="900" b="0" i="0" kern="0" spc="180">
                <a:solidFill>
                  <a:srgbClr val="1D4ED8"/>
                </a:solidFill>
                <a:latin typeface="JetBrains Mono"/>
                <a:ea typeface="JetBrains Mono"/>
                <a:cs typeface="JetBrains Mono"/>
              </a:defRPr>
            </a:defPPr>
            <a:lvl1pPr algn="l">
              <a:defRPr sz="900" b="0" i="0" kern="0" spc="180">
                <a:solidFill>
                  <a:srgbClr val="1D4ED8"/>
                </a:solidFill>
                <a:latin typeface="JetBrains Mono"/>
                <a:ea typeface="JetBrains Mono"/>
                <a:cs typeface="JetBrains Mono"/>
              </a:defRPr>
            </a:lvl1pPr>
            <a:lvl2pPr algn="l">
              <a:defRPr sz="900" b="0" i="0" kern="0" spc="180">
                <a:solidFill>
                  <a:srgbClr val="1D4ED8"/>
                </a:solidFill>
                <a:latin typeface="JetBrains Mono"/>
                <a:ea typeface="JetBrains Mono"/>
                <a:cs typeface="JetBrains Mono"/>
              </a:defRPr>
            </a:lvl2pPr>
            <a:lvl3pPr algn="l">
              <a:defRPr sz="900" b="0" i="0" kern="0" spc="180">
                <a:solidFill>
                  <a:srgbClr val="1D4ED8"/>
                </a:solidFill>
                <a:latin typeface="JetBrains Mono"/>
                <a:ea typeface="JetBrains Mono"/>
                <a:cs typeface="JetBrains Mono"/>
              </a:defRPr>
            </a:lvl3pPr>
            <a:lvl4pPr algn="l">
              <a:defRPr sz="900" b="0" i="0" kern="0" spc="180">
                <a:solidFill>
                  <a:srgbClr val="1D4ED8"/>
                </a:solidFill>
                <a:latin typeface="JetBrains Mono"/>
                <a:ea typeface="JetBrains Mono"/>
                <a:cs typeface="JetBrains Mono"/>
              </a:defRPr>
            </a:lvl4pPr>
            <a:lvl5pPr algn="l">
              <a:defRPr sz="900" b="0" i="0" kern="0" spc="180">
                <a:solidFill>
                  <a:srgbClr val="1D4ED8"/>
                </a:solidFill>
                <a:latin typeface="JetBrains Mono"/>
                <a:ea typeface="JetBrains Mono"/>
                <a:cs typeface="JetBrains Mono"/>
              </a:defRPr>
            </a:lvl5pPr>
            <a:lvl6pPr algn="l">
              <a:defRPr sz="900" b="0" i="0" kern="0" spc="180">
                <a:solidFill>
                  <a:srgbClr val="1D4ED8"/>
                </a:solidFill>
                <a:latin typeface="JetBrains Mono"/>
                <a:ea typeface="JetBrains Mono"/>
                <a:cs typeface="JetBrains Mono"/>
              </a:defRPr>
            </a:lvl6pPr>
            <a:lvl7pPr algn="l">
              <a:defRPr sz="900" b="0" i="0" kern="0" spc="180">
                <a:solidFill>
                  <a:srgbClr val="1D4ED8"/>
                </a:solidFill>
                <a:latin typeface="JetBrains Mono"/>
                <a:ea typeface="JetBrains Mono"/>
                <a:cs typeface="JetBrains Mono"/>
              </a:defRPr>
            </a:lvl7pPr>
            <a:lvl8pPr algn="l">
              <a:defRPr sz="900" b="0" i="0" kern="0" spc="180">
                <a:solidFill>
                  <a:srgbClr val="1D4ED8"/>
                </a:solidFill>
                <a:latin typeface="JetBrains Mono"/>
                <a:ea typeface="JetBrains Mono"/>
                <a:cs typeface="JetBrains Mono"/>
              </a:defRPr>
            </a:lvl8pPr>
            <a:lvl9pPr algn="l">
              <a:defRPr sz="900" b="0" i="0" kern="0" spc="180">
                <a:solidFill>
                  <a:srgbClr val="1D4ED8"/>
                </a:solidFill>
                <a:latin typeface="JetBrains Mono"/>
                <a:ea typeface="JetBrains Mono"/>
                <a:cs typeface="JetBrains Mono"/>
              </a:defRPr>
            </a:lvl9pPr>
          </a:lstStyle>
          <a:p>
            <a:pPr algn="l">
              <a:lnSpc>
                <a:spcPct val="100000"/>
              </a:lnSpc>
              <a:buNone/>
              <a:defRPr sz="900" b="0" i="0" kern="0" spc="180">
                <a:solidFill>
                  <a:srgbClr val="1D4ED8"/>
                </a:solidFill>
                <a:latin typeface="JetBrains Mono"/>
                <a:ea typeface="JetBrains Mono"/>
                <a:cs typeface="JetBrains Mono"/>
              </a:defRPr>
            </a:pPr>
            <a:r>
              <a:rPr sz="900" b="0" i="0" kern="0" spc="180">
                <a:solidFill>
                  <a:srgbClr val="1D4ED8"/>
                </a:solidFill>
                <a:latin typeface="JetBrains Mono"/>
                <a:ea typeface="JetBrains Mono"/>
                <a:cs typeface="JetBrains Mono"/>
              </a:rPr>
              <a:t>PART 4 OF 5 · QUESTION 5.3</a:t>
            </a:r>
          </a:p>
        </p:txBody>
      </p:sp>
      <p:sp>
        <p:nvSpPr>
          <p:cNvPr id="23" name="s20 text 2">
            <a:extLst>
              <a:ext uri="{FF2B5EF4-FFF2-40B4-BE49-F238E27FC236}">
                <a16:creationId xmlns:a16="http://schemas.microsoft.com/office/drawing/2014/main" id="{C206EC8F-9661-4DBE-AEEB-4C2571640E82}"/>
              </a:ext>
            </a:extLst>
          </p:cNvPr>
          <p:cNvSpPr>
            <a:spLocks noGrp="1"/>
          </p:cNvSpPr>
          <p:nvPr/>
        </p:nvSpPr>
        <p:spPr>
          <a:xfrm>
            <a:off x="514350" y="2071687"/>
            <a:ext cx="7028116" cy="636173"/>
          </a:xfrm>
          <a:prstGeom prst="rect">
            <a:avLst/>
          </a:prstGeom>
          <a:noFill/>
          <a:ln w="0">
            <a:noFill/>
            <a:prstDash val="solid"/>
          </a:ln>
        </p:spPr>
        <p:txBody>
          <a:bodyPr wrap="none" lIns="0" tIns="0" rIns="0" bIns="0" anchor="t">
            <a:noAutofit/>
          </a:bodyPr>
          <a:lstStyle>
            <a:defPPr algn="l">
              <a:defRPr sz="3600" b="0" i="0" kern="0" spc="-115">
                <a:solidFill>
                  <a:srgbClr val="0A2540"/>
                </a:solidFill>
                <a:latin typeface="Inter ExtraBold"/>
                <a:ea typeface="Inter ExtraBold"/>
                <a:cs typeface="Inter ExtraBold"/>
              </a:defRPr>
            </a:defPPr>
            <a:lvl1pPr algn="l">
              <a:defRPr sz="3600" b="0" i="0" kern="0" spc="-115">
                <a:solidFill>
                  <a:srgbClr val="0A2540"/>
                </a:solidFill>
                <a:latin typeface="Inter ExtraBold"/>
                <a:ea typeface="Inter ExtraBold"/>
                <a:cs typeface="Inter ExtraBold"/>
              </a:defRPr>
            </a:lvl1pPr>
            <a:lvl2pPr algn="l">
              <a:defRPr sz="3600" b="0" i="0" kern="0" spc="-115">
                <a:solidFill>
                  <a:srgbClr val="0A2540"/>
                </a:solidFill>
                <a:latin typeface="Inter ExtraBold"/>
                <a:ea typeface="Inter ExtraBold"/>
                <a:cs typeface="Inter ExtraBold"/>
              </a:defRPr>
            </a:lvl2pPr>
            <a:lvl3pPr algn="l">
              <a:defRPr sz="3600" b="0" i="0" kern="0" spc="-115">
                <a:solidFill>
                  <a:srgbClr val="0A2540"/>
                </a:solidFill>
                <a:latin typeface="Inter ExtraBold"/>
                <a:ea typeface="Inter ExtraBold"/>
                <a:cs typeface="Inter ExtraBold"/>
              </a:defRPr>
            </a:lvl3pPr>
            <a:lvl4pPr algn="l">
              <a:defRPr sz="3600" b="0" i="0" kern="0" spc="-115">
                <a:solidFill>
                  <a:srgbClr val="0A2540"/>
                </a:solidFill>
                <a:latin typeface="Inter ExtraBold"/>
                <a:ea typeface="Inter ExtraBold"/>
                <a:cs typeface="Inter ExtraBold"/>
              </a:defRPr>
            </a:lvl4pPr>
            <a:lvl5pPr algn="l">
              <a:defRPr sz="3600" b="0" i="0" kern="0" spc="-115">
                <a:solidFill>
                  <a:srgbClr val="0A2540"/>
                </a:solidFill>
                <a:latin typeface="Inter ExtraBold"/>
                <a:ea typeface="Inter ExtraBold"/>
                <a:cs typeface="Inter ExtraBold"/>
              </a:defRPr>
            </a:lvl5pPr>
            <a:lvl6pPr algn="l">
              <a:defRPr sz="3600" b="0" i="0" kern="0" spc="-115">
                <a:solidFill>
                  <a:srgbClr val="0A2540"/>
                </a:solidFill>
                <a:latin typeface="Inter ExtraBold"/>
                <a:ea typeface="Inter ExtraBold"/>
                <a:cs typeface="Inter ExtraBold"/>
              </a:defRPr>
            </a:lvl6pPr>
            <a:lvl7pPr algn="l">
              <a:defRPr sz="3600" b="0" i="0" kern="0" spc="-115">
                <a:solidFill>
                  <a:srgbClr val="0A2540"/>
                </a:solidFill>
                <a:latin typeface="Inter ExtraBold"/>
                <a:ea typeface="Inter ExtraBold"/>
                <a:cs typeface="Inter ExtraBold"/>
              </a:defRPr>
            </a:lvl7pPr>
            <a:lvl8pPr algn="l">
              <a:defRPr sz="3600" b="0" i="0" kern="0" spc="-115">
                <a:solidFill>
                  <a:srgbClr val="0A2540"/>
                </a:solidFill>
                <a:latin typeface="Inter ExtraBold"/>
                <a:ea typeface="Inter ExtraBold"/>
                <a:cs typeface="Inter ExtraBold"/>
              </a:defRPr>
            </a:lvl8pPr>
            <a:lvl9pPr algn="l">
              <a:defRPr sz="3600" b="0" i="0" kern="0" spc="-115">
                <a:solidFill>
                  <a:srgbClr val="0A2540"/>
                </a:solidFill>
                <a:latin typeface="Inter ExtraBold"/>
                <a:ea typeface="Inter ExtraBold"/>
                <a:cs typeface="Inter ExtraBold"/>
              </a:defRPr>
            </a:lvl9pPr>
          </a:lstStyle>
          <a:p>
            <a:pPr algn="l">
              <a:lnSpc>
                <a:spcPct val="100000"/>
              </a:lnSpc>
              <a:buNone/>
              <a:defRPr sz="3600" b="0" i="0" kern="0" spc="-115">
                <a:solidFill>
                  <a:srgbClr val="0A2540"/>
                </a:solidFill>
                <a:latin typeface="Inter ExtraBold"/>
                <a:ea typeface="Inter ExtraBold"/>
                <a:cs typeface="Inter ExtraBold"/>
              </a:defRPr>
            </a:pPr>
            <a:r>
              <a:rPr sz="3600" b="0" i="0" kern="0" spc="-115">
                <a:solidFill>
                  <a:srgbClr val="0A2540"/>
                </a:solidFill>
                <a:latin typeface="Inter ExtraBold"/>
                <a:ea typeface="Inter ExtraBold"/>
                <a:cs typeface="Inter ExtraBold"/>
              </a:rPr>
              <a:t>The generator market in Egypt</a:t>
            </a:r>
          </a:p>
        </p:txBody>
      </p:sp>
      <p:sp>
        <p:nvSpPr>
          <p:cNvPr id="24" name="s20 text 4">
            <a:extLst>
              <a:ext uri="{FF2B5EF4-FFF2-40B4-BE49-F238E27FC236}">
                <a16:creationId xmlns:a16="http://schemas.microsoft.com/office/drawing/2014/main" id="{47A482BA-23DA-49AF-8A7B-5960C0835757}"/>
              </a:ext>
            </a:extLst>
          </p:cNvPr>
          <p:cNvSpPr>
            <a:spLocks noGrp="1"/>
          </p:cNvSpPr>
          <p:nvPr/>
        </p:nvSpPr>
        <p:spPr>
          <a:xfrm>
            <a:off x="514350" y="7370207"/>
            <a:ext cx="1593421"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QUESTION 5.3 · EGYPT</a:t>
            </a:r>
          </a:p>
        </p:txBody>
      </p:sp>
      <p:sp>
        <p:nvSpPr>
          <p:cNvPr id="25" name="s20 text 5">
            <a:extLst>
              <a:ext uri="{FF2B5EF4-FFF2-40B4-BE49-F238E27FC236}">
                <a16:creationId xmlns:a16="http://schemas.microsoft.com/office/drawing/2014/main" id="{B2A98736-133E-46B6-8CA7-E85FA8DEFA43}"/>
              </a:ext>
            </a:extLst>
          </p:cNvPr>
          <p:cNvSpPr>
            <a:spLocks noGrp="1"/>
          </p:cNvSpPr>
          <p:nvPr/>
        </p:nvSpPr>
        <p:spPr>
          <a:xfrm>
            <a:off x="12654037" y="7370207"/>
            <a:ext cx="576503"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20 / 26</a:t>
            </a:r>
          </a:p>
        </p:txBody>
      </p:sp>
      <p:sp>
        <p:nvSpPr>
          <p:cNvPr id="26" name="s20 text 6">
            <a:extLst>
              <a:ext uri="{FF2B5EF4-FFF2-40B4-BE49-F238E27FC236}">
                <a16:creationId xmlns:a16="http://schemas.microsoft.com/office/drawing/2014/main" id="{5FBD37F6-D2A1-4C08-8F50-8D89ADE0FDFF}"/>
              </a:ext>
            </a:extLst>
          </p:cNvPr>
          <p:cNvSpPr>
            <a:spLocks noGrp="1"/>
          </p:cNvSpPr>
          <p:nvPr/>
        </p:nvSpPr>
        <p:spPr>
          <a:xfrm>
            <a:off x="800100" y="3128516"/>
            <a:ext cx="8265986" cy="298206"/>
          </a:xfrm>
          <a:prstGeom prst="rect">
            <a:avLst/>
          </a:prstGeom>
          <a:noFill/>
          <a:ln w="0">
            <a:noFill/>
            <a:prstDash val="solid"/>
          </a:ln>
        </p:spPr>
        <p:txBody>
          <a:bodyPr wrap="none" lIns="0" tIns="0" rIns="0" bIns="0" anchor="t">
            <a:noAutofit/>
          </a:bodyPr>
          <a:lstStyle>
            <a:defPPr algn="l">
              <a:defRPr sz="1687" b="0" i="0" kern="0" spc="-9">
                <a:solidFill>
                  <a:srgbClr val="0A2540"/>
                </a:solidFill>
                <a:latin typeface="Inter"/>
                <a:ea typeface="Inter"/>
                <a:cs typeface="Inter"/>
              </a:defRPr>
            </a:defPPr>
            <a:lvl1pPr algn="l">
              <a:defRPr sz="1687" b="0" i="0" kern="0" spc="-9">
                <a:solidFill>
                  <a:srgbClr val="0A2540"/>
                </a:solidFill>
                <a:latin typeface="Inter"/>
                <a:ea typeface="Inter"/>
                <a:cs typeface="Inter"/>
              </a:defRPr>
            </a:lvl1pPr>
            <a:lvl2pPr algn="l">
              <a:defRPr sz="1687" b="0" i="0" kern="0" spc="-9">
                <a:solidFill>
                  <a:srgbClr val="0A2540"/>
                </a:solidFill>
                <a:latin typeface="Inter"/>
                <a:ea typeface="Inter"/>
                <a:cs typeface="Inter"/>
              </a:defRPr>
            </a:lvl2pPr>
            <a:lvl3pPr algn="l">
              <a:defRPr sz="1687" b="0" i="0" kern="0" spc="-9">
                <a:solidFill>
                  <a:srgbClr val="0A2540"/>
                </a:solidFill>
                <a:latin typeface="Inter"/>
                <a:ea typeface="Inter"/>
                <a:cs typeface="Inter"/>
              </a:defRPr>
            </a:lvl3pPr>
            <a:lvl4pPr algn="l">
              <a:defRPr sz="1687" b="0" i="0" kern="0" spc="-9">
                <a:solidFill>
                  <a:srgbClr val="0A2540"/>
                </a:solidFill>
                <a:latin typeface="Inter"/>
                <a:ea typeface="Inter"/>
                <a:cs typeface="Inter"/>
              </a:defRPr>
            </a:lvl4pPr>
            <a:lvl5pPr algn="l">
              <a:defRPr sz="1687" b="0" i="0" kern="0" spc="-9">
                <a:solidFill>
                  <a:srgbClr val="0A2540"/>
                </a:solidFill>
                <a:latin typeface="Inter"/>
                <a:ea typeface="Inter"/>
                <a:cs typeface="Inter"/>
              </a:defRPr>
            </a:lvl5pPr>
            <a:lvl6pPr algn="l">
              <a:defRPr sz="1687" b="0" i="0" kern="0" spc="-9">
                <a:solidFill>
                  <a:srgbClr val="0A2540"/>
                </a:solidFill>
                <a:latin typeface="Inter"/>
                <a:ea typeface="Inter"/>
                <a:cs typeface="Inter"/>
              </a:defRPr>
            </a:lvl6pPr>
            <a:lvl7pPr algn="l">
              <a:defRPr sz="1687" b="0" i="0" kern="0" spc="-9">
                <a:solidFill>
                  <a:srgbClr val="0A2540"/>
                </a:solidFill>
                <a:latin typeface="Inter"/>
                <a:ea typeface="Inter"/>
                <a:cs typeface="Inter"/>
              </a:defRPr>
            </a:lvl7pPr>
            <a:lvl8pPr algn="l">
              <a:defRPr sz="1687" b="0" i="0" kern="0" spc="-9">
                <a:solidFill>
                  <a:srgbClr val="0A2540"/>
                </a:solidFill>
                <a:latin typeface="Inter"/>
                <a:ea typeface="Inter"/>
                <a:cs typeface="Inter"/>
              </a:defRPr>
            </a:lvl8pPr>
            <a:lvl9pPr algn="l">
              <a:defRPr sz="1687" b="0" i="0" kern="0" spc="-9">
                <a:solidFill>
                  <a:srgbClr val="0A2540"/>
                </a:solidFill>
                <a:latin typeface="Inter"/>
                <a:ea typeface="Inter"/>
                <a:cs typeface="Inter"/>
              </a:defRPr>
            </a:lvl9pPr>
          </a:lstStyle>
          <a:p>
            <a:pPr algn="l">
              <a:lnSpc>
                <a:spcPct val="100000"/>
              </a:lnSpc>
              <a:buNone/>
              <a:defRPr sz="1687" b="0" i="0" kern="0" spc="-9">
                <a:solidFill>
                  <a:srgbClr val="0A2540"/>
                </a:solidFill>
                <a:latin typeface="Inter"/>
                <a:ea typeface="Inter"/>
                <a:cs typeface="Inter"/>
              </a:defRPr>
            </a:pPr>
            <a:r>
              <a:rPr sz="1687" b="0" i="0" kern="0" spc="-9">
                <a:solidFill>
                  <a:srgbClr val="0A2540"/>
                </a:solidFill>
                <a:latin typeface="Inter"/>
                <a:ea typeface="Inter"/>
                <a:cs typeface="Inter"/>
              </a:rPr>
              <a:t>The electric generator market in Egypt is represented by the following equations:</a:t>
            </a:r>
          </a:p>
        </p:txBody>
      </p:sp>
      <p:sp>
        <p:nvSpPr>
          <p:cNvPr id="27" name="s20 text 7">
            <a:extLst>
              <a:ext uri="{FF2B5EF4-FFF2-40B4-BE49-F238E27FC236}">
                <a16:creationId xmlns:a16="http://schemas.microsoft.com/office/drawing/2014/main" id="{531D689E-FE5F-4655-A61F-298AA62F5918}"/>
              </a:ext>
            </a:extLst>
          </p:cNvPr>
          <p:cNvSpPr>
            <a:spLocks noGrp="1"/>
          </p:cNvSpPr>
          <p:nvPr/>
        </p:nvSpPr>
        <p:spPr>
          <a:xfrm>
            <a:off x="800100" y="3560445"/>
            <a:ext cx="214312" cy="325326"/>
          </a:xfrm>
          <a:prstGeom prst="rect">
            <a:avLst/>
          </a:prstGeom>
          <a:noFill/>
          <a:ln w="0">
            <a:noFill/>
            <a:prstDash val="solid"/>
          </a:ln>
        </p:spPr>
        <p:txBody>
          <a:bodyPr wrap="none" lIns="0" tIns="0" rIns="0" bIns="0" anchor="t">
            <a:noAutofit/>
          </a:bodyPr>
          <a:lstStyle>
            <a:defPPr algn="l">
              <a:defRPr sz="1687" b="0" i="0" kern="0" spc="0">
                <a:solidFill>
                  <a:srgbClr val="0A2540"/>
                </a:solidFill>
                <a:latin typeface="JetBrains Mono"/>
                <a:ea typeface="JetBrains Mono"/>
                <a:cs typeface="JetBrains Mono"/>
              </a:defRPr>
            </a:defPPr>
            <a:lvl1pPr algn="l">
              <a:defRPr sz="1687" b="0" i="0" kern="0" spc="0">
                <a:solidFill>
                  <a:srgbClr val="0A2540"/>
                </a:solidFill>
                <a:latin typeface="JetBrains Mono"/>
                <a:ea typeface="JetBrains Mono"/>
                <a:cs typeface="JetBrains Mono"/>
              </a:defRPr>
            </a:lvl1pPr>
            <a:lvl2pPr algn="l">
              <a:defRPr sz="1687" b="0" i="0" kern="0" spc="0">
                <a:solidFill>
                  <a:srgbClr val="0A2540"/>
                </a:solidFill>
                <a:latin typeface="JetBrains Mono"/>
                <a:ea typeface="JetBrains Mono"/>
                <a:cs typeface="JetBrains Mono"/>
              </a:defRPr>
            </a:lvl2pPr>
            <a:lvl3pPr algn="l">
              <a:defRPr sz="1687" b="0" i="0" kern="0" spc="0">
                <a:solidFill>
                  <a:srgbClr val="0A2540"/>
                </a:solidFill>
                <a:latin typeface="JetBrains Mono"/>
                <a:ea typeface="JetBrains Mono"/>
                <a:cs typeface="JetBrains Mono"/>
              </a:defRPr>
            </a:lvl3pPr>
            <a:lvl4pPr algn="l">
              <a:defRPr sz="1687" b="0" i="0" kern="0" spc="0">
                <a:solidFill>
                  <a:srgbClr val="0A2540"/>
                </a:solidFill>
                <a:latin typeface="JetBrains Mono"/>
                <a:ea typeface="JetBrains Mono"/>
                <a:cs typeface="JetBrains Mono"/>
              </a:defRPr>
            </a:lvl4pPr>
            <a:lvl5pPr algn="l">
              <a:defRPr sz="1687" b="0" i="0" kern="0" spc="0">
                <a:solidFill>
                  <a:srgbClr val="0A2540"/>
                </a:solidFill>
                <a:latin typeface="JetBrains Mono"/>
                <a:ea typeface="JetBrains Mono"/>
                <a:cs typeface="JetBrains Mono"/>
              </a:defRPr>
            </a:lvl5pPr>
            <a:lvl6pPr algn="l">
              <a:defRPr sz="1687" b="0" i="0" kern="0" spc="0">
                <a:solidFill>
                  <a:srgbClr val="0A2540"/>
                </a:solidFill>
                <a:latin typeface="JetBrains Mono"/>
                <a:ea typeface="JetBrains Mono"/>
                <a:cs typeface="JetBrains Mono"/>
              </a:defRPr>
            </a:lvl6pPr>
            <a:lvl7pPr algn="l">
              <a:defRPr sz="1687" b="0" i="0" kern="0" spc="0">
                <a:solidFill>
                  <a:srgbClr val="0A2540"/>
                </a:solidFill>
                <a:latin typeface="JetBrains Mono"/>
                <a:ea typeface="JetBrains Mono"/>
                <a:cs typeface="JetBrains Mono"/>
              </a:defRPr>
            </a:lvl7pPr>
            <a:lvl8pPr algn="l">
              <a:defRPr sz="1687" b="0" i="0" kern="0" spc="0">
                <a:solidFill>
                  <a:srgbClr val="0A2540"/>
                </a:solidFill>
                <a:latin typeface="JetBrains Mono"/>
                <a:ea typeface="JetBrains Mono"/>
                <a:cs typeface="JetBrains Mono"/>
              </a:defRPr>
            </a:lvl8pPr>
            <a:lvl9pPr algn="l">
              <a:defRPr sz="1687" b="0" i="0" kern="0" spc="0">
                <a:solidFill>
                  <a:srgbClr val="0A2540"/>
                </a:solidFill>
                <a:latin typeface="JetBrains Mono"/>
                <a:ea typeface="JetBrains Mono"/>
                <a:cs typeface="JetBrains Mono"/>
              </a:defRPr>
            </a:lvl9pPr>
          </a:lstStyle>
          <a:p>
            <a:pPr algn="l">
              <a:lnSpc>
                <a:spcPct val="100000"/>
              </a:lnSpc>
              <a:buNone/>
              <a:defRPr sz="1687" b="0" i="0" kern="0" spc="0">
                <a:solidFill>
                  <a:srgbClr val="0A2540"/>
                </a:solidFill>
                <a:latin typeface="JetBrains Mono"/>
                <a:ea typeface="JetBrains Mono"/>
                <a:cs typeface="JetBrains Mono"/>
              </a:defRPr>
            </a:pPr>
            <a:r>
              <a:rPr sz="1687" b="0" i="0" kern="0" spc="0">
                <a:solidFill>
                  <a:srgbClr val="0A2540"/>
                </a:solidFill>
                <a:latin typeface="JetBrains Mono"/>
                <a:ea typeface="JetBrains Mono"/>
                <a:cs typeface="JetBrains Mono"/>
              </a:rPr>
              <a:t>Q</a:t>
            </a:r>
          </a:p>
        </p:txBody>
      </p:sp>
      <p:sp>
        <p:nvSpPr>
          <p:cNvPr id="28" name="s20 text 8">
            <a:extLst>
              <a:ext uri="{FF2B5EF4-FFF2-40B4-BE49-F238E27FC236}">
                <a16:creationId xmlns:a16="http://schemas.microsoft.com/office/drawing/2014/main" id="{778C12C2-41DD-4478-B3F9-4252FF581424}"/>
              </a:ext>
            </a:extLst>
          </p:cNvPr>
          <p:cNvSpPr>
            <a:spLocks noGrp="1"/>
          </p:cNvSpPr>
          <p:nvPr/>
        </p:nvSpPr>
        <p:spPr>
          <a:xfrm>
            <a:off x="927571" y="3646884"/>
            <a:ext cx="178594" cy="271105"/>
          </a:xfrm>
          <a:prstGeom prst="rect">
            <a:avLst/>
          </a:prstGeom>
          <a:noFill/>
          <a:ln w="0">
            <a:noFill/>
            <a:prstDash val="solid"/>
          </a:ln>
        </p:spPr>
        <p:txBody>
          <a:bodyPr wrap="none" lIns="0" tIns="0" rIns="0" bIns="0" anchor="t">
            <a:noAutofit/>
          </a:bodyPr>
          <a:lstStyle>
            <a:defPPr algn="l">
              <a:defRPr sz="1406" b="0" i="0" kern="0" spc="0">
                <a:solidFill>
                  <a:srgbClr val="0A2540"/>
                </a:solidFill>
                <a:latin typeface="JetBrains Mono"/>
                <a:ea typeface="JetBrains Mono"/>
                <a:cs typeface="JetBrains Mono"/>
              </a:defRPr>
            </a:defPPr>
            <a:lvl1pPr algn="l">
              <a:defRPr sz="1406" b="0" i="0" kern="0" spc="0">
                <a:solidFill>
                  <a:srgbClr val="0A2540"/>
                </a:solidFill>
                <a:latin typeface="JetBrains Mono"/>
                <a:ea typeface="JetBrains Mono"/>
                <a:cs typeface="JetBrains Mono"/>
              </a:defRPr>
            </a:lvl1pPr>
            <a:lvl2pPr algn="l">
              <a:defRPr sz="1406" b="0" i="0" kern="0" spc="0">
                <a:solidFill>
                  <a:srgbClr val="0A2540"/>
                </a:solidFill>
                <a:latin typeface="JetBrains Mono"/>
                <a:ea typeface="JetBrains Mono"/>
                <a:cs typeface="JetBrains Mono"/>
              </a:defRPr>
            </a:lvl2pPr>
            <a:lvl3pPr algn="l">
              <a:defRPr sz="1406" b="0" i="0" kern="0" spc="0">
                <a:solidFill>
                  <a:srgbClr val="0A2540"/>
                </a:solidFill>
                <a:latin typeface="JetBrains Mono"/>
                <a:ea typeface="JetBrains Mono"/>
                <a:cs typeface="JetBrains Mono"/>
              </a:defRPr>
            </a:lvl3pPr>
            <a:lvl4pPr algn="l">
              <a:defRPr sz="1406" b="0" i="0" kern="0" spc="0">
                <a:solidFill>
                  <a:srgbClr val="0A2540"/>
                </a:solidFill>
                <a:latin typeface="JetBrains Mono"/>
                <a:ea typeface="JetBrains Mono"/>
                <a:cs typeface="JetBrains Mono"/>
              </a:defRPr>
            </a:lvl4pPr>
            <a:lvl5pPr algn="l">
              <a:defRPr sz="1406" b="0" i="0" kern="0" spc="0">
                <a:solidFill>
                  <a:srgbClr val="0A2540"/>
                </a:solidFill>
                <a:latin typeface="JetBrains Mono"/>
                <a:ea typeface="JetBrains Mono"/>
                <a:cs typeface="JetBrains Mono"/>
              </a:defRPr>
            </a:lvl5pPr>
            <a:lvl6pPr algn="l">
              <a:defRPr sz="1406" b="0" i="0" kern="0" spc="0">
                <a:solidFill>
                  <a:srgbClr val="0A2540"/>
                </a:solidFill>
                <a:latin typeface="JetBrains Mono"/>
                <a:ea typeface="JetBrains Mono"/>
                <a:cs typeface="JetBrains Mono"/>
              </a:defRPr>
            </a:lvl6pPr>
            <a:lvl7pPr algn="l">
              <a:defRPr sz="1406" b="0" i="0" kern="0" spc="0">
                <a:solidFill>
                  <a:srgbClr val="0A2540"/>
                </a:solidFill>
                <a:latin typeface="JetBrains Mono"/>
                <a:ea typeface="JetBrains Mono"/>
                <a:cs typeface="JetBrains Mono"/>
              </a:defRPr>
            </a:lvl7pPr>
            <a:lvl8pPr algn="l">
              <a:defRPr sz="1406" b="0" i="0" kern="0" spc="0">
                <a:solidFill>
                  <a:srgbClr val="0A2540"/>
                </a:solidFill>
                <a:latin typeface="JetBrains Mono"/>
                <a:ea typeface="JetBrains Mono"/>
                <a:cs typeface="JetBrains Mono"/>
              </a:defRPr>
            </a:lvl8pPr>
            <a:lvl9pPr algn="l">
              <a:defRPr sz="1406" b="0" i="0" kern="0" spc="0">
                <a:solidFill>
                  <a:srgbClr val="0A2540"/>
                </a:solidFill>
                <a:latin typeface="JetBrains Mono"/>
                <a:ea typeface="JetBrains Mono"/>
                <a:cs typeface="JetBrains Mono"/>
              </a:defRPr>
            </a:lvl9pPr>
          </a:lstStyle>
          <a:p>
            <a:pPr algn="l">
              <a:lnSpc>
                <a:spcPct val="100000"/>
              </a:lnSpc>
              <a:buNone/>
              <a:defRPr sz="1406" b="0" i="0" kern="0" spc="0">
                <a:solidFill>
                  <a:srgbClr val="0A2540"/>
                </a:solidFill>
                <a:latin typeface="JetBrains Mono"/>
                <a:ea typeface="JetBrains Mono"/>
                <a:cs typeface="JetBrains Mono"/>
              </a:defRPr>
            </a:pPr>
            <a:r>
              <a:rPr sz="1406" b="0" i="0" kern="0" spc="0">
                <a:solidFill>
                  <a:srgbClr val="0A2540"/>
                </a:solidFill>
                <a:latin typeface="JetBrains Mono"/>
                <a:ea typeface="JetBrains Mono"/>
                <a:cs typeface="JetBrains Mono"/>
              </a:rPr>
              <a:t>d</a:t>
            </a:r>
          </a:p>
        </p:txBody>
      </p:sp>
      <p:sp>
        <p:nvSpPr>
          <p:cNvPr id="29" name="s20 text 9">
            <a:extLst>
              <a:ext uri="{FF2B5EF4-FFF2-40B4-BE49-F238E27FC236}">
                <a16:creationId xmlns:a16="http://schemas.microsoft.com/office/drawing/2014/main" id="{69C54E8D-DEC3-4F7B-BD11-A7C142AB48D2}"/>
              </a:ext>
            </a:extLst>
          </p:cNvPr>
          <p:cNvSpPr>
            <a:spLocks noGrp="1"/>
          </p:cNvSpPr>
          <p:nvPr/>
        </p:nvSpPr>
        <p:spPr>
          <a:xfrm>
            <a:off x="1161056" y="3560445"/>
            <a:ext cx="1885950" cy="325326"/>
          </a:xfrm>
          <a:prstGeom prst="rect">
            <a:avLst/>
          </a:prstGeom>
          <a:noFill/>
          <a:ln w="0">
            <a:noFill/>
            <a:prstDash val="solid"/>
          </a:ln>
        </p:spPr>
        <p:txBody>
          <a:bodyPr wrap="none" lIns="0" tIns="0" rIns="0" bIns="0" anchor="t">
            <a:noAutofit/>
          </a:bodyPr>
          <a:lstStyle>
            <a:defPPr algn="l">
              <a:defRPr sz="1687" b="0" i="0" kern="0" spc="-9">
                <a:solidFill>
                  <a:srgbClr val="0A2540"/>
                </a:solidFill>
                <a:latin typeface="JetBrains Mono"/>
                <a:ea typeface="JetBrains Mono"/>
                <a:cs typeface="JetBrains Mono"/>
              </a:defRPr>
            </a:defPPr>
            <a:lvl1pPr algn="l">
              <a:defRPr sz="1687" b="0" i="0" kern="0" spc="-9">
                <a:solidFill>
                  <a:srgbClr val="0A2540"/>
                </a:solidFill>
                <a:latin typeface="JetBrains Mono"/>
                <a:ea typeface="JetBrains Mono"/>
                <a:cs typeface="JetBrains Mono"/>
              </a:defRPr>
            </a:lvl1pPr>
            <a:lvl2pPr algn="l">
              <a:defRPr sz="1687" b="0" i="0" kern="0" spc="-9">
                <a:solidFill>
                  <a:srgbClr val="0A2540"/>
                </a:solidFill>
                <a:latin typeface="JetBrains Mono"/>
                <a:ea typeface="JetBrains Mono"/>
                <a:cs typeface="JetBrains Mono"/>
              </a:defRPr>
            </a:lvl2pPr>
            <a:lvl3pPr algn="l">
              <a:defRPr sz="1687" b="0" i="0" kern="0" spc="-9">
                <a:solidFill>
                  <a:srgbClr val="0A2540"/>
                </a:solidFill>
                <a:latin typeface="JetBrains Mono"/>
                <a:ea typeface="JetBrains Mono"/>
                <a:cs typeface="JetBrains Mono"/>
              </a:defRPr>
            </a:lvl3pPr>
            <a:lvl4pPr algn="l">
              <a:defRPr sz="1687" b="0" i="0" kern="0" spc="-9">
                <a:solidFill>
                  <a:srgbClr val="0A2540"/>
                </a:solidFill>
                <a:latin typeface="JetBrains Mono"/>
                <a:ea typeface="JetBrains Mono"/>
                <a:cs typeface="JetBrains Mono"/>
              </a:defRPr>
            </a:lvl4pPr>
            <a:lvl5pPr algn="l">
              <a:defRPr sz="1687" b="0" i="0" kern="0" spc="-9">
                <a:solidFill>
                  <a:srgbClr val="0A2540"/>
                </a:solidFill>
                <a:latin typeface="JetBrains Mono"/>
                <a:ea typeface="JetBrains Mono"/>
                <a:cs typeface="JetBrains Mono"/>
              </a:defRPr>
            </a:lvl5pPr>
            <a:lvl6pPr algn="l">
              <a:defRPr sz="1687" b="0" i="0" kern="0" spc="-9">
                <a:solidFill>
                  <a:srgbClr val="0A2540"/>
                </a:solidFill>
                <a:latin typeface="JetBrains Mono"/>
                <a:ea typeface="JetBrains Mono"/>
                <a:cs typeface="JetBrains Mono"/>
              </a:defRPr>
            </a:lvl6pPr>
            <a:lvl7pPr algn="l">
              <a:defRPr sz="1687" b="0" i="0" kern="0" spc="-9">
                <a:solidFill>
                  <a:srgbClr val="0A2540"/>
                </a:solidFill>
                <a:latin typeface="JetBrains Mono"/>
                <a:ea typeface="JetBrains Mono"/>
                <a:cs typeface="JetBrains Mono"/>
              </a:defRPr>
            </a:lvl7pPr>
            <a:lvl8pPr algn="l">
              <a:defRPr sz="1687" b="0" i="0" kern="0" spc="-9">
                <a:solidFill>
                  <a:srgbClr val="0A2540"/>
                </a:solidFill>
                <a:latin typeface="JetBrains Mono"/>
                <a:ea typeface="JetBrains Mono"/>
                <a:cs typeface="JetBrains Mono"/>
              </a:defRPr>
            </a:lvl8pPr>
            <a:lvl9pPr algn="l">
              <a:defRPr sz="1687" b="0" i="0" kern="0" spc="-9">
                <a:solidFill>
                  <a:srgbClr val="0A2540"/>
                </a:solidFill>
                <a:latin typeface="JetBrains Mono"/>
                <a:ea typeface="JetBrains Mono"/>
                <a:cs typeface="JetBrains Mono"/>
              </a:defRPr>
            </a:lvl9pPr>
          </a:lstStyle>
          <a:p>
            <a:pPr algn="l">
              <a:lnSpc>
                <a:spcPct val="100000"/>
              </a:lnSpc>
              <a:buNone/>
              <a:defRPr sz="1687" b="0" i="0" kern="0" spc="-9">
                <a:solidFill>
                  <a:srgbClr val="0A2540"/>
                </a:solidFill>
                <a:latin typeface="JetBrains Mono"/>
                <a:ea typeface="JetBrains Mono"/>
                <a:cs typeface="JetBrains Mono"/>
              </a:defRPr>
            </a:pPr>
            <a:r>
              <a:rPr sz="1687" b="0" i="0" kern="0" spc="-9">
                <a:solidFill>
                  <a:srgbClr val="0A2540"/>
                </a:solidFill>
                <a:latin typeface="JetBrains Mono"/>
                <a:ea typeface="JetBrains Mono"/>
                <a:cs typeface="JetBrains Mono"/>
              </a:rPr>
              <a:t>= 10,000 − 10P</a:t>
            </a:r>
          </a:p>
        </p:txBody>
      </p:sp>
      <p:sp>
        <p:nvSpPr>
          <p:cNvPr id="30" name="s20 text 10">
            <a:extLst>
              <a:ext uri="{FF2B5EF4-FFF2-40B4-BE49-F238E27FC236}">
                <a16:creationId xmlns:a16="http://schemas.microsoft.com/office/drawing/2014/main" id="{4F2F7C8B-B26E-45B3-948C-3639375D8F09}"/>
              </a:ext>
            </a:extLst>
          </p:cNvPr>
          <p:cNvSpPr>
            <a:spLocks noGrp="1"/>
          </p:cNvSpPr>
          <p:nvPr/>
        </p:nvSpPr>
        <p:spPr>
          <a:xfrm>
            <a:off x="3259671" y="3560445"/>
            <a:ext cx="214312" cy="325326"/>
          </a:xfrm>
          <a:prstGeom prst="rect">
            <a:avLst/>
          </a:prstGeom>
          <a:noFill/>
          <a:ln w="0">
            <a:noFill/>
            <a:prstDash val="solid"/>
          </a:ln>
        </p:spPr>
        <p:txBody>
          <a:bodyPr wrap="none" lIns="0" tIns="0" rIns="0" bIns="0" anchor="t">
            <a:noAutofit/>
          </a:bodyPr>
          <a:lstStyle>
            <a:defPPr algn="l">
              <a:defRPr sz="1687" b="0" i="0" kern="0" spc="0">
                <a:solidFill>
                  <a:srgbClr val="0A2540"/>
                </a:solidFill>
                <a:latin typeface="JetBrains Mono"/>
                <a:ea typeface="JetBrains Mono"/>
                <a:cs typeface="JetBrains Mono"/>
              </a:defRPr>
            </a:defPPr>
            <a:lvl1pPr algn="l">
              <a:defRPr sz="1687" b="0" i="0" kern="0" spc="0">
                <a:solidFill>
                  <a:srgbClr val="0A2540"/>
                </a:solidFill>
                <a:latin typeface="JetBrains Mono"/>
                <a:ea typeface="JetBrains Mono"/>
                <a:cs typeface="JetBrains Mono"/>
              </a:defRPr>
            </a:lvl1pPr>
            <a:lvl2pPr algn="l">
              <a:defRPr sz="1687" b="0" i="0" kern="0" spc="0">
                <a:solidFill>
                  <a:srgbClr val="0A2540"/>
                </a:solidFill>
                <a:latin typeface="JetBrains Mono"/>
                <a:ea typeface="JetBrains Mono"/>
                <a:cs typeface="JetBrains Mono"/>
              </a:defRPr>
            </a:lvl2pPr>
            <a:lvl3pPr algn="l">
              <a:defRPr sz="1687" b="0" i="0" kern="0" spc="0">
                <a:solidFill>
                  <a:srgbClr val="0A2540"/>
                </a:solidFill>
                <a:latin typeface="JetBrains Mono"/>
                <a:ea typeface="JetBrains Mono"/>
                <a:cs typeface="JetBrains Mono"/>
              </a:defRPr>
            </a:lvl3pPr>
            <a:lvl4pPr algn="l">
              <a:defRPr sz="1687" b="0" i="0" kern="0" spc="0">
                <a:solidFill>
                  <a:srgbClr val="0A2540"/>
                </a:solidFill>
                <a:latin typeface="JetBrains Mono"/>
                <a:ea typeface="JetBrains Mono"/>
                <a:cs typeface="JetBrains Mono"/>
              </a:defRPr>
            </a:lvl4pPr>
            <a:lvl5pPr algn="l">
              <a:defRPr sz="1687" b="0" i="0" kern="0" spc="0">
                <a:solidFill>
                  <a:srgbClr val="0A2540"/>
                </a:solidFill>
                <a:latin typeface="JetBrains Mono"/>
                <a:ea typeface="JetBrains Mono"/>
                <a:cs typeface="JetBrains Mono"/>
              </a:defRPr>
            </a:lvl5pPr>
            <a:lvl6pPr algn="l">
              <a:defRPr sz="1687" b="0" i="0" kern="0" spc="0">
                <a:solidFill>
                  <a:srgbClr val="0A2540"/>
                </a:solidFill>
                <a:latin typeface="JetBrains Mono"/>
                <a:ea typeface="JetBrains Mono"/>
                <a:cs typeface="JetBrains Mono"/>
              </a:defRPr>
            </a:lvl6pPr>
            <a:lvl7pPr algn="l">
              <a:defRPr sz="1687" b="0" i="0" kern="0" spc="0">
                <a:solidFill>
                  <a:srgbClr val="0A2540"/>
                </a:solidFill>
                <a:latin typeface="JetBrains Mono"/>
                <a:ea typeface="JetBrains Mono"/>
                <a:cs typeface="JetBrains Mono"/>
              </a:defRPr>
            </a:lvl7pPr>
            <a:lvl8pPr algn="l">
              <a:defRPr sz="1687" b="0" i="0" kern="0" spc="0">
                <a:solidFill>
                  <a:srgbClr val="0A2540"/>
                </a:solidFill>
                <a:latin typeface="JetBrains Mono"/>
                <a:ea typeface="JetBrains Mono"/>
                <a:cs typeface="JetBrains Mono"/>
              </a:defRPr>
            </a:lvl8pPr>
            <a:lvl9pPr algn="l">
              <a:defRPr sz="1687" b="0" i="0" kern="0" spc="0">
                <a:solidFill>
                  <a:srgbClr val="0A2540"/>
                </a:solidFill>
                <a:latin typeface="JetBrains Mono"/>
                <a:ea typeface="JetBrains Mono"/>
                <a:cs typeface="JetBrains Mono"/>
              </a:defRPr>
            </a:lvl9pPr>
          </a:lstStyle>
          <a:p>
            <a:pPr algn="l">
              <a:lnSpc>
                <a:spcPct val="100000"/>
              </a:lnSpc>
              <a:buNone/>
              <a:defRPr sz="1687" b="0" i="0" kern="0" spc="0">
                <a:solidFill>
                  <a:srgbClr val="0A2540"/>
                </a:solidFill>
                <a:latin typeface="JetBrains Mono"/>
                <a:ea typeface="JetBrains Mono"/>
                <a:cs typeface="JetBrains Mono"/>
              </a:defRPr>
            </a:pPr>
            <a:r>
              <a:rPr sz="1687" b="0" i="0" kern="0" spc="0">
                <a:solidFill>
                  <a:srgbClr val="0A2540"/>
                </a:solidFill>
                <a:latin typeface="JetBrains Mono"/>
                <a:ea typeface="JetBrains Mono"/>
                <a:cs typeface="JetBrains Mono"/>
              </a:rPr>
              <a:t>Q</a:t>
            </a:r>
          </a:p>
        </p:txBody>
      </p:sp>
      <p:sp>
        <p:nvSpPr>
          <p:cNvPr id="31" name="s20 text 11">
            <a:extLst>
              <a:ext uri="{FF2B5EF4-FFF2-40B4-BE49-F238E27FC236}">
                <a16:creationId xmlns:a16="http://schemas.microsoft.com/office/drawing/2014/main" id="{6F17EDC2-D11C-444C-A9FB-FAD567B968DF}"/>
              </a:ext>
            </a:extLst>
          </p:cNvPr>
          <p:cNvSpPr>
            <a:spLocks noGrp="1"/>
          </p:cNvSpPr>
          <p:nvPr/>
        </p:nvSpPr>
        <p:spPr>
          <a:xfrm>
            <a:off x="3387142" y="3646884"/>
            <a:ext cx="178594" cy="271105"/>
          </a:xfrm>
          <a:prstGeom prst="rect">
            <a:avLst/>
          </a:prstGeom>
          <a:noFill/>
          <a:ln w="0">
            <a:noFill/>
            <a:prstDash val="solid"/>
          </a:ln>
        </p:spPr>
        <p:txBody>
          <a:bodyPr wrap="none" lIns="0" tIns="0" rIns="0" bIns="0" anchor="t">
            <a:noAutofit/>
          </a:bodyPr>
          <a:lstStyle>
            <a:defPPr algn="l">
              <a:defRPr sz="1406" b="0" i="0" kern="0" spc="0">
                <a:solidFill>
                  <a:srgbClr val="0A2540"/>
                </a:solidFill>
                <a:latin typeface="JetBrains Mono"/>
                <a:ea typeface="JetBrains Mono"/>
                <a:cs typeface="JetBrains Mono"/>
              </a:defRPr>
            </a:defPPr>
            <a:lvl1pPr algn="l">
              <a:defRPr sz="1406" b="0" i="0" kern="0" spc="0">
                <a:solidFill>
                  <a:srgbClr val="0A2540"/>
                </a:solidFill>
                <a:latin typeface="JetBrains Mono"/>
                <a:ea typeface="JetBrains Mono"/>
                <a:cs typeface="JetBrains Mono"/>
              </a:defRPr>
            </a:lvl1pPr>
            <a:lvl2pPr algn="l">
              <a:defRPr sz="1406" b="0" i="0" kern="0" spc="0">
                <a:solidFill>
                  <a:srgbClr val="0A2540"/>
                </a:solidFill>
                <a:latin typeface="JetBrains Mono"/>
                <a:ea typeface="JetBrains Mono"/>
                <a:cs typeface="JetBrains Mono"/>
              </a:defRPr>
            </a:lvl2pPr>
            <a:lvl3pPr algn="l">
              <a:defRPr sz="1406" b="0" i="0" kern="0" spc="0">
                <a:solidFill>
                  <a:srgbClr val="0A2540"/>
                </a:solidFill>
                <a:latin typeface="JetBrains Mono"/>
                <a:ea typeface="JetBrains Mono"/>
                <a:cs typeface="JetBrains Mono"/>
              </a:defRPr>
            </a:lvl3pPr>
            <a:lvl4pPr algn="l">
              <a:defRPr sz="1406" b="0" i="0" kern="0" spc="0">
                <a:solidFill>
                  <a:srgbClr val="0A2540"/>
                </a:solidFill>
                <a:latin typeface="JetBrains Mono"/>
                <a:ea typeface="JetBrains Mono"/>
                <a:cs typeface="JetBrains Mono"/>
              </a:defRPr>
            </a:lvl4pPr>
            <a:lvl5pPr algn="l">
              <a:defRPr sz="1406" b="0" i="0" kern="0" spc="0">
                <a:solidFill>
                  <a:srgbClr val="0A2540"/>
                </a:solidFill>
                <a:latin typeface="JetBrains Mono"/>
                <a:ea typeface="JetBrains Mono"/>
                <a:cs typeface="JetBrains Mono"/>
              </a:defRPr>
            </a:lvl5pPr>
            <a:lvl6pPr algn="l">
              <a:defRPr sz="1406" b="0" i="0" kern="0" spc="0">
                <a:solidFill>
                  <a:srgbClr val="0A2540"/>
                </a:solidFill>
                <a:latin typeface="JetBrains Mono"/>
                <a:ea typeface="JetBrains Mono"/>
                <a:cs typeface="JetBrains Mono"/>
              </a:defRPr>
            </a:lvl6pPr>
            <a:lvl7pPr algn="l">
              <a:defRPr sz="1406" b="0" i="0" kern="0" spc="0">
                <a:solidFill>
                  <a:srgbClr val="0A2540"/>
                </a:solidFill>
                <a:latin typeface="JetBrains Mono"/>
                <a:ea typeface="JetBrains Mono"/>
                <a:cs typeface="JetBrains Mono"/>
              </a:defRPr>
            </a:lvl7pPr>
            <a:lvl8pPr algn="l">
              <a:defRPr sz="1406" b="0" i="0" kern="0" spc="0">
                <a:solidFill>
                  <a:srgbClr val="0A2540"/>
                </a:solidFill>
                <a:latin typeface="JetBrains Mono"/>
                <a:ea typeface="JetBrains Mono"/>
                <a:cs typeface="JetBrains Mono"/>
              </a:defRPr>
            </a:lvl8pPr>
            <a:lvl9pPr algn="l">
              <a:defRPr sz="1406" b="0" i="0" kern="0" spc="0">
                <a:solidFill>
                  <a:srgbClr val="0A2540"/>
                </a:solidFill>
                <a:latin typeface="JetBrains Mono"/>
                <a:ea typeface="JetBrains Mono"/>
                <a:cs typeface="JetBrains Mono"/>
              </a:defRPr>
            </a:lvl9pPr>
          </a:lstStyle>
          <a:p>
            <a:pPr algn="l">
              <a:lnSpc>
                <a:spcPct val="100000"/>
              </a:lnSpc>
              <a:buNone/>
              <a:defRPr sz="1406" b="0" i="0" kern="0" spc="0">
                <a:solidFill>
                  <a:srgbClr val="0A2540"/>
                </a:solidFill>
                <a:latin typeface="JetBrains Mono"/>
                <a:ea typeface="JetBrains Mono"/>
                <a:cs typeface="JetBrains Mono"/>
              </a:defRPr>
            </a:pPr>
            <a:r>
              <a:rPr sz="1406" b="0" i="0" kern="0" spc="0">
                <a:solidFill>
                  <a:srgbClr val="0A2540"/>
                </a:solidFill>
                <a:latin typeface="JetBrains Mono"/>
                <a:ea typeface="JetBrains Mono"/>
                <a:cs typeface="JetBrains Mono"/>
              </a:rPr>
              <a:t>s</a:t>
            </a:r>
          </a:p>
        </p:txBody>
      </p:sp>
      <p:sp>
        <p:nvSpPr>
          <p:cNvPr id="32" name="s20 text 12">
            <a:extLst>
              <a:ext uri="{FF2B5EF4-FFF2-40B4-BE49-F238E27FC236}">
                <a16:creationId xmlns:a16="http://schemas.microsoft.com/office/drawing/2014/main" id="{C5983204-807B-4094-A041-0B1DEFD4B978}"/>
              </a:ext>
            </a:extLst>
          </p:cNvPr>
          <p:cNvSpPr>
            <a:spLocks noGrp="1"/>
          </p:cNvSpPr>
          <p:nvPr/>
        </p:nvSpPr>
        <p:spPr>
          <a:xfrm>
            <a:off x="3620626" y="3560445"/>
            <a:ext cx="1757362" cy="325326"/>
          </a:xfrm>
          <a:prstGeom prst="rect">
            <a:avLst/>
          </a:prstGeom>
          <a:noFill/>
          <a:ln w="0">
            <a:noFill/>
            <a:prstDash val="solid"/>
          </a:ln>
        </p:spPr>
        <p:txBody>
          <a:bodyPr wrap="none" lIns="0" tIns="0" rIns="0" bIns="0" anchor="t">
            <a:noAutofit/>
          </a:bodyPr>
          <a:lstStyle>
            <a:defPPr algn="l">
              <a:defRPr sz="1687" b="0" i="0" kern="0" spc="-9">
                <a:solidFill>
                  <a:srgbClr val="0A2540"/>
                </a:solidFill>
                <a:latin typeface="JetBrains Mono"/>
                <a:ea typeface="JetBrains Mono"/>
                <a:cs typeface="JetBrains Mono"/>
              </a:defRPr>
            </a:defPPr>
            <a:lvl1pPr algn="l">
              <a:defRPr sz="1687" b="0" i="0" kern="0" spc="-9">
                <a:solidFill>
                  <a:srgbClr val="0A2540"/>
                </a:solidFill>
                <a:latin typeface="JetBrains Mono"/>
                <a:ea typeface="JetBrains Mono"/>
                <a:cs typeface="JetBrains Mono"/>
              </a:defRPr>
            </a:lvl1pPr>
            <a:lvl2pPr algn="l">
              <a:defRPr sz="1687" b="0" i="0" kern="0" spc="-9">
                <a:solidFill>
                  <a:srgbClr val="0A2540"/>
                </a:solidFill>
                <a:latin typeface="JetBrains Mono"/>
                <a:ea typeface="JetBrains Mono"/>
                <a:cs typeface="JetBrains Mono"/>
              </a:defRPr>
            </a:lvl2pPr>
            <a:lvl3pPr algn="l">
              <a:defRPr sz="1687" b="0" i="0" kern="0" spc="-9">
                <a:solidFill>
                  <a:srgbClr val="0A2540"/>
                </a:solidFill>
                <a:latin typeface="JetBrains Mono"/>
                <a:ea typeface="JetBrains Mono"/>
                <a:cs typeface="JetBrains Mono"/>
              </a:defRPr>
            </a:lvl3pPr>
            <a:lvl4pPr algn="l">
              <a:defRPr sz="1687" b="0" i="0" kern="0" spc="-9">
                <a:solidFill>
                  <a:srgbClr val="0A2540"/>
                </a:solidFill>
                <a:latin typeface="JetBrains Mono"/>
                <a:ea typeface="JetBrains Mono"/>
                <a:cs typeface="JetBrains Mono"/>
              </a:defRPr>
            </a:lvl4pPr>
            <a:lvl5pPr algn="l">
              <a:defRPr sz="1687" b="0" i="0" kern="0" spc="-9">
                <a:solidFill>
                  <a:srgbClr val="0A2540"/>
                </a:solidFill>
                <a:latin typeface="JetBrains Mono"/>
                <a:ea typeface="JetBrains Mono"/>
                <a:cs typeface="JetBrains Mono"/>
              </a:defRPr>
            </a:lvl5pPr>
            <a:lvl6pPr algn="l">
              <a:defRPr sz="1687" b="0" i="0" kern="0" spc="-9">
                <a:solidFill>
                  <a:srgbClr val="0A2540"/>
                </a:solidFill>
                <a:latin typeface="JetBrains Mono"/>
                <a:ea typeface="JetBrains Mono"/>
                <a:cs typeface="JetBrains Mono"/>
              </a:defRPr>
            </a:lvl6pPr>
            <a:lvl7pPr algn="l">
              <a:defRPr sz="1687" b="0" i="0" kern="0" spc="-9">
                <a:solidFill>
                  <a:srgbClr val="0A2540"/>
                </a:solidFill>
                <a:latin typeface="JetBrains Mono"/>
                <a:ea typeface="JetBrains Mono"/>
                <a:cs typeface="JetBrains Mono"/>
              </a:defRPr>
            </a:lvl7pPr>
            <a:lvl8pPr algn="l">
              <a:defRPr sz="1687" b="0" i="0" kern="0" spc="-9">
                <a:solidFill>
                  <a:srgbClr val="0A2540"/>
                </a:solidFill>
                <a:latin typeface="JetBrains Mono"/>
                <a:ea typeface="JetBrains Mono"/>
                <a:cs typeface="JetBrains Mono"/>
              </a:defRPr>
            </a:lvl8pPr>
            <a:lvl9pPr algn="l">
              <a:defRPr sz="1687" b="0" i="0" kern="0" spc="-9">
                <a:solidFill>
                  <a:srgbClr val="0A2540"/>
                </a:solidFill>
                <a:latin typeface="JetBrains Mono"/>
                <a:ea typeface="JetBrains Mono"/>
                <a:cs typeface="JetBrains Mono"/>
              </a:defRPr>
            </a:lvl9pPr>
          </a:lstStyle>
          <a:p>
            <a:pPr algn="l">
              <a:lnSpc>
                <a:spcPct val="100000"/>
              </a:lnSpc>
              <a:buNone/>
              <a:defRPr sz="1687" b="0" i="0" kern="0" spc="-9">
                <a:solidFill>
                  <a:srgbClr val="0A2540"/>
                </a:solidFill>
                <a:latin typeface="JetBrains Mono"/>
                <a:ea typeface="JetBrains Mono"/>
                <a:cs typeface="JetBrains Mono"/>
              </a:defRPr>
            </a:pPr>
            <a:r>
              <a:rPr sz="1687" b="0" i="0" kern="0" spc="-9">
                <a:solidFill>
                  <a:srgbClr val="0A2540"/>
                </a:solidFill>
                <a:latin typeface="JetBrains Mono"/>
                <a:ea typeface="JetBrains Mono"/>
                <a:cs typeface="JetBrains Mono"/>
              </a:rPr>
              <a:t>= 1,000 + 10P</a:t>
            </a:r>
          </a:p>
        </p:txBody>
      </p:sp>
      <p:sp>
        <p:nvSpPr>
          <p:cNvPr id="33" name="s20 text 13">
            <a:extLst>
              <a:ext uri="{FF2B5EF4-FFF2-40B4-BE49-F238E27FC236}">
                <a16:creationId xmlns:a16="http://schemas.microsoft.com/office/drawing/2014/main" id="{C762267A-2311-442E-AE9A-49603EF89C18}"/>
              </a:ext>
            </a:extLst>
          </p:cNvPr>
          <p:cNvSpPr>
            <a:spLocks noGrp="1"/>
          </p:cNvSpPr>
          <p:nvPr/>
        </p:nvSpPr>
        <p:spPr>
          <a:xfrm>
            <a:off x="800100" y="4061507"/>
            <a:ext cx="262890" cy="249417"/>
          </a:xfrm>
          <a:prstGeom prst="rect">
            <a:avLst/>
          </a:prstGeom>
          <a:noFill/>
          <a:ln w="0">
            <a:noFill/>
            <a:prstDash val="solid"/>
          </a:ln>
        </p:spPr>
        <p:txBody>
          <a:bodyPr wrap="none" lIns="0" tIns="0" rIns="0" bIns="0" anchor="t">
            <a:noAutofit/>
          </a:bodyPr>
          <a:lstStyle>
            <a:defPPr algn="l">
              <a:defRPr sz="1294" b="1" i="0" kern="0" spc="-9">
                <a:solidFill>
                  <a:srgbClr val="1D4ED8"/>
                </a:solidFill>
                <a:latin typeface="JetBrains Mono"/>
                <a:ea typeface="JetBrains Mono"/>
                <a:cs typeface="JetBrains Mono"/>
              </a:defRPr>
            </a:defPPr>
            <a:lvl1pPr algn="l">
              <a:defRPr sz="1294" b="1" i="0" kern="0" spc="-9">
                <a:solidFill>
                  <a:srgbClr val="1D4ED8"/>
                </a:solidFill>
                <a:latin typeface="JetBrains Mono"/>
                <a:ea typeface="JetBrains Mono"/>
                <a:cs typeface="JetBrains Mono"/>
              </a:defRPr>
            </a:lvl1pPr>
            <a:lvl2pPr algn="l">
              <a:defRPr sz="1294" b="1" i="0" kern="0" spc="-9">
                <a:solidFill>
                  <a:srgbClr val="1D4ED8"/>
                </a:solidFill>
                <a:latin typeface="JetBrains Mono"/>
                <a:ea typeface="JetBrains Mono"/>
                <a:cs typeface="JetBrains Mono"/>
              </a:defRPr>
            </a:lvl2pPr>
            <a:lvl3pPr algn="l">
              <a:defRPr sz="1294" b="1" i="0" kern="0" spc="-9">
                <a:solidFill>
                  <a:srgbClr val="1D4ED8"/>
                </a:solidFill>
                <a:latin typeface="JetBrains Mono"/>
                <a:ea typeface="JetBrains Mono"/>
                <a:cs typeface="JetBrains Mono"/>
              </a:defRPr>
            </a:lvl3pPr>
            <a:lvl4pPr algn="l">
              <a:defRPr sz="1294" b="1" i="0" kern="0" spc="-9">
                <a:solidFill>
                  <a:srgbClr val="1D4ED8"/>
                </a:solidFill>
                <a:latin typeface="JetBrains Mono"/>
                <a:ea typeface="JetBrains Mono"/>
                <a:cs typeface="JetBrains Mono"/>
              </a:defRPr>
            </a:lvl4pPr>
            <a:lvl5pPr algn="l">
              <a:defRPr sz="1294" b="1" i="0" kern="0" spc="-9">
                <a:solidFill>
                  <a:srgbClr val="1D4ED8"/>
                </a:solidFill>
                <a:latin typeface="JetBrains Mono"/>
                <a:ea typeface="JetBrains Mono"/>
                <a:cs typeface="JetBrains Mono"/>
              </a:defRPr>
            </a:lvl5pPr>
            <a:lvl6pPr algn="l">
              <a:defRPr sz="1294" b="1" i="0" kern="0" spc="-9">
                <a:solidFill>
                  <a:srgbClr val="1D4ED8"/>
                </a:solidFill>
                <a:latin typeface="JetBrains Mono"/>
                <a:ea typeface="JetBrains Mono"/>
                <a:cs typeface="JetBrains Mono"/>
              </a:defRPr>
            </a:lvl6pPr>
            <a:lvl7pPr algn="l">
              <a:defRPr sz="1294" b="1" i="0" kern="0" spc="-9">
                <a:solidFill>
                  <a:srgbClr val="1D4ED8"/>
                </a:solidFill>
                <a:latin typeface="JetBrains Mono"/>
                <a:ea typeface="JetBrains Mono"/>
                <a:cs typeface="JetBrains Mono"/>
              </a:defRPr>
            </a:lvl7pPr>
            <a:lvl8pPr algn="l">
              <a:defRPr sz="1294" b="1" i="0" kern="0" spc="-9">
                <a:solidFill>
                  <a:srgbClr val="1D4ED8"/>
                </a:solidFill>
                <a:latin typeface="JetBrains Mono"/>
                <a:ea typeface="JetBrains Mono"/>
                <a:cs typeface="JetBrains Mono"/>
              </a:defRPr>
            </a:lvl8pPr>
            <a:lvl9pPr algn="l">
              <a:defRPr sz="1294" b="1" i="0" kern="0" spc="-9">
                <a:solidFill>
                  <a:srgbClr val="1D4ED8"/>
                </a:solidFill>
                <a:latin typeface="JetBrains Mono"/>
                <a:ea typeface="JetBrains Mono"/>
                <a:cs typeface="JetBrains Mono"/>
              </a:defRPr>
            </a:lvl9pPr>
          </a:lstStyle>
          <a:p>
            <a:pPr algn="l">
              <a:lnSpc>
                <a:spcPct val="100000"/>
              </a:lnSpc>
              <a:buNone/>
              <a:defRPr sz="1294" b="1" i="0" kern="0" spc="-9">
                <a:solidFill>
                  <a:srgbClr val="1D4ED8"/>
                </a:solidFill>
                <a:latin typeface="JetBrains Mono"/>
                <a:ea typeface="JetBrains Mono"/>
                <a:cs typeface="JetBrains Mono"/>
              </a:defRPr>
            </a:pPr>
            <a:r>
              <a:rPr sz="1294" b="1" i="0" kern="0" spc="-9">
                <a:solidFill>
                  <a:srgbClr val="1D4ED8"/>
                </a:solidFill>
                <a:latin typeface="JetBrains Mono"/>
                <a:ea typeface="JetBrains Mono"/>
                <a:cs typeface="JetBrains Mono"/>
              </a:rPr>
              <a:t>a)</a:t>
            </a:r>
          </a:p>
        </p:txBody>
      </p:sp>
      <p:sp>
        <p:nvSpPr>
          <p:cNvPr id="34" name="s20 text 14">
            <a:extLst>
              <a:ext uri="{FF2B5EF4-FFF2-40B4-BE49-F238E27FC236}">
                <a16:creationId xmlns:a16="http://schemas.microsoft.com/office/drawing/2014/main" id="{B778489F-DF46-47F1-96BD-8AB616EA9258}"/>
              </a:ext>
            </a:extLst>
          </p:cNvPr>
          <p:cNvSpPr>
            <a:spLocks noGrp="1"/>
          </p:cNvSpPr>
          <p:nvPr/>
        </p:nvSpPr>
        <p:spPr>
          <a:xfrm>
            <a:off x="1328737" y="4077742"/>
            <a:ext cx="10636758" cy="258445"/>
          </a:xfrm>
          <a:prstGeom prst="rect">
            <a:avLst/>
          </a:prstGeom>
          <a:noFill/>
          <a:ln w="0">
            <a:noFill/>
            <a:prstDash val="solid"/>
          </a:ln>
        </p:spPr>
        <p:txBody>
          <a:bodyPr wrap="none" lIns="0" tIns="0" rIns="0" bIns="0" anchor="t">
            <a:noAutofit/>
          </a:bodyPr>
          <a:lstStyle>
            <a:defPPr algn="l">
              <a:defRPr sz="1462" b="0" i="0" kern="0" spc="-9">
                <a:solidFill>
                  <a:srgbClr val="0A2540"/>
                </a:solidFill>
                <a:latin typeface="Inter"/>
                <a:ea typeface="Inter"/>
                <a:cs typeface="Inter"/>
              </a:defRPr>
            </a:defPPr>
            <a:lvl1pPr algn="l">
              <a:defRPr sz="1462" b="0" i="0" kern="0" spc="-9">
                <a:solidFill>
                  <a:srgbClr val="0A2540"/>
                </a:solidFill>
                <a:latin typeface="Inter"/>
                <a:ea typeface="Inter"/>
                <a:cs typeface="Inter"/>
              </a:defRPr>
            </a:lvl1pPr>
            <a:lvl2pPr algn="l">
              <a:defRPr sz="1462" b="0" i="0" kern="0" spc="-9">
                <a:solidFill>
                  <a:srgbClr val="0A2540"/>
                </a:solidFill>
                <a:latin typeface="Inter"/>
                <a:ea typeface="Inter"/>
                <a:cs typeface="Inter"/>
              </a:defRPr>
            </a:lvl2pPr>
            <a:lvl3pPr algn="l">
              <a:defRPr sz="1462" b="0" i="0" kern="0" spc="-9">
                <a:solidFill>
                  <a:srgbClr val="0A2540"/>
                </a:solidFill>
                <a:latin typeface="Inter"/>
                <a:ea typeface="Inter"/>
                <a:cs typeface="Inter"/>
              </a:defRPr>
            </a:lvl3pPr>
            <a:lvl4pPr algn="l">
              <a:defRPr sz="1462" b="0" i="0" kern="0" spc="-9">
                <a:solidFill>
                  <a:srgbClr val="0A2540"/>
                </a:solidFill>
                <a:latin typeface="Inter"/>
                <a:ea typeface="Inter"/>
                <a:cs typeface="Inter"/>
              </a:defRPr>
            </a:lvl4pPr>
            <a:lvl5pPr algn="l">
              <a:defRPr sz="1462" b="0" i="0" kern="0" spc="-9">
                <a:solidFill>
                  <a:srgbClr val="0A2540"/>
                </a:solidFill>
                <a:latin typeface="Inter"/>
                <a:ea typeface="Inter"/>
                <a:cs typeface="Inter"/>
              </a:defRPr>
            </a:lvl5pPr>
            <a:lvl6pPr algn="l">
              <a:defRPr sz="1462" b="0" i="0" kern="0" spc="-9">
                <a:solidFill>
                  <a:srgbClr val="0A2540"/>
                </a:solidFill>
                <a:latin typeface="Inter"/>
                <a:ea typeface="Inter"/>
                <a:cs typeface="Inter"/>
              </a:defRPr>
            </a:lvl6pPr>
            <a:lvl7pPr algn="l">
              <a:defRPr sz="1462" b="0" i="0" kern="0" spc="-9">
                <a:solidFill>
                  <a:srgbClr val="0A2540"/>
                </a:solidFill>
                <a:latin typeface="Inter"/>
                <a:ea typeface="Inter"/>
                <a:cs typeface="Inter"/>
              </a:defRPr>
            </a:lvl7pPr>
            <a:lvl8pPr algn="l">
              <a:defRPr sz="1462" b="0" i="0" kern="0" spc="-9">
                <a:solidFill>
                  <a:srgbClr val="0A2540"/>
                </a:solidFill>
                <a:latin typeface="Inter"/>
                <a:ea typeface="Inter"/>
                <a:cs typeface="Inter"/>
              </a:defRPr>
            </a:lvl8pPr>
            <a:lvl9pPr algn="l">
              <a:defRPr sz="1462" b="0" i="0" kern="0" spc="-9">
                <a:solidFill>
                  <a:srgbClr val="0A2540"/>
                </a:solidFill>
                <a:latin typeface="Inter"/>
                <a:ea typeface="Inter"/>
                <a:cs typeface="Inter"/>
              </a:defRPr>
            </a:lvl9pPr>
          </a:lstStyle>
          <a:p>
            <a:pPr algn="l">
              <a:lnSpc>
                <a:spcPct val="100000"/>
              </a:lnSpc>
              <a:buNone/>
              <a:defRPr sz="1462" b="0" i="0" kern="0" spc="-9">
                <a:solidFill>
                  <a:srgbClr val="0A2540"/>
                </a:solidFill>
                <a:latin typeface="Inter"/>
                <a:ea typeface="Inter"/>
                <a:cs typeface="Inter"/>
              </a:defRPr>
            </a:pPr>
            <a:r>
              <a:rPr sz="1462" b="0" i="0" kern="0" spc="-9">
                <a:solidFill>
                  <a:srgbClr val="0A2540"/>
                </a:solidFill>
                <a:latin typeface="Inter"/>
                <a:ea typeface="Inter"/>
                <a:cs typeface="Inter"/>
              </a:rPr>
              <a:t>Suppose the current world price of electric generators is US$300. If the Egyptian government introduces a US$100 tariff</a:t>
            </a:r>
          </a:p>
        </p:txBody>
      </p:sp>
      <p:sp>
        <p:nvSpPr>
          <p:cNvPr id="35" name="s20 text 15">
            <a:extLst>
              <a:ext uri="{FF2B5EF4-FFF2-40B4-BE49-F238E27FC236}">
                <a16:creationId xmlns:a16="http://schemas.microsoft.com/office/drawing/2014/main" id="{ACF22982-C26A-4860-B596-BB368E4EF188}"/>
              </a:ext>
            </a:extLst>
          </p:cNvPr>
          <p:cNvSpPr>
            <a:spLocks noGrp="1"/>
          </p:cNvSpPr>
          <p:nvPr/>
        </p:nvSpPr>
        <p:spPr>
          <a:xfrm>
            <a:off x="1328737" y="4334917"/>
            <a:ext cx="10235946" cy="258445"/>
          </a:xfrm>
          <a:prstGeom prst="rect">
            <a:avLst/>
          </a:prstGeom>
          <a:noFill/>
          <a:ln w="0">
            <a:noFill/>
            <a:prstDash val="solid"/>
          </a:ln>
        </p:spPr>
        <p:txBody>
          <a:bodyPr wrap="none" lIns="0" tIns="0" rIns="0" bIns="0" anchor="t">
            <a:noAutofit/>
          </a:bodyPr>
          <a:lstStyle>
            <a:defPPr algn="l">
              <a:defRPr sz="1462" b="0" i="0" kern="0" spc="-9">
                <a:solidFill>
                  <a:srgbClr val="0A2540"/>
                </a:solidFill>
                <a:latin typeface="Inter"/>
                <a:ea typeface="Inter"/>
                <a:cs typeface="Inter"/>
              </a:defRPr>
            </a:defPPr>
            <a:lvl1pPr algn="l">
              <a:defRPr sz="1462" b="0" i="0" kern="0" spc="-9">
                <a:solidFill>
                  <a:srgbClr val="0A2540"/>
                </a:solidFill>
                <a:latin typeface="Inter"/>
                <a:ea typeface="Inter"/>
                <a:cs typeface="Inter"/>
              </a:defRPr>
            </a:lvl1pPr>
            <a:lvl2pPr algn="l">
              <a:defRPr sz="1462" b="0" i="0" kern="0" spc="-9">
                <a:solidFill>
                  <a:srgbClr val="0A2540"/>
                </a:solidFill>
                <a:latin typeface="Inter"/>
                <a:ea typeface="Inter"/>
                <a:cs typeface="Inter"/>
              </a:defRPr>
            </a:lvl2pPr>
            <a:lvl3pPr algn="l">
              <a:defRPr sz="1462" b="0" i="0" kern="0" spc="-9">
                <a:solidFill>
                  <a:srgbClr val="0A2540"/>
                </a:solidFill>
                <a:latin typeface="Inter"/>
                <a:ea typeface="Inter"/>
                <a:cs typeface="Inter"/>
              </a:defRPr>
            </a:lvl3pPr>
            <a:lvl4pPr algn="l">
              <a:defRPr sz="1462" b="0" i="0" kern="0" spc="-9">
                <a:solidFill>
                  <a:srgbClr val="0A2540"/>
                </a:solidFill>
                <a:latin typeface="Inter"/>
                <a:ea typeface="Inter"/>
                <a:cs typeface="Inter"/>
              </a:defRPr>
            </a:lvl4pPr>
            <a:lvl5pPr algn="l">
              <a:defRPr sz="1462" b="0" i="0" kern="0" spc="-9">
                <a:solidFill>
                  <a:srgbClr val="0A2540"/>
                </a:solidFill>
                <a:latin typeface="Inter"/>
                <a:ea typeface="Inter"/>
                <a:cs typeface="Inter"/>
              </a:defRPr>
            </a:lvl5pPr>
            <a:lvl6pPr algn="l">
              <a:defRPr sz="1462" b="0" i="0" kern="0" spc="-9">
                <a:solidFill>
                  <a:srgbClr val="0A2540"/>
                </a:solidFill>
                <a:latin typeface="Inter"/>
                <a:ea typeface="Inter"/>
                <a:cs typeface="Inter"/>
              </a:defRPr>
            </a:lvl6pPr>
            <a:lvl7pPr algn="l">
              <a:defRPr sz="1462" b="0" i="0" kern="0" spc="-9">
                <a:solidFill>
                  <a:srgbClr val="0A2540"/>
                </a:solidFill>
                <a:latin typeface="Inter"/>
                <a:ea typeface="Inter"/>
                <a:cs typeface="Inter"/>
              </a:defRPr>
            </a:lvl7pPr>
            <a:lvl8pPr algn="l">
              <a:defRPr sz="1462" b="0" i="0" kern="0" spc="-9">
                <a:solidFill>
                  <a:srgbClr val="0A2540"/>
                </a:solidFill>
                <a:latin typeface="Inter"/>
                <a:ea typeface="Inter"/>
                <a:cs typeface="Inter"/>
              </a:defRPr>
            </a:lvl8pPr>
            <a:lvl9pPr algn="l">
              <a:defRPr sz="1462" b="0" i="0" kern="0" spc="-9">
                <a:solidFill>
                  <a:srgbClr val="0A2540"/>
                </a:solidFill>
                <a:latin typeface="Inter"/>
                <a:ea typeface="Inter"/>
                <a:cs typeface="Inter"/>
              </a:defRPr>
            </a:lvl9pPr>
          </a:lstStyle>
          <a:p>
            <a:pPr algn="l">
              <a:lnSpc>
                <a:spcPct val="100000"/>
              </a:lnSpc>
              <a:buNone/>
              <a:defRPr sz="1462" b="0" i="0" kern="0" spc="-9">
                <a:solidFill>
                  <a:srgbClr val="0A2540"/>
                </a:solidFill>
                <a:latin typeface="Inter"/>
                <a:ea typeface="Inter"/>
                <a:cs typeface="Inter"/>
              </a:defRPr>
            </a:pPr>
            <a:r>
              <a:rPr sz="1462" b="0" i="0" kern="0" spc="-9">
                <a:solidFill>
                  <a:srgbClr val="0A2540"/>
                </a:solidFill>
                <a:latin typeface="Inter"/>
                <a:ea typeface="Inter"/>
                <a:cs typeface="Inter"/>
              </a:rPr>
              <a:t>on imported electric generators, what will be the price of an electric generator in Egypt? What will be the quantity of</a:t>
            </a:r>
          </a:p>
        </p:txBody>
      </p:sp>
      <p:sp>
        <p:nvSpPr>
          <p:cNvPr id="36" name="s20 text 16">
            <a:extLst>
              <a:ext uri="{FF2B5EF4-FFF2-40B4-BE49-F238E27FC236}">
                <a16:creationId xmlns:a16="http://schemas.microsoft.com/office/drawing/2014/main" id="{7A002345-C7B9-41BF-9922-72CA8D39B248}"/>
              </a:ext>
            </a:extLst>
          </p:cNvPr>
          <p:cNvSpPr>
            <a:spLocks noGrp="1"/>
          </p:cNvSpPr>
          <p:nvPr/>
        </p:nvSpPr>
        <p:spPr>
          <a:xfrm>
            <a:off x="1328737" y="4584948"/>
            <a:ext cx="8689467" cy="258445"/>
          </a:xfrm>
          <a:prstGeom prst="rect">
            <a:avLst/>
          </a:prstGeom>
          <a:noFill/>
          <a:ln w="0">
            <a:noFill/>
            <a:prstDash val="solid"/>
          </a:ln>
        </p:spPr>
        <p:txBody>
          <a:bodyPr wrap="none" lIns="0" tIns="0" rIns="0" bIns="0" anchor="t">
            <a:noAutofit/>
          </a:bodyPr>
          <a:lstStyle>
            <a:defPPr algn="l">
              <a:defRPr sz="1462" b="0" i="0" kern="0" spc="-9">
                <a:solidFill>
                  <a:srgbClr val="0A2540"/>
                </a:solidFill>
                <a:latin typeface="Inter"/>
                <a:ea typeface="Inter"/>
                <a:cs typeface="Inter"/>
              </a:defRPr>
            </a:defPPr>
            <a:lvl1pPr algn="l">
              <a:defRPr sz="1462" b="0" i="0" kern="0" spc="-9">
                <a:solidFill>
                  <a:srgbClr val="0A2540"/>
                </a:solidFill>
                <a:latin typeface="Inter"/>
                <a:ea typeface="Inter"/>
                <a:cs typeface="Inter"/>
              </a:defRPr>
            </a:lvl1pPr>
            <a:lvl2pPr algn="l">
              <a:defRPr sz="1462" b="0" i="0" kern="0" spc="-9">
                <a:solidFill>
                  <a:srgbClr val="0A2540"/>
                </a:solidFill>
                <a:latin typeface="Inter"/>
                <a:ea typeface="Inter"/>
                <a:cs typeface="Inter"/>
              </a:defRPr>
            </a:lvl2pPr>
            <a:lvl3pPr algn="l">
              <a:defRPr sz="1462" b="0" i="0" kern="0" spc="-9">
                <a:solidFill>
                  <a:srgbClr val="0A2540"/>
                </a:solidFill>
                <a:latin typeface="Inter"/>
                <a:ea typeface="Inter"/>
                <a:cs typeface="Inter"/>
              </a:defRPr>
            </a:lvl3pPr>
            <a:lvl4pPr algn="l">
              <a:defRPr sz="1462" b="0" i="0" kern="0" spc="-9">
                <a:solidFill>
                  <a:srgbClr val="0A2540"/>
                </a:solidFill>
                <a:latin typeface="Inter"/>
                <a:ea typeface="Inter"/>
                <a:cs typeface="Inter"/>
              </a:defRPr>
            </a:lvl4pPr>
            <a:lvl5pPr algn="l">
              <a:defRPr sz="1462" b="0" i="0" kern="0" spc="-9">
                <a:solidFill>
                  <a:srgbClr val="0A2540"/>
                </a:solidFill>
                <a:latin typeface="Inter"/>
                <a:ea typeface="Inter"/>
                <a:cs typeface="Inter"/>
              </a:defRPr>
            </a:lvl5pPr>
            <a:lvl6pPr algn="l">
              <a:defRPr sz="1462" b="0" i="0" kern="0" spc="-9">
                <a:solidFill>
                  <a:srgbClr val="0A2540"/>
                </a:solidFill>
                <a:latin typeface="Inter"/>
                <a:ea typeface="Inter"/>
                <a:cs typeface="Inter"/>
              </a:defRPr>
            </a:lvl6pPr>
            <a:lvl7pPr algn="l">
              <a:defRPr sz="1462" b="0" i="0" kern="0" spc="-9">
                <a:solidFill>
                  <a:srgbClr val="0A2540"/>
                </a:solidFill>
                <a:latin typeface="Inter"/>
                <a:ea typeface="Inter"/>
                <a:cs typeface="Inter"/>
              </a:defRPr>
            </a:lvl7pPr>
            <a:lvl8pPr algn="l">
              <a:defRPr sz="1462" b="0" i="0" kern="0" spc="-9">
                <a:solidFill>
                  <a:srgbClr val="0A2540"/>
                </a:solidFill>
                <a:latin typeface="Inter"/>
                <a:ea typeface="Inter"/>
                <a:cs typeface="Inter"/>
              </a:defRPr>
            </a:lvl8pPr>
            <a:lvl9pPr algn="l">
              <a:defRPr sz="1462" b="0" i="0" kern="0" spc="-9">
                <a:solidFill>
                  <a:srgbClr val="0A2540"/>
                </a:solidFill>
                <a:latin typeface="Inter"/>
                <a:ea typeface="Inter"/>
                <a:cs typeface="Inter"/>
              </a:defRPr>
            </a:lvl9pPr>
          </a:lstStyle>
          <a:p>
            <a:pPr algn="l">
              <a:lnSpc>
                <a:spcPct val="100000"/>
              </a:lnSpc>
              <a:buNone/>
              <a:defRPr sz="1462" b="0" i="0" kern="0" spc="-9">
                <a:solidFill>
                  <a:srgbClr val="0A2540"/>
                </a:solidFill>
                <a:latin typeface="Inter"/>
                <a:ea typeface="Inter"/>
                <a:cs typeface="Inter"/>
              </a:defRPr>
            </a:pPr>
            <a:r>
              <a:rPr sz="1462" b="0" i="0" kern="0" spc="-9">
                <a:solidFill>
                  <a:srgbClr val="0A2540"/>
                </a:solidFill>
                <a:latin typeface="Inter"/>
                <a:ea typeface="Inter"/>
                <a:cs typeface="Inter"/>
              </a:rPr>
              <a:t>electric generators produced in Egypt and quantity imported into Egypt? What will the government</a:t>
            </a:r>
          </a:p>
        </p:txBody>
      </p:sp>
      <p:sp>
        <p:nvSpPr>
          <p:cNvPr id="37" name="s20 text 17">
            <a:extLst>
              <a:ext uri="{FF2B5EF4-FFF2-40B4-BE49-F238E27FC236}">
                <a16:creationId xmlns:a16="http://schemas.microsoft.com/office/drawing/2014/main" id="{3488FA31-3D91-48C6-A00E-401B5F54E3A4}"/>
              </a:ext>
            </a:extLst>
          </p:cNvPr>
          <p:cNvSpPr>
            <a:spLocks noGrp="1"/>
          </p:cNvSpPr>
          <p:nvPr/>
        </p:nvSpPr>
        <p:spPr>
          <a:xfrm>
            <a:off x="9834226" y="4584948"/>
            <a:ext cx="122725" cy="258445"/>
          </a:xfrm>
          <a:prstGeom prst="rect">
            <a:avLst/>
          </a:prstGeom>
          <a:noFill/>
          <a:ln w="0">
            <a:noFill/>
            <a:prstDash val="solid"/>
          </a:ln>
        </p:spPr>
        <p:txBody>
          <a:bodyPr wrap="none" lIns="0" tIns="0" rIns="0" bIns="0" anchor="t">
            <a:noAutofit/>
          </a:bodyPr>
          <a:lstStyle>
            <a:defPPr algn="l">
              <a:defRPr sz="1462" b="0" i="0" kern="0" spc="0">
                <a:solidFill>
                  <a:srgbClr val="0A2540"/>
                </a:solidFill>
                <a:latin typeface="Inter"/>
                <a:ea typeface="Inter"/>
                <a:cs typeface="Inter"/>
              </a:defRPr>
            </a:defPPr>
            <a:lvl1pPr algn="l">
              <a:defRPr sz="1462" b="0" i="0" kern="0" spc="0">
                <a:solidFill>
                  <a:srgbClr val="0A2540"/>
                </a:solidFill>
                <a:latin typeface="Inter"/>
                <a:ea typeface="Inter"/>
                <a:cs typeface="Inter"/>
              </a:defRPr>
            </a:lvl1pPr>
            <a:lvl2pPr algn="l">
              <a:defRPr sz="1462" b="0" i="0" kern="0" spc="0">
                <a:solidFill>
                  <a:srgbClr val="0A2540"/>
                </a:solidFill>
                <a:latin typeface="Inter"/>
                <a:ea typeface="Inter"/>
                <a:cs typeface="Inter"/>
              </a:defRPr>
            </a:lvl2pPr>
            <a:lvl3pPr algn="l">
              <a:defRPr sz="1462" b="0" i="0" kern="0" spc="0">
                <a:solidFill>
                  <a:srgbClr val="0A2540"/>
                </a:solidFill>
                <a:latin typeface="Inter"/>
                <a:ea typeface="Inter"/>
                <a:cs typeface="Inter"/>
              </a:defRPr>
            </a:lvl3pPr>
            <a:lvl4pPr algn="l">
              <a:defRPr sz="1462" b="0" i="0" kern="0" spc="0">
                <a:solidFill>
                  <a:srgbClr val="0A2540"/>
                </a:solidFill>
                <a:latin typeface="Inter"/>
                <a:ea typeface="Inter"/>
                <a:cs typeface="Inter"/>
              </a:defRPr>
            </a:lvl4pPr>
            <a:lvl5pPr algn="l">
              <a:defRPr sz="1462" b="0" i="0" kern="0" spc="0">
                <a:solidFill>
                  <a:srgbClr val="0A2540"/>
                </a:solidFill>
                <a:latin typeface="Inter"/>
                <a:ea typeface="Inter"/>
                <a:cs typeface="Inter"/>
              </a:defRPr>
            </a:lvl5pPr>
            <a:lvl6pPr algn="l">
              <a:defRPr sz="1462" b="0" i="0" kern="0" spc="0">
                <a:solidFill>
                  <a:srgbClr val="0A2540"/>
                </a:solidFill>
                <a:latin typeface="Inter"/>
                <a:ea typeface="Inter"/>
                <a:cs typeface="Inter"/>
              </a:defRPr>
            </a:lvl6pPr>
            <a:lvl7pPr algn="l">
              <a:defRPr sz="1462" b="0" i="0" kern="0" spc="0">
                <a:solidFill>
                  <a:srgbClr val="0A2540"/>
                </a:solidFill>
                <a:latin typeface="Inter"/>
                <a:ea typeface="Inter"/>
                <a:cs typeface="Inter"/>
              </a:defRPr>
            </a:lvl7pPr>
            <a:lvl8pPr algn="l">
              <a:defRPr sz="1462" b="0" i="0" kern="0" spc="0">
                <a:solidFill>
                  <a:srgbClr val="0A2540"/>
                </a:solidFill>
                <a:latin typeface="Inter"/>
                <a:ea typeface="Inter"/>
                <a:cs typeface="Inter"/>
              </a:defRPr>
            </a:lvl8pPr>
            <a:lvl9pPr algn="l">
              <a:defRPr sz="1462" b="0" i="0" kern="0" spc="0">
                <a:solidFill>
                  <a:srgbClr val="0A2540"/>
                </a:solidFill>
                <a:latin typeface="Inter"/>
                <a:ea typeface="Inter"/>
                <a:cs typeface="Inter"/>
              </a:defRPr>
            </a:lvl9pPr>
          </a:lstStyle>
          <a:p>
            <a:pPr algn="l">
              <a:lnSpc>
                <a:spcPct val="100000"/>
              </a:lnSpc>
              <a:buNone/>
              <a:defRPr sz="1462" b="0" i="0" kern="0" spc="0">
                <a:solidFill>
                  <a:srgbClr val="0A2540"/>
                </a:solidFill>
                <a:latin typeface="Inter"/>
                <a:ea typeface="Inter"/>
                <a:cs typeface="Inter"/>
              </a:defRPr>
            </a:pPr>
            <a:r>
              <a:rPr sz="1462" b="0" i="0" kern="0" spc="0">
                <a:solidFill>
                  <a:srgbClr val="0A2540"/>
                </a:solidFill>
                <a:latin typeface="Inter"/>
                <a:ea typeface="Inter"/>
                <a:cs typeface="Inter"/>
              </a:rPr>
              <a:t>ʼ</a:t>
            </a:r>
          </a:p>
        </p:txBody>
      </p:sp>
      <p:sp>
        <p:nvSpPr>
          <p:cNvPr id="38" name="s20 text 18">
            <a:extLst>
              <a:ext uri="{FF2B5EF4-FFF2-40B4-BE49-F238E27FC236}">
                <a16:creationId xmlns:a16="http://schemas.microsoft.com/office/drawing/2014/main" id="{E0736488-A556-48AD-AE2C-E5F54E982249}"/>
              </a:ext>
            </a:extLst>
          </p:cNvPr>
          <p:cNvSpPr>
            <a:spLocks noGrp="1"/>
          </p:cNvSpPr>
          <p:nvPr/>
        </p:nvSpPr>
        <p:spPr>
          <a:xfrm>
            <a:off x="9867274" y="4584948"/>
            <a:ext cx="1767364" cy="258445"/>
          </a:xfrm>
          <a:prstGeom prst="rect">
            <a:avLst/>
          </a:prstGeom>
          <a:noFill/>
          <a:ln w="0">
            <a:noFill/>
            <a:prstDash val="solid"/>
          </a:ln>
        </p:spPr>
        <p:txBody>
          <a:bodyPr wrap="none" lIns="0" tIns="0" rIns="0" bIns="0" anchor="t">
            <a:noAutofit/>
          </a:bodyPr>
          <a:lstStyle>
            <a:defPPr algn="l">
              <a:defRPr sz="1462" b="0" i="0" kern="0" spc="-9">
                <a:solidFill>
                  <a:srgbClr val="0A2540"/>
                </a:solidFill>
                <a:latin typeface="Inter"/>
                <a:ea typeface="Inter"/>
                <a:cs typeface="Inter"/>
              </a:defRPr>
            </a:defPPr>
            <a:lvl1pPr algn="l">
              <a:defRPr sz="1462" b="0" i="0" kern="0" spc="-9">
                <a:solidFill>
                  <a:srgbClr val="0A2540"/>
                </a:solidFill>
                <a:latin typeface="Inter"/>
                <a:ea typeface="Inter"/>
                <a:cs typeface="Inter"/>
              </a:defRPr>
            </a:lvl1pPr>
            <a:lvl2pPr algn="l">
              <a:defRPr sz="1462" b="0" i="0" kern="0" spc="-9">
                <a:solidFill>
                  <a:srgbClr val="0A2540"/>
                </a:solidFill>
                <a:latin typeface="Inter"/>
                <a:ea typeface="Inter"/>
                <a:cs typeface="Inter"/>
              </a:defRPr>
            </a:lvl2pPr>
            <a:lvl3pPr algn="l">
              <a:defRPr sz="1462" b="0" i="0" kern="0" spc="-9">
                <a:solidFill>
                  <a:srgbClr val="0A2540"/>
                </a:solidFill>
                <a:latin typeface="Inter"/>
                <a:ea typeface="Inter"/>
                <a:cs typeface="Inter"/>
              </a:defRPr>
            </a:lvl3pPr>
            <a:lvl4pPr algn="l">
              <a:defRPr sz="1462" b="0" i="0" kern="0" spc="-9">
                <a:solidFill>
                  <a:srgbClr val="0A2540"/>
                </a:solidFill>
                <a:latin typeface="Inter"/>
                <a:ea typeface="Inter"/>
                <a:cs typeface="Inter"/>
              </a:defRPr>
            </a:lvl4pPr>
            <a:lvl5pPr algn="l">
              <a:defRPr sz="1462" b="0" i="0" kern="0" spc="-9">
                <a:solidFill>
                  <a:srgbClr val="0A2540"/>
                </a:solidFill>
                <a:latin typeface="Inter"/>
                <a:ea typeface="Inter"/>
                <a:cs typeface="Inter"/>
              </a:defRPr>
            </a:lvl5pPr>
            <a:lvl6pPr algn="l">
              <a:defRPr sz="1462" b="0" i="0" kern="0" spc="-9">
                <a:solidFill>
                  <a:srgbClr val="0A2540"/>
                </a:solidFill>
                <a:latin typeface="Inter"/>
                <a:ea typeface="Inter"/>
                <a:cs typeface="Inter"/>
              </a:defRPr>
            </a:lvl6pPr>
            <a:lvl7pPr algn="l">
              <a:defRPr sz="1462" b="0" i="0" kern="0" spc="-9">
                <a:solidFill>
                  <a:srgbClr val="0A2540"/>
                </a:solidFill>
                <a:latin typeface="Inter"/>
                <a:ea typeface="Inter"/>
                <a:cs typeface="Inter"/>
              </a:defRPr>
            </a:lvl7pPr>
            <a:lvl8pPr algn="l">
              <a:defRPr sz="1462" b="0" i="0" kern="0" spc="-9">
                <a:solidFill>
                  <a:srgbClr val="0A2540"/>
                </a:solidFill>
                <a:latin typeface="Inter"/>
                <a:ea typeface="Inter"/>
                <a:cs typeface="Inter"/>
              </a:defRPr>
            </a:lvl8pPr>
            <a:lvl9pPr algn="l">
              <a:defRPr sz="1462" b="0" i="0" kern="0" spc="-9">
                <a:solidFill>
                  <a:srgbClr val="0A2540"/>
                </a:solidFill>
                <a:latin typeface="Inter"/>
                <a:ea typeface="Inter"/>
                <a:cs typeface="Inter"/>
              </a:defRPr>
            </a:lvl9pPr>
          </a:lstStyle>
          <a:p>
            <a:pPr algn="l">
              <a:lnSpc>
                <a:spcPct val="100000"/>
              </a:lnSpc>
              <a:buNone/>
              <a:defRPr sz="1462" b="0" i="0" kern="0" spc="-9">
                <a:solidFill>
                  <a:srgbClr val="0A2540"/>
                </a:solidFill>
                <a:latin typeface="Inter"/>
                <a:ea typeface="Inter"/>
                <a:cs typeface="Inter"/>
              </a:defRPr>
            </a:pPr>
            <a:r>
              <a:rPr sz="1462" b="0" i="0" kern="0" spc="-9">
                <a:solidFill>
                  <a:srgbClr val="0A2540"/>
                </a:solidFill>
                <a:latin typeface="Inter"/>
                <a:ea typeface="Inter"/>
                <a:cs typeface="Inter"/>
              </a:rPr>
              <a:t>s tariff revenue be?</a:t>
            </a:r>
          </a:p>
        </p:txBody>
      </p:sp>
      <p:sp>
        <p:nvSpPr>
          <p:cNvPr id="39" name="s20 text 19">
            <a:extLst>
              <a:ext uri="{FF2B5EF4-FFF2-40B4-BE49-F238E27FC236}">
                <a16:creationId xmlns:a16="http://schemas.microsoft.com/office/drawing/2014/main" id="{2B36A5E0-586F-4ED3-AEE0-4C61647C67F7}"/>
              </a:ext>
            </a:extLst>
          </p:cNvPr>
          <p:cNvSpPr>
            <a:spLocks noGrp="1"/>
          </p:cNvSpPr>
          <p:nvPr/>
        </p:nvSpPr>
        <p:spPr>
          <a:xfrm>
            <a:off x="800100" y="4897326"/>
            <a:ext cx="262890" cy="249417"/>
          </a:xfrm>
          <a:prstGeom prst="rect">
            <a:avLst/>
          </a:prstGeom>
          <a:noFill/>
          <a:ln w="0">
            <a:noFill/>
            <a:prstDash val="solid"/>
          </a:ln>
        </p:spPr>
        <p:txBody>
          <a:bodyPr wrap="none" lIns="0" tIns="0" rIns="0" bIns="0" anchor="t">
            <a:noAutofit/>
          </a:bodyPr>
          <a:lstStyle>
            <a:defPPr algn="l">
              <a:defRPr sz="1294" b="1" i="0" kern="0" spc="-9">
                <a:solidFill>
                  <a:srgbClr val="1D4ED8"/>
                </a:solidFill>
                <a:latin typeface="JetBrains Mono"/>
                <a:ea typeface="JetBrains Mono"/>
                <a:cs typeface="JetBrains Mono"/>
              </a:defRPr>
            </a:defPPr>
            <a:lvl1pPr algn="l">
              <a:defRPr sz="1294" b="1" i="0" kern="0" spc="-9">
                <a:solidFill>
                  <a:srgbClr val="1D4ED8"/>
                </a:solidFill>
                <a:latin typeface="JetBrains Mono"/>
                <a:ea typeface="JetBrains Mono"/>
                <a:cs typeface="JetBrains Mono"/>
              </a:defRPr>
            </a:lvl1pPr>
            <a:lvl2pPr algn="l">
              <a:defRPr sz="1294" b="1" i="0" kern="0" spc="-9">
                <a:solidFill>
                  <a:srgbClr val="1D4ED8"/>
                </a:solidFill>
                <a:latin typeface="JetBrains Mono"/>
                <a:ea typeface="JetBrains Mono"/>
                <a:cs typeface="JetBrains Mono"/>
              </a:defRPr>
            </a:lvl2pPr>
            <a:lvl3pPr algn="l">
              <a:defRPr sz="1294" b="1" i="0" kern="0" spc="-9">
                <a:solidFill>
                  <a:srgbClr val="1D4ED8"/>
                </a:solidFill>
                <a:latin typeface="JetBrains Mono"/>
                <a:ea typeface="JetBrains Mono"/>
                <a:cs typeface="JetBrains Mono"/>
              </a:defRPr>
            </a:lvl3pPr>
            <a:lvl4pPr algn="l">
              <a:defRPr sz="1294" b="1" i="0" kern="0" spc="-9">
                <a:solidFill>
                  <a:srgbClr val="1D4ED8"/>
                </a:solidFill>
                <a:latin typeface="JetBrains Mono"/>
                <a:ea typeface="JetBrains Mono"/>
                <a:cs typeface="JetBrains Mono"/>
              </a:defRPr>
            </a:lvl4pPr>
            <a:lvl5pPr algn="l">
              <a:defRPr sz="1294" b="1" i="0" kern="0" spc="-9">
                <a:solidFill>
                  <a:srgbClr val="1D4ED8"/>
                </a:solidFill>
                <a:latin typeface="JetBrains Mono"/>
                <a:ea typeface="JetBrains Mono"/>
                <a:cs typeface="JetBrains Mono"/>
              </a:defRPr>
            </a:lvl5pPr>
            <a:lvl6pPr algn="l">
              <a:defRPr sz="1294" b="1" i="0" kern="0" spc="-9">
                <a:solidFill>
                  <a:srgbClr val="1D4ED8"/>
                </a:solidFill>
                <a:latin typeface="JetBrains Mono"/>
                <a:ea typeface="JetBrains Mono"/>
                <a:cs typeface="JetBrains Mono"/>
              </a:defRPr>
            </a:lvl6pPr>
            <a:lvl7pPr algn="l">
              <a:defRPr sz="1294" b="1" i="0" kern="0" spc="-9">
                <a:solidFill>
                  <a:srgbClr val="1D4ED8"/>
                </a:solidFill>
                <a:latin typeface="JetBrains Mono"/>
                <a:ea typeface="JetBrains Mono"/>
                <a:cs typeface="JetBrains Mono"/>
              </a:defRPr>
            </a:lvl7pPr>
            <a:lvl8pPr algn="l">
              <a:defRPr sz="1294" b="1" i="0" kern="0" spc="-9">
                <a:solidFill>
                  <a:srgbClr val="1D4ED8"/>
                </a:solidFill>
                <a:latin typeface="JetBrains Mono"/>
                <a:ea typeface="JetBrains Mono"/>
                <a:cs typeface="JetBrains Mono"/>
              </a:defRPr>
            </a:lvl8pPr>
            <a:lvl9pPr algn="l">
              <a:defRPr sz="1294" b="1" i="0" kern="0" spc="-9">
                <a:solidFill>
                  <a:srgbClr val="1D4ED8"/>
                </a:solidFill>
                <a:latin typeface="JetBrains Mono"/>
                <a:ea typeface="JetBrains Mono"/>
                <a:cs typeface="JetBrains Mono"/>
              </a:defRPr>
            </a:lvl9pPr>
          </a:lstStyle>
          <a:p>
            <a:pPr algn="l">
              <a:lnSpc>
                <a:spcPct val="100000"/>
              </a:lnSpc>
              <a:buNone/>
              <a:defRPr sz="1294" b="1" i="0" kern="0" spc="-9">
                <a:solidFill>
                  <a:srgbClr val="1D4ED8"/>
                </a:solidFill>
                <a:latin typeface="JetBrains Mono"/>
                <a:ea typeface="JetBrains Mono"/>
                <a:cs typeface="JetBrains Mono"/>
              </a:defRPr>
            </a:pPr>
            <a:r>
              <a:rPr sz="1294" b="1" i="0" kern="0" spc="-9">
                <a:solidFill>
                  <a:srgbClr val="1D4ED8"/>
                </a:solidFill>
                <a:latin typeface="JetBrains Mono"/>
                <a:ea typeface="JetBrains Mono"/>
                <a:cs typeface="JetBrains Mono"/>
              </a:rPr>
              <a:t>b)</a:t>
            </a:r>
          </a:p>
        </p:txBody>
      </p:sp>
      <p:sp>
        <p:nvSpPr>
          <p:cNvPr id="40" name="s20 text 20">
            <a:extLst>
              <a:ext uri="{FF2B5EF4-FFF2-40B4-BE49-F238E27FC236}">
                <a16:creationId xmlns:a16="http://schemas.microsoft.com/office/drawing/2014/main" id="{CD581BC6-5784-4D86-B885-5FD40BDE51F7}"/>
              </a:ext>
            </a:extLst>
          </p:cNvPr>
          <p:cNvSpPr>
            <a:spLocks noGrp="1"/>
          </p:cNvSpPr>
          <p:nvPr/>
        </p:nvSpPr>
        <p:spPr>
          <a:xfrm>
            <a:off x="1328737" y="4913560"/>
            <a:ext cx="9957530" cy="258445"/>
          </a:xfrm>
          <a:prstGeom prst="rect">
            <a:avLst/>
          </a:prstGeom>
          <a:noFill/>
          <a:ln w="0">
            <a:noFill/>
            <a:prstDash val="solid"/>
          </a:ln>
        </p:spPr>
        <p:txBody>
          <a:bodyPr wrap="none" lIns="0" tIns="0" rIns="0" bIns="0" anchor="t">
            <a:noAutofit/>
          </a:bodyPr>
          <a:lstStyle>
            <a:defPPr algn="l">
              <a:defRPr sz="1462" b="0" i="0" kern="0" spc="-9">
                <a:solidFill>
                  <a:srgbClr val="0A2540"/>
                </a:solidFill>
                <a:latin typeface="Inter"/>
                <a:ea typeface="Inter"/>
                <a:cs typeface="Inter"/>
              </a:defRPr>
            </a:defPPr>
            <a:lvl1pPr algn="l">
              <a:defRPr sz="1462" b="0" i="0" kern="0" spc="-9">
                <a:solidFill>
                  <a:srgbClr val="0A2540"/>
                </a:solidFill>
                <a:latin typeface="Inter"/>
                <a:ea typeface="Inter"/>
                <a:cs typeface="Inter"/>
              </a:defRPr>
            </a:lvl1pPr>
            <a:lvl2pPr algn="l">
              <a:defRPr sz="1462" b="0" i="0" kern="0" spc="-9">
                <a:solidFill>
                  <a:srgbClr val="0A2540"/>
                </a:solidFill>
                <a:latin typeface="Inter"/>
                <a:ea typeface="Inter"/>
                <a:cs typeface="Inter"/>
              </a:defRPr>
            </a:lvl2pPr>
            <a:lvl3pPr algn="l">
              <a:defRPr sz="1462" b="0" i="0" kern="0" spc="-9">
                <a:solidFill>
                  <a:srgbClr val="0A2540"/>
                </a:solidFill>
                <a:latin typeface="Inter"/>
                <a:ea typeface="Inter"/>
                <a:cs typeface="Inter"/>
              </a:defRPr>
            </a:lvl3pPr>
            <a:lvl4pPr algn="l">
              <a:defRPr sz="1462" b="0" i="0" kern="0" spc="-9">
                <a:solidFill>
                  <a:srgbClr val="0A2540"/>
                </a:solidFill>
                <a:latin typeface="Inter"/>
                <a:ea typeface="Inter"/>
                <a:cs typeface="Inter"/>
              </a:defRPr>
            </a:lvl4pPr>
            <a:lvl5pPr algn="l">
              <a:defRPr sz="1462" b="0" i="0" kern="0" spc="-9">
                <a:solidFill>
                  <a:srgbClr val="0A2540"/>
                </a:solidFill>
                <a:latin typeface="Inter"/>
                <a:ea typeface="Inter"/>
                <a:cs typeface="Inter"/>
              </a:defRPr>
            </a:lvl5pPr>
            <a:lvl6pPr algn="l">
              <a:defRPr sz="1462" b="0" i="0" kern="0" spc="-9">
                <a:solidFill>
                  <a:srgbClr val="0A2540"/>
                </a:solidFill>
                <a:latin typeface="Inter"/>
                <a:ea typeface="Inter"/>
                <a:cs typeface="Inter"/>
              </a:defRPr>
            </a:lvl6pPr>
            <a:lvl7pPr algn="l">
              <a:defRPr sz="1462" b="0" i="0" kern="0" spc="-9">
                <a:solidFill>
                  <a:srgbClr val="0A2540"/>
                </a:solidFill>
                <a:latin typeface="Inter"/>
                <a:ea typeface="Inter"/>
                <a:cs typeface="Inter"/>
              </a:defRPr>
            </a:lvl7pPr>
            <a:lvl8pPr algn="l">
              <a:defRPr sz="1462" b="0" i="0" kern="0" spc="-9">
                <a:solidFill>
                  <a:srgbClr val="0A2540"/>
                </a:solidFill>
                <a:latin typeface="Inter"/>
                <a:ea typeface="Inter"/>
                <a:cs typeface="Inter"/>
              </a:defRPr>
            </a:lvl8pPr>
            <a:lvl9pPr algn="l">
              <a:defRPr sz="1462" b="0" i="0" kern="0" spc="-9">
                <a:solidFill>
                  <a:srgbClr val="0A2540"/>
                </a:solidFill>
                <a:latin typeface="Inter"/>
                <a:ea typeface="Inter"/>
                <a:cs typeface="Inter"/>
              </a:defRPr>
            </a:lvl9pPr>
          </a:lstStyle>
          <a:p>
            <a:pPr algn="l">
              <a:lnSpc>
                <a:spcPct val="100000"/>
              </a:lnSpc>
              <a:buNone/>
              <a:defRPr sz="1462" b="0" i="0" kern="0" spc="-9">
                <a:solidFill>
                  <a:srgbClr val="0A2540"/>
                </a:solidFill>
                <a:latin typeface="Inter"/>
                <a:ea typeface="Inter"/>
                <a:cs typeface="Inter"/>
              </a:defRPr>
            </a:pPr>
            <a:r>
              <a:rPr sz="1462" b="0" i="0" kern="0" spc="-9">
                <a:solidFill>
                  <a:srgbClr val="0A2540"/>
                </a:solidFill>
                <a:latin typeface="Inter"/>
                <a:ea typeface="Inter"/>
                <a:cs typeface="Inter"/>
              </a:rPr>
              <a:t>Who will gain and who will lose due to the above tariff? Calculate the changes in their surpluses. What will be the</a:t>
            </a:r>
          </a:p>
        </p:txBody>
      </p:sp>
      <p:sp>
        <p:nvSpPr>
          <p:cNvPr id="41" name="s20 text 21">
            <a:extLst>
              <a:ext uri="{FF2B5EF4-FFF2-40B4-BE49-F238E27FC236}">
                <a16:creationId xmlns:a16="http://schemas.microsoft.com/office/drawing/2014/main" id="{908BCC39-1149-4E29-9F2F-33AB076F0C2E}"/>
              </a:ext>
            </a:extLst>
          </p:cNvPr>
          <p:cNvSpPr>
            <a:spLocks noGrp="1"/>
          </p:cNvSpPr>
          <p:nvPr/>
        </p:nvSpPr>
        <p:spPr>
          <a:xfrm>
            <a:off x="1328737" y="5170735"/>
            <a:ext cx="6331362" cy="258445"/>
          </a:xfrm>
          <a:prstGeom prst="rect">
            <a:avLst/>
          </a:prstGeom>
          <a:noFill/>
          <a:ln w="0">
            <a:noFill/>
            <a:prstDash val="solid"/>
          </a:ln>
        </p:spPr>
        <p:txBody>
          <a:bodyPr wrap="none" lIns="0" tIns="0" rIns="0" bIns="0" anchor="t">
            <a:noAutofit/>
          </a:bodyPr>
          <a:lstStyle>
            <a:defPPr algn="l">
              <a:defRPr sz="1462" b="0" i="0" kern="0" spc="-9">
                <a:solidFill>
                  <a:srgbClr val="0A2540"/>
                </a:solidFill>
                <a:latin typeface="Inter"/>
                <a:ea typeface="Inter"/>
                <a:cs typeface="Inter"/>
              </a:defRPr>
            </a:defPPr>
            <a:lvl1pPr algn="l">
              <a:defRPr sz="1462" b="0" i="0" kern="0" spc="-9">
                <a:solidFill>
                  <a:srgbClr val="0A2540"/>
                </a:solidFill>
                <a:latin typeface="Inter"/>
                <a:ea typeface="Inter"/>
                <a:cs typeface="Inter"/>
              </a:defRPr>
            </a:lvl1pPr>
            <a:lvl2pPr algn="l">
              <a:defRPr sz="1462" b="0" i="0" kern="0" spc="-9">
                <a:solidFill>
                  <a:srgbClr val="0A2540"/>
                </a:solidFill>
                <a:latin typeface="Inter"/>
                <a:ea typeface="Inter"/>
                <a:cs typeface="Inter"/>
              </a:defRPr>
            </a:lvl2pPr>
            <a:lvl3pPr algn="l">
              <a:defRPr sz="1462" b="0" i="0" kern="0" spc="-9">
                <a:solidFill>
                  <a:srgbClr val="0A2540"/>
                </a:solidFill>
                <a:latin typeface="Inter"/>
                <a:ea typeface="Inter"/>
                <a:cs typeface="Inter"/>
              </a:defRPr>
            </a:lvl3pPr>
            <a:lvl4pPr algn="l">
              <a:defRPr sz="1462" b="0" i="0" kern="0" spc="-9">
                <a:solidFill>
                  <a:srgbClr val="0A2540"/>
                </a:solidFill>
                <a:latin typeface="Inter"/>
                <a:ea typeface="Inter"/>
                <a:cs typeface="Inter"/>
              </a:defRPr>
            </a:lvl4pPr>
            <a:lvl5pPr algn="l">
              <a:defRPr sz="1462" b="0" i="0" kern="0" spc="-9">
                <a:solidFill>
                  <a:srgbClr val="0A2540"/>
                </a:solidFill>
                <a:latin typeface="Inter"/>
                <a:ea typeface="Inter"/>
                <a:cs typeface="Inter"/>
              </a:defRPr>
            </a:lvl5pPr>
            <a:lvl6pPr algn="l">
              <a:defRPr sz="1462" b="0" i="0" kern="0" spc="-9">
                <a:solidFill>
                  <a:srgbClr val="0A2540"/>
                </a:solidFill>
                <a:latin typeface="Inter"/>
                <a:ea typeface="Inter"/>
                <a:cs typeface="Inter"/>
              </a:defRPr>
            </a:lvl6pPr>
            <a:lvl7pPr algn="l">
              <a:defRPr sz="1462" b="0" i="0" kern="0" spc="-9">
                <a:solidFill>
                  <a:srgbClr val="0A2540"/>
                </a:solidFill>
                <a:latin typeface="Inter"/>
                <a:ea typeface="Inter"/>
                <a:cs typeface="Inter"/>
              </a:defRPr>
            </a:lvl7pPr>
            <a:lvl8pPr algn="l">
              <a:defRPr sz="1462" b="0" i="0" kern="0" spc="-9">
                <a:solidFill>
                  <a:srgbClr val="0A2540"/>
                </a:solidFill>
                <a:latin typeface="Inter"/>
                <a:ea typeface="Inter"/>
                <a:cs typeface="Inter"/>
              </a:defRPr>
            </a:lvl8pPr>
            <a:lvl9pPr algn="l">
              <a:defRPr sz="1462" b="0" i="0" kern="0" spc="-9">
                <a:solidFill>
                  <a:srgbClr val="0A2540"/>
                </a:solidFill>
                <a:latin typeface="Inter"/>
                <a:ea typeface="Inter"/>
                <a:cs typeface="Inter"/>
              </a:defRPr>
            </a:lvl9pPr>
          </a:lstStyle>
          <a:p>
            <a:pPr algn="l">
              <a:lnSpc>
                <a:spcPct val="100000"/>
              </a:lnSpc>
              <a:buNone/>
              <a:defRPr sz="1462" b="0" i="0" kern="0" spc="-9">
                <a:solidFill>
                  <a:srgbClr val="0A2540"/>
                </a:solidFill>
                <a:latin typeface="Inter"/>
                <a:ea typeface="Inter"/>
                <a:cs typeface="Inter"/>
              </a:defRPr>
            </a:pPr>
            <a:r>
              <a:rPr sz="1462" b="0" i="0" kern="0" spc="-9">
                <a:solidFill>
                  <a:srgbClr val="0A2540"/>
                </a:solidFill>
                <a:latin typeface="Inter"/>
                <a:ea typeface="Inter"/>
                <a:cs typeface="Inter"/>
              </a:rPr>
              <a:t>deadweight loss due to the tariff? Illustrate the situation with a diagram.</a:t>
            </a:r>
          </a:p>
        </p:txBody>
      </p:sp>
      <p:sp>
        <p:nvSpPr>
          <p:cNvPr id="42" name="s20 text 22">
            <a:extLst>
              <a:ext uri="{FF2B5EF4-FFF2-40B4-BE49-F238E27FC236}">
                <a16:creationId xmlns:a16="http://schemas.microsoft.com/office/drawing/2014/main" id="{212F51A0-34E0-4259-927A-A199340A14B4}"/>
              </a:ext>
            </a:extLst>
          </p:cNvPr>
          <p:cNvSpPr>
            <a:spLocks noGrp="1"/>
          </p:cNvSpPr>
          <p:nvPr/>
        </p:nvSpPr>
        <p:spPr>
          <a:xfrm>
            <a:off x="650081" y="2841212"/>
            <a:ext cx="936113" cy="151819"/>
          </a:xfrm>
          <a:prstGeom prst="rect">
            <a:avLst/>
          </a:prstGeom>
          <a:noFill/>
          <a:ln w="0">
            <a:noFill/>
            <a:prstDash val="solid"/>
          </a:ln>
        </p:spPr>
        <p:txBody>
          <a:bodyPr wrap="none" lIns="0" tIns="0" rIns="0" bIns="0" anchor="t">
            <a:noAutofit/>
          </a:bodyPr>
          <a:lstStyle>
            <a:defPPr algn="l">
              <a:defRPr sz="787" b="0" i="0" kern="0" spc="126">
                <a:solidFill>
                  <a:srgbClr val="FFFFFF"/>
                </a:solidFill>
                <a:latin typeface="JetBrains Mono"/>
                <a:ea typeface="JetBrains Mono"/>
                <a:cs typeface="JetBrains Mono"/>
              </a:defRPr>
            </a:defPPr>
            <a:lvl1pPr algn="l">
              <a:defRPr sz="787" b="0" i="0" kern="0" spc="126">
                <a:solidFill>
                  <a:srgbClr val="FFFFFF"/>
                </a:solidFill>
                <a:latin typeface="JetBrains Mono"/>
                <a:ea typeface="JetBrains Mono"/>
                <a:cs typeface="JetBrains Mono"/>
              </a:defRPr>
            </a:lvl1pPr>
            <a:lvl2pPr algn="l">
              <a:defRPr sz="787" b="0" i="0" kern="0" spc="126">
                <a:solidFill>
                  <a:srgbClr val="FFFFFF"/>
                </a:solidFill>
                <a:latin typeface="JetBrains Mono"/>
                <a:ea typeface="JetBrains Mono"/>
                <a:cs typeface="JetBrains Mono"/>
              </a:defRPr>
            </a:lvl2pPr>
            <a:lvl3pPr algn="l">
              <a:defRPr sz="787" b="0" i="0" kern="0" spc="126">
                <a:solidFill>
                  <a:srgbClr val="FFFFFF"/>
                </a:solidFill>
                <a:latin typeface="JetBrains Mono"/>
                <a:ea typeface="JetBrains Mono"/>
                <a:cs typeface="JetBrains Mono"/>
              </a:defRPr>
            </a:lvl3pPr>
            <a:lvl4pPr algn="l">
              <a:defRPr sz="787" b="0" i="0" kern="0" spc="126">
                <a:solidFill>
                  <a:srgbClr val="FFFFFF"/>
                </a:solidFill>
                <a:latin typeface="JetBrains Mono"/>
                <a:ea typeface="JetBrains Mono"/>
                <a:cs typeface="JetBrains Mono"/>
              </a:defRPr>
            </a:lvl4pPr>
            <a:lvl5pPr algn="l">
              <a:defRPr sz="787" b="0" i="0" kern="0" spc="126">
                <a:solidFill>
                  <a:srgbClr val="FFFFFF"/>
                </a:solidFill>
                <a:latin typeface="JetBrains Mono"/>
                <a:ea typeface="JetBrains Mono"/>
                <a:cs typeface="JetBrains Mono"/>
              </a:defRPr>
            </a:lvl5pPr>
            <a:lvl6pPr algn="l">
              <a:defRPr sz="787" b="0" i="0" kern="0" spc="126">
                <a:solidFill>
                  <a:srgbClr val="FFFFFF"/>
                </a:solidFill>
                <a:latin typeface="JetBrains Mono"/>
                <a:ea typeface="JetBrains Mono"/>
                <a:cs typeface="JetBrains Mono"/>
              </a:defRPr>
            </a:lvl6pPr>
            <a:lvl7pPr algn="l">
              <a:defRPr sz="787" b="0" i="0" kern="0" spc="126">
                <a:solidFill>
                  <a:srgbClr val="FFFFFF"/>
                </a:solidFill>
                <a:latin typeface="JetBrains Mono"/>
                <a:ea typeface="JetBrains Mono"/>
                <a:cs typeface="JetBrains Mono"/>
              </a:defRPr>
            </a:lvl7pPr>
            <a:lvl8pPr algn="l">
              <a:defRPr sz="787" b="0" i="0" kern="0" spc="126">
                <a:solidFill>
                  <a:srgbClr val="FFFFFF"/>
                </a:solidFill>
                <a:latin typeface="JetBrains Mono"/>
                <a:ea typeface="JetBrains Mono"/>
                <a:cs typeface="JetBrains Mono"/>
              </a:defRPr>
            </a:lvl8pPr>
            <a:lvl9pPr algn="l">
              <a:defRPr sz="787" b="0" i="0" kern="0" spc="126">
                <a:solidFill>
                  <a:srgbClr val="FFFFFF"/>
                </a:solidFill>
                <a:latin typeface="JetBrains Mono"/>
                <a:ea typeface="JetBrains Mono"/>
                <a:cs typeface="JetBrains Mono"/>
              </a:defRPr>
            </a:lvl9pPr>
          </a:lstStyle>
          <a:p>
            <a:pPr algn="l">
              <a:lnSpc>
                <a:spcPct val="100000"/>
              </a:lnSpc>
              <a:buNone/>
              <a:defRPr sz="787" b="0" i="0" kern="0" spc="126">
                <a:solidFill>
                  <a:srgbClr val="FFFFFF"/>
                </a:solidFill>
                <a:latin typeface="JetBrains Mono"/>
                <a:ea typeface="JetBrains Mono"/>
                <a:cs typeface="JetBrains Mono"/>
              </a:defRPr>
            </a:pPr>
            <a:r>
              <a:rPr sz="787" b="0" i="0" kern="0" spc="126">
                <a:solidFill>
                  <a:srgbClr val="FFFFFF"/>
                </a:solidFill>
                <a:latin typeface="JetBrains Mono"/>
                <a:ea typeface="JetBrains Mono"/>
                <a:cs typeface="JetBrains Mono"/>
              </a:rPr>
              <a:t>QUESTION 5.3</a:t>
            </a:r>
          </a:p>
        </p:txBody>
      </p:sp>
    </p:spTree>
    <p:extLst>
      <p:ext uri="{BB962C8B-B14F-4D97-AF65-F5344CB8AC3E}">
        <p14:creationId xmlns:p14="http://schemas.microsoft.com/office/powerpoint/2010/main" val="4566597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 name="Blueprint grid">
            <a:extLst>
              <a:ext uri="{FF2B5EF4-FFF2-40B4-BE49-F238E27FC236}">
                <a16:creationId xmlns:a16="http://schemas.microsoft.com/office/drawing/2014/main" id="{BA07BE1C-8361-4252-8422-9825C1498F2F}"/>
              </a:ext>
            </a:extLst>
          </p:cNvPr>
          <p:cNvSpPr>
            <a:spLocks noGrp="1"/>
          </p:cNvSpPr>
          <p:nvPr/>
        </p:nvSpPr>
        <p:spPr>
          <a:xfrm>
            <a:off x="7144" y="0"/>
            <a:ext cx="7144" cy="7715250"/>
          </a:xfrm>
          <a:prstGeom prst="rect">
            <a:avLst/>
          </a:prstGeom>
          <a:solidFill>
            <a:srgbClr val="0A2540">
              <a:alpha val="5000"/>
            </a:srgbClr>
          </a:solidFill>
          <a:ln w="0">
            <a:noFill/>
            <a:prstDash val="solid"/>
          </a:ln>
        </p:spPr>
      </p:sp>
      <p:sp>
        <p:nvSpPr>
          <p:cNvPr id="2" name="Blueprint grid">
            <a:extLst>
              <a:ext uri="{FF2B5EF4-FFF2-40B4-BE49-F238E27FC236}">
                <a16:creationId xmlns:a16="http://schemas.microsoft.com/office/drawing/2014/main" id="{2A197AA5-B71A-416A-9DDB-97FD4A99C47B}"/>
              </a:ext>
            </a:extLst>
          </p:cNvPr>
          <p:cNvSpPr>
            <a:spLocks noGrp="1"/>
          </p:cNvSpPr>
          <p:nvPr/>
        </p:nvSpPr>
        <p:spPr>
          <a:xfrm>
            <a:off x="578644" y="0"/>
            <a:ext cx="7144" cy="7715250"/>
          </a:xfrm>
          <a:prstGeom prst="rect">
            <a:avLst/>
          </a:prstGeom>
          <a:solidFill>
            <a:srgbClr val="0A2540">
              <a:alpha val="5000"/>
            </a:srgbClr>
          </a:solidFill>
          <a:ln w="0">
            <a:noFill/>
            <a:prstDash val="solid"/>
          </a:ln>
        </p:spPr>
      </p:sp>
      <p:sp>
        <p:nvSpPr>
          <p:cNvPr id="3" name="Blueprint grid">
            <a:extLst>
              <a:ext uri="{FF2B5EF4-FFF2-40B4-BE49-F238E27FC236}">
                <a16:creationId xmlns:a16="http://schemas.microsoft.com/office/drawing/2014/main" id="{FF5C4A28-A261-4ECD-B686-9C32DDC4D1B2}"/>
              </a:ext>
            </a:extLst>
          </p:cNvPr>
          <p:cNvSpPr>
            <a:spLocks noGrp="1"/>
          </p:cNvSpPr>
          <p:nvPr/>
        </p:nvSpPr>
        <p:spPr>
          <a:xfrm>
            <a:off x="9151144" y="0"/>
            <a:ext cx="7144" cy="7715250"/>
          </a:xfrm>
          <a:prstGeom prst="rect">
            <a:avLst/>
          </a:prstGeom>
          <a:solidFill>
            <a:srgbClr val="0A2540">
              <a:alpha val="5000"/>
            </a:srgbClr>
          </a:solidFill>
          <a:ln w="0">
            <a:noFill/>
            <a:prstDash val="solid"/>
          </a:ln>
        </p:spPr>
      </p:sp>
      <p:sp>
        <p:nvSpPr>
          <p:cNvPr id="4" name="Blueprint grid">
            <a:extLst>
              <a:ext uri="{FF2B5EF4-FFF2-40B4-BE49-F238E27FC236}">
                <a16:creationId xmlns:a16="http://schemas.microsoft.com/office/drawing/2014/main" id="{882E3596-6088-4D0A-A814-C9FDB8977746}"/>
              </a:ext>
            </a:extLst>
          </p:cNvPr>
          <p:cNvSpPr>
            <a:spLocks noGrp="1"/>
          </p:cNvSpPr>
          <p:nvPr/>
        </p:nvSpPr>
        <p:spPr>
          <a:xfrm>
            <a:off x="9436894" y="0"/>
            <a:ext cx="7144" cy="7715250"/>
          </a:xfrm>
          <a:prstGeom prst="rect">
            <a:avLst/>
          </a:prstGeom>
          <a:solidFill>
            <a:srgbClr val="0A2540">
              <a:alpha val="5000"/>
            </a:srgbClr>
          </a:solidFill>
          <a:ln w="0">
            <a:noFill/>
            <a:prstDash val="solid"/>
          </a:ln>
        </p:spPr>
      </p:sp>
      <p:sp>
        <p:nvSpPr>
          <p:cNvPr id="5" name="Blueprint grid">
            <a:extLst>
              <a:ext uri="{FF2B5EF4-FFF2-40B4-BE49-F238E27FC236}">
                <a16:creationId xmlns:a16="http://schemas.microsoft.com/office/drawing/2014/main" id="{58190BC4-7415-49F3-A6BA-3B6F8620205B}"/>
              </a:ext>
            </a:extLst>
          </p:cNvPr>
          <p:cNvSpPr>
            <a:spLocks noGrp="1"/>
          </p:cNvSpPr>
          <p:nvPr/>
        </p:nvSpPr>
        <p:spPr>
          <a:xfrm>
            <a:off x="9722644" y="0"/>
            <a:ext cx="7144" cy="7715250"/>
          </a:xfrm>
          <a:prstGeom prst="rect">
            <a:avLst/>
          </a:prstGeom>
          <a:solidFill>
            <a:srgbClr val="0A2540">
              <a:alpha val="5000"/>
            </a:srgbClr>
          </a:solidFill>
          <a:ln w="0">
            <a:noFill/>
            <a:prstDash val="solid"/>
          </a:ln>
        </p:spPr>
      </p:sp>
      <p:sp>
        <p:nvSpPr>
          <p:cNvPr id="6" name="Blueprint grid">
            <a:extLst>
              <a:ext uri="{FF2B5EF4-FFF2-40B4-BE49-F238E27FC236}">
                <a16:creationId xmlns:a16="http://schemas.microsoft.com/office/drawing/2014/main" id="{EF9F9A65-7E43-4E89-AC4A-13751D8CC20A}"/>
              </a:ext>
            </a:extLst>
          </p:cNvPr>
          <p:cNvSpPr>
            <a:spLocks noGrp="1"/>
          </p:cNvSpPr>
          <p:nvPr/>
        </p:nvSpPr>
        <p:spPr>
          <a:xfrm>
            <a:off x="10008394" y="0"/>
            <a:ext cx="7144" cy="7715250"/>
          </a:xfrm>
          <a:prstGeom prst="rect">
            <a:avLst/>
          </a:prstGeom>
          <a:solidFill>
            <a:srgbClr val="0A2540">
              <a:alpha val="5000"/>
            </a:srgbClr>
          </a:solidFill>
          <a:ln w="0">
            <a:noFill/>
            <a:prstDash val="solid"/>
          </a:ln>
        </p:spPr>
      </p:sp>
      <p:sp>
        <p:nvSpPr>
          <p:cNvPr id="7" name="Blueprint grid">
            <a:extLst>
              <a:ext uri="{FF2B5EF4-FFF2-40B4-BE49-F238E27FC236}">
                <a16:creationId xmlns:a16="http://schemas.microsoft.com/office/drawing/2014/main" id="{5F836A1E-6BCB-4284-BC16-1B1DE6DA35E5}"/>
              </a:ext>
            </a:extLst>
          </p:cNvPr>
          <p:cNvSpPr>
            <a:spLocks noGrp="1"/>
          </p:cNvSpPr>
          <p:nvPr/>
        </p:nvSpPr>
        <p:spPr>
          <a:xfrm>
            <a:off x="10294144" y="0"/>
            <a:ext cx="7144" cy="7715250"/>
          </a:xfrm>
          <a:prstGeom prst="rect">
            <a:avLst/>
          </a:prstGeom>
          <a:solidFill>
            <a:srgbClr val="0A2540">
              <a:alpha val="5000"/>
            </a:srgbClr>
          </a:solidFill>
          <a:ln w="0">
            <a:noFill/>
            <a:prstDash val="solid"/>
          </a:ln>
        </p:spPr>
      </p:sp>
      <p:sp>
        <p:nvSpPr>
          <p:cNvPr id="8" name="Blueprint grid">
            <a:extLst>
              <a:ext uri="{FF2B5EF4-FFF2-40B4-BE49-F238E27FC236}">
                <a16:creationId xmlns:a16="http://schemas.microsoft.com/office/drawing/2014/main" id="{25BCB8D2-1416-40CF-91C9-D318A4D85970}"/>
              </a:ext>
            </a:extLst>
          </p:cNvPr>
          <p:cNvSpPr>
            <a:spLocks noGrp="1"/>
          </p:cNvSpPr>
          <p:nvPr/>
        </p:nvSpPr>
        <p:spPr>
          <a:xfrm>
            <a:off x="10579894" y="0"/>
            <a:ext cx="7144" cy="7715250"/>
          </a:xfrm>
          <a:prstGeom prst="rect">
            <a:avLst/>
          </a:prstGeom>
          <a:solidFill>
            <a:srgbClr val="0A2540">
              <a:alpha val="5000"/>
            </a:srgbClr>
          </a:solidFill>
          <a:ln w="0">
            <a:noFill/>
            <a:prstDash val="solid"/>
          </a:ln>
        </p:spPr>
      </p:sp>
      <p:sp>
        <p:nvSpPr>
          <p:cNvPr id="9" name="Blueprint grid">
            <a:extLst>
              <a:ext uri="{FF2B5EF4-FFF2-40B4-BE49-F238E27FC236}">
                <a16:creationId xmlns:a16="http://schemas.microsoft.com/office/drawing/2014/main" id="{2B456146-4894-4588-B170-D30A39254CDE}"/>
              </a:ext>
            </a:extLst>
          </p:cNvPr>
          <p:cNvSpPr>
            <a:spLocks noGrp="1"/>
          </p:cNvSpPr>
          <p:nvPr/>
        </p:nvSpPr>
        <p:spPr>
          <a:xfrm>
            <a:off x="10865644" y="0"/>
            <a:ext cx="7144" cy="7715250"/>
          </a:xfrm>
          <a:prstGeom prst="rect">
            <a:avLst/>
          </a:prstGeom>
          <a:solidFill>
            <a:srgbClr val="0A2540">
              <a:alpha val="5000"/>
            </a:srgbClr>
          </a:solidFill>
          <a:ln w="0">
            <a:noFill/>
            <a:prstDash val="solid"/>
          </a:ln>
        </p:spPr>
      </p:sp>
      <p:sp>
        <p:nvSpPr>
          <p:cNvPr id="10" name="Layout surface">
            <a:extLst>
              <a:ext uri="{FF2B5EF4-FFF2-40B4-BE49-F238E27FC236}">
                <a16:creationId xmlns:a16="http://schemas.microsoft.com/office/drawing/2014/main" id="{7289C113-266B-4729-B09F-6BC2D8964659}"/>
              </a:ext>
            </a:extLst>
          </p:cNvPr>
          <p:cNvSpPr>
            <a:spLocks noGrp="1"/>
          </p:cNvSpPr>
          <p:nvPr/>
        </p:nvSpPr>
        <p:spPr>
          <a:xfrm>
            <a:off x="0" y="0"/>
            <a:ext cx="1428750" cy="35719"/>
          </a:xfrm>
          <a:prstGeom prst="rect">
            <a:avLst/>
          </a:prstGeom>
          <a:solidFill>
            <a:srgbClr val="0A2540"/>
          </a:solidFill>
          <a:ln w="0">
            <a:noFill/>
            <a:prstDash val="solid"/>
          </a:ln>
        </p:spPr>
      </p:sp>
      <p:sp>
        <p:nvSpPr>
          <p:cNvPr id="11" name="Layout surface">
            <a:extLst>
              <a:ext uri="{FF2B5EF4-FFF2-40B4-BE49-F238E27FC236}">
                <a16:creationId xmlns:a16="http://schemas.microsoft.com/office/drawing/2014/main" id="{514DD9C8-0D13-4478-B135-0C81B11F8E39}"/>
              </a:ext>
            </a:extLst>
          </p:cNvPr>
          <p:cNvSpPr>
            <a:spLocks noGrp="1"/>
          </p:cNvSpPr>
          <p:nvPr/>
        </p:nvSpPr>
        <p:spPr>
          <a:xfrm>
            <a:off x="1428750" y="0"/>
            <a:ext cx="1000125" cy="35719"/>
          </a:xfrm>
          <a:prstGeom prst="rect">
            <a:avLst/>
          </a:prstGeom>
          <a:solidFill>
            <a:srgbClr val="1D4ED8"/>
          </a:solidFill>
          <a:ln w="0">
            <a:noFill/>
            <a:prstDash val="solid"/>
          </a:ln>
        </p:spPr>
      </p:sp>
      <p:sp>
        <p:nvSpPr>
          <p:cNvPr id="12" name="Layout surface">
            <a:extLst>
              <a:ext uri="{FF2B5EF4-FFF2-40B4-BE49-F238E27FC236}">
                <a16:creationId xmlns:a16="http://schemas.microsoft.com/office/drawing/2014/main" id="{27C4CA3A-2FEF-47D2-8300-A67F6E462AAA}"/>
              </a:ext>
            </a:extLst>
          </p:cNvPr>
          <p:cNvSpPr>
            <a:spLocks noGrp="1"/>
          </p:cNvSpPr>
          <p:nvPr/>
        </p:nvSpPr>
        <p:spPr>
          <a:xfrm>
            <a:off x="2428875" y="0"/>
            <a:ext cx="11287125" cy="35719"/>
          </a:xfrm>
          <a:prstGeom prst="rect">
            <a:avLst/>
          </a:prstGeom>
          <a:solidFill>
            <a:srgbClr val="0A2540">
              <a:alpha val="16000"/>
            </a:srgbClr>
          </a:solidFill>
          <a:ln w="0">
            <a:noFill/>
            <a:prstDash val="solid"/>
          </a:ln>
        </p:spPr>
      </p:sp>
      <p:sp>
        <p:nvSpPr>
          <p:cNvPr id="13" name="Source layout 5">
            <a:extLst>
              <a:ext uri="{FF2B5EF4-FFF2-40B4-BE49-F238E27FC236}">
                <a16:creationId xmlns:a16="http://schemas.microsoft.com/office/drawing/2014/main" id="{69DFC675-3B13-4A77-A129-CC5024D7F1D6}"/>
              </a:ext>
            </a:extLst>
          </p:cNvPr>
          <p:cNvSpPr>
            <a:spLocks noGrp="1"/>
          </p:cNvSpPr>
          <p:nvPr/>
        </p:nvSpPr>
        <p:spPr>
          <a:xfrm>
            <a:off x="514350" y="1150144"/>
            <a:ext cx="78581" cy="78581"/>
          </a:xfrm>
          <a:custGeom>
            <a:avLst/>
            <a:gdLst/>
            <a:ahLst/>
            <a:cxnLst/>
            <a:rect l="0" t="0" r="0" b="0"/>
            <a:pathLst>
              <a:path w="78581" h="78581">
                <a:moveTo>
                  <a:pt x="0" y="0"/>
                </a:moveTo>
                <a:lnTo>
                  <a:pt x="78581" y="0"/>
                </a:lnTo>
                <a:lnTo>
                  <a:pt x="78581" y="78581"/>
                </a:lnTo>
                <a:lnTo>
                  <a:pt x="0" y="78581"/>
                </a:lnTo>
                <a:close/>
              </a:path>
            </a:pathLst>
          </a:custGeom>
          <a:solidFill>
            <a:srgbClr val="1D4ED8"/>
          </a:solidFill>
          <a:ln w="7144">
            <a:noFill/>
            <a:prstDash val="solid"/>
          </a:ln>
        </p:spPr>
      </p:sp>
      <p:sp>
        <p:nvSpPr>
          <p:cNvPr id="14" name="Source layout 6">
            <a:extLst>
              <a:ext uri="{FF2B5EF4-FFF2-40B4-BE49-F238E27FC236}">
                <a16:creationId xmlns:a16="http://schemas.microsoft.com/office/drawing/2014/main" id="{805188EC-62EB-4E9C-A003-6D569357223C}"/>
              </a:ext>
            </a:extLst>
          </p:cNvPr>
          <p:cNvSpPr>
            <a:spLocks noGrp="1"/>
          </p:cNvSpPr>
          <p:nvPr/>
        </p:nvSpPr>
        <p:spPr>
          <a:xfrm>
            <a:off x="514350" y="1900237"/>
            <a:ext cx="6257925" cy="3436144"/>
          </a:xfrm>
          <a:custGeom>
            <a:avLst/>
            <a:gdLst/>
            <a:ahLst/>
            <a:cxnLst/>
            <a:rect l="0" t="0" r="0" b="0"/>
            <a:pathLst>
              <a:path w="6257925" h="3436144">
                <a:moveTo>
                  <a:pt x="0" y="0"/>
                </a:moveTo>
                <a:lnTo>
                  <a:pt x="6257925" y="0"/>
                </a:lnTo>
                <a:lnTo>
                  <a:pt x="6257925" y="3436144"/>
                </a:lnTo>
                <a:lnTo>
                  <a:pt x="0" y="3436144"/>
                </a:lnTo>
                <a:close/>
              </a:path>
            </a:pathLst>
          </a:custGeom>
          <a:solidFill>
            <a:srgbClr val="FFFFFF"/>
          </a:solidFill>
          <a:ln w="7144">
            <a:noFill/>
            <a:prstDash val="solid"/>
          </a:ln>
        </p:spPr>
      </p:sp>
      <p:sp>
        <p:nvSpPr>
          <p:cNvPr id="15" name="Source layout 7">
            <a:extLst>
              <a:ext uri="{FF2B5EF4-FFF2-40B4-BE49-F238E27FC236}">
                <a16:creationId xmlns:a16="http://schemas.microsoft.com/office/drawing/2014/main" id="{06945EF5-D647-497F-B50C-29576C912F7B}"/>
              </a:ext>
            </a:extLst>
          </p:cNvPr>
          <p:cNvSpPr>
            <a:spLocks noGrp="1"/>
          </p:cNvSpPr>
          <p:nvPr/>
        </p:nvSpPr>
        <p:spPr>
          <a:xfrm>
            <a:off x="517922" y="1903809"/>
            <a:ext cx="6250781" cy="3429000"/>
          </a:xfrm>
          <a:custGeom>
            <a:avLst/>
            <a:gdLst/>
            <a:ahLst/>
            <a:cxnLst/>
            <a:rect l="0" t="0" r="0" b="0"/>
            <a:pathLst>
              <a:path w="6250781" h="3429000">
                <a:moveTo>
                  <a:pt x="0" y="0"/>
                </a:moveTo>
                <a:lnTo>
                  <a:pt x="6250781" y="0"/>
                </a:lnTo>
                <a:lnTo>
                  <a:pt x="6250781" y="3429000"/>
                </a:lnTo>
                <a:lnTo>
                  <a:pt x="0" y="3429000"/>
                </a:lnTo>
                <a:close/>
              </a:path>
            </a:pathLst>
          </a:custGeom>
          <a:noFill/>
          <a:ln w="7144">
            <a:solidFill>
              <a:srgbClr val="0A2540">
                <a:alpha val="34120"/>
              </a:srgbClr>
            </a:solidFill>
            <a:prstDash val="solid"/>
          </a:ln>
        </p:spPr>
      </p:sp>
      <p:sp>
        <p:nvSpPr>
          <p:cNvPr id="16" name="Source layout 8">
            <a:extLst>
              <a:ext uri="{FF2B5EF4-FFF2-40B4-BE49-F238E27FC236}">
                <a16:creationId xmlns:a16="http://schemas.microsoft.com/office/drawing/2014/main" id="{AACD3199-9DFB-4906-9955-E8AA71BE7A88}"/>
              </a:ext>
            </a:extLst>
          </p:cNvPr>
          <p:cNvSpPr>
            <a:spLocks noGrp="1"/>
          </p:cNvSpPr>
          <p:nvPr/>
        </p:nvSpPr>
        <p:spPr>
          <a:xfrm>
            <a:off x="721519" y="2414587"/>
            <a:ext cx="2357437" cy="528637"/>
          </a:xfrm>
          <a:custGeom>
            <a:avLst/>
            <a:gdLst/>
            <a:ahLst/>
            <a:cxnLst/>
            <a:rect l="0" t="0" r="0" b="0"/>
            <a:pathLst>
              <a:path w="2357437" h="528637">
                <a:moveTo>
                  <a:pt x="0" y="0"/>
                </a:moveTo>
                <a:lnTo>
                  <a:pt x="2357437" y="0"/>
                </a:lnTo>
                <a:lnTo>
                  <a:pt x="2357437" y="528637"/>
                </a:lnTo>
                <a:lnTo>
                  <a:pt x="0" y="528637"/>
                </a:lnTo>
                <a:close/>
              </a:path>
            </a:pathLst>
          </a:custGeom>
          <a:solidFill>
            <a:srgbClr val="F1F5FA"/>
          </a:solidFill>
          <a:ln w="7144">
            <a:noFill/>
            <a:prstDash val="solid"/>
          </a:ln>
        </p:spPr>
      </p:sp>
      <p:sp>
        <p:nvSpPr>
          <p:cNvPr id="17" name="Source layout 9">
            <a:extLst>
              <a:ext uri="{FF2B5EF4-FFF2-40B4-BE49-F238E27FC236}">
                <a16:creationId xmlns:a16="http://schemas.microsoft.com/office/drawing/2014/main" id="{427A7CB0-1545-4398-9E3A-E82A6BBF0465}"/>
              </a:ext>
            </a:extLst>
          </p:cNvPr>
          <p:cNvSpPr>
            <a:spLocks noGrp="1"/>
          </p:cNvSpPr>
          <p:nvPr/>
        </p:nvSpPr>
        <p:spPr>
          <a:xfrm>
            <a:off x="721519" y="2414587"/>
            <a:ext cx="28575" cy="528637"/>
          </a:xfrm>
          <a:custGeom>
            <a:avLst/>
            <a:gdLst/>
            <a:ahLst/>
            <a:cxnLst/>
            <a:rect l="0" t="0" r="0" b="0"/>
            <a:pathLst>
              <a:path w="28575" h="528637">
                <a:moveTo>
                  <a:pt x="0" y="0"/>
                </a:moveTo>
                <a:lnTo>
                  <a:pt x="28575" y="0"/>
                </a:lnTo>
                <a:lnTo>
                  <a:pt x="28575" y="528637"/>
                </a:lnTo>
                <a:lnTo>
                  <a:pt x="0" y="528637"/>
                </a:lnTo>
                <a:close/>
              </a:path>
            </a:pathLst>
          </a:custGeom>
          <a:solidFill>
            <a:srgbClr val="1D4ED8"/>
          </a:solidFill>
          <a:ln w="7144">
            <a:noFill/>
            <a:prstDash val="solid"/>
          </a:ln>
        </p:spPr>
      </p:sp>
      <p:sp>
        <p:nvSpPr>
          <p:cNvPr id="18" name="Source layout 10">
            <a:extLst>
              <a:ext uri="{FF2B5EF4-FFF2-40B4-BE49-F238E27FC236}">
                <a16:creationId xmlns:a16="http://schemas.microsoft.com/office/drawing/2014/main" id="{D5C0398E-2DF6-4182-A83A-501F3DEF3818}"/>
              </a:ext>
            </a:extLst>
          </p:cNvPr>
          <p:cNvSpPr>
            <a:spLocks noGrp="1"/>
          </p:cNvSpPr>
          <p:nvPr/>
        </p:nvSpPr>
        <p:spPr>
          <a:xfrm>
            <a:off x="721519" y="2986087"/>
            <a:ext cx="2235994" cy="535781"/>
          </a:xfrm>
          <a:custGeom>
            <a:avLst/>
            <a:gdLst/>
            <a:ahLst/>
            <a:cxnLst/>
            <a:rect l="0" t="0" r="0" b="0"/>
            <a:pathLst>
              <a:path w="2235994" h="535781">
                <a:moveTo>
                  <a:pt x="0" y="0"/>
                </a:moveTo>
                <a:lnTo>
                  <a:pt x="2235994" y="0"/>
                </a:lnTo>
                <a:lnTo>
                  <a:pt x="2235994" y="535781"/>
                </a:lnTo>
                <a:lnTo>
                  <a:pt x="0" y="535781"/>
                </a:lnTo>
                <a:close/>
              </a:path>
            </a:pathLst>
          </a:custGeom>
          <a:solidFill>
            <a:srgbClr val="F1F5FA"/>
          </a:solidFill>
          <a:ln w="7144">
            <a:noFill/>
            <a:prstDash val="solid"/>
          </a:ln>
        </p:spPr>
      </p:sp>
      <p:sp>
        <p:nvSpPr>
          <p:cNvPr id="19" name="Source layout 11">
            <a:extLst>
              <a:ext uri="{FF2B5EF4-FFF2-40B4-BE49-F238E27FC236}">
                <a16:creationId xmlns:a16="http://schemas.microsoft.com/office/drawing/2014/main" id="{882D36A4-4949-4EDF-86E6-20471DB290BD}"/>
              </a:ext>
            </a:extLst>
          </p:cNvPr>
          <p:cNvSpPr>
            <a:spLocks noGrp="1"/>
          </p:cNvSpPr>
          <p:nvPr/>
        </p:nvSpPr>
        <p:spPr>
          <a:xfrm>
            <a:off x="721519" y="2986087"/>
            <a:ext cx="28575" cy="535781"/>
          </a:xfrm>
          <a:custGeom>
            <a:avLst/>
            <a:gdLst/>
            <a:ahLst/>
            <a:cxnLst/>
            <a:rect l="0" t="0" r="0" b="0"/>
            <a:pathLst>
              <a:path w="28575" h="535781">
                <a:moveTo>
                  <a:pt x="0" y="0"/>
                </a:moveTo>
                <a:lnTo>
                  <a:pt x="28575" y="0"/>
                </a:lnTo>
                <a:lnTo>
                  <a:pt x="28575" y="535781"/>
                </a:lnTo>
                <a:lnTo>
                  <a:pt x="0" y="535781"/>
                </a:lnTo>
                <a:close/>
              </a:path>
            </a:pathLst>
          </a:custGeom>
          <a:solidFill>
            <a:srgbClr val="1D4ED8"/>
          </a:solidFill>
          <a:ln w="7144">
            <a:noFill/>
            <a:prstDash val="solid"/>
          </a:ln>
        </p:spPr>
      </p:sp>
      <p:sp>
        <p:nvSpPr>
          <p:cNvPr id="20" name="Source layout 12">
            <a:extLst>
              <a:ext uri="{FF2B5EF4-FFF2-40B4-BE49-F238E27FC236}">
                <a16:creationId xmlns:a16="http://schemas.microsoft.com/office/drawing/2014/main" id="{BE4E6AF1-8609-4900-8160-A0AF349DEBEF}"/>
              </a:ext>
            </a:extLst>
          </p:cNvPr>
          <p:cNvSpPr>
            <a:spLocks noGrp="1"/>
          </p:cNvSpPr>
          <p:nvPr/>
        </p:nvSpPr>
        <p:spPr>
          <a:xfrm>
            <a:off x="6943725" y="1900237"/>
            <a:ext cx="6257925" cy="3436144"/>
          </a:xfrm>
          <a:custGeom>
            <a:avLst/>
            <a:gdLst/>
            <a:ahLst/>
            <a:cxnLst/>
            <a:rect l="0" t="0" r="0" b="0"/>
            <a:pathLst>
              <a:path w="6257925" h="3436144">
                <a:moveTo>
                  <a:pt x="0" y="0"/>
                </a:moveTo>
                <a:lnTo>
                  <a:pt x="6257925" y="0"/>
                </a:lnTo>
                <a:lnTo>
                  <a:pt x="6257925" y="3436144"/>
                </a:lnTo>
                <a:lnTo>
                  <a:pt x="0" y="3436144"/>
                </a:lnTo>
                <a:close/>
              </a:path>
            </a:pathLst>
          </a:custGeom>
          <a:solidFill>
            <a:srgbClr val="FFFFFF"/>
          </a:solidFill>
          <a:ln w="7144">
            <a:noFill/>
            <a:prstDash val="solid"/>
          </a:ln>
        </p:spPr>
      </p:sp>
      <p:sp>
        <p:nvSpPr>
          <p:cNvPr id="21" name="Source layout 13">
            <a:extLst>
              <a:ext uri="{FF2B5EF4-FFF2-40B4-BE49-F238E27FC236}">
                <a16:creationId xmlns:a16="http://schemas.microsoft.com/office/drawing/2014/main" id="{4E948681-39D7-4770-BC53-1A2E15D22A62}"/>
              </a:ext>
            </a:extLst>
          </p:cNvPr>
          <p:cNvSpPr>
            <a:spLocks noGrp="1"/>
          </p:cNvSpPr>
          <p:nvPr/>
        </p:nvSpPr>
        <p:spPr>
          <a:xfrm>
            <a:off x="6947297" y="1903809"/>
            <a:ext cx="6250781" cy="3429000"/>
          </a:xfrm>
          <a:custGeom>
            <a:avLst/>
            <a:gdLst/>
            <a:ahLst/>
            <a:cxnLst/>
            <a:rect l="0" t="0" r="0" b="0"/>
            <a:pathLst>
              <a:path w="6250781" h="3429000">
                <a:moveTo>
                  <a:pt x="0" y="0"/>
                </a:moveTo>
                <a:lnTo>
                  <a:pt x="6250781" y="0"/>
                </a:lnTo>
                <a:lnTo>
                  <a:pt x="6250781" y="3429000"/>
                </a:lnTo>
                <a:lnTo>
                  <a:pt x="0" y="3429000"/>
                </a:lnTo>
                <a:close/>
              </a:path>
            </a:pathLst>
          </a:custGeom>
          <a:noFill/>
          <a:ln w="7144">
            <a:solidFill>
              <a:srgbClr val="0A2540">
                <a:alpha val="34120"/>
              </a:srgbClr>
            </a:solidFill>
            <a:prstDash val="solid"/>
          </a:ln>
        </p:spPr>
      </p:sp>
      <p:sp>
        <p:nvSpPr>
          <p:cNvPr id="22" name="Source layout 14">
            <a:extLst>
              <a:ext uri="{FF2B5EF4-FFF2-40B4-BE49-F238E27FC236}">
                <a16:creationId xmlns:a16="http://schemas.microsoft.com/office/drawing/2014/main" id="{4D3D9192-4DBA-46CE-937C-DA9F1FC1C0B9}"/>
              </a:ext>
            </a:extLst>
          </p:cNvPr>
          <p:cNvSpPr>
            <a:spLocks noGrp="1"/>
          </p:cNvSpPr>
          <p:nvPr/>
        </p:nvSpPr>
        <p:spPr>
          <a:xfrm>
            <a:off x="7150893" y="2386012"/>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23" name="Source layout 15">
            <a:extLst>
              <a:ext uri="{FF2B5EF4-FFF2-40B4-BE49-F238E27FC236}">
                <a16:creationId xmlns:a16="http://schemas.microsoft.com/office/drawing/2014/main" id="{483E2C1F-545D-445B-A3CC-DC044B94DE87}"/>
              </a:ext>
            </a:extLst>
          </p:cNvPr>
          <p:cNvSpPr>
            <a:spLocks noGrp="1"/>
          </p:cNvSpPr>
          <p:nvPr/>
        </p:nvSpPr>
        <p:spPr>
          <a:xfrm>
            <a:off x="7154465" y="2389584"/>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24" name="Source layout 16">
            <a:extLst>
              <a:ext uri="{FF2B5EF4-FFF2-40B4-BE49-F238E27FC236}">
                <a16:creationId xmlns:a16="http://schemas.microsoft.com/office/drawing/2014/main" id="{4322FA62-F640-45AD-85A4-5D670AB23CA5}"/>
              </a:ext>
            </a:extLst>
          </p:cNvPr>
          <p:cNvSpPr>
            <a:spLocks noGrp="1"/>
          </p:cNvSpPr>
          <p:nvPr/>
        </p:nvSpPr>
        <p:spPr>
          <a:xfrm>
            <a:off x="7150893" y="2843212"/>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25" name="Source layout 17">
            <a:extLst>
              <a:ext uri="{FF2B5EF4-FFF2-40B4-BE49-F238E27FC236}">
                <a16:creationId xmlns:a16="http://schemas.microsoft.com/office/drawing/2014/main" id="{C64C4FA9-4B06-4FC7-9AEE-B933626ECBFD}"/>
              </a:ext>
            </a:extLst>
          </p:cNvPr>
          <p:cNvSpPr>
            <a:spLocks noGrp="1"/>
          </p:cNvSpPr>
          <p:nvPr/>
        </p:nvSpPr>
        <p:spPr>
          <a:xfrm>
            <a:off x="7154465" y="2846784"/>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26" name="Source layout 18">
            <a:extLst>
              <a:ext uri="{FF2B5EF4-FFF2-40B4-BE49-F238E27FC236}">
                <a16:creationId xmlns:a16="http://schemas.microsoft.com/office/drawing/2014/main" id="{3B1F763A-8C17-4E7B-9616-B5142CD5B0A6}"/>
              </a:ext>
            </a:extLst>
          </p:cNvPr>
          <p:cNvSpPr>
            <a:spLocks noGrp="1"/>
          </p:cNvSpPr>
          <p:nvPr/>
        </p:nvSpPr>
        <p:spPr>
          <a:xfrm>
            <a:off x="7150893" y="3600450"/>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27" name="Source layout 19">
            <a:extLst>
              <a:ext uri="{FF2B5EF4-FFF2-40B4-BE49-F238E27FC236}">
                <a16:creationId xmlns:a16="http://schemas.microsoft.com/office/drawing/2014/main" id="{0E36CC48-6041-43C2-A4C6-CB3145A1568B}"/>
              </a:ext>
            </a:extLst>
          </p:cNvPr>
          <p:cNvSpPr>
            <a:spLocks noGrp="1"/>
          </p:cNvSpPr>
          <p:nvPr/>
        </p:nvSpPr>
        <p:spPr>
          <a:xfrm>
            <a:off x="7154465" y="3604022"/>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28" name="Source layout 20">
            <a:extLst>
              <a:ext uri="{FF2B5EF4-FFF2-40B4-BE49-F238E27FC236}">
                <a16:creationId xmlns:a16="http://schemas.microsoft.com/office/drawing/2014/main" id="{E0787F47-8949-4729-AA5A-9B8EC0EDA138}"/>
              </a:ext>
            </a:extLst>
          </p:cNvPr>
          <p:cNvSpPr>
            <a:spLocks noGrp="1"/>
          </p:cNvSpPr>
          <p:nvPr/>
        </p:nvSpPr>
        <p:spPr>
          <a:xfrm>
            <a:off x="7150893" y="4357687"/>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29" name="Source layout 21">
            <a:extLst>
              <a:ext uri="{FF2B5EF4-FFF2-40B4-BE49-F238E27FC236}">
                <a16:creationId xmlns:a16="http://schemas.microsoft.com/office/drawing/2014/main" id="{0D7D290E-B882-40B5-A9A2-80A46A38B6F5}"/>
              </a:ext>
            </a:extLst>
          </p:cNvPr>
          <p:cNvSpPr>
            <a:spLocks noGrp="1"/>
          </p:cNvSpPr>
          <p:nvPr/>
        </p:nvSpPr>
        <p:spPr>
          <a:xfrm>
            <a:off x="7154465" y="4361259"/>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30" name="Source layout 22">
            <a:extLst>
              <a:ext uri="{FF2B5EF4-FFF2-40B4-BE49-F238E27FC236}">
                <a16:creationId xmlns:a16="http://schemas.microsoft.com/office/drawing/2014/main" id="{96053D72-C8FC-4711-886D-1D1E607A93B9}"/>
              </a:ext>
            </a:extLst>
          </p:cNvPr>
          <p:cNvSpPr>
            <a:spLocks noGrp="1"/>
          </p:cNvSpPr>
          <p:nvPr/>
        </p:nvSpPr>
        <p:spPr>
          <a:xfrm>
            <a:off x="7150893" y="4814887"/>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31" name="Source layout 23">
            <a:extLst>
              <a:ext uri="{FF2B5EF4-FFF2-40B4-BE49-F238E27FC236}">
                <a16:creationId xmlns:a16="http://schemas.microsoft.com/office/drawing/2014/main" id="{46152E3A-7766-4937-AA9C-3528AD795882}"/>
              </a:ext>
            </a:extLst>
          </p:cNvPr>
          <p:cNvSpPr>
            <a:spLocks noGrp="1"/>
          </p:cNvSpPr>
          <p:nvPr/>
        </p:nvSpPr>
        <p:spPr>
          <a:xfrm>
            <a:off x="7154465" y="4818459"/>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32" name="Source layout 24">
            <a:extLst>
              <a:ext uri="{FF2B5EF4-FFF2-40B4-BE49-F238E27FC236}">
                <a16:creationId xmlns:a16="http://schemas.microsoft.com/office/drawing/2014/main" id="{808B4E48-D653-4380-9E61-DE6E8DCA8258}"/>
              </a:ext>
            </a:extLst>
          </p:cNvPr>
          <p:cNvSpPr>
            <a:spLocks noGrp="1"/>
          </p:cNvSpPr>
          <p:nvPr/>
        </p:nvSpPr>
        <p:spPr>
          <a:xfrm>
            <a:off x="514350" y="5464969"/>
            <a:ext cx="3078956" cy="885825"/>
          </a:xfrm>
          <a:custGeom>
            <a:avLst/>
            <a:gdLst/>
            <a:ahLst/>
            <a:cxnLst/>
            <a:rect l="0" t="0" r="0" b="0"/>
            <a:pathLst>
              <a:path w="3078956" h="885825">
                <a:moveTo>
                  <a:pt x="0" y="0"/>
                </a:moveTo>
                <a:lnTo>
                  <a:pt x="3078956" y="0"/>
                </a:lnTo>
                <a:lnTo>
                  <a:pt x="3078956" y="885825"/>
                </a:lnTo>
                <a:lnTo>
                  <a:pt x="0" y="885825"/>
                </a:lnTo>
                <a:close/>
              </a:path>
            </a:pathLst>
          </a:custGeom>
          <a:solidFill>
            <a:srgbClr val="FFFFFF"/>
          </a:solidFill>
          <a:ln w="7144">
            <a:noFill/>
            <a:prstDash val="solid"/>
          </a:ln>
        </p:spPr>
      </p:sp>
      <p:sp>
        <p:nvSpPr>
          <p:cNvPr id="33" name="Source layout 25">
            <a:extLst>
              <a:ext uri="{FF2B5EF4-FFF2-40B4-BE49-F238E27FC236}">
                <a16:creationId xmlns:a16="http://schemas.microsoft.com/office/drawing/2014/main" id="{3B76376B-6305-42F2-B311-C207DFD511A2}"/>
              </a:ext>
            </a:extLst>
          </p:cNvPr>
          <p:cNvSpPr>
            <a:spLocks noGrp="1"/>
          </p:cNvSpPr>
          <p:nvPr/>
        </p:nvSpPr>
        <p:spPr>
          <a:xfrm>
            <a:off x="517922" y="5468540"/>
            <a:ext cx="3071812" cy="878681"/>
          </a:xfrm>
          <a:custGeom>
            <a:avLst/>
            <a:gdLst/>
            <a:ahLst/>
            <a:cxnLst/>
            <a:rect l="0" t="0" r="0" b="0"/>
            <a:pathLst>
              <a:path w="3071812" h="878681">
                <a:moveTo>
                  <a:pt x="0" y="0"/>
                </a:moveTo>
                <a:lnTo>
                  <a:pt x="3071812" y="0"/>
                </a:lnTo>
                <a:lnTo>
                  <a:pt x="3071812" y="878681"/>
                </a:lnTo>
                <a:lnTo>
                  <a:pt x="0" y="878681"/>
                </a:lnTo>
                <a:close/>
              </a:path>
            </a:pathLst>
          </a:custGeom>
          <a:noFill/>
          <a:ln w="7144">
            <a:solidFill>
              <a:srgbClr val="0A2540">
                <a:alpha val="34120"/>
              </a:srgbClr>
            </a:solidFill>
            <a:prstDash val="solid"/>
          </a:ln>
        </p:spPr>
      </p:sp>
      <p:sp>
        <p:nvSpPr>
          <p:cNvPr id="34" name="Source layout 26">
            <a:extLst>
              <a:ext uri="{FF2B5EF4-FFF2-40B4-BE49-F238E27FC236}">
                <a16:creationId xmlns:a16="http://schemas.microsoft.com/office/drawing/2014/main" id="{B0F29A1E-4CD2-424B-91F5-489D58236664}"/>
              </a:ext>
            </a:extLst>
          </p:cNvPr>
          <p:cNvSpPr>
            <a:spLocks noGrp="1"/>
          </p:cNvSpPr>
          <p:nvPr/>
        </p:nvSpPr>
        <p:spPr>
          <a:xfrm>
            <a:off x="3721894" y="5464969"/>
            <a:ext cx="3071812" cy="885825"/>
          </a:xfrm>
          <a:custGeom>
            <a:avLst/>
            <a:gdLst/>
            <a:ahLst/>
            <a:cxnLst/>
            <a:rect l="0" t="0" r="0" b="0"/>
            <a:pathLst>
              <a:path w="3071812" h="885825">
                <a:moveTo>
                  <a:pt x="0" y="0"/>
                </a:moveTo>
                <a:lnTo>
                  <a:pt x="3071812" y="0"/>
                </a:lnTo>
                <a:lnTo>
                  <a:pt x="3071812" y="885825"/>
                </a:lnTo>
                <a:lnTo>
                  <a:pt x="0" y="885825"/>
                </a:lnTo>
                <a:close/>
              </a:path>
            </a:pathLst>
          </a:custGeom>
          <a:solidFill>
            <a:srgbClr val="FFFFFF"/>
          </a:solidFill>
          <a:ln w="7144">
            <a:noFill/>
            <a:prstDash val="solid"/>
          </a:ln>
        </p:spPr>
      </p:sp>
      <p:sp>
        <p:nvSpPr>
          <p:cNvPr id="35" name="Source layout 27">
            <a:extLst>
              <a:ext uri="{FF2B5EF4-FFF2-40B4-BE49-F238E27FC236}">
                <a16:creationId xmlns:a16="http://schemas.microsoft.com/office/drawing/2014/main" id="{8BC1B302-B5AD-40C1-9FE5-C4BC6ECD27A7}"/>
              </a:ext>
            </a:extLst>
          </p:cNvPr>
          <p:cNvSpPr>
            <a:spLocks noGrp="1"/>
          </p:cNvSpPr>
          <p:nvPr/>
        </p:nvSpPr>
        <p:spPr>
          <a:xfrm>
            <a:off x="3725465" y="5468540"/>
            <a:ext cx="3064669" cy="878681"/>
          </a:xfrm>
          <a:custGeom>
            <a:avLst/>
            <a:gdLst/>
            <a:ahLst/>
            <a:cxnLst/>
            <a:rect l="0" t="0" r="0" b="0"/>
            <a:pathLst>
              <a:path w="3064669" h="878681">
                <a:moveTo>
                  <a:pt x="0" y="0"/>
                </a:moveTo>
                <a:lnTo>
                  <a:pt x="3064669" y="0"/>
                </a:lnTo>
                <a:lnTo>
                  <a:pt x="3064669" y="878681"/>
                </a:lnTo>
                <a:lnTo>
                  <a:pt x="0" y="878681"/>
                </a:lnTo>
                <a:close/>
              </a:path>
            </a:pathLst>
          </a:custGeom>
          <a:noFill/>
          <a:ln w="7144">
            <a:solidFill>
              <a:srgbClr val="0A2540">
                <a:alpha val="34120"/>
              </a:srgbClr>
            </a:solidFill>
            <a:prstDash val="solid"/>
          </a:ln>
        </p:spPr>
      </p:sp>
      <p:sp>
        <p:nvSpPr>
          <p:cNvPr id="36" name="Source layout 28">
            <a:extLst>
              <a:ext uri="{FF2B5EF4-FFF2-40B4-BE49-F238E27FC236}">
                <a16:creationId xmlns:a16="http://schemas.microsoft.com/office/drawing/2014/main" id="{625FF6FE-3F9A-4856-AE93-F6E27635E713}"/>
              </a:ext>
            </a:extLst>
          </p:cNvPr>
          <p:cNvSpPr>
            <a:spLocks noGrp="1"/>
          </p:cNvSpPr>
          <p:nvPr/>
        </p:nvSpPr>
        <p:spPr>
          <a:xfrm>
            <a:off x="6922293" y="5464969"/>
            <a:ext cx="3078956" cy="885825"/>
          </a:xfrm>
          <a:custGeom>
            <a:avLst/>
            <a:gdLst/>
            <a:ahLst/>
            <a:cxnLst/>
            <a:rect l="0" t="0" r="0" b="0"/>
            <a:pathLst>
              <a:path w="3078956" h="885825">
                <a:moveTo>
                  <a:pt x="0" y="0"/>
                </a:moveTo>
                <a:lnTo>
                  <a:pt x="3078956" y="0"/>
                </a:lnTo>
                <a:lnTo>
                  <a:pt x="3078956" y="885825"/>
                </a:lnTo>
                <a:lnTo>
                  <a:pt x="0" y="885825"/>
                </a:lnTo>
                <a:close/>
              </a:path>
            </a:pathLst>
          </a:custGeom>
          <a:solidFill>
            <a:srgbClr val="FFFFFF"/>
          </a:solidFill>
          <a:ln w="7144">
            <a:noFill/>
            <a:prstDash val="solid"/>
          </a:ln>
        </p:spPr>
      </p:sp>
      <p:sp>
        <p:nvSpPr>
          <p:cNvPr id="37" name="Source layout 29">
            <a:extLst>
              <a:ext uri="{FF2B5EF4-FFF2-40B4-BE49-F238E27FC236}">
                <a16:creationId xmlns:a16="http://schemas.microsoft.com/office/drawing/2014/main" id="{77677494-EBF8-40FD-B68C-99B4EEDE95D1}"/>
              </a:ext>
            </a:extLst>
          </p:cNvPr>
          <p:cNvSpPr>
            <a:spLocks noGrp="1"/>
          </p:cNvSpPr>
          <p:nvPr/>
        </p:nvSpPr>
        <p:spPr>
          <a:xfrm>
            <a:off x="6925865" y="5468540"/>
            <a:ext cx="3071812" cy="878681"/>
          </a:xfrm>
          <a:custGeom>
            <a:avLst/>
            <a:gdLst/>
            <a:ahLst/>
            <a:cxnLst/>
            <a:rect l="0" t="0" r="0" b="0"/>
            <a:pathLst>
              <a:path w="3071812" h="878681">
                <a:moveTo>
                  <a:pt x="0" y="0"/>
                </a:moveTo>
                <a:lnTo>
                  <a:pt x="3071812" y="0"/>
                </a:lnTo>
                <a:lnTo>
                  <a:pt x="3071812" y="878681"/>
                </a:lnTo>
                <a:lnTo>
                  <a:pt x="0" y="878681"/>
                </a:lnTo>
                <a:close/>
              </a:path>
            </a:pathLst>
          </a:custGeom>
          <a:noFill/>
          <a:ln w="7144">
            <a:solidFill>
              <a:srgbClr val="0A2540">
                <a:alpha val="34120"/>
              </a:srgbClr>
            </a:solidFill>
            <a:prstDash val="solid"/>
          </a:ln>
        </p:spPr>
      </p:sp>
      <p:sp>
        <p:nvSpPr>
          <p:cNvPr id="38" name="Source layout 30">
            <a:extLst>
              <a:ext uri="{FF2B5EF4-FFF2-40B4-BE49-F238E27FC236}">
                <a16:creationId xmlns:a16="http://schemas.microsoft.com/office/drawing/2014/main" id="{0A8A245E-96A0-473C-A3FE-0B97E1801947}"/>
              </a:ext>
            </a:extLst>
          </p:cNvPr>
          <p:cNvSpPr>
            <a:spLocks noGrp="1"/>
          </p:cNvSpPr>
          <p:nvPr/>
        </p:nvSpPr>
        <p:spPr>
          <a:xfrm>
            <a:off x="10129837" y="5464969"/>
            <a:ext cx="3071812" cy="885825"/>
          </a:xfrm>
          <a:custGeom>
            <a:avLst/>
            <a:gdLst/>
            <a:ahLst/>
            <a:cxnLst/>
            <a:rect l="0" t="0" r="0" b="0"/>
            <a:pathLst>
              <a:path w="3071812" h="885825">
                <a:moveTo>
                  <a:pt x="0" y="0"/>
                </a:moveTo>
                <a:lnTo>
                  <a:pt x="3071812" y="0"/>
                </a:lnTo>
                <a:lnTo>
                  <a:pt x="3071812" y="885825"/>
                </a:lnTo>
                <a:lnTo>
                  <a:pt x="0" y="885825"/>
                </a:lnTo>
                <a:close/>
              </a:path>
            </a:pathLst>
          </a:custGeom>
          <a:solidFill>
            <a:srgbClr val="FFFFFF"/>
          </a:solidFill>
          <a:ln w="7144">
            <a:noFill/>
            <a:prstDash val="solid"/>
          </a:ln>
        </p:spPr>
      </p:sp>
      <p:sp>
        <p:nvSpPr>
          <p:cNvPr id="39" name="Source layout 31">
            <a:extLst>
              <a:ext uri="{FF2B5EF4-FFF2-40B4-BE49-F238E27FC236}">
                <a16:creationId xmlns:a16="http://schemas.microsoft.com/office/drawing/2014/main" id="{F40EC7A8-821B-43F1-AAB4-F208331BBD58}"/>
              </a:ext>
            </a:extLst>
          </p:cNvPr>
          <p:cNvSpPr>
            <a:spLocks noGrp="1"/>
          </p:cNvSpPr>
          <p:nvPr/>
        </p:nvSpPr>
        <p:spPr>
          <a:xfrm>
            <a:off x="10133409" y="5468540"/>
            <a:ext cx="3064669" cy="878681"/>
          </a:xfrm>
          <a:custGeom>
            <a:avLst/>
            <a:gdLst/>
            <a:ahLst/>
            <a:cxnLst/>
            <a:rect l="0" t="0" r="0" b="0"/>
            <a:pathLst>
              <a:path w="3064669" h="878681">
                <a:moveTo>
                  <a:pt x="0" y="0"/>
                </a:moveTo>
                <a:lnTo>
                  <a:pt x="3064669" y="0"/>
                </a:lnTo>
                <a:lnTo>
                  <a:pt x="3064669" y="878681"/>
                </a:lnTo>
                <a:lnTo>
                  <a:pt x="0" y="878681"/>
                </a:lnTo>
                <a:close/>
              </a:path>
            </a:pathLst>
          </a:custGeom>
          <a:noFill/>
          <a:ln w="7144">
            <a:solidFill>
              <a:srgbClr val="D97706"/>
            </a:solidFill>
            <a:prstDash val="solid"/>
          </a:ln>
        </p:spPr>
      </p:sp>
      <p:sp>
        <p:nvSpPr>
          <p:cNvPr id="40" name="Source layout 32">
            <a:extLst>
              <a:ext uri="{FF2B5EF4-FFF2-40B4-BE49-F238E27FC236}">
                <a16:creationId xmlns:a16="http://schemas.microsoft.com/office/drawing/2014/main" id="{152C2544-9077-4C33-9833-3B90B18204AD}"/>
              </a:ext>
            </a:extLst>
          </p:cNvPr>
          <p:cNvSpPr>
            <a:spLocks noGrp="1"/>
          </p:cNvSpPr>
          <p:nvPr/>
        </p:nvSpPr>
        <p:spPr>
          <a:xfrm>
            <a:off x="514350" y="7250906"/>
            <a:ext cx="12687299" cy="7144"/>
          </a:xfrm>
          <a:custGeom>
            <a:avLst/>
            <a:gdLst/>
            <a:ahLst/>
            <a:cxnLst/>
            <a:rect l="0" t="0" r="0" b="0"/>
            <a:pathLst>
              <a:path w="12687299" h="7144">
                <a:moveTo>
                  <a:pt x="0" y="0"/>
                </a:moveTo>
                <a:lnTo>
                  <a:pt x="12687299" y="0"/>
                </a:lnTo>
                <a:lnTo>
                  <a:pt x="12687299" y="7144"/>
                </a:lnTo>
                <a:lnTo>
                  <a:pt x="0" y="7144"/>
                </a:lnTo>
                <a:close/>
              </a:path>
            </a:pathLst>
          </a:custGeom>
          <a:solidFill>
            <a:srgbClr val="0A2540">
              <a:alpha val="16080"/>
            </a:srgbClr>
          </a:solidFill>
          <a:ln w="7144">
            <a:noFill/>
            <a:prstDash val="solid"/>
          </a:ln>
        </p:spPr>
      </p:sp>
      <p:sp>
        <p:nvSpPr>
          <p:cNvPr id="41" name="s21 text 1">
            <a:extLst>
              <a:ext uri="{FF2B5EF4-FFF2-40B4-BE49-F238E27FC236}">
                <a16:creationId xmlns:a16="http://schemas.microsoft.com/office/drawing/2014/main" id="{767F008E-9F29-4FA8-B542-54CAC86A2E1B}"/>
              </a:ext>
            </a:extLst>
          </p:cNvPr>
          <p:cNvSpPr>
            <a:spLocks noGrp="1"/>
          </p:cNvSpPr>
          <p:nvPr/>
        </p:nvSpPr>
        <p:spPr>
          <a:xfrm>
            <a:off x="678656" y="1119283"/>
            <a:ext cx="5234947" cy="173507"/>
          </a:xfrm>
          <a:prstGeom prst="rect">
            <a:avLst/>
          </a:prstGeom>
          <a:noFill/>
          <a:ln w="0">
            <a:noFill/>
            <a:prstDash val="solid"/>
          </a:ln>
        </p:spPr>
        <p:txBody>
          <a:bodyPr wrap="none" lIns="0" tIns="0" rIns="0" bIns="0" anchor="t">
            <a:noAutofit/>
          </a:bodyPr>
          <a:lstStyle>
            <a:defPPr algn="l">
              <a:defRPr sz="900" b="0" i="0" kern="0" spc="180">
                <a:solidFill>
                  <a:srgbClr val="1D4ED8"/>
                </a:solidFill>
                <a:latin typeface="JetBrains Mono"/>
                <a:ea typeface="JetBrains Mono"/>
                <a:cs typeface="JetBrains Mono"/>
              </a:defRPr>
            </a:defPPr>
            <a:lvl1pPr algn="l">
              <a:defRPr sz="900" b="0" i="0" kern="0" spc="180">
                <a:solidFill>
                  <a:srgbClr val="1D4ED8"/>
                </a:solidFill>
                <a:latin typeface="JetBrains Mono"/>
                <a:ea typeface="JetBrains Mono"/>
                <a:cs typeface="JetBrains Mono"/>
              </a:defRPr>
            </a:lvl1pPr>
            <a:lvl2pPr algn="l">
              <a:defRPr sz="900" b="0" i="0" kern="0" spc="180">
                <a:solidFill>
                  <a:srgbClr val="1D4ED8"/>
                </a:solidFill>
                <a:latin typeface="JetBrains Mono"/>
                <a:ea typeface="JetBrains Mono"/>
                <a:cs typeface="JetBrains Mono"/>
              </a:defRPr>
            </a:lvl2pPr>
            <a:lvl3pPr algn="l">
              <a:defRPr sz="900" b="0" i="0" kern="0" spc="180">
                <a:solidFill>
                  <a:srgbClr val="1D4ED8"/>
                </a:solidFill>
                <a:latin typeface="JetBrains Mono"/>
                <a:ea typeface="JetBrains Mono"/>
                <a:cs typeface="JetBrains Mono"/>
              </a:defRPr>
            </a:lvl3pPr>
            <a:lvl4pPr algn="l">
              <a:defRPr sz="900" b="0" i="0" kern="0" spc="180">
                <a:solidFill>
                  <a:srgbClr val="1D4ED8"/>
                </a:solidFill>
                <a:latin typeface="JetBrains Mono"/>
                <a:ea typeface="JetBrains Mono"/>
                <a:cs typeface="JetBrains Mono"/>
              </a:defRPr>
            </a:lvl4pPr>
            <a:lvl5pPr algn="l">
              <a:defRPr sz="900" b="0" i="0" kern="0" spc="180">
                <a:solidFill>
                  <a:srgbClr val="1D4ED8"/>
                </a:solidFill>
                <a:latin typeface="JetBrains Mono"/>
                <a:ea typeface="JetBrains Mono"/>
                <a:cs typeface="JetBrains Mono"/>
              </a:defRPr>
            </a:lvl5pPr>
            <a:lvl6pPr algn="l">
              <a:defRPr sz="900" b="0" i="0" kern="0" spc="180">
                <a:solidFill>
                  <a:srgbClr val="1D4ED8"/>
                </a:solidFill>
                <a:latin typeface="JetBrains Mono"/>
                <a:ea typeface="JetBrains Mono"/>
                <a:cs typeface="JetBrains Mono"/>
              </a:defRPr>
            </a:lvl6pPr>
            <a:lvl7pPr algn="l">
              <a:defRPr sz="900" b="0" i="0" kern="0" spc="180">
                <a:solidFill>
                  <a:srgbClr val="1D4ED8"/>
                </a:solidFill>
                <a:latin typeface="JetBrains Mono"/>
                <a:ea typeface="JetBrains Mono"/>
                <a:cs typeface="JetBrains Mono"/>
              </a:defRPr>
            </a:lvl7pPr>
            <a:lvl8pPr algn="l">
              <a:defRPr sz="900" b="0" i="0" kern="0" spc="180">
                <a:solidFill>
                  <a:srgbClr val="1D4ED8"/>
                </a:solidFill>
                <a:latin typeface="JetBrains Mono"/>
                <a:ea typeface="JetBrains Mono"/>
                <a:cs typeface="JetBrains Mono"/>
              </a:defRPr>
            </a:lvl8pPr>
            <a:lvl9pPr algn="l">
              <a:defRPr sz="900" b="0" i="0" kern="0" spc="180">
                <a:solidFill>
                  <a:srgbClr val="1D4ED8"/>
                </a:solidFill>
                <a:latin typeface="JetBrains Mono"/>
                <a:ea typeface="JetBrains Mono"/>
                <a:cs typeface="JetBrains Mono"/>
              </a:defRPr>
            </a:lvl9pPr>
          </a:lstStyle>
          <a:p>
            <a:pPr algn="l">
              <a:lnSpc>
                <a:spcPct val="100000"/>
              </a:lnSpc>
              <a:buNone/>
              <a:defRPr sz="900" b="0" i="0" kern="0" spc="180">
                <a:solidFill>
                  <a:srgbClr val="1D4ED8"/>
                </a:solidFill>
                <a:latin typeface="JetBrains Mono"/>
                <a:ea typeface="JetBrains Mono"/>
                <a:cs typeface="JetBrains Mono"/>
              </a:defRPr>
            </a:pPr>
            <a:r>
              <a:rPr sz="900" b="0" i="0" kern="0" spc="180">
                <a:solidFill>
                  <a:srgbClr val="1D4ED8"/>
                </a:solidFill>
                <a:latin typeface="JetBrains Mono"/>
                <a:ea typeface="JetBrains Mono"/>
                <a:cs typeface="JetBrains Mono"/>
              </a:rPr>
              <a:t>QUESTION 5.3 (A) · THE ELECTRIC GENERATOR MARKET IN EGYPT</a:t>
            </a:r>
          </a:p>
        </p:txBody>
      </p:sp>
      <p:sp>
        <p:nvSpPr>
          <p:cNvPr id="42" name="s21 text 2">
            <a:extLst>
              <a:ext uri="{FF2B5EF4-FFF2-40B4-BE49-F238E27FC236}">
                <a16:creationId xmlns:a16="http://schemas.microsoft.com/office/drawing/2014/main" id="{7A910227-D7B2-449B-9A52-2DC2CA2D5C73}"/>
              </a:ext>
            </a:extLst>
          </p:cNvPr>
          <p:cNvSpPr>
            <a:spLocks noGrp="1"/>
          </p:cNvSpPr>
          <p:nvPr/>
        </p:nvSpPr>
        <p:spPr>
          <a:xfrm>
            <a:off x="514350" y="1313110"/>
            <a:ext cx="8360474" cy="576532"/>
          </a:xfrm>
          <a:prstGeom prst="rect">
            <a:avLst/>
          </a:prstGeom>
          <a:noFill/>
          <a:ln w="0">
            <a:noFill/>
            <a:prstDash val="solid"/>
          </a:ln>
        </p:spPr>
        <p:txBody>
          <a:bodyPr wrap="none" lIns="0" tIns="0" rIns="0" bIns="0" anchor="t">
            <a:noAutofit/>
          </a:bodyPr>
          <a:lstStyle>
            <a:defPPr algn="l">
              <a:defRPr sz="3262" b="0" i="0" kern="0" spc="-104">
                <a:solidFill>
                  <a:srgbClr val="0A2540"/>
                </a:solidFill>
                <a:latin typeface="Inter ExtraBold"/>
                <a:ea typeface="Inter ExtraBold"/>
                <a:cs typeface="Inter ExtraBold"/>
              </a:defRPr>
            </a:defPPr>
            <a:lvl1pPr algn="l">
              <a:defRPr sz="3262" b="0" i="0" kern="0" spc="-104">
                <a:solidFill>
                  <a:srgbClr val="0A2540"/>
                </a:solidFill>
                <a:latin typeface="Inter ExtraBold"/>
                <a:ea typeface="Inter ExtraBold"/>
                <a:cs typeface="Inter ExtraBold"/>
              </a:defRPr>
            </a:lvl1pPr>
            <a:lvl2pPr algn="l">
              <a:defRPr sz="3262" b="0" i="0" kern="0" spc="-104">
                <a:solidFill>
                  <a:srgbClr val="0A2540"/>
                </a:solidFill>
                <a:latin typeface="Inter ExtraBold"/>
                <a:ea typeface="Inter ExtraBold"/>
                <a:cs typeface="Inter ExtraBold"/>
              </a:defRPr>
            </a:lvl2pPr>
            <a:lvl3pPr algn="l">
              <a:defRPr sz="3262" b="0" i="0" kern="0" spc="-104">
                <a:solidFill>
                  <a:srgbClr val="0A2540"/>
                </a:solidFill>
                <a:latin typeface="Inter ExtraBold"/>
                <a:ea typeface="Inter ExtraBold"/>
                <a:cs typeface="Inter ExtraBold"/>
              </a:defRPr>
            </a:lvl3pPr>
            <a:lvl4pPr algn="l">
              <a:defRPr sz="3262" b="0" i="0" kern="0" spc="-104">
                <a:solidFill>
                  <a:srgbClr val="0A2540"/>
                </a:solidFill>
                <a:latin typeface="Inter ExtraBold"/>
                <a:ea typeface="Inter ExtraBold"/>
                <a:cs typeface="Inter ExtraBold"/>
              </a:defRPr>
            </a:lvl4pPr>
            <a:lvl5pPr algn="l">
              <a:defRPr sz="3262" b="0" i="0" kern="0" spc="-104">
                <a:solidFill>
                  <a:srgbClr val="0A2540"/>
                </a:solidFill>
                <a:latin typeface="Inter ExtraBold"/>
                <a:ea typeface="Inter ExtraBold"/>
                <a:cs typeface="Inter ExtraBold"/>
              </a:defRPr>
            </a:lvl5pPr>
            <a:lvl6pPr algn="l">
              <a:defRPr sz="3262" b="0" i="0" kern="0" spc="-104">
                <a:solidFill>
                  <a:srgbClr val="0A2540"/>
                </a:solidFill>
                <a:latin typeface="Inter ExtraBold"/>
                <a:ea typeface="Inter ExtraBold"/>
                <a:cs typeface="Inter ExtraBold"/>
              </a:defRPr>
            </a:lvl6pPr>
            <a:lvl7pPr algn="l">
              <a:defRPr sz="3262" b="0" i="0" kern="0" spc="-104">
                <a:solidFill>
                  <a:srgbClr val="0A2540"/>
                </a:solidFill>
                <a:latin typeface="Inter ExtraBold"/>
                <a:ea typeface="Inter ExtraBold"/>
                <a:cs typeface="Inter ExtraBold"/>
              </a:defRPr>
            </a:lvl7pPr>
            <a:lvl8pPr algn="l">
              <a:defRPr sz="3262" b="0" i="0" kern="0" spc="-104">
                <a:solidFill>
                  <a:srgbClr val="0A2540"/>
                </a:solidFill>
                <a:latin typeface="Inter ExtraBold"/>
                <a:ea typeface="Inter ExtraBold"/>
                <a:cs typeface="Inter ExtraBold"/>
              </a:defRPr>
            </a:lvl8pPr>
            <a:lvl9pPr algn="l">
              <a:defRPr sz="3262" b="0" i="0" kern="0" spc="-104">
                <a:solidFill>
                  <a:srgbClr val="0A2540"/>
                </a:solidFill>
                <a:latin typeface="Inter ExtraBold"/>
                <a:ea typeface="Inter ExtraBold"/>
                <a:cs typeface="Inter ExtraBold"/>
              </a:defRPr>
            </a:lvl9pPr>
          </a:lstStyle>
          <a:p>
            <a:pPr algn="l">
              <a:lnSpc>
                <a:spcPct val="100000"/>
              </a:lnSpc>
              <a:buNone/>
              <a:defRPr sz="3262" b="0" i="0" kern="0" spc="-104">
                <a:solidFill>
                  <a:srgbClr val="0A2540"/>
                </a:solidFill>
                <a:latin typeface="Inter ExtraBold"/>
                <a:ea typeface="Inter ExtraBold"/>
                <a:cs typeface="Inter ExtraBold"/>
              </a:defRPr>
            </a:pPr>
            <a:r>
              <a:rPr sz="3262" b="0" i="0" kern="0" spc="-104">
                <a:solidFill>
                  <a:srgbClr val="0A2540"/>
                </a:solidFill>
                <a:latin typeface="Inter ExtraBold"/>
                <a:ea typeface="Inter ExtraBold"/>
                <a:cs typeface="Inter ExtraBold"/>
              </a:rPr>
              <a:t>Price, output, imports and tariff revenue</a:t>
            </a:r>
          </a:p>
        </p:txBody>
      </p:sp>
      <p:sp>
        <p:nvSpPr>
          <p:cNvPr id="43" name="s21 text 3">
            <a:extLst>
              <a:ext uri="{FF2B5EF4-FFF2-40B4-BE49-F238E27FC236}">
                <a16:creationId xmlns:a16="http://schemas.microsoft.com/office/drawing/2014/main" id="{571E43F5-2163-45CF-AA53-EBBB8477AFEA}"/>
              </a:ext>
            </a:extLst>
          </p:cNvPr>
          <p:cNvSpPr>
            <a:spLocks noGrp="1"/>
          </p:cNvSpPr>
          <p:nvPr/>
        </p:nvSpPr>
        <p:spPr>
          <a:xfrm>
            <a:off x="721519" y="2098030"/>
            <a:ext cx="500158" cy="218685"/>
          </a:xfrm>
          <a:prstGeom prst="rect">
            <a:avLst/>
          </a:prstGeom>
          <a:noFill/>
          <a:ln w="0">
            <a:noFill/>
            <a:prstDash val="solid"/>
          </a:ln>
        </p:spPr>
        <p:txBody>
          <a:bodyPr wrap="none" lIns="0" tIns="0" rIns="0" bIns="0" anchor="t">
            <a:noAutofit/>
          </a:bodyPr>
          <a:lstStyle>
            <a:defPPr algn="l">
              <a:defRPr sz="1237" b="0" i="0" kern="0" spc="-9">
                <a:solidFill>
                  <a:srgbClr val="0A2540"/>
                </a:solidFill>
                <a:latin typeface="Inter SemiBold"/>
                <a:ea typeface="Inter SemiBold"/>
                <a:cs typeface="Inter SemiBold"/>
              </a:defRPr>
            </a:defPPr>
            <a:lvl1pPr algn="l">
              <a:defRPr sz="1237" b="0" i="0" kern="0" spc="-9">
                <a:solidFill>
                  <a:srgbClr val="0A2540"/>
                </a:solidFill>
                <a:latin typeface="Inter SemiBold"/>
                <a:ea typeface="Inter SemiBold"/>
                <a:cs typeface="Inter SemiBold"/>
              </a:defRPr>
            </a:lvl1pPr>
            <a:lvl2pPr algn="l">
              <a:defRPr sz="1237" b="0" i="0" kern="0" spc="-9">
                <a:solidFill>
                  <a:srgbClr val="0A2540"/>
                </a:solidFill>
                <a:latin typeface="Inter SemiBold"/>
                <a:ea typeface="Inter SemiBold"/>
                <a:cs typeface="Inter SemiBold"/>
              </a:defRPr>
            </a:lvl2pPr>
            <a:lvl3pPr algn="l">
              <a:defRPr sz="1237" b="0" i="0" kern="0" spc="-9">
                <a:solidFill>
                  <a:srgbClr val="0A2540"/>
                </a:solidFill>
                <a:latin typeface="Inter SemiBold"/>
                <a:ea typeface="Inter SemiBold"/>
                <a:cs typeface="Inter SemiBold"/>
              </a:defRPr>
            </a:lvl3pPr>
            <a:lvl4pPr algn="l">
              <a:defRPr sz="1237" b="0" i="0" kern="0" spc="-9">
                <a:solidFill>
                  <a:srgbClr val="0A2540"/>
                </a:solidFill>
                <a:latin typeface="Inter SemiBold"/>
                <a:ea typeface="Inter SemiBold"/>
                <a:cs typeface="Inter SemiBold"/>
              </a:defRPr>
            </a:lvl4pPr>
            <a:lvl5pPr algn="l">
              <a:defRPr sz="1237" b="0" i="0" kern="0" spc="-9">
                <a:solidFill>
                  <a:srgbClr val="0A2540"/>
                </a:solidFill>
                <a:latin typeface="Inter SemiBold"/>
                <a:ea typeface="Inter SemiBold"/>
                <a:cs typeface="Inter SemiBold"/>
              </a:defRPr>
            </a:lvl5pPr>
            <a:lvl6pPr algn="l">
              <a:defRPr sz="1237" b="0" i="0" kern="0" spc="-9">
                <a:solidFill>
                  <a:srgbClr val="0A2540"/>
                </a:solidFill>
                <a:latin typeface="Inter SemiBold"/>
                <a:ea typeface="Inter SemiBold"/>
                <a:cs typeface="Inter SemiBold"/>
              </a:defRPr>
            </a:lvl6pPr>
            <a:lvl7pPr algn="l">
              <a:defRPr sz="1237" b="0" i="0" kern="0" spc="-9">
                <a:solidFill>
                  <a:srgbClr val="0A2540"/>
                </a:solidFill>
                <a:latin typeface="Inter SemiBold"/>
                <a:ea typeface="Inter SemiBold"/>
                <a:cs typeface="Inter SemiBold"/>
              </a:defRPr>
            </a:lvl7pPr>
            <a:lvl8pPr algn="l">
              <a:defRPr sz="1237" b="0" i="0" kern="0" spc="-9">
                <a:solidFill>
                  <a:srgbClr val="0A2540"/>
                </a:solidFill>
                <a:latin typeface="Inter SemiBold"/>
                <a:ea typeface="Inter SemiBold"/>
                <a:cs typeface="Inter SemiBold"/>
              </a:defRPr>
            </a:lvl8pPr>
            <a:lvl9pPr algn="l">
              <a:defRPr sz="1237" b="0" i="0" kern="0" spc="-9">
                <a:solidFill>
                  <a:srgbClr val="0A2540"/>
                </a:solidFill>
                <a:latin typeface="Inter SemiBold"/>
                <a:ea typeface="Inter SemiBold"/>
                <a:cs typeface="Inter SemiBold"/>
              </a:defRPr>
            </a:lvl9pPr>
          </a:lstStyle>
          <a:p>
            <a:pPr algn="l">
              <a:lnSpc>
                <a:spcPct val="100000"/>
              </a:lnSpc>
              <a:buNone/>
              <a:defRPr sz="1237" b="0" i="0" kern="0" spc="-9">
                <a:solidFill>
                  <a:srgbClr val="0A2540"/>
                </a:solidFill>
                <a:latin typeface="Inter SemiBold"/>
                <a:ea typeface="Inter SemiBold"/>
                <a:cs typeface="Inter SemiBold"/>
              </a:defRPr>
            </a:pPr>
            <a:r>
              <a:rPr sz="1237" b="0" i="0" kern="0" spc="-9">
                <a:solidFill>
                  <a:srgbClr val="0A2540"/>
                </a:solidFill>
                <a:latin typeface="Inter SemiBold"/>
                <a:ea typeface="Inter SemiBold"/>
                <a:cs typeface="Inter SemiBold"/>
              </a:rPr>
              <a:t>Given</a:t>
            </a:r>
          </a:p>
        </p:txBody>
      </p:sp>
      <p:sp>
        <p:nvSpPr>
          <p:cNvPr id="44" name="s21 text 4">
            <a:extLst>
              <a:ext uri="{FF2B5EF4-FFF2-40B4-BE49-F238E27FC236}">
                <a16:creationId xmlns:a16="http://schemas.microsoft.com/office/drawing/2014/main" id="{4D20E4B8-D172-45A6-9750-0585AC9EABD8}"/>
              </a:ext>
            </a:extLst>
          </p:cNvPr>
          <p:cNvSpPr>
            <a:spLocks noGrp="1"/>
          </p:cNvSpPr>
          <p:nvPr/>
        </p:nvSpPr>
        <p:spPr>
          <a:xfrm>
            <a:off x="878681" y="2524744"/>
            <a:ext cx="207169" cy="314482"/>
          </a:xfrm>
          <a:prstGeom prst="rect">
            <a:avLst/>
          </a:prstGeom>
          <a:noFill/>
          <a:ln w="0">
            <a:noFill/>
            <a:prstDash val="solid"/>
          </a:ln>
        </p:spPr>
        <p:txBody>
          <a:bodyPr wrap="none" lIns="0" tIns="0" rIns="0" bIns="0" anchor="t">
            <a:noAutofit/>
          </a:bodyPr>
          <a:lstStyle>
            <a:defPPr algn="l">
              <a:defRPr sz="1631" b="0" i="0" kern="0" spc="0">
                <a:solidFill>
                  <a:srgbClr val="0A2540"/>
                </a:solidFill>
                <a:latin typeface="JetBrains Mono"/>
                <a:ea typeface="JetBrains Mono"/>
                <a:cs typeface="JetBrains Mono"/>
              </a:defRPr>
            </a:defPPr>
            <a:lvl1pPr algn="l">
              <a:defRPr sz="1631" b="0" i="0" kern="0" spc="0">
                <a:solidFill>
                  <a:srgbClr val="0A2540"/>
                </a:solidFill>
                <a:latin typeface="JetBrains Mono"/>
                <a:ea typeface="JetBrains Mono"/>
                <a:cs typeface="JetBrains Mono"/>
              </a:defRPr>
            </a:lvl1pPr>
            <a:lvl2pPr algn="l">
              <a:defRPr sz="1631" b="0" i="0" kern="0" spc="0">
                <a:solidFill>
                  <a:srgbClr val="0A2540"/>
                </a:solidFill>
                <a:latin typeface="JetBrains Mono"/>
                <a:ea typeface="JetBrains Mono"/>
                <a:cs typeface="JetBrains Mono"/>
              </a:defRPr>
            </a:lvl2pPr>
            <a:lvl3pPr algn="l">
              <a:defRPr sz="1631" b="0" i="0" kern="0" spc="0">
                <a:solidFill>
                  <a:srgbClr val="0A2540"/>
                </a:solidFill>
                <a:latin typeface="JetBrains Mono"/>
                <a:ea typeface="JetBrains Mono"/>
                <a:cs typeface="JetBrains Mono"/>
              </a:defRPr>
            </a:lvl3pPr>
            <a:lvl4pPr algn="l">
              <a:defRPr sz="1631" b="0" i="0" kern="0" spc="0">
                <a:solidFill>
                  <a:srgbClr val="0A2540"/>
                </a:solidFill>
                <a:latin typeface="JetBrains Mono"/>
                <a:ea typeface="JetBrains Mono"/>
                <a:cs typeface="JetBrains Mono"/>
              </a:defRPr>
            </a:lvl4pPr>
            <a:lvl5pPr algn="l">
              <a:defRPr sz="1631" b="0" i="0" kern="0" spc="0">
                <a:solidFill>
                  <a:srgbClr val="0A2540"/>
                </a:solidFill>
                <a:latin typeface="JetBrains Mono"/>
                <a:ea typeface="JetBrains Mono"/>
                <a:cs typeface="JetBrains Mono"/>
              </a:defRPr>
            </a:lvl5pPr>
            <a:lvl6pPr algn="l">
              <a:defRPr sz="1631" b="0" i="0" kern="0" spc="0">
                <a:solidFill>
                  <a:srgbClr val="0A2540"/>
                </a:solidFill>
                <a:latin typeface="JetBrains Mono"/>
                <a:ea typeface="JetBrains Mono"/>
                <a:cs typeface="JetBrains Mono"/>
              </a:defRPr>
            </a:lvl6pPr>
            <a:lvl7pPr algn="l">
              <a:defRPr sz="1631" b="0" i="0" kern="0" spc="0">
                <a:solidFill>
                  <a:srgbClr val="0A2540"/>
                </a:solidFill>
                <a:latin typeface="JetBrains Mono"/>
                <a:ea typeface="JetBrains Mono"/>
                <a:cs typeface="JetBrains Mono"/>
              </a:defRPr>
            </a:lvl7pPr>
            <a:lvl8pPr algn="l">
              <a:defRPr sz="1631" b="0" i="0" kern="0" spc="0">
                <a:solidFill>
                  <a:srgbClr val="0A2540"/>
                </a:solidFill>
                <a:latin typeface="JetBrains Mono"/>
                <a:ea typeface="JetBrains Mono"/>
                <a:cs typeface="JetBrains Mono"/>
              </a:defRPr>
            </a:lvl8pPr>
            <a:lvl9pPr algn="l">
              <a:defRPr sz="1631" b="0" i="0" kern="0" spc="0">
                <a:solidFill>
                  <a:srgbClr val="0A2540"/>
                </a:solidFill>
                <a:latin typeface="JetBrains Mono"/>
                <a:ea typeface="JetBrains Mono"/>
                <a:cs typeface="JetBrains Mono"/>
              </a:defRPr>
            </a:lvl9pPr>
          </a:lstStyle>
          <a:p>
            <a:pPr algn="l">
              <a:lnSpc>
                <a:spcPct val="100000"/>
              </a:lnSpc>
              <a:buNone/>
              <a:defRPr sz="1631" b="0" i="0" kern="0" spc="0">
                <a:solidFill>
                  <a:srgbClr val="0A2540"/>
                </a:solidFill>
                <a:latin typeface="JetBrains Mono"/>
                <a:ea typeface="JetBrains Mono"/>
                <a:cs typeface="JetBrains Mono"/>
              </a:defRPr>
            </a:pPr>
            <a:r>
              <a:rPr sz="1631" b="0" i="0" kern="0" spc="0">
                <a:solidFill>
                  <a:srgbClr val="0A2540"/>
                </a:solidFill>
                <a:latin typeface="JetBrains Mono"/>
                <a:ea typeface="JetBrains Mono"/>
                <a:cs typeface="JetBrains Mono"/>
              </a:rPr>
              <a:t>Q</a:t>
            </a:r>
          </a:p>
        </p:txBody>
      </p:sp>
      <p:sp>
        <p:nvSpPr>
          <p:cNvPr id="45" name="s21 text 5">
            <a:extLst>
              <a:ext uri="{FF2B5EF4-FFF2-40B4-BE49-F238E27FC236}">
                <a16:creationId xmlns:a16="http://schemas.microsoft.com/office/drawing/2014/main" id="{702BB02E-2688-4F53-8DD8-E84264F62FD1}"/>
              </a:ext>
            </a:extLst>
          </p:cNvPr>
          <p:cNvSpPr>
            <a:spLocks noGrp="1"/>
          </p:cNvSpPr>
          <p:nvPr/>
        </p:nvSpPr>
        <p:spPr>
          <a:xfrm>
            <a:off x="1001911" y="2608567"/>
            <a:ext cx="172593" cy="261996"/>
          </a:xfrm>
          <a:prstGeom prst="rect">
            <a:avLst/>
          </a:prstGeom>
          <a:noFill/>
          <a:ln w="0">
            <a:noFill/>
            <a:prstDash val="solid"/>
          </a:ln>
        </p:spPr>
        <p:txBody>
          <a:bodyPr wrap="none" lIns="0" tIns="0" rIns="0" bIns="0" anchor="t">
            <a:noAutofit/>
          </a:bodyPr>
          <a:lstStyle>
            <a:defPPr algn="l">
              <a:defRPr sz="1359" b="0" i="0" kern="0" spc="0">
                <a:solidFill>
                  <a:srgbClr val="0A2540"/>
                </a:solidFill>
                <a:latin typeface="JetBrains Mono"/>
                <a:ea typeface="JetBrains Mono"/>
                <a:cs typeface="JetBrains Mono"/>
              </a:defRPr>
            </a:defPPr>
            <a:lvl1pPr algn="l">
              <a:defRPr sz="1359" b="0" i="0" kern="0" spc="0">
                <a:solidFill>
                  <a:srgbClr val="0A2540"/>
                </a:solidFill>
                <a:latin typeface="JetBrains Mono"/>
                <a:ea typeface="JetBrains Mono"/>
                <a:cs typeface="JetBrains Mono"/>
              </a:defRPr>
            </a:lvl1pPr>
            <a:lvl2pPr algn="l">
              <a:defRPr sz="1359" b="0" i="0" kern="0" spc="0">
                <a:solidFill>
                  <a:srgbClr val="0A2540"/>
                </a:solidFill>
                <a:latin typeface="JetBrains Mono"/>
                <a:ea typeface="JetBrains Mono"/>
                <a:cs typeface="JetBrains Mono"/>
              </a:defRPr>
            </a:lvl2pPr>
            <a:lvl3pPr algn="l">
              <a:defRPr sz="1359" b="0" i="0" kern="0" spc="0">
                <a:solidFill>
                  <a:srgbClr val="0A2540"/>
                </a:solidFill>
                <a:latin typeface="JetBrains Mono"/>
                <a:ea typeface="JetBrains Mono"/>
                <a:cs typeface="JetBrains Mono"/>
              </a:defRPr>
            </a:lvl3pPr>
            <a:lvl4pPr algn="l">
              <a:defRPr sz="1359" b="0" i="0" kern="0" spc="0">
                <a:solidFill>
                  <a:srgbClr val="0A2540"/>
                </a:solidFill>
                <a:latin typeface="JetBrains Mono"/>
                <a:ea typeface="JetBrains Mono"/>
                <a:cs typeface="JetBrains Mono"/>
              </a:defRPr>
            </a:lvl4pPr>
            <a:lvl5pPr algn="l">
              <a:defRPr sz="1359" b="0" i="0" kern="0" spc="0">
                <a:solidFill>
                  <a:srgbClr val="0A2540"/>
                </a:solidFill>
                <a:latin typeface="JetBrains Mono"/>
                <a:ea typeface="JetBrains Mono"/>
                <a:cs typeface="JetBrains Mono"/>
              </a:defRPr>
            </a:lvl5pPr>
            <a:lvl6pPr algn="l">
              <a:defRPr sz="1359" b="0" i="0" kern="0" spc="0">
                <a:solidFill>
                  <a:srgbClr val="0A2540"/>
                </a:solidFill>
                <a:latin typeface="JetBrains Mono"/>
                <a:ea typeface="JetBrains Mono"/>
                <a:cs typeface="JetBrains Mono"/>
              </a:defRPr>
            </a:lvl6pPr>
            <a:lvl7pPr algn="l">
              <a:defRPr sz="1359" b="0" i="0" kern="0" spc="0">
                <a:solidFill>
                  <a:srgbClr val="0A2540"/>
                </a:solidFill>
                <a:latin typeface="JetBrains Mono"/>
                <a:ea typeface="JetBrains Mono"/>
                <a:cs typeface="JetBrains Mono"/>
              </a:defRPr>
            </a:lvl7pPr>
            <a:lvl8pPr algn="l">
              <a:defRPr sz="1359" b="0" i="0" kern="0" spc="0">
                <a:solidFill>
                  <a:srgbClr val="0A2540"/>
                </a:solidFill>
                <a:latin typeface="JetBrains Mono"/>
                <a:ea typeface="JetBrains Mono"/>
                <a:cs typeface="JetBrains Mono"/>
              </a:defRPr>
            </a:lvl8pPr>
            <a:lvl9pPr algn="l">
              <a:defRPr sz="1359" b="0" i="0" kern="0" spc="0">
                <a:solidFill>
                  <a:srgbClr val="0A2540"/>
                </a:solidFill>
                <a:latin typeface="JetBrains Mono"/>
                <a:ea typeface="JetBrains Mono"/>
                <a:cs typeface="JetBrains Mono"/>
              </a:defRPr>
            </a:lvl9pPr>
          </a:lstStyle>
          <a:p>
            <a:pPr algn="l">
              <a:lnSpc>
                <a:spcPct val="100000"/>
              </a:lnSpc>
              <a:buNone/>
              <a:defRPr sz="1359" b="0" i="0" kern="0" spc="0">
                <a:solidFill>
                  <a:srgbClr val="0A2540"/>
                </a:solidFill>
                <a:latin typeface="JetBrains Mono"/>
                <a:ea typeface="JetBrains Mono"/>
                <a:cs typeface="JetBrains Mono"/>
              </a:defRPr>
            </a:pPr>
            <a:r>
              <a:rPr sz="1359" b="0" i="0" kern="0" spc="0">
                <a:solidFill>
                  <a:srgbClr val="0A2540"/>
                </a:solidFill>
                <a:latin typeface="JetBrains Mono"/>
                <a:ea typeface="JetBrains Mono"/>
                <a:cs typeface="JetBrains Mono"/>
              </a:rPr>
              <a:t>d</a:t>
            </a:r>
          </a:p>
        </p:txBody>
      </p:sp>
      <p:sp>
        <p:nvSpPr>
          <p:cNvPr id="46" name="s21 text 6">
            <a:extLst>
              <a:ext uri="{FF2B5EF4-FFF2-40B4-BE49-F238E27FC236}">
                <a16:creationId xmlns:a16="http://schemas.microsoft.com/office/drawing/2014/main" id="{4E0BB9E2-E08E-4C22-ABD4-B0E06BA160CF}"/>
              </a:ext>
            </a:extLst>
          </p:cNvPr>
          <p:cNvSpPr>
            <a:spLocks noGrp="1"/>
          </p:cNvSpPr>
          <p:nvPr/>
        </p:nvSpPr>
        <p:spPr>
          <a:xfrm>
            <a:off x="1227538" y="2524744"/>
            <a:ext cx="1823085" cy="314482"/>
          </a:xfrm>
          <a:prstGeom prst="rect">
            <a:avLst/>
          </a:prstGeom>
          <a:noFill/>
          <a:ln w="0">
            <a:noFill/>
            <a:prstDash val="solid"/>
          </a:ln>
        </p:spPr>
        <p:txBody>
          <a:bodyPr wrap="none" lIns="0" tIns="0" rIns="0" bIns="0" anchor="t">
            <a:noAutofit/>
          </a:bodyPr>
          <a:lstStyle>
            <a:defPPr algn="l">
              <a:defRPr sz="1631" b="0" i="0" kern="0" spc="-9">
                <a:solidFill>
                  <a:srgbClr val="0A2540"/>
                </a:solidFill>
                <a:latin typeface="JetBrains Mono"/>
                <a:ea typeface="JetBrains Mono"/>
                <a:cs typeface="JetBrains Mono"/>
              </a:defRPr>
            </a:defPPr>
            <a:lvl1pPr algn="l">
              <a:defRPr sz="1631" b="0" i="0" kern="0" spc="-9">
                <a:solidFill>
                  <a:srgbClr val="0A2540"/>
                </a:solidFill>
                <a:latin typeface="JetBrains Mono"/>
                <a:ea typeface="JetBrains Mono"/>
                <a:cs typeface="JetBrains Mono"/>
              </a:defRPr>
            </a:lvl1pPr>
            <a:lvl2pPr algn="l">
              <a:defRPr sz="1631" b="0" i="0" kern="0" spc="-9">
                <a:solidFill>
                  <a:srgbClr val="0A2540"/>
                </a:solidFill>
                <a:latin typeface="JetBrains Mono"/>
                <a:ea typeface="JetBrains Mono"/>
                <a:cs typeface="JetBrains Mono"/>
              </a:defRPr>
            </a:lvl2pPr>
            <a:lvl3pPr algn="l">
              <a:defRPr sz="1631" b="0" i="0" kern="0" spc="-9">
                <a:solidFill>
                  <a:srgbClr val="0A2540"/>
                </a:solidFill>
                <a:latin typeface="JetBrains Mono"/>
                <a:ea typeface="JetBrains Mono"/>
                <a:cs typeface="JetBrains Mono"/>
              </a:defRPr>
            </a:lvl3pPr>
            <a:lvl4pPr algn="l">
              <a:defRPr sz="1631" b="0" i="0" kern="0" spc="-9">
                <a:solidFill>
                  <a:srgbClr val="0A2540"/>
                </a:solidFill>
                <a:latin typeface="JetBrains Mono"/>
                <a:ea typeface="JetBrains Mono"/>
                <a:cs typeface="JetBrains Mono"/>
              </a:defRPr>
            </a:lvl4pPr>
            <a:lvl5pPr algn="l">
              <a:defRPr sz="1631" b="0" i="0" kern="0" spc="-9">
                <a:solidFill>
                  <a:srgbClr val="0A2540"/>
                </a:solidFill>
                <a:latin typeface="JetBrains Mono"/>
                <a:ea typeface="JetBrains Mono"/>
                <a:cs typeface="JetBrains Mono"/>
              </a:defRPr>
            </a:lvl5pPr>
            <a:lvl6pPr algn="l">
              <a:defRPr sz="1631" b="0" i="0" kern="0" spc="-9">
                <a:solidFill>
                  <a:srgbClr val="0A2540"/>
                </a:solidFill>
                <a:latin typeface="JetBrains Mono"/>
                <a:ea typeface="JetBrains Mono"/>
                <a:cs typeface="JetBrains Mono"/>
              </a:defRPr>
            </a:lvl6pPr>
            <a:lvl7pPr algn="l">
              <a:defRPr sz="1631" b="0" i="0" kern="0" spc="-9">
                <a:solidFill>
                  <a:srgbClr val="0A2540"/>
                </a:solidFill>
                <a:latin typeface="JetBrains Mono"/>
                <a:ea typeface="JetBrains Mono"/>
                <a:cs typeface="JetBrains Mono"/>
              </a:defRPr>
            </a:lvl7pPr>
            <a:lvl8pPr algn="l">
              <a:defRPr sz="1631" b="0" i="0" kern="0" spc="-9">
                <a:solidFill>
                  <a:srgbClr val="0A2540"/>
                </a:solidFill>
                <a:latin typeface="JetBrains Mono"/>
                <a:ea typeface="JetBrains Mono"/>
                <a:cs typeface="JetBrains Mono"/>
              </a:defRPr>
            </a:lvl8pPr>
            <a:lvl9pPr algn="l">
              <a:defRPr sz="1631" b="0" i="0" kern="0" spc="-9">
                <a:solidFill>
                  <a:srgbClr val="0A2540"/>
                </a:solidFill>
                <a:latin typeface="JetBrains Mono"/>
                <a:ea typeface="JetBrains Mono"/>
                <a:cs typeface="JetBrains Mono"/>
              </a:defRPr>
            </a:lvl9pPr>
          </a:lstStyle>
          <a:p>
            <a:pPr algn="l">
              <a:lnSpc>
                <a:spcPct val="100000"/>
              </a:lnSpc>
              <a:buNone/>
              <a:defRPr sz="1631" b="0" i="0" kern="0" spc="-9">
                <a:solidFill>
                  <a:srgbClr val="0A2540"/>
                </a:solidFill>
                <a:latin typeface="JetBrains Mono"/>
                <a:ea typeface="JetBrains Mono"/>
                <a:cs typeface="JetBrains Mono"/>
              </a:defRPr>
            </a:pPr>
            <a:r>
              <a:rPr sz="1631" b="0" i="0" kern="0" spc="-9">
                <a:solidFill>
                  <a:srgbClr val="0A2540"/>
                </a:solidFill>
                <a:latin typeface="JetBrains Mono"/>
                <a:ea typeface="JetBrains Mono"/>
                <a:cs typeface="JetBrains Mono"/>
              </a:rPr>
              <a:t>= 10,000 − 10P</a:t>
            </a:r>
          </a:p>
        </p:txBody>
      </p:sp>
      <p:sp>
        <p:nvSpPr>
          <p:cNvPr id="47" name="s21 text 7">
            <a:extLst>
              <a:ext uri="{FF2B5EF4-FFF2-40B4-BE49-F238E27FC236}">
                <a16:creationId xmlns:a16="http://schemas.microsoft.com/office/drawing/2014/main" id="{86DED0AF-50CD-440F-AD3F-9F421B3CA416}"/>
              </a:ext>
            </a:extLst>
          </p:cNvPr>
          <p:cNvSpPr>
            <a:spLocks noGrp="1"/>
          </p:cNvSpPr>
          <p:nvPr/>
        </p:nvSpPr>
        <p:spPr>
          <a:xfrm>
            <a:off x="878681" y="3096244"/>
            <a:ext cx="207169" cy="314482"/>
          </a:xfrm>
          <a:prstGeom prst="rect">
            <a:avLst/>
          </a:prstGeom>
          <a:noFill/>
          <a:ln w="0">
            <a:noFill/>
            <a:prstDash val="solid"/>
          </a:ln>
        </p:spPr>
        <p:txBody>
          <a:bodyPr wrap="none" lIns="0" tIns="0" rIns="0" bIns="0" anchor="t">
            <a:noAutofit/>
          </a:bodyPr>
          <a:lstStyle>
            <a:defPPr algn="l">
              <a:defRPr sz="1631" b="0" i="0" kern="0" spc="0">
                <a:solidFill>
                  <a:srgbClr val="0A2540"/>
                </a:solidFill>
                <a:latin typeface="JetBrains Mono"/>
                <a:ea typeface="JetBrains Mono"/>
                <a:cs typeface="JetBrains Mono"/>
              </a:defRPr>
            </a:defPPr>
            <a:lvl1pPr algn="l">
              <a:defRPr sz="1631" b="0" i="0" kern="0" spc="0">
                <a:solidFill>
                  <a:srgbClr val="0A2540"/>
                </a:solidFill>
                <a:latin typeface="JetBrains Mono"/>
                <a:ea typeface="JetBrains Mono"/>
                <a:cs typeface="JetBrains Mono"/>
              </a:defRPr>
            </a:lvl1pPr>
            <a:lvl2pPr algn="l">
              <a:defRPr sz="1631" b="0" i="0" kern="0" spc="0">
                <a:solidFill>
                  <a:srgbClr val="0A2540"/>
                </a:solidFill>
                <a:latin typeface="JetBrains Mono"/>
                <a:ea typeface="JetBrains Mono"/>
                <a:cs typeface="JetBrains Mono"/>
              </a:defRPr>
            </a:lvl2pPr>
            <a:lvl3pPr algn="l">
              <a:defRPr sz="1631" b="0" i="0" kern="0" spc="0">
                <a:solidFill>
                  <a:srgbClr val="0A2540"/>
                </a:solidFill>
                <a:latin typeface="JetBrains Mono"/>
                <a:ea typeface="JetBrains Mono"/>
                <a:cs typeface="JetBrains Mono"/>
              </a:defRPr>
            </a:lvl3pPr>
            <a:lvl4pPr algn="l">
              <a:defRPr sz="1631" b="0" i="0" kern="0" spc="0">
                <a:solidFill>
                  <a:srgbClr val="0A2540"/>
                </a:solidFill>
                <a:latin typeface="JetBrains Mono"/>
                <a:ea typeface="JetBrains Mono"/>
                <a:cs typeface="JetBrains Mono"/>
              </a:defRPr>
            </a:lvl4pPr>
            <a:lvl5pPr algn="l">
              <a:defRPr sz="1631" b="0" i="0" kern="0" spc="0">
                <a:solidFill>
                  <a:srgbClr val="0A2540"/>
                </a:solidFill>
                <a:latin typeface="JetBrains Mono"/>
                <a:ea typeface="JetBrains Mono"/>
                <a:cs typeface="JetBrains Mono"/>
              </a:defRPr>
            </a:lvl5pPr>
            <a:lvl6pPr algn="l">
              <a:defRPr sz="1631" b="0" i="0" kern="0" spc="0">
                <a:solidFill>
                  <a:srgbClr val="0A2540"/>
                </a:solidFill>
                <a:latin typeface="JetBrains Mono"/>
                <a:ea typeface="JetBrains Mono"/>
                <a:cs typeface="JetBrains Mono"/>
              </a:defRPr>
            </a:lvl6pPr>
            <a:lvl7pPr algn="l">
              <a:defRPr sz="1631" b="0" i="0" kern="0" spc="0">
                <a:solidFill>
                  <a:srgbClr val="0A2540"/>
                </a:solidFill>
                <a:latin typeface="JetBrains Mono"/>
                <a:ea typeface="JetBrains Mono"/>
                <a:cs typeface="JetBrains Mono"/>
              </a:defRPr>
            </a:lvl7pPr>
            <a:lvl8pPr algn="l">
              <a:defRPr sz="1631" b="0" i="0" kern="0" spc="0">
                <a:solidFill>
                  <a:srgbClr val="0A2540"/>
                </a:solidFill>
                <a:latin typeface="JetBrains Mono"/>
                <a:ea typeface="JetBrains Mono"/>
                <a:cs typeface="JetBrains Mono"/>
              </a:defRPr>
            </a:lvl8pPr>
            <a:lvl9pPr algn="l">
              <a:defRPr sz="1631" b="0" i="0" kern="0" spc="0">
                <a:solidFill>
                  <a:srgbClr val="0A2540"/>
                </a:solidFill>
                <a:latin typeface="JetBrains Mono"/>
                <a:ea typeface="JetBrains Mono"/>
                <a:cs typeface="JetBrains Mono"/>
              </a:defRPr>
            </a:lvl9pPr>
          </a:lstStyle>
          <a:p>
            <a:pPr algn="l">
              <a:lnSpc>
                <a:spcPct val="100000"/>
              </a:lnSpc>
              <a:buNone/>
              <a:defRPr sz="1631" b="0" i="0" kern="0" spc="0">
                <a:solidFill>
                  <a:srgbClr val="0A2540"/>
                </a:solidFill>
                <a:latin typeface="JetBrains Mono"/>
                <a:ea typeface="JetBrains Mono"/>
                <a:cs typeface="JetBrains Mono"/>
              </a:defRPr>
            </a:pPr>
            <a:r>
              <a:rPr sz="1631" b="0" i="0" kern="0" spc="0">
                <a:solidFill>
                  <a:srgbClr val="0A2540"/>
                </a:solidFill>
                <a:latin typeface="JetBrains Mono"/>
                <a:ea typeface="JetBrains Mono"/>
                <a:cs typeface="JetBrains Mono"/>
              </a:rPr>
              <a:t>Q</a:t>
            </a:r>
          </a:p>
        </p:txBody>
      </p:sp>
      <p:sp>
        <p:nvSpPr>
          <p:cNvPr id="48" name="s21 text 8">
            <a:extLst>
              <a:ext uri="{FF2B5EF4-FFF2-40B4-BE49-F238E27FC236}">
                <a16:creationId xmlns:a16="http://schemas.microsoft.com/office/drawing/2014/main" id="{63ACF20D-3457-4D61-8398-06EC85E3C94C}"/>
              </a:ext>
            </a:extLst>
          </p:cNvPr>
          <p:cNvSpPr>
            <a:spLocks noGrp="1"/>
          </p:cNvSpPr>
          <p:nvPr/>
        </p:nvSpPr>
        <p:spPr>
          <a:xfrm>
            <a:off x="1001911" y="3180067"/>
            <a:ext cx="172593" cy="261996"/>
          </a:xfrm>
          <a:prstGeom prst="rect">
            <a:avLst/>
          </a:prstGeom>
          <a:noFill/>
          <a:ln w="0">
            <a:noFill/>
            <a:prstDash val="solid"/>
          </a:ln>
        </p:spPr>
        <p:txBody>
          <a:bodyPr wrap="none" lIns="0" tIns="0" rIns="0" bIns="0" anchor="t">
            <a:noAutofit/>
          </a:bodyPr>
          <a:lstStyle>
            <a:defPPr algn="l">
              <a:defRPr sz="1359" b="0" i="0" kern="0" spc="0">
                <a:solidFill>
                  <a:srgbClr val="0A2540"/>
                </a:solidFill>
                <a:latin typeface="JetBrains Mono"/>
                <a:ea typeface="JetBrains Mono"/>
                <a:cs typeface="JetBrains Mono"/>
              </a:defRPr>
            </a:defPPr>
            <a:lvl1pPr algn="l">
              <a:defRPr sz="1359" b="0" i="0" kern="0" spc="0">
                <a:solidFill>
                  <a:srgbClr val="0A2540"/>
                </a:solidFill>
                <a:latin typeface="JetBrains Mono"/>
                <a:ea typeface="JetBrains Mono"/>
                <a:cs typeface="JetBrains Mono"/>
              </a:defRPr>
            </a:lvl1pPr>
            <a:lvl2pPr algn="l">
              <a:defRPr sz="1359" b="0" i="0" kern="0" spc="0">
                <a:solidFill>
                  <a:srgbClr val="0A2540"/>
                </a:solidFill>
                <a:latin typeface="JetBrains Mono"/>
                <a:ea typeface="JetBrains Mono"/>
                <a:cs typeface="JetBrains Mono"/>
              </a:defRPr>
            </a:lvl2pPr>
            <a:lvl3pPr algn="l">
              <a:defRPr sz="1359" b="0" i="0" kern="0" spc="0">
                <a:solidFill>
                  <a:srgbClr val="0A2540"/>
                </a:solidFill>
                <a:latin typeface="JetBrains Mono"/>
                <a:ea typeface="JetBrains Mono"/>
                <a:cs typeface="JetBrains Mono"/>
              </a:defRPr>
            </a:lvl3pPr>
            <a:lvl4pPr algn="l">
              <a:defRPr sz="1359" b="0" i="0" kern="0" spc="0">
                <a:solidFill>
                  <a:srgbClr val="0A2540"/>
                </a:solidFill>
                <a:latin typeface="JetBrains Mono"/>
                <a:ea typeface="JetBrains Mono"/>
                <a:cs typeface="JetBrains Mono"/>
              </a:defRPr>
            </a:lvl4pPr>
            <a:lvl5pPr algn="l">
              <a:defRPr sz="1359" b="0" i="0" kern="0" spc="0">
                <a:solidFill>
                  <a:srgbClr val="0A2540"/>
                </a:solidFill>
                <a:latin typeface="JetBrains Mono"/>
                <a:ea typeface="JetBrains Mono"/>
                <a:cs typeface="JetBrains Mono"/>
              </a:defRPr>
            </a:lvl5pPr>
            <a:lvl6pPr algn="l">
              <a:defRPr sz="1359" b="0" i="0" kern="0" spc="0">
                <a:solidFill>
                  <a:srgbClr val="0A2540"/>
                </a:solidFill>
                <a:latin typeface="JetBrains Mono"/>
                <a:ea typeface="JetBrains Mono"/>
                <a:cs typeface="JetBrains Mono"/>
              </a:defRPr>
            </a:lvl6pPr>
            <a:lvl7pPr algn="l">
              <a:defRPr sz="1359" b="0" i="0" kern="0" spc="0">
                <a:solidFill>
                  <a:srgbClr val="0A2540"/>
                </a:solidFill>
                <a:latin typeface="JetBrains Mono"/>
                <a:ea typeface="JetBrains Mono"/>
                <a:cs typeface="JetBrains Mono"/>
              </a:defRPr>
            </a:lvl7pPr>
            <a:lvl8pPr algn="l">
              <a:defRPr sz="1359" b="0" i="0" kern="0" spc="0">
                <a:solidFill>
                  <a:srgbClr val="0A2540"/>
                </a:solidFill>
                <a:latin typeface="JetBrains Mono"/>
                <a:ea typeface="JetBrains Mono"/>
                <a:cs typeface="JetBrains Mono"/>
              </a:defRPr>
            </a:lvl8pPr>
            <a:lvl9pPr algn="l">
              <a:defRPr sz="1359" b="0" i="0" kern="0" spc="0">
                <a:solidFill>
                  <a:srgbClr val="0A2540"/>
                </a:solidFill>
                <a:latin typeface="JetBrains Mono"/>
                <a:ea typeface="JetBrains Mono"/>
                <a:cs typeface="JetBrains Mono"/>
              </a:defRPr>
            </a:lvl9pPr>
          </a:lstStyle>
          <a:p>
            <a:pPr algn="l">
              <a:lnSpc>
                <a:spcPct val="100000"/>
              </a:lnSpc>
              <a:buNone/>
              <a:defRPr sz="1359" b="0" i="0" kern="0" spc="0">
                <a:solidFill>
                  <a:srgbClr val="0A2540"/>
                </a:solidFill>
                <a:latin typeface="JetBrains Mono"/>
                <a:ea typeface="JetBrains Mono"/>
                <a:cs typeface="JetBrains Mono"/>
              </a:defRPr>
            </a:pPr>
            <a:r>
              <a:rPr sz="1359" b="0" i="0" kern="0" spc="0">
                <a:solidFill>
                  <a:srgbClr val="0A2540"/>
                </a:solidFill>
                <a:latin typeface="JetBrains Mono"/>
                <a:ea typeface="JetBrains Mono"/>
                <a:cs typeface="JetBrains Mono"/>
              </a:rPr>
              <a:t>s</a:t>
            </a:r>
          </a:p>
        </p:txBody>
      </p:sp>
      <p:sp>
        <p:nvSpPr>
          <p:cNvPr id="49" name="s21 text 9">
            <a:extLst>
              <a:ext uri="{FF2B5EF4-FFF2-40B4-BE49-F238E27FC236}">
                <a16:creationId xmlns:a16="http://schemas.microsoft.com/office/drawing/2014/main" id="{114B290E-CF3A-4770-ACBC-207BB3CA684A}"/>
              </a:ext>
            </a:extLst>
          </p:cNvPr>
          <p:cNvSpPr>
            <a:spLocks noGrp="1"/>
          </p:cNvSpPr>
          <p:nvPr/>
        </p:nvSpPr>
        <p:spPr>
          <a:xfrm>
            <a:off x="1227538" y="3096244"/>
            <a:ext cx="1698784" cy="314482"/>
          </a:xfrm>
          <a:prstGeom prst="rect">
            <a:avLst/>
          </a:prstGeom>
          <a:noFill/>
          <a:ln w="0">
            <a:noFill/>
            <a:prstDash val="solid"/>
          </a:ln>
        </p:spPr>
        <p:txBody>
          <a:bodyPr wrap="none" lIns="0" tIns="0" rIns="0" bIns="0" anchor="t">
            <a:noAutofit/>
          </a:bodyPr>
          <a:lstStyle>
            <a:defPPr algn="l">
              <a:defRPr sz="1631" b="0" i="0" kern="0" spc="-9">
                <a:solidFill>
                  <a:srgbClr val="0A2540"/>
                </a:solidFill>
                <a:latin typeface="JetBrains Mono"/>
                <a:ea typeface="JetBrains Mono"/>
                <a:cs typeface="JetBrains Mono"/>
              </a:defRPr>
            </a:defPPr>
            <a:lvl1pPr algn="l">
              <a:defRPr sz="1631" b="0" i="0" kern="0" spc="-9">
                <a:solidFill>
                  <a:srgbClr val="0A2540"/>
                </a:solidFill>
                <a:latin typeface="JetBrains Mono"/>
                <a:ea typeface="JetBrains Mono"/>
                <a:cs typeface="JetBrains Mono"/>
              </a:defRPr>
            </a:lvl1pPr>
            <a:lvl2pPr algn="l">
              <a:defRPr sz="1631" b="0" i="0" kern="0" spc="-9">
                <a:solidFill>
                  <a:srgbClr val="0A2540"/>
                </a:solidFill>
                <a:latin typeface="JetBrains Mono"/>
                <a:ea typeface="JetBrains Mono"/>
                <a:cs typeface="JetBrains Mono"/>
              </a:defRPr>
            </a:lvl2pPr>
            <a:lvl3pPr algn="l">
              <a:defRPr sz="1631" b="0" i="0" kern="0" spc="-9">
                <a:solidFill>
                  <a:srgbClr val="0A2540"/>
                </a:solidFill>
                <a:latin typeface="JetBrains Mono"/>
                <a:ea typeface="JetBrains Mono"/>
                <a:cs typeface="JetBrains Mono"/>
              </a:defRPr>
            </a:lvl3pPr>
            <a:lvl4pPr algn="l">
              <a:defRPr sz="1631" b="0" i="0" kern="0" spc="-9">
                <a:solidFill>
                  <a:srgbClr val="0A2540"/>
                </a:solidFill>
                <a:latin typeface="JetBrains Mono"/>
                <a:ea typeface="JetBrains Mono"/>
                <a:cs typeface="JetBrains Mono"/>
              </a:defRPr>
            </a:lvl4pPr>
            <a:lvl5pPr algn="l">
              <a:defRPr sz="1631" b="0" i="0" kern="0" spc="-9">
                <a:solidFill>
                  <a:srgbClr val="0A2540"/>
                </a:solidFill>
                <a:latin typeface="JetBrains Mono"/>
                <a:ea typeface="JetBrains Mono"/>
                <a:cs typeface="JetBrains Mono"/>
              </a:defRPr>
            </a:lvl5pPr>
            <a:lvl6pPr algn="l">
              <a:defRPr sz="1631" b="0" i="0" kern="0" spc="-9">
                <a:solidFill>
                  <a:srgbClr val="0A2540"/>
                </a:solidFill>
                <a:latin typeface="JetBrains Mono"/>
                <a:ea typeface="JetBrains Mono"/>
                <a:cs typeface="JetBrains Mono"/>
              </a:defRPr>
            </a:lvl6pPr>
            <a:lvl7pPr algn="l">
              <a:defRPr sz="1631" b="0" i="0" kern="0" spc="-9">
                <a:solidFill>
                  <a:srgbClr val="0A2540"/>
                </a:solidFill>
                <a:latin typeface="JetBrains Mono"/>
                <a:ea typeface="JetBrains Mono"/>
                <a:cs typeface="JetBrains Mono"/>
              </a:defRPr>
            </a:lvl7pPr>
            <a:lvl8pPr algn="l">
              <a:defRPr sz="1631" b="0" i="0" kern="0" spc="-9">
                <a:solidFill>
                  <a:srgbClr val="0A2540"/>
                </a:solidFill>
                <a:latin typeface="JetBrains Mono"/>
                <a:ea typeface="JetBrains Mono"/>
                <a:cs typeface="JetBrains Mono"/>
              </a:defRPr>
            </a:lvl8pPr>
            <a:lvl9pPr algn="l">
              <a:defRPr sz="1631" b="0" i="0" kern="0" spc="-9">
                <a:solidFill>
                  <a:srgbClr val="0A2540"/>
                </a:solidFill>
                <a:latin typeface="JetBrains Mono"/>
                <a:ea typeface="JetBrains Mono"/>
                <a:cs typeface="JetBrains Mono"/>
              </a:defRPr>
            </a:lvl9pPr>
          </a:lstStyle>
          <a:p>
            <a:pPr algn="l">
              <a:lnSpc>
                <a:spcPct val="100000"/>
              </a:lnSpc>
              <a:buNone/>
              <a:defRPr sz="1631" b="0" i="0" kern="0" spc="-9">
                <a:solidFill>
                  <a:srgbClr val="0A2540"/>
                </a:solidFill>
                <a:latin typeface="JetBrains Mono"/>
                <a:ea typeface="JetBrains Mono"/>
                <a:cs typeface="JetBrains Mono"/>
              </a:defRPr>
            </a:pPr>
            <a:r>
              <a:rPr sz="1631" b="0" i="0" kern="0" spc="-9">
                <a:solidFill>
                  <a:srgbClr val="0A2540"/>
                </a:solidFill>
                <a:latin typeface="JetBrains Mono"/>
                <a:ea typeface="JetBrains Mono"/>
                <a:cs typeface="JetBrains Mono"/>
              </a:rPr>
              <a:t>= 1,000 + 10P</a:t>
            </a:r>
          </a:p>
        </p:txBody>
      </p:sp>
      <p:sp>
        <p:nvSpPr>
          <p:cNvPr id="50" name="s21 text 10">
            <a:extLst>
              <a:ext uri="{FF2B5EF4-FFF2-40B4-BE49-F238E27FC236}">
                <a16:creationId xmlns:a16="http://schemas.microsoft.com/office/drawing/2014/main" id="{2878C21C-8316-426D-8C62-5082F048D131}"/>
              </a:ext>
            </a:extLst>
          </p:cNvPr>
          <p:cNvSpPr>
            <a:spLocks noGrp="1"/>
          </p:cNvSpPr>
          <p:nvPr/>
        </p:nvSpPr>
        <p:spPr>
          <a:xfrm>
            <a:off x="721519" y="3592190"/>
            <a:ext cx="1129665" cy="268386"/>
          </a:xfrm>
          <a:prstGeom prst="rect">
            <a:avLst/>
          </a:prstGeom>
          <a:noFill/>
          <a:ln w="0">
            <a:noFill/>
            <a:prstDash val="solid"/>
          </a:ln>
        </p:spPr>
        <p:txBody>
          <a:bodyPr wrap="none" lIns="0" tIns="0" rIns="0" bIns="0" anchor="t">
            <a:noAutofit/>
          </a:bodyPr>
          <a:lstStyle>
            <a:defPPr algn="l">
              <a:defRPr sz="1519" b="0" i="0" kern="0" spc="-10">
                <a:solidFill>
                  <a:srgbClr val="3D4D68"/>
                </a:solidFill>
                <a:latin typeface="Inter"/>
                <a:ea typeface="Inter"/>
                <a:cs typeface="Inter"/>
              </a:defRPr>
            </a:defPPr>
            <a:lvl1pPr algn="l">
              <a:defRPr sz="1519" b="0" i="0" kern="0" spc="-10">
                <a:solidFill>
                  <a:srgbClr val="3D4D68"/>
                </a:solidFill>
                <a:latin typeface="Inter"/>
                <a:ea typeface="Inter"/>
                <a:cs typeface="Inter"/>
              </a:defRPr>
            </a:lvl1pPr>
            <a:lvl2pPr algn="l">
              <a:defRPr sz="1519" b="0" i="0" kern="0" spc="-10">
                <a:solidFill>
                  <a:srgbClr val="3D4D68"/>
                </a:solidFill>
                <a:latin typeface="Inter"/>
                <a:ea typeface="Inter"/>
                <a:cs typeface="Inter"/>
              </a:defRPr>
            </a:lvl2pPr>
            <a:lvl3pPr algn="l">
              <a:defRPr sz="1519" b="0" i="0" kern="0" spc="-10">
                <a:solidFill>
                  <a:srgbClr val="3D4D68"/>
                </a:solidFill>
                <a:latin typeface="Inter"/>
                <a:ea typeface="Inter"/>
                <a:cs typeface="Inter"/>
              </a:defRPr>
            </a:lvl3pPr>
            <a:lvl4pPr algn="l">
              <a:defRPr sz="1519" b="0" i="0" kern="0" spc="-10">
                <a:solidFill>
                  <a:srgbClr val="3D4D68"/>
                </a:solidFill>
                <a:latin typeface="Inter"/>
                <a:ea typeface="Inter"/>
                <a:cs typeface="Inter"/>
              </a:defRPr>
            </a:lvl4pPr>
            <a:lvl5pPr algn="l">
              <a:defRPr sz="1519" b="0" i="0" kern="0" spc="-10">
                <a:solidFill>
                  <a:srgbClr val="3D4D68"/>
                </a:solidFill>
                <a:latin typeface="Inter"/>
                <a:ea typeface="Inter"/>
                <a:cs typeface="Inter"/>
              </a:defRPr>
            </a:lvl5pPr>
            <a:lvl6pPr algn="l">
              <a:defRPr sz="1519" b="0" i="0" kern="0" spc="-10">
                <a:solidFill>
                  <a:srgbClr val="3D4D68"/>
                </a:solidFill>
                <a:latin typeface="Inter"/>
                <a:ea typeface="Inter"/>
                <a:cs typeface="Inter"/>
              </a:defRPr>
            </a:lvl6pPr>
            <a:lvl7pPr algn="l">
              <a:defRPr sz="1519" b="0" i="0" kern="0" spc="-10">
                <a:solidFill>
                  <a:srgbClr val="3D4D68"/>
                </a:solidFill>
                <a:latin typeface="Inter"/>
                <a:ea typeface="Inter"/>
                <a:cs typeface="Inter"/>
              </a:defRPr>
            </a:lvl7pPr>
            <a:lvl8pPr algn="l">
              <a:defRPr sz="1519" b="0" i="0" kern="0" spc="-10">
                <a:solidFill>
                  <a:srgbClr val="3D4D68"/>
                </a:solidFill>
                <a:latin typeface="Inter"/>
                <a:ea typeface="Inter"/>
                <a:cs typeface="Inter"/>
              </a:defRPr>
            </a:lvl8pPr>
            <a:lvl9pPr algn="l">
              <a:defRPr sz="1519" b="0" i="0" kern="0" spc="-10">
                <a:solidFill>
                  <a:srgbClr val="3D4D68"/>
                </a:solidFill>
                <a:latin typeface="Inter"/>
                <a:ea typeface="Inter"/>
                <a:cs typeface="Inter"/>
              </a:defRPr>
            </a:lvl9pPr>
          </a:lstStyle>
          <a:p>
            <a:pPr algn="l">
              <a:lnSpc>
                <a:spcPct val="100000"/>
              </a:lnSpc>
              <a:buNone/>
              <a:defRPr sz="1519" b="0" i="0" kern="0" spc="-10">
                <a:solidFill>
                  <a:srgbClr val="3D4D68"/>
                </a:solidFill>
                <a:latin typeface="Inter"/>
                <a:ea typeface="Inter"/>
                <a:cs typeface="Inter"/>
              </a:defRPr>
            </a:pPr>
            <a:r>
              <a:rPr sz="1519" b="0" i="0" kern="0" spc="-10">
                <a:solidFill>
                  <a:srgbClr val="3D4D68"/>
                </a:solidFill>
                <a:latin typeface="Inter"/>
                <a:ea typeface="Inter"/>
                <a:cs typeface="Inter"/>
              </a:rPr>
              <a:t>World price</a:t>
            </a:r>
          </a:p>
        </p:txBody>
      </p:sp>
      <p:sp>
        <p:nvSpPr>
          <p:cNvPr id="51" name="s21 text 11">
            <a:extLst>
              <a:ext uri="{FF2B5EF4-FFF2-40B4-BE49-F238E27FC236}">
                <a16:creationId xmlns:a16="http://schemas.microsoft.com/office/drawing/2014/main" id="{A19C0600-098B-46B6-891D-FA9A68F7039A}"/>
              </a:ext>
            </a:extLst>
          </p:cNvPr>
          <p:cNvSpPr>
            <a:spLocks noGrp="1"/>
          </p:cNvSpPr>
          <p:nvPr/>
        </p:nvSpPr>
        <p:spPr>
          <a:xfrm>
            <a:off x="1814624" y="3594109"/>
            <a:ext cx="181308" cy="275226"/>
          </a:xfrm>
          <a:prstGeom prst="rect">
            <a:avLst/>
          </a:prstGeom>
          <a:noFill/>
          <a:ln w="0">
            <a:noFill/>
            <a:prstDash val="solid"/>
          </a:ln>
        </p:spPr>
        <p:txBody>
          <a:bodyPr wrap="none" lIns="0" tIns="0" rIns="0" bIns="0" anchor="t">
            <a:noAutofit/>
          </a:bodyPr>
          <a:lstStyle>
            <a:defPPr algn="l">
              <a:defRPr sz="1428" b="0" i="0" kern="0" spc="0">
                <a:solidFill>
                  <a:srgbClr val="3D4D68"/>
                </a:solidFill>
                <a:latin typeface="JetBrains Mono"/>
                <a:ea typeface="JetBrains Mono"/>
                <a:cs typeface="JetBrains Mono"/>
              </a:defRPr>
            </a:defPPr>
            <a:lvl1pPr algn="l">
              <a:defRPr sz="1428" b="0" i="0" kern="0" spc="0">
                <a:solidFill>
                  <a:srgbClr val="3D4D68"/>
                </a:solidFill>
                <a:latin typeface="JetBrains Mono"/>
                <a:ea typeface="JetBrains Mono"/>
                <a:cs typeface="JetBrains Mono"/>
              </a:defRPr>
            </a:lvl1pPr>
            <a:lvl2pPr algn="l">
              <a:defRPr sz="1428" b="0" i="0" kern="0" spc="0">
                <a:solidFill>
                  <a:srgbClr val="3D4D68"/>
                </a:solidFill>
                <a:latin typeface="JetBrains Mono"/>
                <a:ea typeface="JetBrains Mono"/>
                <a:cs typeface="JetBrains Mono"/>
              </a:defRPr>
            </a:lvl2pPr>
            <a:lvl3pPr algn="l">
              <a:defRPr sz="1428" b="0" i="0" kern="0" spc="0">
                <a:solidFill>
                  <a:srgbClr val="3D4D68"/>
                </a:solidFill>
                <a:latin typeface="JetBrains Mono"/>
                <a:ea typeface="JetBrains Mono"/>
                <a:cs typeface="JetBrains Mono"/>
              </a:defRPr>
            </a:lvl3pPr>
            <a:lvl4pPr algn="l">
              <a:defRPr sz="1428" b="0" i="0" kern="0" spc="0">
                <a:solidFill>
                  <a:srgbClr val="3D4D68"/>
                </a:solidFill>
                <a:latin typeface="JetBrains Mono"/>
                <a:ea typeface="JetBrains Mono"/>
                <a:cs typeface="JetBrains Mono"/>
              </a:defRPr>
            </a:lvl4pPr>
            <a:lvl5pPr algn="l">
              <a:defRPr sz="1428" b="0" i="0" kern="0" spc="0">
                <a:solidFill>
                  <a:srgbClr val="3D4D68"/>
                </a:solidFill>
                <a:latin typeface="JetBrains Mono"/>
                <a:ea typeface="JetBrains Mono"/>
                <a:cs typeface="JetBrains Mono"/>
              </a:defRPr>
            </a:lvl5pPr>
            <a:lvl6pPr algn="l">
              <a:defRPr sz="1428" b="0" i="0" kern="0" spc="0">
                <a:solidFill>
                  <a:srgbClr val="3D4D68"/>
                </a:solidFill>
                <a:latin typeface="JetBrains Mono"/>
                <a:ea typeface="JetBrains Mono"/>
                <a:cs typeface="JetBrains Mono"/>
              </a:defRPr>
            </a:lvl6pPr>
            <a:lvl7pPr algn="l">
              <a:defRPr sz="1428" b="0" i="0" kern="0" spc="0">
                <a:solidFill>
                  <a:srgbClr val="3D4D68"/>
                </a:solidFill>
                <a:latin typeface="JetBrains Mono"/>
                <a:ea typeface="JetBrains Mono"/>
                <a:cs typeface="JetBrains Mono"/>
              </a:defRPr>
            </a:lvl7pPr>
            <a:lvl8pPr algn="l">
              <a:defRPr sz="1428" b="0" i="0" kern="0" spc="0">
                <a:solidFill>
                  <a:srgbClr val="3D4D68"/>
                </a:solidFill>
                <a:latin typeface="JetBrains Mono"/>
                <a:ea typeface="JetBrains Mono"/>
                <a:cs typeface="JetBrains Mono"/>
              </a:defRPr>
            </a:lvl8pPr>
            <a:lvl9pPr algn="l">
              <a:defRPr sz="1428" b="0" i="0" kern="0" spc="0">
                <a:solidFill>
                  <a:srgbClr val="3D4D68"/>
                </a:solidFill>
                <a:latin typeface="JetBrains Mono"/>
                <a:ea typeface="JetBrains Mono"/>
                <a:cs typeface="JetBrains Mono"/>
              </a:defRPr>
            </a:lvl9pPr>
          </a:lstStyle>
          <a:p>
            <a:pPr algn="l">
              <a:lnSpc>
                <a:spcPct val="100000"/>
              </a:lnSpc>
              <a:buNone/>
              <a:defRPr sz="1428" b="0" i="0" kern="0" spc="0">
                <a:solidFill>
                  <a:srgbClr val="3D4D68"/>
                </a:solidFill>
                <a:latin typeface="JetBrains Mono"/>
                <a:ea typeface="JetBrains Mono"/>
                <a:cs typeface="JetBrains Mono"/>
              </a:defRPr>
            </a:pPr>
            <a:r>
              <a:rPr sz="1428" b="0" i="0" kern="0" spc="0">
                <a:solidFill>
                  <a:srgbClr val="3D4D68"/>
                </a:solidFill>
                <a:latin typeface="JetBrains Mono"/>
                <a:ea typeface="JetBrains Mono"/>
                <a:cs typeface="JetBrains Mono"/>
              </a:rPr>
              <a:t>P</a:t>
            </a:r>
          </a:p>
        </p:txBody>
      </p:sp>
      <p:sp>
        <p:nvSpPr>
          <p:cNvPr id="52" name="s21 text 12">
            <a:extLst>
              <a:ext uri="{FF2B5EF4-FFF2-40B4-BE49-F238E27FC236}">
                <a16:creationId xmlns:a16="http://schemas.microsoft.com/office/drawing/2014/main" id="{412946AD-1E66-4970-AA6F-76A7F7E4A67A}"/>
              </a:ext>
            </a:extLst>
          </p:cNvPr>
          <p:cNvSpPr>
            <a:spLocks noGrp="1"/>
          </p:cNvSpPr>
          <p:nvPr/>
        </p:nvSpPr>
        <p:spPr>
          <a:xfrm>
            <a:off x="1922338" y="3668244"/>
            <a:ext cx="151114" cy="229355"/>
          </a:xfrm>
          <a:prstGeom prst="rect">
            <a:avLst/>
          </a:prstGeom>
          <a:noFill/>
          <a:ln w="0">
            <a:noFill/>
            <a:prstDash val="solid"/>
          </a:ln>
        </p:spPr>
        <p:txBody>
          <a:bodyPr wrap="none" lIns="0" tIns="0" rIns="0" bIns="0" anchor="t">
            <a:noAutofit/>
          </a:bodyPr>
          <a:lstStyle>
            <a:defPPr algn="l">
              <a:defRPr sz="1190" b="0" i="0" kern="0" spc="0">
                <a:solidFill>
                  <a:srgbClr val="3D4D68"/>
                </a:solidFill>
                <a:latin typeface="JetBrains Mono"/>
                <a:ea typeface="JetBrains Mono"/>
                <a:cs typeface="JetBrains Mono"/>
              </a:defRPr>
            </a:defPPr>
            <a:lvl1pPr algn="l">
              <a:defRPr sz="1190" b="0" i="0" kern="0" spc="0">
                <a:solidFill>
                  <a:srgbClr val="3D4D68"/>
                </a:solidFill>
                <a:latin typeface="JetBrains Mono"/>
                <a:ea typeface="JetBrains Mono"/>
                <a:cs typeface="JetBrains Mono"/>
              </a:defRPr>
            </a:lvl1pPr>
            <a:lvl2pPr algn="l">
              <a:defRPr sz="1190" b="0" i="0" kern="0" spc="0">
                <a:solidFill>
                  <a:srgbClr val="3D4D68"/>
                </a:solidFill>
                <a:latin typeface="JetBrains Mono"/>
                <a:ea typeface="JetBrains Mono"/>
                <a:cs typeface="JetBrains Mono"/>
              </a:defRPr>
            </a:lvl2pPr>
            <a:lvl3pPr algn="l">
              <a:defRPr sz="1190" b="0" i="0" kern="0" spc="0">
                <a:solidFill>
                  <a:srgbClr val="3D4D68"/>
                </a:solidFill>
                <a:latin typeface="JetBrains Mono"/>
                <a:ea typeface="JetBrains Mono"/>
                <a:cs typeface="JetBrains Mono"/>
              </a:defRPr>
            </a:lvl3pPr>
            <a:lvl4pPr algn="l">
              <a:defRPr sz="1190" b="0" i="0" kern="0" spc="0">
                <a:solidFill>
                  <a:srgbClr val="3D4D68"/>
                </a:solidFill>
                <a:latin typeface="JetBrains Mono"/>
                <a:ea typeface="JetBrains Mono"/>
                <a:cs typeface="JetBrains Mono"/>
              </a:defRPr>
            </a:lvl4pPr>
            <a:lvl5pPr algn="l">
              <a:defRPr sz="1190" b="0" i="0" kern="0" spc="0">
                <a:solidFill>
                  <a:srgbClr val="3D4D68"/>
                </a:solidFill>
                <a:latin typeface="JetBrains Mono"/>
                <a:ea typeface="JetBrains Mono"/>
                <a:cs typeface="JetBrains Mono"/>
              </a:defRPr>
            </a:lvl5pPr>
            <a:lvl6pPr algn="l">
              <a:defRPr sz="1190" b="0" i="0" kern="0" spc="0">
                <a:solidFill>
                  <a:srgbClr val="3D4D68"/>
                </a:solidFill>
                <a:latin typeface="JetBrains Mono"/>
                <a:ea typeface="JetBrains Mono"/>
                <a:cs typeface="JetBrains Mono"/>
              </a:defRPr>
            </a:lvl6pPr>
            <a:lvl7pPr algn="l">
              <a:defRPr sz="1190" b="0" i="0" kern="0" spc="0">
                <a:solidFill>
                  <a:srgbClr val="3D4D68"/>
                </a:solidFill>
                <a:latin typeface="JetBrains Mono"/>
                <a:ea typeface="JetBrains Mono"/>
                <a:cs typeface="JetBrains Mono"/>
              </a:defRPr>
            </a:lvl7pPr>
            <a:lvl8pPr algn="l">
              <a:defRPr sz="1190" b="0" i="0" kern="0" spc="0">
                <a:solidFill>
                  <a:srgbClr val="3D4D68"/>
                </a:solidFill>
                <a:latin typeface="JetBrains Mono"/>
                <a:ea typeface="JetBrains Mono"/>
                <a:cs typeface="JetBrains Mono"/>
              </a:defRPr>
            </a:lvl8pPr>
            <a:lvl9pPr algn="l">
              <a:defRPr sz="1190" b="0" i="0" kern="0" spc="0">
                <a:solidFill>
                  <a:srgbClr val="3D4D68"/>
                </a:solidFill>
                <a:latin typeface="JetBrains Mono"/>
                <a:ea typeface="JetBrains Mono"/>
                <a:cs typeface="JetBrains Mono"/>
              </a:defRPr>
            </a:lvl9pPr>
          </a:lstStyle>
          <a:p>
            <a:pPr algn="l">
              <a:lnSpc>
                <a:spcPct val="100000"/>
              </a:lnSpc>
              <a:buNone/>
              <a:defRPr sz="1190" b="0" i="0" kern="0" spc="0">
                <a:solidFill>
                  <a:srgbClr val="3D4D68"/>
                </a:solidFill>
                <a:latin typeface="JetBrains Mono"/>
                <a:ea typeface="JetBrains Mono"/>
                <a:cs typeface="JetBrains Mono"/>
              </a:defRPr>
            </a:pPr>
            <a:r>
              <a:rPr sz="1190" b="0" i="0" kern="0" spc="0">
                <a:solidFill>
                  <a:srgbClr val="3D4D68"/>
                </a:solidFill>
                <a:latin typeface="JetBrains Mono"/>
                <a:ea typeface="JetBrains Mono"/>
                <a:cs typeface="JetBrains Mono"/>
              </a:rPr>
              <a:t>w</a:t>
            </a:r>
          </a:p>
        </p:txBody>
      </p:sp>
      <p:sp>
        <p:nvSpPr>
          <p:cNvPr id="53" name="s21 text 13">
            <a:extLst>
              <a:ext uri="{FF2B5EF4-FFF2-40B4-BE49-F238E27FC236}">
                <a16:creationId xmlns:a16="http://schemas.microsoft.com/office/drawing/2014/main" id="{F7335DD2-D1D2-49DB-B495-63C6C57501BF}"/>
              </a:ext>
            </a:extLst>
          </p:cNvPr>
          <p:cNvSpPr>
            <a:spLocks noGrp="1"/>
          </p:cNvSpPr>
          <p:nvPr/>
        </p:nvSpPr>
        <p:spPr>
          <a:xfrm>
            <a:off x="2119479" y="3594109"/>
            <a:ext cx="725272" cy="275226"/>
          </a:xfrm>
          <a:prstGeom prst="rect">
            <a:avLst/>
          </a:prstGeom>
          <a:noFill/>
          <a:ln w="0">
            <a:noFill/>
            <a:prstDash val="solid"/>
          </a:ln>
        </p:spPr>
        <p:txBody>
          <a:bodyPr wrap="none" lIns="0" tIns="0" rIns="0" bIns="0" anchor="t">
            <a:noAutofit/>
          </a:bodyPr>
          <a:lstStyle>
            <a:defPPr algn="l">
              <a:defRPr sz="1428" b="0" i="0" kern="0" spc="-9">
                <a:solidFill>
                  <a:srgbClr val="3D4D68"/>
                </a:solidFill>
                <a:latin typeface="JetBrains Mono"/>
                <a:ea typeface="JetBrains Mono"/>
                <a:cs typeface="JetBrains Mono"/>
              </a:defRPr>
            </a:defPPr>
            <a:lvl1pPr algn="l">
              <a:defRPr sz="1428" b="0" i="0" kern="0" spc="-9">
                <a:solidFill>
                  <a:srgbClr val="3D4D68"/>
                </a:solidFill>
                <a:latin typeface="JetBrains Mono"/>
                <a:ea typeface="JetBrains Mono"/>
                <a:cs typeface="JetBrains Mono"/>
              </a:defRPr>
            </a:lvl1pPr>
            <a:lvl2pPr algn="l">
              <a:defRPr sz="1428" b="0" i="0" kern="0" spc="-9">
                <a:solidFill>
                  <a:srgbClr val="3D4D68"/>
                </a:solidFill>
                <a:latin typeface="JetBrains Mono"/>
                <a:ea typeface="JetBrains Mono"/>
                <a:cs typeface="JetBrains Mono"/>
              </a:defRPr>
            </a:lvl2pPr>
            <a:lvl3pPr algn="l">
              <a:defRPr sz="1428" b="0" i="0" kern="0" spc="-9">
                <a:solidFill>
                  <a:srgbClr val="3D4D68"/>
                </a:solidFill>
                <a:latin typeface="JetBrains Mono"/>
                <a:ea typeface="JetBrains Mono"/>
                <a:cs typeface="JetBrains Mono"/>
              </a:defRPr>
            </a:lvl3pPr>
            <a:lvl4pPr algn="l">
              <a:defRPr sz="1428" b="0" i="0" kern="0" spc="-9">
                <a:solidFill>
                  <a:srgbClr val="3D4D68"/>
                </a:solidFill>
                <a:latin typeface="JetBrains Mono"/>
                <a:ea typeface="JetBrains Mono"/>
                <a:cs typeface="JetBrains Mono"/>
              </a:defRPr>
            </a:lvl4pPr>
            <a:lvl5pPr algn="l">
              <a:defRPr sz="1428" b="0" i="0" kern="0" spc="-9">
                <a:solidFill>
                  <a:srgbClr val="3D4D68"/>
                </a:solidFill>
                <a:latin typeface="JetBrains Mono"/>
                <a:ea typeface="JetBrains Mono"/>
                <a:cs typeface="JetBrains Mono"/>
              </a:defRPr>
            </a:lvl5pPr>
            <a:lvl6pPr algn="l">
              <a:defRPr sz="1428" b="0" i="0" kern="0" spc="-9">
                <a:solidFill>
                  <a:srgbClr val="3D4D68"/>
                </a:solidFill>
                <a:latin typeface="JetBrains Mono"/>
                <a:ea typeface="JetBrains Mono"/>
                <a:cs typeface="JetBrains Mono"/>
              </a:defRPr>
            </a:lvl6pPr>
            <a:lvl7pPr algn="l">
              <a:defRPr sz="1428" b="0" i="0" kern="0" spc="-9">
                <a:solidFill>
                  <a:srgbClr val="3D4D68"/>
                </a:solidFill>
                <a:latin typeface="JetBrains Mono"/>
                <a:ea typeface="JetBrains Mono"/>
                <a:cs typeface="JetBrains Mono"/>
              </a:defRPr>
            </a:lvl7pPr>
            <a:lvl8pPr algn="l">
              <a:defRPr sz="1428" b="0" i="0" kern="0" spc="-9">
                <a:solidFill>
                  <a:srgbClr val="3D4D68"/>
                </a:solidFill>
                <a:latin typeface="JetBrains Mono"/>
                <a:ea typeface="JetBrains Mono"/>
                <a:cs typeface="JetBrains Mono"/>
              </a:defRPr>
            </a:lvl8pPr>
            <a:lvl9pPr algn="l">
              <a:defRPr sz="1428" b="0" i="0" kern="0" spc="-9">
                <a:solidFill>
                  <a:srgbClr val="3D4D68"/>
                </a:solidFill>
                <a:latin typeface="JetBrains Mono"/>
                <a:ea typeface="JetBrains Mono"/>
                <a:cs typeface="JetBrains Mono"/>
              </a:defRPr>
            </a:lvl9pPr>
          </a:lstStyle>
          <a:p>
            <a:pPr algn="l">
              <a:lnSpc>
                <a:spcPct val="100000"/>
              </a:lnSpc>
              <a:buNone/>
              <a:defRPr sz="1428" b="0" i="0" kern="0" spc="-9">
                <a:solidFill>
                  <a:srgbClr val="3D4D68"/>
                </a:solidFill>
                <a:latin typeface="JetBrains Mono"/>
                <a:ea typeface="JetBrains Mono"/>
                <a:cs typeface="JetBrains Mono"/>
              </a:defRPr>
            </a:pPr>
            <a:r>
              <a:rPr sz="1428" b="0" i="0" kern="0" spc="-9">
                <a:solidFill>
                  <a:srgbClr val="3D4D68"/>
                </a:solidFill>
                <a:latin typeface="JetBrains Mono"/>
                <a:ea typeface="JetBrains Mono"/>
                <a:cs typeface="JetBrains Mono"/>
              </a:rPr>
              <a:t>= $300</a:t>
            </a:r>
          </a:p>
        </p:txBody>
      </p:sp>
      <p:sp>
        <p:nvSpPr>
          <p:cNvPr id="54" name="s21 text 14">
            <a:extLst>
              <a:ext uri="{FF2B5EF4-FFF2-40B4-BE49-F238E27FC236}">
                <a16:creationId xmlns:a16="http://schemas.microsoft.com/office/drawing/2014/main" id="{36529495-C353-4CE5-8278-3190A6230B80}"/>
              </a:ext>
            </a:extLst>
          </p:cNvPr>
          <p:cNvSpPr>
            <a:spLocks noGrp="1"/>
          </p:cNvSpPr>
          <p:nvPr/>
        </p:nvSpPr>
        <p:spPr>
          <a:xfrm>
            <a:off x="2765301" y="3592190"/>
            <a:ext cx="618363" cy="268386"/>
          </a:xfrm>
          <a:prstGeom prst="rect">
            <a:avLst/>
          </a:prstGeom>
          <a:noFill/>
          <a:ln w="0">
            <a:noFill/>
            <a:prstDash val="solid"/>
          </a:ln>
        </p:spPr>
        <p:txBody>
          <a:bodyPr wrap="none" lIns="0" tIns="0" rIns="0" bIns="0" anchor="t">
            <a:noAutofit/>
          </a:bodyPr>
          <a:lstStyle>
            <a:defPPr algn="l">
              <a:defRPr sz="1519" b="0" i="0" kern="0" spc="-10">
                <a:solidFill>
                  <a:srgbClr val="3D4D68"/>
                </a:solidFill>
                <a:latin typeface="Inter"/>
                <a:ea typeface="Inter"/>
                <a:cs typeface="Inter"/>
              </a:defRPr>
            </a:defPPr>
            <a:lvl1pPr algn="l">
              <a:defRPr sz="1519" b="0" i="0" kern="0" spc="-10">
                <a:solidFill>
                  <a:srgbClr val="3D4D68"/>
                </a:solidFill>
                <a:latin typeface="Inter"/>
                <a:ea typeface="Inter"/>
                <a:cs typeface="Inter"/>
              </a:defRPr>
            </a:lvl1pPr>
            <a:lvl2pPr algn="l">
              <a:defRPr sz="1519" b="0" i="0" kern="0" spc="-10">
                <a:solidFill>
                  <a:srgbClr val="3D4D68"/>
                </a:solidFill>
                <a:latin typeface="Inter"/>
                <a:ea typeface="Inter"/>
                <a:cs typeface="Inter"/>
              </a:defRPr>
            </a:lvl2pPr>
            <a:lvl3pPr algn="l">
              <a:defRPr sz="1519" b="0" i="0" kern="0" spc="-10">
                <a:solidFill>
                  <a:srgbClr val="3D4D68"/>
                </a:solidFill>
                <a:latin typeface="Inter"/>
                <a:ea typeface="Inter"/>
                <a:cs typeface="Inter"/>
              </a:defRPr>
            </a:lvl3pPr>
            <a:lvl4pPr algn="l">
              <a:defRPr sz="1519" b="0" i="0" kern="0" spc="-10">
                <a:solidFill>
                  <a:srgbClr val="3D4D68"/>
                </a:solidFill>
                <a:latin typeface="Inter"/>
                <a:ea typeface="Inter"/>
                <a:cs typeface="Inter"/>
              </a:defRPr>
            </a:lvl4pPr>
            <a:lvl5pPr algn="l">
              <a:defRPr sz="1519" b="0" i="0" kern="0" spc="-10">
                <a:solidFill>
                  <a:srgbClr val="3D4D68"/>
                </a:solidFill>
                <a:latin typeface="Inter"/>
                <a:ea typeface="Inter"/>
                <a:cs typeface="Inter"/>
              </a:defRPr>
            </a:lvl5pPr>
            <a:lvl6pPr algn="l">
              <a:defRPr sz="1519" b="0" i="0" kern="0" spc="-10">
                <a:solidFill>
                  <a:srgbClr val="3D4D68"/>
                </a:solidFill>
                <a:latin typeface="Inter"/>
                <a:ea typeface="Inter"/>
                <a:cs typeface="Inter"/>
              </a:defRPr>
            </a:lvl6pPr>
            <a:lvl7pPr algn="l">
              <a:defRPr sz="1519" b="0" i="0" kern="0" spc="-10">
                <a:solidFill>
                  <a:srgbClr val="3D4D68"/>
                </a:solidFill>
                <a:latin typeface="Inter"/>
                <a:ea typeface="Inter"/>
                <a:cs typeface="Inter"/>
              </a:defRPr>
            </a:lvl7pPr>
            <a:lvl8pPr algn="l">
              <a:defRPr sz="1519" b="0" i="0" kern="0" spc="-10">
                <a:solidFill>
                  <a:srgbClr val="3D4D68"/>
                </a:solidFill>
                <a:latin typeface="Inter"/>
                <a:ea typeface="Inter"/>
                <a:cs typeface="Inter"/>
              </a:defRPr>
            </a:lvl8pPr>
            <a:lvl9pPr algn="l">
              <a:defRPr sz="1519" b="0" i="0" kern="0" spc="-10">
                <a:solidFill>
                  <a:srgbClr val="3D4D68"/>
                </a:solidFill>
                <a:latin typeface="Inter"/>
                <a:ea typeface="Inter"/>
                <a:cs typeface="Inter"/>
              </a:defRPr>
            </a:lvl9pPr>
          </a:lstStyle>
          <a:p>
            <a:pPr algn="l">
              <a:lnSpc>
                <a:spcPct val="100000"/>
              </a:lnSpc>
              <a:buNone/>
              <a:defRPr sz="1519" b="0" i="0" kern="0" spc="-10">
                <a:solidFill>
                  <a:srgbClr val="3D4D68"/>
                </a:solidFill>
                <a:latin typeface="Inter"/>
                <a:ea typeface="Inter"/>
                <a:cs typeface="Inter"/>
              </a:defRPr>
            </a:pPr>
            <a:r>
              <a:rPr sz="1519" b="0" i="0" kern="0" spc="-10">
                <a:solidFill>
                  <a:srgbClr val="3D4D68"/>
                </a:solidFill>
                <a:latin typeface="Inter"/>
                <a:ea typeface="Inter"/>
                <a:cs typeface="Inter"/>
              </a:rPr>
              <a:t>; tariff</a:t>
            </a:r>
          </a:p>
        </p:txBody>
      </p:sp>
      <p:sp>
        <p:nvSpPr>
          <p:cNvPr id="55" name="s21 text 15">
            <a:extLst>
              <a:ext uri="{FF2B5EF4-FFF2-40B4-BE49-F238E27FC236}">
                <a16:creationId xmlns:a16="http://schemas.microsoft.com/office/drawing/2014/main" id="{ACE91B9E-96CC-43AF-AFF6-64D5BCD915F6}"/>
              </a:ext>
            </a:extLst>
          </p:cNvPr>
          <p:cNvSpPr>
            <a:spLocks noGrp="1"/>
          </p:cNvSpPr>
          <p:nvPr/>
        </p:nvSpPr>
        <p:spPr>
          <a:xfrm>
            <a:off x="3350530" y="3594109"/>
            <a:ext cx="942823" cy="275226"/>
          </a:xfrm>
          <a:prstGeom prst="rect">
            <a:avLst/>
          </a:prstGeom>
          <a:noFill/>
          <a:ln w="0">
            <a:noFill/>
            <a:prstDash val="solid"/>
          </a:ln>
        </p:spPr>
        <p:txBody>
          <a:bodyPr wrap="none" lIns="0" tIns="0" rIns="0" bIns="0" anchor="t">
            <a:noAutofit/>
          </a:bodyPr>
          <a:lstStyle>
            <a:defPPr algn="l">
              <a:defRPr sz="1428" b="0" i="0" kern="0" spc="-9">
                <a:solidFill>
                  <a:srgbClr val="3D4D68"/>
                </a:solidFill>
                <a:latin typeface="JetBrains Mono"/>
                <a:ea typeface="JetBrains Mono"/>
                <a:cs typeface="JetBrains Mono"/>
              </a:defRPr>
            </a:defPPr>
            <a:lvl1pPr algn="l">
              <a:defRPr sz="1428" b="0" i="0" kern="0" spc="-9">
                <a:solidFill>
                  <a:srgbClr val="3D4D68"/>
                </a:solidFill>
                <a:latin typeface="JetBrains Mono"/>
                <a:ea typeface="JetBrains Mono"/>
                <a:cs typeface="JetBrains Mono"/>
              </a:defRPr>
            </a:lvl1pPr>
            <a:lvl2pPr algn="l">
              <a:defRPr sz="1428" b="0" i="0" kern="0" spc="-9">
                <a:solidFill>
                  <a:srgbClr val="3D4D68"/>
                </a:solidFill>
                <a:latin typeface="JetBrains Mono"/>
                <a:ea typeface="JetBrains Mono"/>
                <a:cs typeface="JetBrains Mono"/>
              </a:defRPr>
            </a:lvl2pPr>
            <a:lvl3pPr algn="l">
              <a:defRPr sz="1428" b="0" i="0" kern="0" spc="-9">
                <a:solidFill>
                  <a:srgbClr val="3D4D68"/>
                </a:solidFill>
                <a:latin typeface="JetBrains Mono"/>
                <a:ea typeface="JetBrains Mono"/>
                <a:cs typeface="JetBrains Mono"/>
              </a:defRPr>
            </a:lvl3pPr>
            <a:lvl4pPr algn="l">
              <a:defRPr sz="1428" b="0" i="0" kern="0" spc="-9">
                <a:solidFill>
                  <a:srgbClr val="3D4D68"/>
                </a:solidFill>
                <a:latin typeface="JetBrains Mono"/>
                <a:ea typeface="JetBrains Mono"/>
                <a:cs typeface="JetBrains Mono"/>
              </a:defRPr>
            </a:lvl4pPr>
            <a:lvl5pPr algn="l">
              <a:defRPr sz="1428" b="0" i="0" kern="0" spc="-9">
                <a:solidFill>
                  <a:srgbClr val="3D4D68"/>
                </a:solidFill>
                <a:latin typeface="JetBrains Mono"/>
                <a:ea typeface="JetBrains Mono"/>
                <a:cs typeface="JetBrains Mono"/>
              </a:defRPr>
            </a:lvl5pPr>
            <a:lvl6pPr algn="l">
              <a:defRPr sz="1428" b="0" i="0" kern="0" spc="-9">
                <a:solidFill>
                  <a:srgbClr val="3D4D68"/>
                </a:solidFill>
                <a:latin typeface="JetBrains Mono"/>
                <a:ea typeface="JetBrains Mono"/>
                <a:cs typeface="JetBrains Mono"/>
              </a:defRPr>
            </a:lvl6pPr>
            <a:lvl7pPr algn="l">
              <a:defRPr sz="1428" b="0" i="0" kern="0" spc="-9">
                <a:solidFill>
                  <a:srgbClr val="3D4D68"/>
                </a:solidFill>
                <a:latin typeface="JetBrains Mono"/>
                <a:ea typeface="JetBrains Mono"/>
                <a:cs typeface="JetBrains Mono"/>
              </a:defRPr>
            </a:lvl7pPr>
            <a:lvl8pPr algn="l">
              <a:defRPr sz="1428" b="0" i="0" kern="0" spc="-9">
                <a:solidFill>
                  <a:srgbClr val="3D4D68"/>
                </a:solidFill>
                <a:latin typeface="JetBrains Mono"/>
                <a:ea typeface="JetBrains Mono"/>
                <a:cs typeface="JetBrains Mono"/>
              </a:defRPr>
            </a:lvl8pPr>
            <a:lvl9pPr algn="l">
              <a:defRPr sz="1428" b="0" i="0" kern="0" spc="-9">
                <a:solidFill>
                  <a:srgbClr val="3D4D68"/>
                </a:solidFill>
                <a:latin typeface="JetBrains Mono"/>
                <a:ea typeface="JetBrains Mono"/>
                <a:cs typeface="JetBrains Mono"/>
              </a:defRPr>
            </a:lvl9pPr>
          </a:lstStyle>
          <a:p>
            <a:pPr algn="l">
              <a:lnSpc>
                <a:spcPct val="100000"/>
              </a:lnSpc>
              <a:buNone/>
              <a:defRPr sz="1428" b="0" i="0" kern="0" spc="-9">
                <a:solidFill>
                  <a:srgbClr val="3D4D68"/>
                </a:solidFill>
                <a:latin typeface="JetBrains Mono"/>
                <a:ea typeface="JetBrains Mono"/>
                <a:cs typeface="JetBrains Mono"/>
              </a:defRPr>
            </a:pPr>
            <a:r>
              <a:rPr sz="1428" b="0" i="0" kern="0" spc="-9">
                <a:solidFill>
                  <a:srgbClr val="3D4D68"/>
                </a:solidFill>
                <a:latin typeface="JetBrains Mono"/>
                <a:ea typeface="JetBrains Mono"/>
                <a:cs typeface="JetBrains Mono"/>
              </a:rPr>
              <a:t>t = $100</a:t>
            </a:r>
          </a:p>
        </p:txBody>
      </p:sp>
      <p:sp>
        <p:nvSpPr>
          <p:cNvPr id="56" name="s21 text 16">
            <a:extLst>
              <a:ext uri="{FF2B5EF4-FFF2-40B4-BE49-F238E27FC236}">
                <a16:creationId xmlns:a16="http://schemas.microsoft.com/office/drawing/2014/main" id="{2441162F-82FC-4445-92CF-37846361AD0E}"/>
              </a:ext>
            </a:extLst>
          </p:cNvPr>
          <p:cNvSpPr>
            <a:spLocks noGrp="1"/>
          </p:cNvSpPr>
          <p:nvPr/>
        </p:nvSpPr>
        <p:spPr>
          <a:xfrm>
            <a:off x="4264680" y="3592190"/>
            <a:ext cx="1365599"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per generator.</a:t>
            </a:r>
          </a:p>
        </p:txBody>
      </p:sp>
      <p:sp>
        <p:nvSpPr>
          <p:cNvPr id="57" name="s21 text 17">
            <a:extLst>
              <a:ext uri="{FF2B5EF4-FFF2-40B4-BE49-F238E27FC236}">
                <a16:creationId xmlns:a16="http://schemas.microsoft.com/office/drawing/2014/main" id="{C8926A1A-FCAB-483C-A2EA-B836654C8E40}"/>
              </a:ext>
            </a:extLst>
          </p:cNvPr>
          <p:cNvSpPr>
            <a:spLocks noGrp="1"/>
          </p:cNvSpPr>
          <p:nvPr/>
        </p:nvSpPr>
        <p:spPr>
          <a:xfrm>
            <a:off x="7150893" y="2098030"/>
            <a:ext cx="496348" cy="218685"/>
          </a:xfrm>
          <a:prstGeom prst="rect">
            <a:avLst/>
          </a:prstGeom>
          <a:noFill/>
          <a:ln w="0">
            <a:noFill/>
            <a:prstDash val="solid"/>
          </a:ln>
        </p:spPr>
        <p:txBody>
          <a:bodyPr wrap="none" lIns="0" tIns="0" rIns="0" bIns="0" anchor="t">
            <a:noAutofit/>
          </a:bodyPr>
          <a:lstStyle>
            <a:defPPr algn="l">
              <a:defRPr sz="1237" b="0" i="0" kern="0" spc="-9">
                <a:solidFill>
                  <a:srgbClr val="0A2540"/>
                </a:solidFill>
                <a:latin typeface="Inter SemiBold"/>
                <a:ea typeface="Inter SemiBold"/>
                <a:cs typeface="Inter SemiBold"/>
              </a:defRPr>
            </a:defPPr>
            <a:lvl1pPr algn="l">
              <a:defRPr sz="1237" b="0" i="0" kern="0" spc="-9">
                <a:solidFill>
                  <a:srgbClr val="0A2540"/>
                </a:solidFill>
                <a:latin typeface="Inter SemiBold"/>
                <a:ea typeface="Inter SemiBold"/>
                <a:cs typeface="Inter SemiBold"/>
              </a:defRPr>
            </a:lvl1pPr>
            <a:lvl2pPr algn="l">
              <a:defRPr sz="1237" b="0" i="0" kern="0" spc="-9">
                <a:solidFill>
                  <a:srgbClr val="0A2540"/>
                </a:solidFill>
                <a:latin typeface="Inter SemiBold"/>
                <a:ea typeface="Inter SemiBold"/>
                <a:cs typeface="Inter SemiBold"/>
              </a:defRPr>
            </a:lvl2pPr>
            <a:lvl3pPr algn="l">
              <a:defRPr sz="1237" b="0" i="0" kern="0" spc="-9">
                <a:solidFill>
                  <a:srgbClr val="0A2540"/>
                </a:solidFill>
                <a:latin typeface="Inter SemiBold"/>
                <a:ea typeface="Inter SemiBold"/>
                <a:cs typeface="Inter SemiBold"/>
              </a:defRPr>
            </a:lvl3pPr>
            <a:lvl4pPr algn="l">
              <a:defRPr sz="1237" b="0" i="0" kern="0" spc="-9">
                <a:solidFill>
                  <a:srgbClr val="0A2540"/>
                </a:solidFill>
                <a:latin typeface="Inter SemiBold"/>
                <a:ea typeface="Inter SemiBold"/>
                <a:cs typeface="Inter SemiBold"/>
              </a:defRPr>
            </a:lvl4pPr>
            <a:lvl5pPr algn="l">
              <a:defRPr sz="1237" b="0" i="0" kern="0" spc="-9">
                <a:solidFill>
                  <a:srgbClr val="0A2540"/>
                </a:solidFill>
                <a:latin typeface="Inter SemiBold"/>
                <a:ea typeface="Inter SemiBold"/>
                <a:cs typeface="Inter SemiBold"/>
              </a:defRPr>
            </a:lvl5pPr>
            <a:lvl6pPr algn="l">
              <a:defRPr sz="1237" b="0" i="0" kern="0" spc="-9">
                <a:solidFill>
                  <a:srgbClr val="0A2540"/>
                </a:solidFill>
                <a:latin typeface="Inter SemiBold"/>
                <a:ea typeface="Inter SemiBold"/>
                <a:cs typeface="Inter SemiBold"/>
              </a:defRPr>
            </a:lvl6pPr>
            <a:lvl7pPr algn="l">
              <a:defRPr sz="1237" b="0" i="0" kern="0" spc="-9">
                <a:solidFill>
                  <a:srgbClr val="0A2540"/>
                </a:solidFill>
                <a:latin typeface="Inter SemiBold"/>
                <a:ea typeface="Inter SemiBold"/>
                <a:cs typeface="Inter SemiBold"/>
              </a:defRPr>
            </a:lvl7pPr>
            <a:lvl8pPr algn="l">
              <a:defRPr sz="1237" b="0" i="0" kern="0" spc="-9">
                <a:solidFill>
                  <a:srgbClr val="0A2540"/>
                </a:solidFill>
                <a:latin typeface="Inter SemiBold"/>
                <a:ea typeface="Inter SemiBold"/>
                <a:cs typeface="Inter SemiBold"/>
              </a:defRPr>
            </a:lvl8pPr>
            <a:lvl9pPr algn="l">
              <a:defRPr sz="1237" b="0" i="0" kern="0" spc="-9">
                <a:solidFill>
                  <a:srgbClr val="0A2540"/>
                </a:solidFill>
                <a:latin typeface="Inter SemiBold"/>
                <a:ea typeface="Inter SemiBold"/>
                <a:cs typeface="Inter SemiBold"/>
              </a:defRPr>
            </a:lvl9pPr>
          </a:lstStyle>
          <a:p>
            <a:pPr algn="l">
              <a:lnSpc>
                <a:spcPct val="100000"/>
              </a:lnSpc>
              <a:buNone/>
              <a:defRPr sz="1237" b="0" i="0" kern="0" spc="-9">
                <a:solidFill>
                  <a:srgbClr val="0A2540"/>
                </a:solidFill>
                <a:latin typeface="Inter SemiBold"/>
                <a:ea typeface="Inter SemiBold"/>
                <a:cs typeface="Inter SemiBold"/>
              </a:defRPr>
            </a:pPr>
            <a:r>
              <a:rPr sz="1237" b="0" i="0" kern="0" spc="-9">
                <a:solidFill>
                  <a:srgbClr val="0A2540"/>
                </a:solidFill>
                <a:latin typeface="Inter SemiBold"/>
                <a:ea typeface="Inter SemiBold"/>
                <a:cs typeface="Inter SemiBold"/>
              </a:rPr>
              <a:t>Steps</a:t>
            </a:r>
          </a:p>
        </p:txBody>
      </p:sp>
      <p:sp>
        <p:nvSpPr>
          <p:cNvPr id="58" name="s21 text 18">
            <a:extLst>
              <a:ext uri="{FF2B5EF4-FFF2-40B4-BE49-F238E27FC236}">
                <a16:creationId xmlns:a16="http://schemas.microsoft.com/office/drawing/2014/main" id="{8A653227-565C-45C1-817E-A520BE057AFF}"/>
              </a:ext>
            </a:extLst>
          </p:cNvPr>
          <p:cNvSpPr>
            <a:spLocks noGrp="1"/>
          </p:cNvSpPr>
          <p:nvPr/>
        </p:nvSpPr>
        <p:spPr>
          <a:xfrm>
            <a:off x="7268542" y="2440019"/>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1</a:t>
            </a:r>
          </a:p>
        </p:txBody>
      </p:sp>
      <p:sp>
        <p:nvSpPr>
          <p:cNvPr id="59" name="s21 text 19">
            <a:extLst>
              <a:ext uri="{FF2B5EF4-FFF2-40B4-BE49-F238E27FC236}">
                <a16:creationId xmlns:a16="http://schemas.microsoft.com/office/drawing/2014/main" id="{D26E192F-1257-40C9-8DF6-62C2C8CB8274}"/>
              </a:ext>
            </a:extLst>
          </p:cNvPr>
          <p:cNvSpPr>
            <a:spLocks noGrp="1"/>
          </p:cNvSpPr>
          <p:nvPr/>
        </p:nvSpPr>
        <p:spPr>
          <a:xfrm>
            <a:off x="7615237" y="2385789"/>
            <a:ext cx="1744123" cy="308146"/>
          </a:xfrm>
          <a:prstGeom prst="rect">
            <a:avLst/>
          </a:prstGeom>
          <a:noFill/>
          <a:ln w="0">
            <a:noFill/>
            <a:prstDash val="solid"/>
          </a:ln>
        </p:spPr>
        <p:txBody>
          <a:bodyPr wrap="none" lIns="0" tIns="0" rIns="0" bIns="0" anchor="t">
            <a:noAutofit/>
          </a:bodyPr>
          <a:lstStyle>
            <a:defPPr algn="l">
              <a:defRPr sz="1744" b="0" i="0" kern="0" spc="-10">
                <a:solidFill>
                  <a:srgbClr val="0A2540"/>
                </a:solidFill>
                <a:latin typeface="Inter"/>
                <a:ea typeface="Inter"/>
                <a:cs typeface="Inter"/>
              </a:defRPr>
            </a:defPPr>
            <a:lvl1pPr algn="l">
              <a:defRPr sz="1744" b="0" i="0" kern="0" spc="-10">
                <a:solidFill>
                  <a:srgbClr val="0A2540"/>
                </a:solidFill>
                <a:latin typeface="Inter"/>
                <a:ea typeface="Inter"/>
                <a:cs typeface="Inter"/>
              </a:defRPr>
            </a:lvl1pPr>
            <a:lvl2pPr algn="l">
              <a:defRPr sz="1744" b="0" i="0" kern="0" spc="-10">
                <a:solidFill>
                  <a:srgbClr val="0A2540"/>
                </a:solidFill>
                <a:latin typeface="Inter"/>
                <a:ea typeface="Inter"/>
                <a:cs typeface="Inter"/>
              </a:defRPr>
            </a:lvl2pPr>
            <a:lvl3pPr algn="l">
              <a:defRPr sz="1744" b="0" i="0" kern="0" spc="-10">
                <a:solidFill>
                  <a:srgbClr val="0A2540"/>
                </a:solidFill>
                <a:latin typeface="Inter"/>
                <a:ea typeface="Inter"/>
                <a:cs typeface="Inter"/>
              </a:defRPr>
            </a:lvl3pPr>
            <a:lvl4pPr algn="l">
              <a:defRPr sz="1744" b="0" i="0" kern="0" spc="-10">
                <a:solidFill>
                  <a:srgbClr val="0A2540"/>
                </a:solidFill>
                <a:latin typeface="Inter"/>
                <a:ea typeface="Inter"/>
                <a:cs typeface="Inter"/>
              </a:defRPr>
            </a:lvl4pPr>
            <a:lvl5pPr algn="l">
              <a:defRPr sz="1744" b="0" i="0" kern="0" spc="-10">
                <a:solidFill>
                  <a:srgbClr val="0A2540"/>
                </a:solidFill>
                <a:latin typeface="Inter"/>
                <a:ea typeface="Inter"/>
                <a:cs typeface="Inter"/>
              </a:defRPr>
            </a:lvl5pPr>
            <a:lvl6pPr algn="l">
              <a:defRPr sz="1744" b="0" i="0" kern="0" spc="-10">
                <a:solidFill>
                  <a:srgbClr val="0A2540"/>
                </a:solidFill>
                <a:latin typeface="Inter"/>
                <a:ea typeface="Inter"/>
                <a:cs typeface="Inter"/>
              </a:defRPr>
            </a:lvl6pPr>
            <a:lvl7pPr algn="l">
              <a:defRPr sz="1744" b="0" i="0" kern="0" spc="-10">
                <a:solidFill>
                  <a:srgbClr val="0A2540"/>
                </a:solidFill>
                <a:latin typeface="Inter"/>
                <a:ea typeface="Inter"/>
                <a:cs typeface="Inter"/>
              </a:defRPr>
            </a:lvl7pPr>
            <a:lvl8pPr algn="l">
              <a:defRPr sz="1744" b="0" i="0" kern="0" spc="-10">
                <a:solidFill>
                  <a:srgbClr val="0A2540"/>
                </a:solidFill>
                <a:latin typeface="Inter"/>
                <a:ea typeface="Inter"/>
                <a:cs typeface="Inter"/>
              </a:defRPr>
            </a:lvl8pPr>
            <a:lvl9pPr algn="l">
              <a:defRPr sz="1744" b="0" i="0" kern="0" spc="-10">
                <a:solidFill>
                  <a:srgbClr val="0A2540"/>
                </a:solidFill>
                <a:latin typeface="Inter"/>
                <a:ea typeface="Inter"/>
                <a:cs typeface="Inter"/>
              </a:defRPr>
            </a:lvl9pPr>
          </a:lstStyle>
          <a:p>
            <a:pPr algn="l">
              <a:lnSpc>
                <a:spcPct val="100000"/>
              </a:lnSpc>
              <a:buNone/>
              <a:defRPr sz="1744" b="0" i="0" kern="0" spc="-10">
                <a:solidFill>
                  <a:srgbClr val="0A2540"/>
                </a:solidFill>
                <a:latin typeface="Inter"/>
                <a:ea typeface="Inter"/>
                <a:cs typeface="Inter"/>
              </a:defRPr>
            </a:pPr>
            <a:r>
              <a:rPr sz="1744" b="0" i="0" kern="0" spc="-10">
                <a:solidFill>
                  <a:srgbClr val="0A2540"/>
                </a:solidFill>
                <a:latin typeface="Inter"/>
                <a:ea typeface="Inter"/>
                <a:cs typeface="Inter"/>
              </a:rPr>
              <a:t>Price in Egypt =</a:t>
            </a:r>
          </a:p>
        </p:txBody>
      </p:sp>
      <p:sp>
        <p:nvSpPr>
          <p:cNvPr id="60" name="s21 text 20">
            <a:extLst>
              <a:ext uri="{FF2B5EF4-FFF2-40B4-BE49-F238E27FC236}">
                <a16:creationId xmlns:a16="http://schemas.microsoft.com/office/drawing/2014/main" id="{AFA07D57-3021-4731-8266-2D3E63941261}"/>
              </a:ext>
            </a:extLst>
          </p:cNvPr>
          <p:cNvSpPr>
            <a:spLocks noGrp="1"/>
          </p:cNvSpPr>
          <p:nvPr/>
        </p:nvSpPr>
        <p:spPr>
          <a:xfrm>
            <a:off x="9313664" y="2387993"/>
            <a:ext cx="208169" cy="316000"/>
          </a:xfrm>
          <a:prstGeom prst="rect">
            <a:avLst/>
          </a:prstGeom>
          <a:noFill/>
          <a:ln w="0">
            <a:noFill/>
            <a:prstDash val="solid"/>
          </a:ln>
        </p:spPr>
        <p:txBody>
          <a:bodyPr wrap="none" lIns="0" tIns="0" rIns="0" bIns="0" anchor="t">
            <a:noAutofit/>
          </a:bodyPr>
          <a:lstStyle>
            <a:defPPr algn="l">
              <a:defRPr sz="1639" b="0" i="0" kern="0" spc="0">
                <a:solidFill>
                  <a:srgbClr val="0A2540"/>
                </a:solidFill>
                <a:latin typeface="JetBrains Mono"/>
                <a:ea typeface="JetBrains Mono"/>
                <a:cs typeface="JetBrains Mono"/>
              </a:defRPr>
            </a:defPPr>
            <a:lvl1pPr algn="l">
              <a:defRPr sz="1639" b="0" i="0" kern="0" spc="0">
                <a:solidFill>
                  <a:srgbClr val="0A2540"/>
                </a:solidFill>
                <a:latin typeface="JetBrains Mono"/>
                <a:ea typeface="JetBrains Mono"/>
                <a:cs typeface="JetBrains Mono"/>
              </a:defRPr>
            </a:lvl1pPr>
            <a:lvl2pPr algn="l">
              <a:defRPr sz="1639" b="0" i="0" kern="0" spc="0">
                <a:solidFill>
                  <a:srgbClr val="0A2540"/>
                </a:solidFill>
                <a:latin typeface="JetBrains Mono"/>
                <a:ea typeface="JetBrains Mono"/>
                <a:cs typeface="JetBrains Mono"/>
              </a:defRPr>
            </a:lvl2pPr>
            <a:lvl3pPr algn="l">
              <a:defRPr sz="1639" b="0" i="0" kern="0" spc="0">
                <a:solidFill>
                  <a:srgbClr val="0A2540"/>
                </a:solidFill>
                <a:latin typeface="JetBrains Mono"/>
                <a:ea typeface="JetBrains Mono"/>
                <a:cs typeface="JetBrains Mono"/>
              </a:defRPr>
            </a:lvl3pPr>
            <a:lvl4pPr algn="l">
              <a:defRPr sz="1639" b="0" i="0" kern="0" spc="0">
                <a:solidFill>
                  <a:srgbClr val="0A2540"/>
                </a:solidFill>
                <a:latin typeface="JetBrains Mono"/>
                <a:ea typeface="JetBrains Mono"/>
                <a:cs typeface="JetBrains Mono"/>
              </a:defRPr>
            </a:lvl4pPr>
            <a:lvl5pPr algn="l">
              <a:defRPr sz="1639" b="0" i="0" kern="0" spc="0">
                <a:solidFill>
                  <a:srgbClr val="0A2540"/>
                </a:solidFill>
                <a:latin typeface="JetBrains Mono"/>
                <a:ea typeface="JetBrains Mono"/>
                <a:cs typeface="JetBrains Mono"/>
              </a:defRPr>
            </a:lvl5pPr>
            <a:lvl6pPr algn="l">
              <a:defRPr sz="1639" b="0" i="0" kern="0" spc="0">
                <a:solidFill>
                  <a:srgbClr val="0A2540"/>
                </a:solidFill>
                <a:latin typeface="JetBrains Mono"/>
                <a:ea typeface="JetBrains Mono"/>
                <a:cs typeface="JetBrains Mono"/>
              </a:defRPr>
            </a:lvl6pPr>
            <a:lvl7pPr algn="l">
              <a:defRPr sz="1639" b="0" i="0" kern="0" spc="0">
                <a:solidFill>
                  <a:srgbClr val="0A2540"/>
                </a:solidFill>
                <a:latin typeface="JetBrains Mono"/>
                <a:ea typeface="JetBrains Mono"/>
                <a:cs typeface="JetBrains Mono"/>
              </a:defRPr>
            </a:lvl7pPr>
            <a:lvl8pPr algn="l">
              <a:defRPr sz="1639" b="0" i="0" kern="0" spc="0">
                <a:solidFill>
                  <a:srgbClr val="0A2540"/>
                </a:solidFill>
                <a:latin typeface="JetBrains Mono"/>
                <a:ea typeface="JetBrains Mono"/>
                <a:cs typeface="JetBrains Mono"/>
              </a:defRPr>
            </a:lvl8pPr>
            <a:lvl9pPr algn="l">
              <a:defRPr sz="1639" b="0" i="0" kern="0" spc="0">
                <a:solidFill>
                  <a:srgbClr val="0A2540"/>
                </a:solidFill>
                <a:latin typeface="JetBrains Mono"/>
                <a:ea typeface="JetBrains Mono"/>
                <a:cs typeface="JetBrains Mono"/>
              </a:defRPr>
            </a:lvl9pPr>
          </a:lstStyle>
          <a:p>
            <a:pPr algn="l">
              <a:lnSpc>
                <a:spcPct val="100000"/>
              </a:lnSpc>
              <a:buNone/>
              <a:defRPr sz="1639" b="0" i="0" kern="0" spc="0">
                <a:solidFill>
                  <a:srgbClr val="0A2540"/>
                </a:solidFill>
                <a:latin typeface="JetBrains Mono"/>
                <a:ea typeface="JetBrains Mono"/>
                <a:cs typeface="JetBrains Mono"/>
              </a:defRPr>
            </a:pPr>
            <a:r>
              <a:rPr sz="1639" b="0" i="0" kern="0" spc="0">
                <a:solidFill>
                  <a:srgbClr val="0A2540"/>
                </a:solidFill>
                <a:latin typeface="JetBrains Mono"/>
                <a:ea typeface="JetBrains Mono"/>
                <a:cs typeface="JetBrains Mono"/>
              </a:rPr>
              <a:t>P</a:t>
            </a:r>
          </a:p>
        </p:txBody>
      </p:sp>
      <p:sp>
        <p:nvSpPr>
          <p:cNvPr id="61" name="s21 text 21">
            <a:extLst>
              <a:ext uri="{FF2B5EF4-FFF2-40B4-BE49-F238E27FC236}">
                <a16:creationId xmlns:a16="http://schemas.microsoft.com/office/drawing/2014/main" id="{8A67E34C-B1FC-4A19-90BF-3BB3CD705BE1}"/>
              </a:ext>
            </a:extLst>
          </p:cNvPr>
          <p:cNvSpPr>
            <a:spLocks noGrp="1"/>
          </p:cNvSpPr>
          <p:nvPr/>
        </p:nvSpPr>
        <p:spPr>
          <a:xfrm>
            <a:off x="9437451" y="2472183"/>
            <a:ext cx="173488" cy="263297"/>
          </a:xfrm>
          <a:prstGeom prst="rect">
            <a:avLst/>
          </a:prstGeom>
          <a:noFill/>
          <a:ln w="0">
            <a:noFill/>
            <a:prstDash val="solid"/>
          </a:ln>
        </p:spPr>
        <p:txBody>
          <a:bodyPr wrap="none" lIns="0" tIns="0" rIns="0" bIns="0" anchor="t">
            <a:noAutofit/>
          </a:bodyPr>
          <a:lstStyle>
            <a:defPPr algn="l">
              <a:defRPr sz="1366" b="0" i="0" kern="0" spc="0">
                <a:solidFill>
                  <a:srgbClr val="0A2540"/>
                </a:solidFill>
                <a:latin typeface="JetBrains Mono"/>
                <a:ea typeface="JetBrains Mono"/>
                <a:cs typeface="JetBrains Mono"/>
              </a:defRPr>
            </a:defPPr>
            <a:lvl1pPr algn="l">
              <a:defRPr sz="1366" b="0" i="0" kern="0" spc="0">
                <a:solidFill>
                  <a:srgbClr val="0A2540"/>
                </a:solidFill>
                <a:latin typeface="JetBrains Mono"/>
                <a:ea typeface="JetBrains Mono"/>
                <a:cs typeface="JetBrains Mono"/>
              </a:defRPr>
            </a:lvl1pPr>
            <a:lvl2pPr algn="l">
              <a:defRPr sz="1366" b="0" i="0" kern="0" spc="0">
                <a:solidFill>
                  <a:srgbClr val="0A2540"/>
                </a:solidFill>
                <a:latin typeface="JetBrains Mono"/>
                <a:ea typeface="JetBrains Mono"/>
                <a:cs typeface="JetBrains Mono"/>
              </a:defRPr>
            </a:lvl2pPr>
            <a:lvl3pPr algn="l">
              <a:defRPr sz="1366" b="0" i="0" kern="0" spc="0">
                <a:solidFill>
                  <a:srgbClr val="0A2540"/>
                </a:solidFill>
                <a:latin typeface="JetBrains Mono"/>
                <a:ea typeface="JetBrains Mono"/>
                <a:cs typeface="JetBrains Mono"/>
              </a:defRPr>
            </a:lvl3pPr>
            <a:lvl4pPr algn="l">
              <a:defRPr sz="1366" b="0" i="0" kern="0" spc="0">
                <a:solidFill>
                  <a:srgbClr val="0A2540"/>
                </a:solidFill>
                <a:latin typeface="JetBrains Mono"/>
                <a:ea typeface="JetBrains Mono"/>
                <a:cs typeface="JetBrains Mono"/>
              </a:defRPr>
            </a:lvl4pPr>
            <a:lvl5pPr algn="l">
              <a:defRPr sz="1366" b="0" i="0" kern="0" spc="0">
                <a:solidFill>
                  <a:srgbClr val="0A2540"/>
                </a:solidFill>
                <a:latin typeface="JetBrains Mono"/>
                <a:ea typeface="JetBrains Mono"/>
                <a:cs typeface="JetBrains Mono"/>
              </a:defRPr>
            </a:lvl5pPr>
            <a:lvl6pPr algn="l">
              <a:defRPr sz="1366" b="0" i="0" kern="0" spc="0">
                <a:solidFill>
                  <a:srgbClr val="0A2540"/>
                </a:solidFill>
                <a:latin typeface="JetBrains Mono"/>
                <a:ea typeface="JetBrains Mono"/>
                <a:cs typeface="JetBrains Mono"/>
              </a:defRPr>
            </a:lvl6pPr>
            <a:lvl7pPr algn="l">
              <a:defRPr sz="1366" b="0" i="0" kern="0" spc="0">
                <a:solidFill>
                  <a:srgbClr val="0A2540"/>
                </a:solidFill>
                <a:latin typeface="JetBrains Mono"/>
                <a:ea typeface="JetBrains Mono"/>
                <a:cs typeface="JetBrains Mono"/>
              </a:defRPr>
            </a:lvl7pPr>
            <a:lvl8pPr algn="l">
              <a:defRPr sz="1366" b="0" i="0" kern="0" spc="0">
                <a:solidFill>
                  <a:srgbClr val="0A2540"/>
                </a:solidFill>
                <a:latin typeface="JetBrains Mono"/>
                <a:ea typeface="JetBrains Mono"/>
                <a:cs typeface="JetBrains Mono"/>
              </a:defRPr>
            </a:lvl8pPr>
            <a:lvl9pPr algn="l">
              <a:defRPr sz="1366" b="0" i="0" kern="0" spc="0">
                <a:solidFill>
                  <a:srgbClr val="0A2540"/>
                </a:solidFill>
                <a:latin typeface="JetBrains Mono"/>
                <a:ea typeface="JetBrains Mono"/>
                <a:cs typeface="JetBrains Mono"/>
              </a:defRPr>
            </a:lvl9pPr>
          </a:lstStyle>
          <a:p>
            <a:pPr algn="l">
              <a:lnSpc>
                <a:spcPct val="100000"/>
              </a:lnSpc>
              <a:buNone/>
              <a:defRPr sz="1366" b="0" i="0" kern="0" spc="0">
                <a:solidFill>
                  <a:srgbClr val="0A2540"/>
                </a:solidFill>
                <a:latin typeface="JetBrains Mono"/>
                <a:ea typeface="JetBrains Mono"/>
                <a:cs typeface="JetBrains Mono"/>
              </a:defRPr>
            </a:pPr>
            <a:r>
              <a:rPr sz="1366" b="0" i="0" kern="0" spc="0">
                <a:solidFill>
                  <a:srgbClr val="0A2540"/>
                </a:solidFill>
                <a:latin typeface="JetBrains Mono"/>
                <a:ea typeface="JetBrains Mono"/>
                <a:cs typeface="JetBrains Mono"/>
              </a:rPr>
              <a:t>w</a:t>
            </a:r>
          </a:p>
        </p:txBody>
      </p:sp>
      <p:sp>
        <p:nvSpPr>
          <p:cNvPr id="62" name="s21 text 22">
            <a:extLst>
              <a:ext uri="{FF2B5EF4-FFF2-40B4-BE49-F238E27FC236}">
                <a16:creationId xmlns:a16="http://schemas.microsoft.com/office/drawing/2014/main" id="{F322EAAA-4CA8-453F-8CFA-22E965A1EB7D}"/>
              </a:ext>
            </a:extLst>
          </p:cNvPr>
          <p:cNvSpPr>
            <a:spLocks noGrp="1"/>
          </p:cNvSpPr>
          <p:nvPr/>
        </p:nvSpPr>
        <p:spPr>
          <a:xfrm>
            <a:off x="9664060" y="2387993"/>
            <a:ext cx="1956835"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 t = 300 + 100</a:t>
            </a:r>
          </a:p>
        </p:txBody>
      </p:sp>
      <p:sp>
        <p:nvSpPr>
          <p:cNvPr id="63" name="s21 text 24">
            <a:extLst>
              <a:ext uri="{FF2B5EF4-FFF2-40B4-BE49-F238E27FC236}">
                <a16:creationId xmlns:a16="http://schemas.microsoft.com/office/drawing/2014/main" id="{EBC31704-C932-4AB9-ACC3-B7DFBDB0E87A}"/>
              </a:ext>
            </a:extLst>
          </p:cNvPr>
          <p:cNvSpPr>
            <a:spLocks noGrp="1"/>
          </p:cNvSpPr>
          <p:nvPr/>
        </p:nvSpPr>
        <p:spPr>
          <a:xfrm>
            <a:off x="11580661" y="2396224"/>
            <a:ext cx="310039" cy="292851"/>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Arial"/>
                <a:ea typeface="Arial"/>
                <a:cs typeface="Arial"/>
              </a:defRPr>
            </a:defPPr>
            <a:lvl1pPr algn="l">
              <a:defRPr sz="1744" b="0" i="0" kern="0" spc="0">
                <a:solidFill>
                  <a:srgbClr val="0A2540"/>
                </a:solidFill>
                <a:latin typeface="Arial"/>
                <a:ea typeface="Arial"/>
                <a:cs typeface="Arial"/>
              </a:defRPr>
            </a:lvl1pPr>
            <a:lvl2pPr algn="l">
              <a:defRPr sz="1744" b="0" i="0" kern="0" spc="0">
                <a:solidFill>
                  <a:srgbClr val="0A2540"/>
                </a:solidFill>
                <a:latin typeface="Arial"/>
                <a:ea typeface="Arial"/>
                <a:cs typeface="Arial"/>
              </a:defRPr>
            </a:lvl2pPr>
            <a:lvl3pPr algn="l">
              <a:defRPr sz="1744" b="0" i="0" kern="0" spc="0">
                <a:solidFill>
                  <a:srgbClr val="0A2540"/>
                </a:solidFill>
                <a:latin typeface="Arial"/>
                <a:ea typeface="Arial"/>
                <a:cs typeface="Arial"/>
              </a:defRPr>
            </a:lvl3pPr>
            <a:lvl4pPr algn="l">
              <a:defRPr sz="1744" b="0" i="0" kern="0" spc="0">
                <a:solidFill>
                  <a:srgbClr val="0A2540"/>
                </a:solidFill>
                <a:latin typeface="Arial"/>
                <a:ea typeface="Arial"/>
                <a:cs typeface="Arial"/>
              </a:defRPr>
            </a:lvl4pPr>
            <a:lvl5pPr algn="l">
              <a:defRPr sz="1744" b="0" i="0" kern="0" spc="0">
                <a:solidFill>
                  <a:srgbClr val="0A2540"/>
                </a:solidFill>
                <a:latin typeface="Arial"/>
                <a:ea typeface="Arial"/>
                <a:cs typeface="Arial"/>
              </a:defRPr>
            </a:lvl5pPr>
            <a:lvl6pPr algn="l">
              <a:defRPr sz="1744" b="0" i="0" kern="0" spc="0">
                <a:solidFill>
                  <a:srgbClr val="0A2540"/>
                </a:solidFill>
                <a:latin typeface="Arial"/>
                <a:ea typeface="Arial"/>
                <a:cs typeface="Arial"/>
              </a:defRPr>
            </a:lvl6pPr>
            <a:lvl7pPr algn="l">
              <a:defRPr sz="1744" b="0" i="0" kern="0" spc="0">
                <a:solidFill>
                  <a:srgbClr val="0A2540"/>
                </a:solidFill>
                <a:latin typeface="Arial"/>
                <a:ea typeface="Arial"/>
                <a:cs typeface="Arial"/>
              </a:defRPr>
            </a:lvl7pPr>
            <a:lvl8pPr algn="l">
              <a:defRPr sz="1744" b="0" i="0" kern="0" spc="0">
                <a:solidFill>
                  <a:srgbClr val="0A2540"/>
                </a:solidFill>
                <a:latin typeface="Arial"/>
                <a:ea typeface="Arial"/>
                <a:cs typeface="Arial"/>
              </a:defRPr>
            </a:lvl8pPr>
            <a:lvl9pPr algn="l">
              <a:defRPr sz="1744" b="0" i="0" kern="0" spc="0">
                <a:solidFill>
                  <a:srgbClr val="0A2540"/>
                </a:solidFill>
                <a:latin typeface="Arial"/>
                <a:ea typeface="Arial"/>
                <a:cs typeface="Arial"/>
              </a:defRPr>
            </a:lvl9pPr>
          </a:lstStyle>
          <a:p>
            <a:pPr algn="l">
              <a:lnSpc>
                <a:spcPct val="100000"/>
              </a:lnSpc>
              <a:buNone/>
              <a:defRPr sz="1744" b="0" i="0" kern="0" spc="0">
                <a:solidFill>
                  <a:srgbClr val="0A2540"/>
                </a:solidFill>
                <a:latin typeface="Arial"/>
                <a:ea typeface="Arial"/>
                <a:cs typeface="Arial"/>
              </a:defRPr>
            </a:pPr>
            <a:r>
              <a:rPr sz="1744" b="0" i="0" kern="0" spc="0">
                <a:solidFill>
                  <a:srgbClr val="0A2540"/>
                </a:solidFill>
                <a:latin typeface="Arial"/>
                <a:ea typeface="Arial"/>
                <a:cs typeface="Arial"/>
              </a:rPr>
              <a:t>→</a:t>
            </a:r>
          </a:p>
        </p:txBody>
      </p:sp>
      <p:sp>
        <p:nvSpPr>
          <p:cNvPr id="64" name="s21 text 26">
            <a:extLst>
              <a:ext uri="{FF2B5EF4-FFF2-40B4-BE49-F238E27FC236}">
                <a16:creationId xmlns:a16="http://schemas.microsoft.com/office/drawing/2014/main" id="{F7C8CA1F-B8D9-4AFD-9F6E-58CF6D59A60D}"/>
              </a:ext>
            </a:extLst>
          </p:cNvPr>
          <p:cNvSpPr>
            <a:spLocks noGrp="1"/>
          </p:cNvSpPr>
          <p:nvPr/>
        </p:nvSpPr>
        <p:spPr>
          <a:xfrm>
            <a:off x="11862196" y="2385789"/>
            <a:ext cx="681990" cy="308146"/>
          </a:xfrm>
          <a:prstGeom prst="rect">
            <a:avLst/>
          </a:prstGeom>
          <a:noFill/>
          <a:ln w="0">
            <a:noFill/>
            <a:prstDash val="solid"/>
          </a:ln>
        </p:spPr>
        <p:txBody>
          <a:bodyPr wrap="none" lIns="0" tIns="0" rIns="0" bIns="0" anchor="t">
            <a:noAutofit/>
          </a:bodyPr>
          <a:lstStyle>
            <a:defPPr algn="l">
              <a:defRPr sz="1744" b="1" i="0" kern="0" spc="-9">
                <a:solidFill>
                  <a:srgbClr val="0A2540"/>
                </a:solidFill>
                <a:latin typeface="Inter"/>
                <a:ea typeface="Inter"/>
                <a:cs typeface="Inter"/>
              </a:defRPr>
            </a:defPPr>
            <a:lvl1pPr algn="l">
              <a:defRPr sz="1744" b="1" i="0" kern="0" spc="-9">
                <a:solidFill>
                  <a:srgbClr val="0A2540"/>
                </a:solidFill>
                <a:latin typeface="Inter"/>
                <a:ea typeface="Inter"/>
                <a:cs typeface="Inter"/>
              </a:defRPr>
            </a:lvl1pPr>
            <a:lvl2pPr algn="l">
              <a:defRPr sz="1744" b="1" i="0" kern="0" spc="-9">
                <a:solidFill>
                  <a:srgbClr val="0A2540"/>
                </a:solidFill>
                <a:latin typeface="Inter"/>
                <a:ea typeface="Inter"/>
                <a:cs typeface="Inter"/>
              </a:defRPr>
            </a:lvl2pPr>
            <a:lvl3pPr algn="l">
              <a:defRPr sz="1744" b="1" i="0" kern="0" spc="-9">
                <a:solidFill>
                  <a:srgbClr val="0A2540"/>
                </a:solidFill>
                <a:latin typeface="Inter"/>
                <a:ea typeface="Inter"/>
                <a:cs typeface="Inter"/>
              </a:defRPr>
            </a:lvl3pPr>
            <a:lvl4pPr algn="l">
              <a:defRPr sz="1744" b="1" i="0" kern="0" spc="-9">
                <a:solidFill>
                  <a:srgbClr val="0A2540"/>
                </a:solidFill>
                <a:latin typeface="Inter"/>
                <a:ea typeface="Inter"/>
                <a:cs typeface="Inter"/>
              </a:defRPr>
            </a:lvl4pPr>
            <a:lvl5pPr algn="l">
              <a:defRPr sz="1744" b="1" i="0" kern="0" spc="-9">
                <a:solidFill>
                  <a:srgbClr val="0A2540"/>
                </a:solidFill>
                <a:latin typeface="Inter"/>
                <a:ea typeface="Inter"/>
                <a:cs typeface="Inter"/>
              </a:defRPr>
            </a:lvl5pPr>
            <a:lvl6pPr algn="l">
              <a:defRPr sz="1744" b="1" i="0" kern="0" spc="-9">
                <a:solidFill>
                  <a:srgbClr val="0A2540"/>
                </a:solidFill>
                <a:latin typeface="Inter"/>
                <a:ea typeface="Inter"/>
                <a:cs typeface="Inter"/>
              </a:defRPr>
            </a:lvl6pPr>
            <a:lvl7pPr algn="l">
              <a:defRPr sz="1744" b="1" i="0" kern="0" spc="-9">
                <a:solidFill>
                  <a:srgbClr val="0A2540"/>
                </a:solidFill>
                <a:latin typeface="Inter"/>
                <a:ea typeface="Inter"/>
                <a:cs typeface="Inter"/>
              </a:defRPr>
            </a:lvl7pPr>
            <a:lvl8pPr algn="l">
              <a:defRPr sz="1744" b="1" i="0" kern="0" spc="-9">
                <a:solidFill>
                  <a:srgbClr val="0A2540"/>
                </a:solidFill>
                <a:latin typeface="Inter"/>
                <a:ea typeface="Inter"/>
                <a:cs typeface="Inter"/>
              </a:defRPr>
            </a:lvl8pPr>
            <a:lvl9pPr algn="l">
              <a:defRPr sz="1744" b="1" i="0" kern="0" spc="-9">
                <a:solidFill>
                  <a:srgbClr val="0A2540"/>
                </a:solidFill>
                <a:latin typeface="Inter"/>
                <a:ea typeface="Inter"/>
                <a:cs typeface="Inter"/>
              </a:defRPr>
            </a:lvl9pPr>
          </a:lstStyle>
          <a:p>
            <a:pPr algn="l">
              <a:lnSpc>
                <a:spcPct val="100000"/>
              </a:lnSpc>
              <a:buNone/>
              <a:defRPr sz="1744" b="1" i="0" kern="0" spc="-9">
                <a:solidFill>
                  <a:srgbClr val="0A2540"/>
                </a:solidFill>
                <a:latin typeface="Inter"/>
                <a:ea typeface="Inter"/>
                <a:cs typeface="Inter"/>
              </a:defRPr>
            </a:pPr>
            <a:r>
              <a:rPr sz="1744" b="1" i="0" kern="0" spc="-9">
                <a:solidFill>
                  <a:srgbClr val="0A2540"/>
                </a:solidFill>
                <a:latin typeface="Inter"/>
                <a:ea typeface="Inter"/>
                <a:cs typeface="Inter"/>
              </a:rPr>
              <a:t>$400</a:t>
            </a:r>
          </a:p>
        </p:txBody>
      </p:sp>
      <p:sp>
        <p:nvSpPr>
          <p:cNvPr id="65" name="s21 text 27">
            <a:extLst>
              <a:ext uri="{FF2B5EF4-FFF2-40B4-BE49-F238E27FC236}">
                <a16:creationId xmlns:a16="http://schemas.microsoft.com/office/drawing/2014/main" id="{5B35F0CF-9016-47B3-84FB-FB4D47D51E5C}"/>
              </a:ext>
            </a:extLst>
          </p:cNvPr>
          <p:cNvSpPr>
            <a:spLocks noGrp="1"/>
          </p:cNvSpPr>
          <p:nvPr/>
        </p:nvSpPr>
        <p:spPr>
          <a:xfrm>
            <a:off x="7268542" y="2897219"/>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2</a:t>
            </a:r>
          </a:p>
        </p:txBody>
      </p:sp>
      <p:sp>
        <p:nvSpPr>
          <p:cNvPr id="66" name="s21 text 28">
            <a:extLst>
              <a:ext uri="{FF2B5EF4-FFF2-40B4-BE49-F238E27FC236}">
                <a16:creationId xmlns:a16="http://schemas.microsoft.com/office/drawing/2014/main" id="{45FDF0C9-A4EF-4226-AF36-2CD829F8FEFD}"/>
              </a:ext>
            </a:extLst>
          </p:cNvPr>
          <p:cNvSpPr>
            <a:spLocks noGrp="1"/>
          </p:cNvSpPr>
          <p:nvPr/>
        </p:nvSpPr>
        <p:spPr>
          <a:xfrm>
            <a:off x="7615237" y="2842989"/>
            <a:ext cx="2330672"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Domestic production:</a:t>
            </a:r>
          </a:p>
        </p:txBody>
      </p:sp>
      <p:sp>
        <p:nvSpPr>
          <p:cNvPr id="67" name="s21 text 29">
            <a:extLst>
              <a:ext uri="{FF2B5EF4-FFF2-40B4-BE49-F238E27FC236}">
                <a16:creationId xmlns:a16="http://schemas.microsoft.com/office/drawing/2014/main" id="{18DF53EF-6745-41B5-B912-777E3C87B41C}"/>
              </a:ext>
            </a:extLst>
          </p:cNvPr>
          <p:cNvSpPr>
            <a:spLocks noGrp="1"/>
          </p:cNvSpPr>
          <p:nvPr/>
        </p:nvSpPr>
        <p:spPr>
          <a:xfrm>
            <a:off x="9895768" y="2845193"/>
            <a:ext cx="208169" cy="316000"/>
          </a:xfrm>
          <a:prstGeom prst="rect">
            <a:avLst/>
          </a:prstGeom>
          <a:noFill/>
          <a:ln w="0">
            <a:noFill/>
            <a:prstDash val="solid"/>
          </a:ln>
        </p:spPr>
        <p:txBody>
          <a:bodyPr wrap="none" lIns="0" tIns="0" rIns="0" bIns="0" anchor="t">
            <a:noAutofit/>
          </a:bodyPr>
          <a:lstStyle>
            <a:defPPr algn="l">
              <a:defRPr sz="1639" b="0" i="0" kern="0" spc="0">
                <a:solidFill>
                  <a:srgbClr val="0A2540"/>
                </a:solidFill>
                <a:latin typeface="JetBrains Mono"/>
                <a:ea typeface="JetBrains Mono"/>
                <a:cs typeface="JetBrains Mono"/>
              </a:defRPr>
            </a:defPPr>
            <a:lvl1pPr algn="l">
              <a:defRPr sz="1639" b="0" i="0" kern="0" spc="0">
                <a:solidFill>
                  <a:srgbClr val="0A2540"/>
                </a:solidFill>
                <a:latin typeface="JetBrains Mono"/>
                <a:ea typeface="JetBrains Mono"/>
                <a:cs typeface="JetBrains Mono"/>
              </a:defRPr>
            </a:lvl1pPr>
            <a:lvl2pPr algn="l">
              <a:defRPr sz="1639" b="0" i="0" kern="0" spc="0">
                <a:solidFill>
                  <a:srgbClr val="0A2540"/>
                </a:solidFill>
                <a:latin typeface="JetBrains Mono"/>
                <a:ea typeface="JetBrains Mono"/>
                <a:cs typeface="JetBrains Mono"/>
              </a:defRPr>
            </a:lvl2pPr>
            <a:lvl3pPr algn="l">
              <a:defRPr sz="1639" b="0" i="0" kern="0" spc="0">
                <a:solidFill>
                  <a:srgbClr val="0A2540"/>
                </a:solidFill>
                <a:latin typeface="JetBrains Mono"/>
                <a:ea typeface="JetBrains Mono"/>
                <a:cs typeface="JetBrains Mono"/>
              </a:defRPr>
            </a:lvl3pPr>
            <a:lvl4pPr algn="l">
              <a:defRPr sz="1639" b="0" i="0" kern="0" spc="0">
                <a:solidFill>
                  <a:srgbClr val="0A2540"/>
                </a:solidFill>
                <a:latin typeface="JetBrains Mono"/>
                <a:ea typeface="JetBrains Mono"/>
                <a:cs typeface="JetBrains Mono"/>
              </a:defRPr>
            </a:lvl4pPr>
            <a:lvl5pPr algn="l">
              <a:defRPr sz="1639" b="0" i="0" kern="0" spc="0">
                <a:solidFill>
                  <a:srgbClr val="0A2540"/>
                </a:solidFill>
                <a:latin typeface="JetBrains Mono"/>
                <a:ea typeface="JetBrains Mono"/>
                <a:cs typeface="JetBrains Mono"/>
              </a:defRPr>
            </a:lvl5pPr>
            <a:lvl6pPr algn="l">
              <a:defRPr sz="1639" b="0" i="0" kern="0" spc="0">
                <a:solidFill>
                  <a:srgbClr val="0A2540"/>
                </a:solidFill>
                <a:latin typeface="JetBrains Mono"/>
                <a:ea typeface="JetBrains Mono"/>
                <a:cs typeface="JetBrains Mono"/>
              </a:defRPr>
            </a:lvl6pPr>
            <a:lvl7pPr algn="l">
              <a:defRPr sz="1639" b="0" i="0" kern="0" spc="0">
                <a:solidFill>
                  <a:srgbClr val="0A2540"/>
                </a:solidFill>
                <a:latin typeface="JetBrains Mono"/>
                <a:ea typeface="JetBrains Mono"/>
                <a:cs typeface="JetBrains Mono"/>
              </a:defRPr>
            </a:lvl7pPr>
            <a:lvl8pPr algn="l">
              <a:defRPr sz="1639" b="0" i="0" kern="0" spc="0">
                <a:solidFill>
                  <a:srgbClr val="0A2540"/>
                </a:solidFill>
                <a:latin typeface="JetBrains Mono"/>
                <a:ea typeface="JetBrains Mono"/>
                <a:cs typeface="JetBrains Mono"/>
              </a:defRPr>
            </a:lvl8pPr>
            <a:lvl9pPr algn="l">
              <a:defRPr sz="1639" b="0" i="0" kern="0" spc="0">
                <a:solidFill>
                  <a:srgbClr val="0A2540"/>
                </a:solidFill>
                <a:latin typeface="JetBrains Mono"/>
                <a:ea typeface="JetBrains Mono"/>
                <a:cs typeface="JetBrains Mono"/>
              </a:defRPr>
            </a:lvl9pPr>
          </a:lstStyle>
          <a:p>
            <a:pPr algn="l">
              <a:lnSpc>
                <a:spcPct val="100000"/>
              </a:lnSpc>
              <a:buNone/>
              <a:defRPr sz="1639" b="0" i="0" kern="0" spc="0">
                <a:solidFill>
                  <a:srgbClr val="0A2540"/>
                </a:solidFill>
                <a:latin typeface="JetBrains Mono"/>
                <a:ea typeface="JetBrains Mono"/>
                <a:cs typeface="JetBrains Mono"/>
              </a:defRPr>
            </a:pPr>
            <a:r>
              <a:rPr sz="1639" b="0" i="0" kern="0" spc="0">
                <a:solidFill>
                  <a:srgbClr val="0A2540"/>
                </a:solidFill>
                <a:latin typeface="JetBrains Mono"/>
                <a:ea typeface="JetBrains Mono"/>
                <a:cs typeface="JetBrains Mono"/>
              </a:rPr>
              <a:t>Q</a:t>
            </a:r>
          </a:p>
        </p:txBody>
      </p:sp>
      <p:sp>
        <p:nvSpPr>
          <p:cNvPr id="68" name="s21 text 30">
            <a:extLst>
              <a:ext uri="{FF2B5EF4-FFF2-40B4-BE49-F238E27FC236}">
                <a16:creationId xmlns:a16="http://schemas.microsoft.com/office/drawing/2014/main" id="{F00E9B0A-8C1E-443A-BD07-E456A7997487}"/>
              </a:ext>
            </a:extLst>
          </p:cNvPr>
          <p:cNvSpPr>
            <a:spLocks noGrp="1"/>
          </p:cNvSpPr>
          <p:nvPr/>
        </p:nvSpPr>
        <p:spPr>
          <a:xfrm>
            <a:off x="10019555" y="2929383"/>
            <a:ext cx="173488" cy="263297"/>
          </a:xfrm>
          <a:prstGeom prst="rect">
            <a:avLst/>
          </a:prstGeom>
          <a:noFill/>
          <a:ln w="0">
            <a:noFill/>
            <a:prstDash val="solid"/>
          </a:ln>
        </p:spPr>
        <p:txBody>
          <a:bodyPr wrap="none" lIns="0" tIns="0" rIns="0" bIns="0" anchor="t">
            <a:noAutofit/>
          </a:bodyPr>
          <a:lstStyle>
            <a:defPPr algn="l">
              <a:defRPr sz="1366" b="0" i="0" kern="0" spc="0">
                <a:solidFill>
                  <a:srgbClr val="0A2540"/>
                </a:solidFill>
                <a:latin typeface="JetBrains Mono"/>
                <a:ea typeface="JetBrains Mono"/>
                <a:cs typeface="JetBrains Mono"/>
              </a:defRPr>
            </a:defPPr>
            <a:lvl1pPr algn="l">
              <a:defRPr sz="1366" b="0" i="0" kern="0" spc="0">
                <a:solidFill>
                  <a:srgbClr val="0A2540"/>
                </a:solidFill>
                <a:latin typeface="JetBrains Mono"/>
                <a:ea typeface="JetBrains Mono"/>
                <a:cs typeface="JetBrains Mono"/>
              </a:defRPr>
            </a:lvl1pPr>
            <a:lvl2pPr algn="l">
              <a:defRPr sz="1366" b="0" i="0" kern="0" spc="0">
                <a:solidFill>
                  <a:srgbClr val="0A2540"/>
                </a:solidFill>
                <a:latin typeface="JetBrains Mono"/>
                <a:ea typeface="JetBrains Mono"/>
                <a:cs typeface="JetBrains Mono"/>
              </a:defRPr>
            </a:lvl2pPr>
            <a:lvl3pPr algn="l">
              <a:defRPr sz="1366" b="0" i="0" kern="0" spc="0">
                <a:solidFill>
                  <a:srgbClr val="0A2540"/>
                </a:solidFill>
                <a:latin typeface="JetBrains Mono"/>
                <a:ea typeface="JetBrains Mono"/>
                <a:cs typeface="JetBrains Mono"/>
              </a:defRPr>
            </a:lvl3pPr>
            <a:lvl4pPr algn="l">
              <a:defRPr sz="1366" b="0" i="0" kern="0" spc="0">
                <a:solidFill>
                  <a:srgbClr val="0A2540"/>
                </a:solidFill>
                <a:latin typeface="JetBrains Mono"/>
                <a:ea typeface="JetBrains Mono"/>
                <a:cs typeface="JetBrains Mono"/>
              </a:defRPr>
            </a:lvl4pPr>
            <a:lvl5pPr algn="l">
              <a:defRPr sz="1366" b="0" i="0" kern="0" spc="0">
                <a:solidFill>
                  <a:srgbClr val="0A2540"/>
                </a:solidFill>
                <a:latin typeface="JetBrains Mono"/>
                <a:ea typeface="JetBrains Mono"/>
                <a:cs typeface="JetBrains Mono"/>
              </a:defRPr>
            </a:lvl5pPr>
            <a:lvl6pPr algn="l">
              <a:defRPr sz="1366" b="0" i="0" kern="0" spc="0">
                <a:solidFill>
                  <a:srgbClr val="0A2540"/>
                </a:solidFill>
                <a:latin typeface="JetBrains Mono"/>
                <a:ea typeface="JetBrains Mono"/>
                <a:cs typeface="JetBrains Mono"/>
              </a:defRPr>
            </a:lvl6pPr>
            <a:lvl7pPr algn="l">
              <a:defRPr sz="1366" b="0" i="0" kern="0" spc="0">
                <a:solidFill>
                  <a:srgbClr val="0A2540"/>
                </a:solidFill>
                <a:latin typeface="JetBrains Mono"/>
                <a:ea typeface="JetBrains Mono"/>
                <a:cs typeface="JetBrains Mono"/>
              </a:defRPr>
            </a:lvl7pPr>
            <a:lvl8pPr algn="l">
              <a:defRPr sz="1366" b="0" i="0" kern="0" spc="0">
                <a:solidFill>
                  <a:srgbClr val="0A2540"/>
                </a:solidFill>
                <a:latin typeface="JetBrains Mono"/>
                <a:ea typeface="JetBrains Mono"/>
                <a:cs typeface="JetBrains Mono"/>
              </a:defRPr>
            </a:lvl8pPr>
            <a:lvl9pPr algn="l">
              <a:defRPr sz="1366" b="0" i="0" kern="0" spc="0">
                <a:solidFill>
                  <a:srgbClr val="0A2540"/>
                </a:solidFill>
                <a:latin typeface="JetBrains Mono"/>
                <a:ea typeface="JetBrains Mono"/>
                <a:cs typeface="JetBrains Mono"/>
              </a:defRPr>
            </a:lvl9pPr>
          </a:lstStyle>
          <a:p>
            <a:pPr algn="l">
              <a:lnSpc>
                <a:spcPct val="100000"/>
              </a:lnSpc>
              <a:buNone/>
              <a:defRPr sz="1366" b="0" i="0" kern="0" spc="0">
                <a:solidFill>
                  <a:srgbClr val="0A2540"/>
                </a:solidFill>
                <a:latin typeface="JetBrains Mono"/>
                <a:ea typeface="JetBrains Mono"/>
                <a:cs typeface="JetBrains Mono"/>
              </a:defRPr>
            </a:pPr>
            <a:r>
              <a:rPr sz="1366" b="0" i="0" kern="0" spc="0">
                <a:solidFill>
                  <a:srgbClr val="0A2540"/>
                </a:solidFill>
                <a:latin typeface="JetBrains Mono"/>
                <a:ea typeface="JetBrains Mono"/>
                <a:cs typeface="JetBrains Mono"/>
              </a:rPr>
              <a:t>s</a:t>
            </a:r>
          </a:p>
        </p:txBody>
      </p:sp>
      <p:sp>
        <p:nvSpPr>
          <p:cNvPr id="69" name="s21 text 31">
            <a:extLst>
              <a:ext uri="{FF2B5EF4-FFF2-40B4-BE49-F238E27FC236}">
                <a16:creationId xmlns:a16="http://schemas.microsoft.com/office/drawing/2014/main" id="{8DFD5B41-EC3A-4980-9EDB-73756564D7BF}"/>
              </a:ext>
            </a:extLst>
          </p:cNvPr>
          <p:cNvSpPr>
            <a:spLocks noGrp="1"/>
          </p:cNvSpPr>
          <p:nvPr/>
        </p:nvSpPr>
        <p:spPr>
          <a:xfrm>
            <a:off x="10246164" y="2845193"/>
            <a:ext cx="2456421"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 1,000 + 10(400) =</a:t>
            </a:r>
          </a:p>
        </p:txBody>
      </p:sp>
      <p:sp>
        <p:nvSpPr>
          <p:cNvPr id="70" name="s21 text 32">
            <a:extLst>
              <a:ext uri="{FF2B5EF4-FFF2-40B4-BE49-F238E27FC236}">
                <a16:creationId xmlns:a16="http://schemas.microsoft.com/office/drawing/2014/main" id="{331AC647-3718-4A19-8E99-6A782905C1F3}"/>
              </a:ext>
            </a:extLst>
          </p:cNvPr>
          <p:cNvSpPr>
            <a:spLocks noGrp="1"/>
          </p:cNvSpPr>
          <p:nvPr/>
        </p:nvSpPr>
        <p:spPr>
          <a:xfrm>
            <a:off x="7615237" y="3180949"/>
            <a:ext cx="707822" cy="316000"/>
          </a:xfrm>
          <a:prstGeom prst="rect">
            <a:avLst/>
          </a:prstGeom>
          <a:noFill/>
          <a:ln w="0">
            <a:noFill/>
            <a:prstDash val="solid"/>
          </a:ln>
        </p:spPr>
        <p:txBody>
          <a:bodyPr wrap="none" lIns="0" tIns="0" rIns="0" bIns="0" anchor="t">
            <a:noAutofit/>
          </a:bodyPr>
          <a:lstStyle>
            <a:defPPr algn="l">
              <a:defRPr sz="1639" b="1" i="0" kern="0" spc="-10">
                <a:solidFill>
                  <a:srgbClr val="0A2540"/>
                </a:solidFill>
                <a:latin typeface="JetBrains Mono"/>
                <a:ea typeface="JetBrains Mono"/>
                <a:cs typeface="JetBrains Mono"/>
              </a:defRPr>
            </a:defPPr>
            <a:lvl1pPr algn="l">
              <a:defRPr sz="1639" b="1" i="0" kern="0" spc="-10">
                <a:solidFill>
                  <a:srgbClr val="0A2540"/>
                </a:solidFill>
                <a:latin typeface="JetBrains Mono"/>
                <a:ea typeface="JetBrains Mono"/>
                <a:cs typeface="JetBrains Mono"/>
              </a:defRPr>
            </a:lvl1pPr>
            <a:lvl2pPr algn="l">
              <a:defRPr sz="1639" b="1" i="0" kern="0" spc="-10">
                <a:solidFill>
                  <a:srgbClr val="0A2540"/>
                </a:solidFill>
                <a:latin typeface="JetBrains Mono"/>
                <a:ea typeface="JetBrains Mono"/>
                <a:cs typeface="JetBrains Mono"/>
              </a:defRPr>
            </a:lvl2pPr>
            <a:lvl3pPr algn="l">
              <a:defRPr sz="1639" b="1" i="0" kern="0" spc="-10">
                <a:solidFill>
                  <a:srgbClr val="0A2540"/>
                </a:solidFill>
                <a:latin typeface="JetBrains Mono"/>
                <a:ea typeface="JetBrains Mono"/>
                <a:cs typeface="JetBrains Mono"/>
              </a:defRPr>
            </a:lvl3pPr>
            <a:lvl4pPr algn="l">
              <a:defRPr sz="1639" b="1" i="0" kern="0" spc="-10">
                <a:solidFill>
                  <a:srgbClr val="0A2540"/>
                </a:solidFill>
                <a:latin typeface="JetBrains Mono"/>
                <a:ea typeface="JetBrains Mono"/>
                <a:cs typeface="JetBrains Mono"/>
              </a:defRPr>
            </a:lvl4pPr>
            <a:lvl5pPr algn="l">
              <a:defRPr sz="1639" b="1" i="0" kern="0" spc="-10">
                <a:solidFill>
                  <a:srgbClr val="0A2540"/>
                </a:solidFill>
                <a:latin typeface="JetBrains Mono"/>
                <a:ea typeface="JetBrains Mono"/>
                <a:cs typeface="JetBrains Mono"/>
              </a:defRPr>
            </a:lvl5pPr>
            <a:lvl6pPr algn="l">
              <a:defRPr sz="1639" b="1" i="0" kern="0" spc="-10">
                <a:solidFill>
                  <a:srgbClr val="0A2540"/>
                </a:solidFill>
                <a:latin typeface="JetBrains Mono"/>
                <a:ea typeface="JetBrains Mono"/>
                <a:cs typeface="JetBrains Mono"/>
              </a:defRPr>
            </a:lvl6pPr>
            <a:lvl7pPr algn="l">
              <a:defRPr sz="1639" b="1" i="0" kern="0" spc="-10">
                <a:solidFill>
                  <a:srgbClr val="0A2540"/>
                </a:solidFill>
                <a:latin typeface="JetBrains Mono"/>
                <a:ea typeface="JetBrains Mono"/>
                <a:cs typeface="JetBrains Mono"/>
              </a:defRPr>
            </a:lvl7pPr>
            <a:lvl8pPr algn="l">
              <a:defRPr sz="1639" b="1" i="0" kern="0" spc="-10">
                <a:solidFill>
                  <a:srgbClr val="0A2540"/>
                </a:solidFill>
                <a:latin typeface="JetBrains Mono"/>
                <a:ea typeface="JetBrains Mono"/>
                <a:cs typeface="JetBrains Mono"/>
              </a:defRPr>
            </a:lvl8pPr>
            <a:lvl9pPr algn="l">
              <a:defRPr sz="1639" b="1" i="0" kern="0" spc="-10">
                <a:solidFill>
                  <a:srgbClr val="0A2540"/>
                </a:solidFill>
                <a:latin typeface="JetBrains Mono"/>
                <a:ea typeface="JetBrains Mono"/>
                <a:cs typeface="JetBrains Mono"/>
              </a:defRPr>
            </a:lvl9pPr>
          </a:lstStyle>
          <a:p>
            <a:pPr algn="l">
              <a:lnSpc>
                <a:spcPct val="100000"/>
              </a:lnSpc>
              <a:buNone/>
              <a:defRPr sz="1639" b="1" i="0" kern="0" spc="-10">
                <a:solidFill>
                  <a:srgbClr val="0A2540"/>
                </a:solidFill>
                <a:latin typeface="JetBrains Mono"/>
                <a:ea typeface="JetBrains Mono"/>
                <a:cs typeface="JetBrains Mono"/>
              </a:defRPr>
            </a:pPr>
            <a:r>
              <a:rPr sz="1639" b="1" i="0" kern="0" spc="-10">
                <a:solidFill>
                  <a:srgbClr val="0A2540"/>
                </a:solidFill>
                <a:latin typeface="JetBrains Mono"/>
                <a:ea typeface="JetBrains Mono"/>
                <a:cs typeface="JetBrains Mono"/>
              </a:rPr>
              <a:t>5,000</a:t>
            </a:r>
          </a:p>
        </p:txBody>
      </p:sp>
      <p:sp>
        <p:nvSpPr>
          <p:cNvPr id="71" name="s21 text 33">
            <a:extLst>
              <a:ext uri="{FF2B5EF4-FFF2-40B4-BE49-F238E27FC236}">
                <a16:creationId xmlns:a16="http://schemas.microsoft.com/office/drawing/2014/main" id="{DF08A73C-8A83-46D9-A992-06E69C750273}"/>
              </a:ext>
            </a:extLst>
          </p:cNvPr>
          <p:cNvSpPr>
            <a:spLocks noGrp="1"/>
          </p:cNvSpPr>
          <p:nvPr/>
        </p:nvSpPr>
        <p:spPr>
          <a:xfrm>
            <a:off x="7268542" y="3654457"/>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3</a:t>
            </a:r>
          </a:p>
        </p:txBody>
      </p:sp>
      <p:sp>
        <p:nvSpPr>
          <p:cNvPr id="72" name="s21 text 34">
            <a:extLst>
              <a:ext uri="{FF2B5EF4-FFF2-40B4-BE49-F238E27FC236}">
                <a16:creationId xmlns:a16="http://schemas.microsoft.com/office/drawing/2014/main" id="{F91F9D98-9CAC-4C3E-A392-1D22F1653B53}"/>
              </a:ext>
            </a:extLst>
          </p:cNvPr>
          <p:cNvSpPr>
            <a:spLocks noGrp="1"/>
          </p:cNvSpPr>
          <p:nvPr/>
        </p:nvSpPr>
        <p:spPr>
          <a:xfrm>
            <a:off x="7615237" y="3600227"/>
            <a:ext cx="2049399" cy="308146"/>
          </a:xfrm>
          <a:prstGeom prst="rect">
            <a:avLst/>
          </a:prstGeom>
          <a:noFill/>
          <a:ln w="0">
            <a:noFill/>
            <a:prstDash val="solid"/>
          </a:ln>
        </p:spPr>
        <p:txBody>
          <a:bodyPr wrap="none" lIns="0" tIns="0" rIns="0" bIns="0" anchor="t">
            <a:noAutofit/>
          </a:bodyPr>
          <a:lstStyle>
            <a:defPPr algn="l">
              <a:defRPr sz="1744" b="0" i="0" kern="0" spc="-10">
                <a:solidFill>
                  <a:srgbClr val="0A2540"/>
                </a:solidFill>
                <a:latin typeface="Inter"/>
                <a:ea typeface="Inter"/>
                <a:cs typeface="Inter"/>
              </a:defRPr>
            </a:defPPr>
            <a:lvl1pPr algn="l">
              <a:defRPr sz="1744" b="0" i="0" kern="0" spc="-10">
                <a:solidFill>
                  <a:srgbClr val="0A2540"/>
                </a:solidFill>
                <a:latin typeface="Inter"/>
                <a:ea typeface="Inter"/>
                <a:cs typeface="Inter"/>
              </a:defRPr>
            </a:lvl1pPr>
            <a:lvl2pPr algn="l">
              <a:defRPr sz="1744" b="0" i="0" kern="0" spc="-10">
                <a:solidFill>
                  <a:srgbClr val="0A2540"/>
                </a:solidFill>
                <a:latin typeface="Inter"/>
                <a:ea typeface="Inter"/>
                <a:cs typeface="Inter"/>
              </a:defRPr>
            </a:lvl2pPr>
            <a:lvl3pPr algn="l">
              <a:defRPr sz="1744" b="0" i="0" kern="0" spc="-10">
                <a:solidFill>
                  <a:srgbClr val="0A2540"/>
                </a:solidFill>
                <a:latin typeface="Inter"/>
                <a:ea typeface="Inter"/>
                <a:cs typeface="Inter"/>
              </a:defRPr>
            </a:lvl3pPr>
            <a:lvl4pPr algn="l">
              <a:defRPr sz="1744" b="0" i="0" kern="0" spc="-10">
                <a:solidFill>
                  <a:srgbClr val="0A2540"/>
                </a:solidFill>
                <a:latin typeface="Inter"/>
                <a:ea typeface="Inter"/>
                <a:cs typeface="Inter"/>
              </a:defRPr>
            </a:lvl4pPr>
            <a:lvl5pPr algn="l">
              <a:defRPr sz="1744" b="0" i="0" kern="0" spc="-10">
                <a:solidFill>
                  <a:srgbClr val="0A2540"/>
                </a:solidFill>
                <a:latin typeface="Inter"/>
                <a:ea typeface="Inter"/>
                <a:cs typeface="Inter"/>
              </a:defRPr>
            </a:lvl5pPr>
            <a:lvl6pPr algn="l">
              <a:defRPr sz="1744" b="0" i="0" kern="0" spc="-10">
                <a:solidFill>
                  <a:srgbClr val="0A2540"/>
                </a:solidFill>
                <a:latin typeface="Inter"/>
                <a:ea typeface="Inter"/>
                <a:cs typeface="Inter"/>
              </a:defRPr>
            </a:lvl6pPr>
            <a:lvl7pPr algn="l">
              <a:defRPr sz="1744" b="0" i="0" kern="0" spc="-10">
                <a:solidFill>
                  <a:srgbClr val="0A2540"/>
                </a:solidFill>
                <a:latin typeface="Inter"/>
                <a:ea typeface="Inter"/>
                <a:cs typeface="Inter"/>
              </a:defRPr>
            </a:lvl7pPr>
            <a:lvl8pPr algn="l">
              <a:defRPr sz="1744" b="0" i="0" kern="0" spc="-10">
                <a:solidFill>
                  <a:srgbClr val="0A2540"/>
                </a:solidFill>
                <a:latin typeface="Inter"/>
                <a:ea typeface="Inter"/>
                <a:cs typeface="Inter"/>
              </a:defRPr>
            </a:lvl8pPr>
            <a:lvl9pPr algn="l">
              <a:defRPr sz="1744" b="0" i="0" kern="0" spc="-10">
                <a:solidFill>
                  <a:srgbClr val="0A2540"/>
                </a:solidFill>
                <a:latin typeface="Inter"/>
                <a:ea typeface="Inter"/>
                <a:cs typeface="Inter"/>
              </a:defRPr>
            </a:lvl9pPr>
          </a:lstStyle>
          <a:p>
            <a:pPr algn="l">
              <a:lnSpc>
                <a:spcPct val="100000"/>
              </a:lnSpc>
              <a:buNone/>
              <a:defRPr sz="1744" b="0" i="0" kern="0" spc="-10">
                <a:solidFill>
                  <a:srgbClr val="0A2540"/>
                </a:solidFill>
                <a:latin typeface="Inter"/>
                <a:ea typeface="Inter"/>
                <a:cs typeface="Inter"/>
              </a:defRPr>
            </a:pPr>
            <a:r>
              <a:rPr sz="1744" b="0" i="0" kern="0" spc="-10">
                <a:solidFill>
                  <a:srgbClr val="0A2540"/>
                </a:solidFill>
                <a:latin typeface="Inter"/>
                <a:ea typeface="Inter"/>
                <a:cs typeface="Inter"/>
              </a:rPr>
              <a:t>Domestic demand:</a:t>
            </a:r>
          </a:p>
        </p:txBody>
      </p:sp>
      <p:sp>
        <p:nvSpPr>
          <p:cNvPr id="73" name="s21 text 35">
            <a:extLst>
              <a:ext uri="{FF2B5EF4-FFF2-40B4-BE49-F238E27FC236}">
                <a16:creationId xmlns:a16="http://schemas.microsoft.com/office/drawing/2014/main" id="{EE15B04D-6E31-40B2-9009-04BDDC54704F}"/>
              </a:ext>
            </a:extLst>
          </p:cNvPr>
          <p:cNvSpPr>
            <a:spLocks noGrp="1"/>
          </p:cNvSpPr>
          <p:nvPr/>
        </p:nvSpPr>
        <p:spPr>
          <a:xfrm>
            <a:off x="9618947" y="3602430"/>
            <a:ext cx="208169" cy="316000"/>
          </a:xfrm>
          <a:prstGeom prst="rect">
            <a:avLst/>
          </a:prstGeom>
          <a:noFill/>
          <a:ln w="0">
            <a:noFill/>
            <a:prstDash val="solid"/>
          </a:ln>
        </p:spPr>
        <p:txBody>
          <a:bodyPr wrap="none" lIns="0" tIns="0" rIns="0" bIns="0" anchor="t">
            <a:noAutofit/>
          </a:bodyPr>
          <a:lstStyle>
            <a:defPPr algn="l">
              <a:defRPr sz="1639" b="0" i="0" kern="0" spc="0">
                <a:solidFill>
                  <a:srgbClr val="0A2540"/>
                </a:solidFill>
                <a:latin typeface="JetBrains Mono"/>
                <a:ea typeface="JetBrains Mono"/>
                <a:cs typeface="JetBrains Mono"/>
              </a:defRPr>
            </a:defPPr>
            <a:lvl1pPr algn="l">
              <a:defRPr sz="1639" b="0" i="0" kern="0" spc="0">
                <a:solidFill>
                  <a:srgbClr val="0A2540"/>
                </a:solidFill>
                <a:latin typeface="JetBrains Mono"/>
                <a:ea typeface="JetBrains Mono"/>
                <a:cs typeface="JetBrains Mono"/>
              </a:defRPr>
            </a:lvl1pPr>
            <a:lvl2pPr algn="l">
              <a:defRPr sz="1639" b="0" i="0" kern="0" spc="0">
                <a:solidFill>
                  <a:srgbClr val="0A2540"/>
                </a:solidFill>
                <a:latin typeface="JetBrains Mono"/>
                <a:ea typeface="JetBrains Mono"/>
                <a:cs typeface="JetBrains Mono"/>
              </a:defRPr>
            </a:lvl2pPr>
            <a:lvl3pPr algn="l">
              <a:defRPr sz="1639" b="0" i="0" kern="0" spc="0">
                <a:solidFill>
                  <a:srgbClr val="0A2540"/>
                </a:solidFill>
                <a:latin typeface="JetBrains Mono"/>
                <a:ea typeface="JetBrains Mono"/>
                <a:cs typeface="JetBrains Mono"/>
              </a:defRPr>
            </a:lvl3pPr>
            <a:lvl4pPr algn="l">
              <a:defRPr sz="1639" b="0" i="0" kern="0" spc="0">
                <a:solidFill>
                  <a:srgbClr val="0A2540"/>
                </a:solidFill>
                <a:latin typeface="JetBrains Mono"/>
                <a:ea typeface="JetBrains Mono"/>
                <a:cs typeface="JetBrains Mono"/>
              </a:defRPr>
            </a:lvl4pPr>
            <a:lvl5pPr algn="l">
              <a:defRPr sz="1639" b="0" i="0" kern="0" spc="0">
                <a:solidFill>
                  <a:srgbClr val="0A2540"/>
                </a:solidFill>
                <a:latin typeface="JetBrains Mono"/>
                <a:ea typeface="JetBrains Mono"/>
                <a:cs typeface="JetBrains Mono"/>
              </a:defRPr>
            </a:lvl5pPr>
            <a:lvl6pPr algn="l">
              <a:defRPr sz="1639" b="0" i="0" kern="0" spc="0">
                <a:solidFill>
                  <a:srgbClr val="0A2540"/>
                </a:solidFill>
                <a:latin typeface="JetBrains Mono"/>
                <a:ea typeface="JetBrains Mono"/>
                <a:cs typeface="JetBrains Mono"/>
              </a:defRPr>
            </a:lvl6pPr>
            <a:lvl7pPr algn="l">
              <a:defRPr sz="1639" b="0" i="0" kern="0" spc="0">
                <a:solidFill>
                  <a:srgbClr val="0A2540"/>
                </a:solidFill>
                <a:latin typeface="JetBrains Mono"/>
                <a:ea typeface="JetBrains Mono"/>
                <a:cs typeface="JetBrains Mono"/>
              </a:defRPr>
            </a:lvl7pPr>
            <a:lvl8pPr algn="l">
              <a:defRPr sz="1639" b="0" i="0" kern="0" spc="0">
                <a:solidFill>
                  <a:srgbClr val="0A2540"/>
                </a:solidFill>
                <a:latin typeface="JetBrains Mono"/>
                <a:ea typeface="JetBrains Mono"/>
                <a:cs typeface="JetBrains Mono"/>
              </a:defRPr>
            </a:lvl8pPr>
            <a:lvl9pPr algn="l">
              <a:defRPr sz="1639" b="0" i="0" kern="0" spc="0">
                <a:solidFill>
                  <a:srgbClr val="0A2540"/>
                </a:solidFill>
                <a:latin typeface="JetBrains Mono"/>
                <a:ea typeface="JetBrains Mono"/>
                <a:cs typeface="JetBrains Mono"/>
              </a:defRPr>
            </a:lvl9pPr>
          </a:lstStyle>
          <a:p>
            <a:pPr algn="l">
              <a:lnSpc>
                <a:spcPct val="100000"/>
              </a:lnSpc>
              <a:buNone/>
              <a:defRPr sz="1639" b="0" i="0" kern="0" spc="0">
                <a:solidFill>
                  <a:srgbClr val="0A2540"/>
                </a:solidFill>
                <a:latin typeface="JetBrains Mono"/>
                <a:ea typeface="JetBrains Mono"/>
                <a:cs typeface="JetBrains Mono"/>
              </a:defRPr>
            </a:pPr>
            <a:r>
              <a:rPr sz="1639" b="0" i="0" kern="0" spc="0">
                <a:solidFill>
                  <a:srgbClr val="0A2540"/>
                </a:solidFill>
                <a:latin typeface="JetBrains Mono"/>
                <a:ea typeface="JetBrains Mono"/>
                <a:cs typeface="JetBrains Mono"/>
              </a:rPr>
              <a:t>Q</a:t>
            </a:r>
          </a:p>
        </p:txBody>
      </p:sp>
      <p:sp>
        <p:nvSpPr>
          <p:cNvPr id="74" name="s21 text 36">
            <a:extLst>
              <a:ext uri="{FF2B5EF4-FFF2-40B4-BE49-F238E27FC236}">
                <a16:creationId xmlns:a16="http://schemas.microsoft.com/office/drawing/2014/main" id="{831F97D6-D6F5-4ADC-A281-F666B486AA0B}"/>
              </a:ext>
            </a:extLst>
          </p:cNvPr>
          <p:cNvSpPr>
            <a:spLocks noGrp="1"/>
          </p:cNvSpPr>
          <p:nvPr/>
        </p:nvSpPr>
        <p:spPr>
          <a:xfrm>
            <a:off x="9742735" y="3686621"/>
            <a:ext cx="173488" cy="263297"/>
          </a:xfrm>
          <a:prstGeom prst="rect">
            <a:avLst/>
          </a:prstGeom>
          <a:noFill/>
          <a:ln w="0">
            <a:noFill/>
            <a:prstDash val="solid"/>
          </a:ln>
        </p:spPr>
        <p:txBody>
          <a:bodyPr wrap="none" lIns="0" tIns="0" rIns="0" bIns="0" anchor="t">
            <a:noAutofit/>
          </a:bodyPr>
          <a:lstStyle>
            <a:defPPr algn="l">
              <a:defRPr sz="1366" b="0" i="0" kern="0" spc="0">
                <a:solidFill>
                  <a:srgbClr val="0A2540"/>
                </a:solidFill>
                <a:latin typeface="JetBrains Mono"/>
                <a:ea typeface="JetBrains Mono"/>
                <a:cs typeface="JetBrains Mono"/>
              </a:defRPr>
            </a:defPPr>
            <a:lvl1pPr algn="l">
              <a:defRPr sz="1366" b="0" i="0" kern="0" spc="0">
                <a:solidFill>
                  <a:srgbClr val="0A2540"/>
                </a:solidFill>
                <a:latin typeface="JetBrains Mono"/>
                <a:ea typeface="JetBrains Mono"/>
                <a:cs typeface="JetBrains Mono"/>
              </a:defRPr>
            </a:lvl1pPr>
            <a:lvl2pPr algn="l">
              <a:defRPr sz="1366" b="0" i="0" kern="0" spc="0">
                <a:solidFill>
                  <a:srgbClr val="0A2540"/>
                </a:solidFill>
                <a:latin typeface="JetBrains Mono"/>
                <a:ea typeface="JetBrains Mono"/>
                <a:cs typeface="JetBrains Mono"/>
              </a:defRPr>
            </a:lvl2pPr>
            <a:lvl3pPr algn="l">
              <a:defRPr sz="1366" b="0" i="0" kern="0" spc="0">
                <a:solidFill>
                  <a:srgbClr val="0A2540"/>
                </a:solidFill>
                <a:latin typeface="JetBrains Mono"/>
                <a:ea typeface="JetBrains Mono"/>
                <a:cs typeface="JetBrains Mono"/>
              </a:defRPr>
            </a:lvl3pPr>
            <a:lvl4pPr algn="l">
              <a:defRPr sz="1366" b="0" i="0" kern="0" spc="0">
                <a:solidFill>
                  <a:srgbClr val="0A2540"/>
                </a:solidFill>
                <a:latin typeface="JetBrains Mono"/>
                <a:ea typeface="JetBrains Mono"/>
                <a:cs typeface="JetBrains Mono"/>
              </a:defRPr>
            </a:lvl4pPr>
            <a:lvl5pPr algn="l">
              <a:defRPr sz="1366" b="0" i="0" kern="0" spc="0">
                <a:solidFill>
                  <a:srgbClr val="0A2540"/>
                </a:solidFill>
                <a:latin typeface="JetBrains Mono"/>
                <a:ea typeface="JetBrains Mono"/>
                <a:cs typeface="JetBrains Mono"/>
              </a:defRPr>
            </a:lvl5pPr>
            <a:lvl6pPr algn="l">
              <a:defRPr sz="1366" b="0" i="0" kern="0" spc="0">
                <a:solidFill>
                  <a:srgbClr val="0A2540"/>
                </a:solidFill>
                <a:latin typeface="JetBrains Mono"/>
                <a:ea typeface="JetBrains Mono"/>
                <a:cs typeface="JetBrains Mono"/>
              </a:defRPr>
            </a:lvl6pPr>
            <a:lvl7pPr algn="l">
              <a:defRPr sz="1366" b="0" i="0" kern="0" spc="0">
                <a:solidFill>
                  <a:srgbClr val="0A2540"/>
                </a:solidFill>
                <a:latin typeface="JetBrains Mono"/>
                <a:ea typeface="JetBrains Mono"/>
                <a:cs typeface="JetBrains Mono"/>
              </a:defRPr>
            </a:lvl7pPr>
            <a:lvl8pPr algn="l">
              <a:defRPr sz="1366" b="0" i="0" kern="0" spc="0">
                <a:solidFill>
                  <a:srgbClr val="0A2540"/>
                </a:solidFill>
                <a:latin typeface="JetBrains Mono"/>
                <a:ea typeface="JetBrains Mono"/>
                <a:cs typeface="JetBrains Mono"/>
              </a:defRPr>
            </a:lvl8pPr>
            <a:lvl9pPr algn="l">
              <a:defRPr sz="1366" b="0" i="0" kern="0" spc="0">
                <a:solidFill>
                  <a:srgbClr val="0A2540"/>
                </a:solidFill>
                <a:latin typeface="JetBrains Mono"/>
                <a:ea typeface="JetBrains Mono"/>
                <a:cs typeface="JetBrains Mono"/>
              </a:defRPr>
            </a:lvl9pPr>
          </a:lstStyle>
          <a:p>
            <a:pPr algn="l">
              <a:lnSpc>
                <a:spcPct val="100000"/>
              </a:lnSpc>
              <a:buNone/>
              <a:defRPr sz="1366" b="0" i="0" kern="0" spc="0">
                <a:solidFill>
                  <a:srgbClr val="0A2540"/>
                </a:solidFill>
                <a:latin typeface="JetBrains Mono"/>
                <a:ea typeface="JetBrains Mono"/>
                <a:cs typeface="JetBrains Mono"/>
              </a:defRPr>
            </a:pPr>
            <a:r>
              <a:rPr sz="1366" b="0" i="0" kern="0" spc="0">
                <a:solidFill>
                  <a:srgbClr val="0A2540"/>
                </a:solidFill>
                <a:latin typeface="JetBrains Mono"/>
                <a:ea typeface="JetBrains Mono"/>
                <a:cs typeface="JetBrains Mono"/>
              </a:rPr>
              <a:t>d</a:t>
            </a:r>
          </a:p>
        </p:txBody>
      </p:sp>
      <p:sp>
        <p:nvSpPr>
          <p:cNvPr id="75" name="s21 text 37">
            <a:extLst>
              <a:ext uri="{FF2B5EF4-FFF2-40B4-BE49-F238E27FC236}">
                <a16:creationId xmlns:a16="http://schemas.microsoft.com/office/drawing/2014/main" id="{6CDDB9FA-D99D-4A39-B09F-CA75DE6FDDDA}"/>
              </a:ext>
            </a:extLst>
          </p:cNvPr>
          <p:cNvSpPr>
            <a:spLocks noGrp="1"/>
          </p:cNvSpPr>
          <p:nvPr/>
        </p:nvSpPr>
        <p:spPr>
          <a:xfrm>
            <a:off x="9969344" y="3602430"/>
            <a:ext cx="2581294"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 10,000 − 10(400) =</a:t>
            </a:r>
          </a:p>
        </p:txBody>
      </p:sp>
      <p:sp>
        <p:nvSpPr>
          <p:cNvPr id="76" name="s21 text 38">
            <a:extLst>
              <a:ext uri="{FF2B5EF4-FFF2-40B4-BE49-F238E27FC236}">
                <a16:creationId xmlns:a16="http://schemas.microsoft.com/office/drawing/2014/main" id="{A539D7B7-DA8D-4521-8E54-65141982B882}"/>
              </a:ext>
            </a:extLst>
          </p:cNvPr>
          <p:cNvSpPr>
            <a:spLocks noGrp="1"/>
          </p:cNvSpPr>
          <p:nvPr/>
        </p:nvSpPr>
        <p:spPr>
          <a:xfrm>
            <a:off x="7615237" y="3938186"/>
            <a:ext cx="707822" cy="316000"/>
          </a:xfrm>
          <a:prstGeom prst="rect">
            <a:avLst/>
          </a:prstGeom>
          <a:noFill/>
          <a:ln w="0">
            <a:noFill/>
            <a:prstDash val="solid"/>
          </a:ln>
        </p:spPr>
        <p:txBody>
          <a:bodyPr wrap="none" lIns="0" tIns="0" rIns="0" bIns="0" anchor="t">
            <a:noAutofit/>
          </a:bodyPr>
          <a:lstStyle>
            <a:defPPr algn="l">
              <a:defRPr sz="1639" b="1" i="0" kern="0" spc="-10">
                <a:solidFill>
                  <a:srgbClr val="0A2540"/>
                </a:solidFill>
                <a:latin typeface="JetBrains Mono"/>
                <a:ea typeface="JetBrains Mono"/>
                <a:cs typeface="JetBrains Mono"/>
              </a:defRPr>
            </a:defPPr>
            <a:lvl1pPr algn="l">
              <a:defRPr sz="1639" b="1" i="0" kern="0" spc="-10">
                <a:solidFill>
                  <a:srgbClr val="0A2540"/>
                </a:solidFill>
                <a:latin typeface="JetBrains Mono"/>
                <a:ea typeface="JetBrains Mono"/>
                <a:cs typeface="JetBrains Mono"/>
              </a:defRPr>
            </a:lvl1pPr>
            <a:lvl2pPr algn="l">
              <a:defRPr sz="1639" b="1" i="0" kern="0" spc="-10">
                <a:solidFill>
                  <a:srgbClr val="0A2540"/>
                </a:solidFill>
                <a:latin typeface="JetBrains Mono"/>
                <a:ea typeface="JetBrains Mono"/>
                <a:cs typeface="JetBrains Mono"/>
              </a:defRPr>
            </a:lvl2pPr>
            <a:lvl3pPr algn="l">
              <a:defRPr sz="1639" b="1" i="0" kern="0" spc="-10">
                <a:solidFill>
                  <a:srgbClr val="0A2540"/>
                </a:solidFill>
                <a:latin typeface="JetBrains Mono"/>
                <a:ea typeface="JetBrains Mono"/>
                <a:cs typeface="JetBrains Mono"/>
              </a:defRPr>
            </a:lvl3pPr>
            <a:lvl4pPr algn="l">
              <a:defRPr sz="1639" b="1" i="0" kern="0" spc="-10">
                <a:solidFill>
                  <a:srgbClr val="0A2540"/>
                </a:solidFill>
                <a:latin typeface="JetBrains Mono"/>
                <a:ea typeface="JetBrains Mono"/>
                <a:cs typeface="JetBrains Mono"/>
              </a:defRPr>
            </a:lvl4pPr>
            <a:lvl5pPr algn="l">
              <a:defRPr sz="1639" b="1" i="0" kern="0" spc="-10">
                <a:solidFill>
                  <a:srgbClr val="0A2540"/>
                </a:solidFill>
                <a:latin typeface="JetBrains Mono"/>
                <a:ea typeface="JetBrains Mono"/>
                <a:cs typeface="JetBrains Mono"/>
              </a:defRPr>
            </a:lvl5pPr>
            <a:lvl6pPr algn="l">
              <a:defRPr sz="1639" b="1" i="0" kern="0" spc="-10">
                <a:solidFill>
                  <a:srgbClr val="0A2540"/>
                </a:solidFill>
                <a:latin typeface="JetBrains Mono"/>
                <a:ea typeface="JetBrains Mono"/>
                <a:cs typeface="JetBrains Mono"/>
              </a:defRPr>
            </a:lvl6pPr>
            <a:lvl7pPr algn="l">
              <a:defRPr sz="1639" b="1" i="0" kern="0" spc="-10">
                <a:solidFill>
                  <a:srgbClr val="0A2540"/>
                </a:solidFill>
                <a:latin typeface="JetBrains Mono"/>
                <a:ea typeface="JetBrains Mono"/>
                <a:cs typeface="JetBrains Mono"/>
              </a:defRPr>
            </a:lvl7pPr>
            <a:lvl8pPr algn="l">
              <a:defRPr sz="1639" b="1" i="0" kern="0" spc="-10">
                <a:solidFill>
                  <a:srgbClr val="0A2540"/>
                </a:solidFill>
                <a:latin typeface="JetBrains Mono"/>
                <a:ea typeface="JetBrains Mono"/>
                <a:cs typeface="JetBrains Mono"/>
              </a:defRPr>
            </a:lvl8pPr>
            <a:lvl9pPr algn="l">
              <a:defRPr sz="1639" b="1" i="0" kern="0" spc="-10">
                <a:solidFill>
                  <a:srgbClr val="0A2540"/>
                </a:solidFill>
                <a:latin typeface="JetBrains Mono"/>
                <a:ea typeface="JetBrains Mono"/>
                <a:cs typeface="JetBrains Mono"/>
              </a:defRPr>
            </a:lvl9pPr>
          </a:lstStyle>
          <a:p>
            <a:pPr algn="l">
              <a:lnSpc>
                <a:spcPct val="100000"/>
              </a:lnSpc>
              <a:buNone/>
              <a:defRPr sz="1639" b="1" i="0" kern="0" spc="-10">
                <a:solidFill>
                  <a:srgbClr val="0A2540"/>
                </a:solidFill>
                <a:latin typeface="JetBrains Mono"/>
                <a:ea typeface="JetBrains Mono"/>
                <a:cs typeface="JetBrains Mono"/>
              </a:defRPr>
            </a:pPr>
            <a:r>
              <a:rPr sz="1639" b="1" i="0" kern="0" spc="-10">
                <a:solidFill>
                  <a:srgbClr val="0A2540"/>
                </a:solidFill>
                <a:latin typeface="JetBrains Mono"/>
                <a:ea typeface="JetBrains Mono"/>
                <a:cs typeface="JetBrains Mono"/>
              </a:rPr>
              <a:t>6,000</a:t>
            </a:r>
          </a:p>
        </p:txBody>
      </p:sp>
      <p:sp>
        <p:nvSpPr>
          <p:cNvPr id="77" name="s21 text 39">
            <a:extLst>
              <a:ext uri="{FF2B5EF4-FFF2-40B4-BE49-F238E27FC236}">
                <a16:creationId xmlns:a16="http://schemas.microsoft.com/office/drawing/2014/main" id="{D86C1F37-35B6-4AFA-849C-A4B82D63CC1B}"/>
              </a:ext>
            </a:extLst>
          </p:cNvPr>
          <p:cNvSpPr>
            <a:spLocks noGrp="1"/>
          </p:cNvSpPr>
          <p:nvPr/>
        </p:nvSpPr>
        <p:spPr>
          <a:xfrm>
            <a:off x="7268542" y="4411694"/>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4</a:t>
            </a:r>
          </a:p>
        </p:txBody>
      </p:sp>
      <p:sp>
        <p:nvSpPr>
          <p:cNvPr id="78" name="s21 text 40">
            <a:extLst>
              <a:ext uri="{FF2B5EF4-FFF2-40B4-BE49-F238E27FC236}">
                <a16:creationId xmlns:a16="http://schemas.microsoft.com/office/drawing/2014/main" id="{D71A3D0F-67A2-450F-A94C-4A4D89FE5F6E}"/>
              </a:ext>
            </a:extLst>
          </p:cNvPr>
          <p:cNvSpPr>
            <a:spLocks noGrp="1"/>
          </p:cNvSpPr>
          <p:nvPr/>
        </p:nvSpPr>
        <p:spPr>
          <a:xfrm>
            <a:off x="7615237" y="4357464"/>
            <a:ext cx="1093280" cy="308146"/>
          </a:xfrm>
          <a:prstGeom prst="rect">
            <a:avLst/>
          </a:prstGeom>
          <a:noFill/>
          <a:ln w="0">
            <a:noFill/>
            <a:prstDash val="solid"/>
          </a:ln>
        </p:spPr>
        <p:txBody>
          <a:bodyPr wrap="none" lIns="0" tIns="0" rIns="0" bIns="0" anchor="t">
            <a:noAutofit/>
          </a:bodyPr>
          <a:lstStyle>
            <a:defPPr algn="l">
              <a:defRPr sz="1744" b="0" i="0" kern="0" spc="-10">
                <a:solidFill>
                  <a:srgbClr val="0A2540"/>
                </a:solidFill>
                <a:latin typeface="Inter"/>
                <a:ea typeface="Inter"/>
                <a:cs typeface="Inter"/>
              </a:defRPr>
            </a:defPPr>
            <a:lvl1pPr algn="l">
              <a:defRPr sz="1744" b="0" i="0" kern="0" spc="-10">
                <a:solidFill>
                  <a:srgbClr val="0A2540"/>
                </a:solidFill>
                <a:latin typeface="Inter"/>
                <a:ea typeface="Inter"/>
                <a:cs typeface="Inter"/>
              </a:defRPr>
            </a:lvl1pPr>
            <a:lvl2pPr algn="l">
              <a:defRPr sz="1744" b="0" i="0" kern="0" spc="-10">
                <a:solidFill>
                  <a:srgbClr val="0A2540"/>
                </a:solidFill>
                <a:latin typeface="Inter"/>
                <a:ea typeface="Inter"/>
                <a:cs typeface="Inter"/>
              </a:defRPr>
            </a:lvl2pPr>
            <a:lvl3pPr algn="l">
              <a:defRPr sz="1744" b="0" i="0" kern="0" spc="-10">
                <a:solidFill>
                  <a:srgbClr val="0A2540"/>
                </a:solidFill>
                <a:latin typeface="Inter"/>
                <a:ea typeface="Inter"/>
                <a:cs typeface="Inter"/>
              </a:defRPr>
            </a:lvl3pPr>
            <a:lvl4pPr algn="l">
              <a:defRPr sz="1744" b="0" i="0" kern="0" spc="-10">
                <a:solidFill>
                  <a:srgbClr val="0A2540"/>
                </a:solidFill>
                <a:latin typeface="Inter"/>
                <a:ea typeface="Inter"/>
                <a:cs typeface="Inter"/>
              </a:defRPr>
            </a:lvl4pPr>
            <a:lvl5pPr algn="l">
              <a:defRPr sz="1744" b="0" i="0" kern="0" spc="-10">
                <a:solidFill>
                  <a:srgbClr val="0A2540"/>
                </a:solidFill>
                <a:latin typeface="Inter"/>
                <a:ea typeface="Inter"/>
                <a:cs typeface="Inter"/>
              </a:defRPr>
            </a:lvl5pPr>
            <a:lvl6pPr algn="l">
              <a:defRPr sz="1744" b="0" i="0" kern="0" spc="-10">
                <a:solidFill>
                  <a:srgbClr val="0A2540"/>
                </a:solidFill>
                <a:latin typeface="Inter"/>
                <a:ea typeface="Inter"/>
                <a:cs typeface="Inter"/>
              </a:defRPr>
            </a:lvl6pPr>
            <a:lvl7pPr algn="l">
              <a:defRPr sz="1744" b="0" i="0" kern="0" spc="-10">
                <a:solidFill>
                  <a:srgbClr val="0A2540"/>
                </a:solidFill>
                <a:latin typeface="Inter"/>
                <a:ea typeface="Inter"/>
                <a:cs typeface="Inter"/>
              </a:defRPr>
            </a:lvl7pPr>
            <a:lvl8pPr algn="l">
              <a:defRPr sz="1744" b="0" i="0" kern="0" spc="-10">
                <a:solidFill>
                  <a:srgbClr val="0A2540"/>
                </a:solidFill>
                <a:latin typeface="Inter"/>
                <a:ea typeface="Inter"/>
                <a:cs typeface="Inter"/>
              </a:defRPr>
            </a:lvl8pPr>
            <a:lvl9pPr algn="l">
              <a:defRPr sz="1744" b="0" i="0" kern="0" spc="-10">
                <a:solidFill>
                  <a:srgbClr val="0A2540"/>
                </a:solidFill>
                <a:latin typeface="Inter"/>
                <a:ea typeface="Inter"/>
                <a:cs typeface="Inter"/>
              </a:defRPr>
            </a:lvl9pPr>
          </a:lstStyle>
          <a:p>
            <a:pPr algn="l">
              <a:lnSpc>
                <a:spcPct val="100000"/>
              </a:lnSpc>
              <a:buNone/>
              <a:defRPr sz="1744" b="0" i="0" kern="0" spc="-10">
                <a:solidFill>
                  <a:srgbClr val="0A2540"/>
                </a:solidFill>
                <a:latin typeface="Inter"/>
                <a:ea typeface="Inter"/>
                <a:cs typeface="Inter"/>
              </a:defRPr>
            </a:pPr>
            <a:r>
              <a:rPr sz="1744" b="0" i="0" kern="0" spc="-10">
                <a:solidFill>
                  <a:srgbClr val="0A2540"/>
                </a:solidFill>
                <a:latin typeface="Inter"/>
                <a:ea typeface="Inter"/>
                <a:cs typeface="Inter"/>
              </a:rPr>
              <a:t>Imports =</a:t>
            </a:r>
          </a:p>
        </p:txBody>
      </p:sp>
      <p:sp>
        <p:nvSpPr>
          <p:cNvPr id="79" name="s21 text 41">
            <a:extLst>
              <a:ext uri="{FF2B5EF4-FFF2-40B4-BE49-F238E27FC236}">
                <a16:creationId xmlns:a16="http://schemas.microsoft.com/office/drawing/2014/main" id="{1F8B8637-459F-4928-BB74-E608EF51F01C}"/>
              </a:ext>
            </a:extLst>
          </p:cNvPr>
          <p:cNvSpPr>
            <a:spLocks noGrp="1"/>
          </p:cNvSpPr>
          <p:nvPr/>
        </p:nvSpPr>
        <p:spPr>
          <a:xfrm>
            <a:off x="8670838" y="4359668"/>
            <a:ext cx="1956835"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6,000 − 5,000 =</a:t>
            </a:r>
          </a:p>
        </p:txBody>
      </p:sp>
      <p:sp>
        <p:nvSpPr>
          <p:cNvPr id="80" name="s21 text 42">
            <a:extLst>
              <a:ext uri="{FF2B5EF4-FFF2-40B4-BE49-F238E27FC236}">
                <a16:creationId xmlns:a16="http://schemas.microsoft.com/office/drawing/2014/main" id="{48A88275-6518-4B00-B1F4-ABF625353FB1}"/>
              </a:ext>
            </a:extLst>
          </p:cNvPr>
          <p:cNvSpPr>
            <a:spLocks noGrp="1"/>
          </p:cNvSpPr>
          <p:nvPr/>
        </p:nvSpPr>
        <p:spPr>
          <a:xfrm>
            <a:off x="10649991" y="4359668"/>
            <a:ext cx="707822" cy="316000"/>
          </a:xfrm>
          <a:prstGeom prst="rect">
            <a:avLst/>
          </a:prstGeom>
          <a:noFill/>
          <a:ln w="0">
            <a:noFill/>
            <a:prstDash val="solid"/>
          </a:ln>
        </p:spPr>
        <p:txBody>
          <a:bodyPr wrap="none" lIns="0" tIns="0" rIns="0" bIns="0" anchor="t">
            <a:noAutofit/>
          </a:bodyPr>
          <a:lstStyle>
            <a:defPPr algn="l">
              <a:defRPr sz="1639" b="1" i="0" kern="0" spc="-10">
                <a:solidFill>
                  <a:srgbClr val="0A2540"/>
                </a:solidFill>
                <a:latin typeface="JetBrains Mono"/>
                <a:ea typeface="JetBrains Mono"/>
                <a:cs typeface="JetBrains Mono"/>
              </a:defRPr>
            </a:defPPr>
            <a:lvl1pPr algn="l">
              <a:defRPr sz="1639" b="1" i="0" kern="0" spc="-10">
                <a:solidFill>
                  <a:srgbClr val="0A2540"/>
                </a:solidFill>
                <a:latin typeface="JetBrains Mono"/>
                <a:ea typeface="JetBrains Mono"/>
                <a:cs typeface="JetBrains Mono"/>
              </a:defRPr>
            </a:lvl1pPr>
            <a:lvl2pPr algn="l">
              <a:defRPr sz="1639" b="1" i="0" kern="0" spc="-10">
                <a:solidFill>
                  <a:srgbClr val="0A2540"/>
                </a:solidFill>
                <a:latin typeface="JetBrains Mono"/>
                <a:ea typeface="JetBrains Mono"/>
                <a:cs typeface="JetBrains Mono"/>
              </a:defRPr>
            </a:lvl2pPr>
            <a:lvl3pPr algn="l">
              <a:defRPr sz="1639" b="1" i="0" kern="0" spc="-10">
                <a:solidFill>
                  <a:srgbClr val="0A2540"/>
                </a:solidFill>
                <a:latin typeface="JetBrains Mono"/>
                <a:ea typeface="JetBrains Mono"/>
                <a:cs typeface="JetBrains Mono"/>
              </a:defRPr>
            </a:lvl3pPr>
            <a:lvl4pPr algn="l">
              <a:defRPr sz="1639" b="1" i="0" kern="0" spc="-10">
                <a:solidFill>
                  <a:srgbClr val="0A2540"/>
                </a:solidFill>
                <a:latin typeface="JetBrains Mono"/>
                <a:ea typeface="JetBrains Mono"/>
                <a:cs typeface="JetBrains Mono"/>
              </a:defRPr>
            </a:lvl4pPr>
            <a:lvl5pPr algn="l">
              <a:defRPr sz="1639" b="1" i="0" kern="0" spc="-10">
                <a:solidFill>
                  <a:srgbClr val="0A2540"/>
                </a:solidFill>
                <a:latin typeface="JetBrains Mono"/>
                <a:ea typeface="JetBrains Mono"/>
                <a:cs typeface="JetBrains Mono"/>
              </a:defRPr>
            </a:lvl5pPr>
            <a:lvl6pPr algn="l">
              <a:defRPr sz="1639" b="1" i="0" kern="0" spc="-10">
                <a:solidFill>
                  <a:srgbClr val="0A2540"/>
                </a:solidFill>
                <a:latin typeface="JetBrains Mono"/>
                <a:ea typeface="JetBrains Mono"/>
                <a:cs typeface="JetBrains Mono"/>
              </a:defRPr>
            </a:lvl6pPr>
            <a:lvl7pPr algn="l">
              <a:defRPr sz="1639" b="1" i="0" kern="0" spc="-10">
                <a:solidFill>
                  <a:srgbClr val="0A2540"/>
                </a:solidFill>
                <a:latin typeface="JetBrains Mono"/>
                <a:ea typeface="JetBrains Mono"/>
                <a:cs typeface="JetBrains Mono"/>
              </a:defRPr>
            </a:lvl7pPr>
            <a:lvl8pPr algn="l">
              <a:defRPr sz="1639" b="1" i="0" kern="0" spc="-10">
                <a:solidFill>
                  <a:srgbClr val="0A2540"/>
                </a:solidFill>
                <a:latin typeface="JetBrains Mono"/>
                <a:ea typeface="JetBrains Mono"/>
                <a:cs typeface="JetBrains Mono"/>
              </a:defRPr>
            </a:lvl8pPr>
            <a:lvl9pPr algn="l">
              <a:defRPr sz="1639" b="1" i="0" kern="0" spc="-10">
                <a:solidFill>
                  <a:srgbClr val="0A2540"/>
                </a:solidFill>
                <a:latin typeface="JetBrains Mono"/>
                <a:ea typeface="JetBrains Mono"/>
                <a:cs typeface="JetBrains Mono"/>
              </a:defRPr>
            </a:lvl9pPr>
          </a:lstStyle>
          <a:p>
            <a:pPr algn="l">
              <a:lnSpc>
                <a:spcPct val="100000"/>
              </a:lnSpc>
              <a:buNone/>
              <a:defRPr sz="1639" b="1" i="0" kern="0" spc="-10">
                <a:solidFill>
                  <a:srgbClr val="0A2540"/>
                </a:solidFill>
                <a:latin typeface="JetBrains Mono"/>
                <a:ea typeface="JetBrains Mono"/>
                <a:cs typeface="JetBrains Mono"/>
              </a:defRPr>
            </a:pPr>
            <a:r>
              <a:rPr sz="1639" b="1" i="0" kern="0" spc="-10">
                <a:solidFill>
                  <a:srgbClr val="0A2540"/>
                </a:solidFill>
                <a:latin typeface="JetBrains Mono"/>
                <a:ea typeface="JetBrains Mono"/>
                <a:cs typeface="JetBrains Mono"/>
              </a:rPr>
              <a:t>1,000</a:t>
            </a:r>
          </a:p>
        </p:txBody>
      </p:sp>
      <p:sp>
        <p:nvSpPr>
          <p:cNvPr id="81" name="s21 text 43">
            <a:extLst>
              <a:ext uri="{FF2B5EF4-FFF2-40B4-BE49-F238E27FC236}">
                <a16:creationId xmlns:a16="http://schemas.microsoft.com/office/drawing/2014/main" id="{DFB8323A-BF6D-445A-BDD5-572873412BD2}"/>
              </a:ext>
            </a:extLst>
          </p:cNvPr>
          <p:cNvSpPr>
            <a:spLocks noGrp="1"/>
          </p:cNvSpPr>
          <p:nvPr/>
        </p:nvSpPr>
        <p:spPr>
          <a:xfrm>
            <a:off x="7268542" y="4868894"/>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5</a:t>
            </a:r>
          </a:p>
        </p:txBody>
      </p:sp>
      <p:sp>
        <p:nvSpPr>
          <p:cNvPr id="82" name="s21 text 44">
            <a:extLst>
              <a:ext uri="{FF2B5EF4-FFF2-40B4-BE49-F238E27FC236}">
                <a16:creationId xmlns:a16="http://schemas.microsoft.com/office/drawing/2014/main" id="{F5306006-E060-4501-BAF2-F0BBEEFF9875}"/>
              </a:ext>
            </a:extLst>
          </p:cNvPr>
          <p:cNvSpPr>
            <a:spLocks noGrp="1"/>
          </p:cNvSpPr>
          <p:nvPr/>
        </p:nvSpPr>
        <p:spPr>
          <a:xfrm>
            <a:off x="7615237" y="4814664"/>
            <a:ext cx="1201579" cy="308146"/>
          </a:xfrm>
          <a:prstGeom prst="rect">
            <a:avLst/>
          </a:prstGeom>
          <a:noFill/>
          <a:ln w="0">
            <a:noFill/>
            <a:prstDash val="solid"/>
          </a:ln>
        </p:spPr>
        <p:txBody>
          <a:bodyPr wrap="none" lIns="0" tIns="0" rIns="0" bIns="0" anchor="t">
            <a:noAutofit/>
          </a:bodyPr>
          <a:lstStyle>
            <a:defPPr algn="l">
              <a:defRPr sz="1744" b="0" i="0" kern="0" spc="-10">
                <a:solidFill>
                  <a:srgbClr val="0A2540"/>
                </a:solidFill>
                <a:latin typeface="Inter"/>
                <a:ea typeface="Inter"/>
                <a:cs typeface="Inter"/>
              </a:defRPr>
            </a:defPPr>
            <a:lvl1pPr algn="l">
              <a:defRPr sz="1744" b="0" i="0" kern="0" spc="-10">
                <a:solidFill>
                  <a:srgbClr val="0A2540"/>
                </a:solidFill>
                <a:latin typeface="Inter"/>
                <a:ea typeface="Inter"/>
                <a:cs typeface="Inter"/>
              </a:defRPr>
            </a:lvl1pPr>
            <a:lvl2pPr algn="l">
              <a:defRPr sz="1744" b="0" i="0" kern="0" spc="-10">
                <a:solidFill>
                  <a:srgbClr val="0A2540"/>
                </a:solidFill>
                <a:latin typeface="Inter"/>
                <a:ea typeface="Inter"/>
                <a:cs typeface="Inter"/>
              </a:defRPr>
            </a:lvl2pPr>
            <a:lvl3pPr algn="l">
              <a:defRPr sz="1744" b="0" i="0" kern="0" spc="-10">
                <a:solidFill>
                  <a:srgbClr val="0A2540"/>
                </a:solidFill>
                <a:latin typeface="Inter"/>
                <a:ea typeface="Inter"/>
                <a:cs typeface="Inter"/>
              </a:defRPr>
            </a:lvl3pPr>
            <a:lvl4pPr algn="l">
              <a:defRPr sz="1744" b="0" i="0" kern="0" spc="-10">
                <a:solidFill>
                  <a:srgbClr val="0A2540"/>
                </a:solidFill>
                <a:latin typeface="Inter"/>
                <a:ea typeface="Inter"/>
                <a:cs typeface="Inter"/>
              </a:defRPr>
            </a:lvl4pPr>
            <a:lvl5pPr algn="l">
              <a:defRPr sz="1744" b="0" i="0" kern="0" spc="-10">
                <a:solidFill>
                  <a:srgbClr val="0A2540"/>
                </a:solidFill>
                <a:latin typeface="Inter"/>
                <a:ea typeface="Inter"/>
                <a:cs typeface="Inter"/>
              </a:defRPr>
            </a:lvl5pPr>
            <a:lvl6pPr algn="l">
              <a:defRPr sz="1744" b="0" i="0" kern="0" spc="-10">
                <a:solidFill>
                  <a:srgbClr val="0A2540"/>
                </a:solidFill>
                <a:latin typeface="Inter"/>
                <a:ea typeface="Inter"/>
                <a:cs typeface="Inter"/>
              </a:defRPr>
            </a:lvl6pPr>
            <a:lvl7pPr algn="l">
              <a:defRPr sz="1744" b="0" i="0" kern="0" spc="-10">
                <a:solidFill>
                  <a:srgbClr val="0A2540"/>
                </a:solidFill>
                <a:latin typeface="Inter"/>
                <a:ea typeface="Inter"/>
                <a:cs typeface="Inter"/>
              </a:defRPr>
            </a:lvl7pPr>
            <a:lvl8pPr algn="l">
              <a:defRPr sz="1744" b="0" i="0" kern="0" spc="-10">
                <a:solidFill>
                  <a:srgbClr val="0A2540"/>
                </a:solidFill>
                <a:latin typeface="Inter"/>
                <a:ea typeface="Inter"/>
                <a:cs typeface="Inter"/>
              </a:defRPr>
            </a:lvl8pPr>
            <a:lvl9pPr algn="l">
              <a:defRPr sz="1744" b="0" i="0" kern="0" spc="-10">
                <a:solidFill>
                  <a:srgbClr val="0A2540"/>
                </a:solidFill>
                <a:latin typeface="Inter"/>
                <a:ea typeface="Inter"/>
                <a:cs typeface="Inter"/>
              </a:defRPr>
            </a:lvl9pPr>
          </a:lstStyle>
          <a:p>
            <a:pPr algn="l">
              <a:lnSpc>
                <a:spcPct val="100000"/>
              </a:lnSpc>
              <a:buNone/>
              <a:defRPr sz="1744" b="0" i="0" kern="0" spc="-10">
                <a:solidFill>
                  <a:srgbClr val="0A2540"/>
                </a:solidFill>
                <a:latin typeface="Inter"/>
                <a:ea typeface="Inter"/>
                <a:cs typeface="Inter"/>
              </a:defRPr>
            </a:pPr>
            <a:r>
              <a:rPr sz="1744" b="0" i="0" kern="0" spc="-10">
                <a:solidFill>
                  <a:srgbClr val="0A2540"/>
                </a:solidFill>
                <a:latin typeface="Inter"/>
                <a:ea typeface="Inter"/>
                <a:cs typeface="Inter"/>
              </a:rPr>
              <a:t>Revenue =</a:t>
            </a:r>
          </a:p>
        </p:txBody>
      </p:sp>
      <p:sp>
        <p:nvSpPr>
          <p:cNvPr id="83" name="s21 text 45">
            <a:extLst>
              <a:ext uri="{FF2B5EF4-FFF2-40B4-BE49-F238E27FC236}">
                <a16:creationId xmlns:a16="http://schemas.microsoft.com/office/drawing/2014/main" id="{06D9C43C-4906-471C-A3F4-82EF472F40DC}"/>
              </a:ext>
            </a:extLst>
          </p:cNvPr>
          <p:cNvSpPr>
            <a:spLocks noGrp="1"/>
          </p:cNvSpPr>
          <p:nvPr/>
        </p:nvSpPr>
        <p:spPr>
          <a:xfrm>
            <a:off x="8779110" y="4816868"/>
            <a:ext cx="1831867"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$100 × 1,000 =</a:t>
            </a:r>
          </a:p>
        </p:txBody>
      </p:sp>
      <p:sp>
        <p:nvSpPr>
          <p:cNvPr id="84" name="s21 text 46">
            <a:extLst>
              <a:ext uri="{FF2B5EF4-FFF2-40B4-BE49-F238E27FC236}">
                <a16:creationId xmlns:a16="http://schemas.microsoft.com/office/drawing/2014/main" id="{94C5BAE7-0464-405B-A324-7CFA094C5B20}"/>
              </a:ext>
            </a:extLst>
          </p:cNvPr>
          <p:cNvSpPr>
            <a:spLocks noGrp="1"/>
          </p:cNvSpPr>
          <p:nvPr/>
        </p:nvSpPr>
        <p:spPr>
          <a:xfrm>
            <a:off x="10634588" y="4816868"/>
            <a:ext cx="1082440" cy="316000"/>
          </a:xfrm>
          <a:prstGeom prst="rect">
            <a:avLst/>
          </a:prstGeom>
          <a:noFill/>
          <a:ln w="0">
            <a:noFill/>
            <a:prstDash val="solid"/>
          </a:ln>
        </p:spPr>
        <p:txBody>
          <a:bodyPr wrap="none" lIns="0" tIns="0" rIns="0" bIns="0" anchor="t">
            <a:noAutofit/>
          </a:bodyPr>
          <a:lstStyle>
            <a:defPPr algn="l">
              <a:defRPr sz="1639" b="1" i="0" kern="0" spc="-9">
                <a:solidFill>
                  <a:srgbClr val="0A2540"/>
                </a:solidFill>
                <a:latin typeface="JetBrains Mono"/>
                <a:ea typeface="JetBrains Mono"/>
                <a:cs typeface="JetBrains Mono"/>
              </a:defRPr>
            </a:defPPr>
            <a:lvl1pPr algn="l">
              <a:defRPr sz="1639" b="1" i="0" kern="0" spc="-9">
                <a:solidFill>
                  <a:srgbClr val="0A2540"/>
                </a:solidFill>
                <a:latin typeface="JetBrains Mono"/>
                <a:ea typeface="JetBrains Mono"/>
                <a:cs typeface="JetBrains Mono"/>
              </a:defRPr>
            </a:lvl1pPr>
            <a:lvl2pPr algn="l">
              <a:defRPr sz="1639" b="1" i="0" kern="0" spc="-9">
                <a:solidFill>
                  <a:srgbClr val="0A2540"/>
                </a:solidFill>
                <a:latin typeface="JetBrains Mono"/>
                <a:ea typeface="JetBrains Mono"/>
                <a:cs typeface="JetBrains Mono"/>
              </a:defRPr>
            </a:lvl2pPr>
            <a:lvl3pPr algn="l">
              <a:defRPr sz="1639" b="1" i="0" kern="0" spc="-9">
                <a:solidFill>
                  <a:srgbClr val="0A2540"/>
                </a:solidFill>
                <a:latin typeface="JetBrains Mono"/>
                <a:ea typeface="JetBrains Mono"/>
                <a:cs typeface="JetBrains Mono"/>
              </a:defRPr>
            </a:lvl3pPr>
            <a:lvl4pPr algn="l">
              <a:defRPr sz="1639" b="1" i="0" kern="0" spc="-9">
                <a:solidFill>
                  <a:srgbClr val="0A2540"/>
                </a:solidFill>
                <a:latin typeface="JetBrains Mono"/>
                <a:ea typeface="JetBrains Mono"/>
                <a:cs typeface="JetBrains Mono"/>
              </a:defRPr>
            </a:lvl4pPr>
            <a:lvl5pPr algn="l">
              <a:defRPr sz="1639" b="1" i="0" kern="0" spc="-9">
                <a:solidFill>
                  <a:srgbClr val="0A2540"/>
                </a:solidFill>
                <a:latin typeface="JetBrains Mono"/>
                <a:ea typeface="JetBrains Mono"/>
                <a:cs typeface="JetBrains Mono"/>
              </a:defRPr>
            </a:lvl5pPr>
            <a:lvl6pPr algn="l">
              <a:defRPr sz="1639" b="1" i="0" kern="0" spc="-9">
                <a:solidFill>
                  <a:srgbClr val="0A2540"/>
                </a:solidFill>
                <a:latin typeface="JetBrains Mono"/>
                <a:ea typeface="JetBrains Mono"/>
                <a:cs typeface="JetBrains Mono"/>
              </a:defRPr>
            </a:lvl6pPr>
            <a:lvl7pPr algn="l">
              <a:defRPr sz="1639" b="1" i="0" kern="0" spc="-9">
                <a:solidFill>
                  <a:srgbClr val="0A2540"/>
                </a:solidFill>
                <a:latin typeface="JetBrains Mono"/>
                <a:ea typeface="JetBrains Mono"/>
                <a:cs typeface="JetBrains Mono"/>
              </a:defRPr>
            </a:lvl7pPr>
            <a:lvl8pPr algn="l">
              <a:defRPr sz="1639" b="1" i="0" kern="0" spc="-9">
                <a:solidFill>
                  <a:srgbClr val="0A2540"/>
                </a:solidFill>
                <a:latin typeface="JetBrains Mono"/>
                <a:ea typeface="JetBrains Mono"/>
                <a:cs typeface="JetBrains Mono"/>
              </a:defRPr>
            </a:lvl8pPr>
            <a:lvl9pPr algn="l">
              <a:defRPr sz="1639" b="1" i="0" kern="0" spc="-9">
                <a:solidFill>
                  <a:srgbClr val="0A2540"/>
                </a:solidFill>
                <a:latin typeface="JetBrains Mono"/>
                <a:ea typeface="JetBrains Mono"/>
                <a:cs typeface="JetBrains Mono"/>
              </a:defRPr>
            </a:lvl9pPr>
          </a:lstStyle>
          <a:p>
            <a:pPr algn="l">
              <a:lnSpc>
                <a:spcPct val="100000"/>
              </a:lnSpc>
              <a:buNone/>
              <a:defRPr sz="1639" b="1" i="0" kern="0" spc="-9">
                <a:solidFill>
                  <a:srgbClr val="0A2540"/>
                </a:solidFill>
                <a:latin typeface="JetBrains Mono"/>
                <a:ea typeface="JetBrains Mono"/>
                <a:cs typeface="JetBrains Mono"/>
              </a:defRPr>
            </a:pPr>
            <a:r>
              <a:rPr sz="1639" b="1" i="0" kern="0" spc="-9">
                <a:solidFill>
                  <a:srgbClr val="0A2540"/>
                </a:solidFill>
                <a:latin typeface="JetBrains Mono"/>
                <a:ea typeface="JetBrains Mono"/>
                <a:cs typeface="JetBrains Mono"/>
              </a:rPr>
              <a:t>$100,000</a:t>
            </a:r>
          </a:p>
        </p:txBody>
      </p:sp>
      <p:sp>
        <p:nvSpPr>
          <p:cNvPr id="85" name="s21 text 47">
            <a:extLst>
              <a:ext uri="{FF2B5EF4-FFF2-40B4-BE49-F238E27FC236}">
                <a16:creationId xmlns:a16="http://schemas.microsoft.com/office/drawing/2014/main" id="{DEEDE42B-1B6D-4F32-BB9B-B06D469E90D2}"/>
              </a:ext>
            </a:extLst>
          </p:cNvPr>
          <p:cNvSpPr>
            <a:spLocks noGrp="1"/>
          </p:cNvSpPr>
          <p:nvPr/>
        </p:nvSpPr>
        <p:spPr>
          <a:xfrm>
            <a:off x="692944" y="5572410"/>
            <a:ext cx="960120" cy="520522"/>
          </a:xfrm>
          <a:prstGeom prst="rect">
            <a:avLst/>
          </a:prstGeom>
          <a:noFill/>
          <a:ln w="0">
            <a:noFill/>
            <a:prstDash val="solid"/>
          </a:ln>
        </p:spPr>
        <p:txBody>
          <a:bodyPr wrap="none" lIns="0" tIns="0" rIns="0" bIns="0" anchor="t">
            <a:noAutofit/>
          </a:bodyPr>
          <a:lstStyle>
            <a:defPPr algn="l">
              <a:defRPr sz="2700" b="1" i="0" kern="0" spc="-9">
                <a:solidFill>
                  <a:srgbClr val="0A2540"/>
                </a:solidFill>
                <a:latin typeface="JetBrains Mono"/>
                <a:ea typeface="JetBrains Mono"/>
                <a:cs typeface="JetBrains Mono"/>
              </a:defRPr>
            </a:defPPr>
            <a:lvl1pPr algn="l">
              <a:defRPr sz="2700" b="1" i="0" kern="0" spc="-9">
                <a:solidFill>
                  <a:srgbClr val="0A2540"/>
                </a:solidFill>
                <a:latin typeface="JetBrains Mono"/>
                <a:ea typeface="JetBrains Mono"/>
                <a:cs typeface="JetBrains Mono"/>
              </a:defRPr>
            </a:lvl1pPr>
            <a:lvl2pPr algn="l">
              <a:defRPr sz="2700" b="1" i="0" kern="0" spc="-9">
                <a:solidFill>
                  <a:srgbClr val="0A2540"/>
                </a:solidFill>
                <a:latin typeface="JetBrains Mono"/>
                <a:ea typeface="JetBrains Mono"/>
                <a:cs typeface="JetBrains Mono"/>
              </a:defRPr>
            </a:lvl2pPr>
            <a:lvl3pPr algn="l">
              <a:defRPr sz="2700" b="1" i="0" kern="0" spc="-9">
                <a:solidFill>
                  <a:srgbClr val="0A2540"/>
                </a:solidFill>
                <a:latin typeface="JetBrains Mono"/>
                <a:ea typeface="JetBrains Mono"/>
                <a:cs typeface="JetBrains Mono"/>
              </a:defRPr>
            </a:lvl3pPr>
            <a:lvl4pPr algn="l">
              <a:defRPr sz="2700" b="1" i="0" kern="0" spc="-9">
                <a:solidFill>
                  <a:srgbClr val="0A2540"/>
                </a:solidFill>
                <a:latin typeface="JetBrains Mono"/>
                <a:ea typeface="JetBrains Mono"/>
                <a:cs typeface="JetBrains Mono"/>
              </a:defRPr>
            </a:lvl4pPr>
            <a:lvl5pPr algn="l">
              <a:defRPr sz="2700" b="1" i="0" kern="0" spc="-9">
                <a:solidFill>
                  <a:srgbClr val="0A2540"/>
                </a:solidFill>
                <a:latin typeface="JetBrains Mono"/>
                <a:ea typeface="JetBrains Mono"/>
                <a:cs typeface="JetBrains Mono"/>
              </a:defRPr>
            </a:lvl5pPr>
            <a:lvl6pPr algn="l">
              <a:defRPr sz="2700" b="1" i="0" kern="0" spc="-9">
                <a:solidFill>
                  <a:srgbClr val="0A2540"/>
                </a:solidFill>
                <a:latin typeface="JetBrains Mono"/>
                <a:ea typeface="JetBrains Mono"/>
                <a:cs typeface="JetBrains Mono"/>
              </a:defRPr>
            </a:lvl6pPr>
            <a:lvl7pPr algn="l">
              <a:defRPr sz="2700" b="1" i="0" kern="0" spc="-9">
                <a:solidFill>
                  <a:srgbClr val="0A2540"/>
                </a:solidFill>
                <a:latin typeface="JetBrains Mono"/>
                <a:ea typeface="JetBrains Mono"/>
                <a:cs typeface="JetBrains Mono"/>
              </a:defRPr>
            </a:lvl7pPr>
            <a:lvl8pPr algn="l">
              <a:defRPr sz="2700" b="1" i="0" kern="0" spc="-9">
                <a:solidFill>
                  <a:srgbClr val="0A2540"/>
                </a:solidFill>
                <a:latin typeface="JetBrains Mono"/>
                <a:ea typeface="JetBrains Mono"/>
                <a:cs typeface="JetBrains Mono"/>
              </a:defRPr>
            </a:lvl8pPr>
            <a:lvl9pPr algn="l">
              <a:defRPr sz="2700" b="1" i="0" kern="0" spc="-9">
                <a:solidFill>
                  <a:srgbClr val="0A2540"/>
                </a:solidFill>
                <a:latin typeface="JetBrains Mono"/>
                <a:ea typeface="JetBrains Mono"/>
                <a:cs typeface="JetBrains Mono"/>
              </a:defRPr>
            </a:lvl9pPr>
          </a:lstStyle>
          <a:p>
            <a:pPr algn="l">
              <a:lnSpc>
                <a:spcPct val="100000"/>
              </a:lnSpc>
              <a:buNone/>
              <a:defRPr sz="2700" b="1" i="0" kern="0" spc="-9">
                <a:solidFill>
                  <a:srgbClr val="0A2540"/>
                </a:solidFill>
                <a:latin typeface="JetBrains Mono"/>
                <a:ea typeface="JetBrains Mono"/>
                <a:cs typeface="JetBrains Mono"/>
              </a:defRPr>
            </a:pPr>
            <a:r>
              <a:rPr sz="2700" b="1" i="0" kern="0" spc="-9">
                <a:solidFill>
                  <a:srgbClr val="0A2540"/>
                </a:solidFill>
                <a:latin typeface="JetBrains Mono"/>
                <a:ea typeface="JetBrains Mono"/>
                <a:cs typeface="JetBrains Mono"/>
              </a:rPr>
              <a:t>$400</a:t>
            </a:r>
          </a:p>
        </p:txBody>
      </p:sp>
      <p:sp>
        <p:nvSpPr>
          <p:cNvPr id="86" name="s21 text 48">
            <a:extLst>
              <a:ext uri="{FF2B5EF4-FFF2-40B4-BE49-F238E27FC236}">
                <a16:creationId xmlns:a16="http://schemas.microsoft.com/office/drawing/2014/main" id="{AA677B65-9ED5-46DE-946D-68ECDC74E48C}"/>
              </a:ext>
            </a:extLst>
          </p:cNvPr>
          <p:cNvSpPr>
            <a:spLocks noGrp="1"/>
          </p:cNvSpPr>
          <p:nvPr/>
        </p:nvSpPr>
        <p:spPr>
          <a:xfrm>
            <a:off x="692944" y="6055899"/>
            <a:ext cx="1284155" cy="151819"/>
          </a:xfrm>
          <a:prstGeom prst="rect">
            <a:avLst/>
          </a:prstGeom>
          <a:noFill/>
          <a:ln w="0">
            <a:noFill/>
            <a:prstDash val="solid"/>
          </a:ln>
        </p:spPr>
        <p:txBody>
          <a:bodyPr wrap="none" lIns="0" tIns="0" rIns="0" bIns="0" anchor="t">
            <a:noAutofit/>
          </a:bodyPr>
          <a:lstStyle>
            <a:defPPr algn="l">
              <a:defRPr sz="787" b="0" i="0" kern="0" spc="110">
                <a:solidFill>
                  <a:srgbClr val="8B98AD"/>
                </a:solidFill>
                <a:latin typeface="JetBrains Mono"/>
                <a:ea typeface="JetBrains Mono"/>
                <a:cs typeface="JetBrains Mono"/>
              </a:defRPr>
            </a:defPPr>
            <a:lvl1pPr algn="l">
              <a:defRPr sz="787" b="0" i="0" kern="0" spc="110">
                <a:solidFill>
                  <a:srgbClr val="8B98AD"/>
                </a:solidFill>
                <a:latin typeface="JetBrains Mono"/>
                <a:ea typeface="JetBrains Mono"/>
                <a:cs typeface="JetBrains Mono"/>
              </a:defRPr>
            </a:lvl1pPr>
            <a:lvl2pPr algn="l">
              <a:defRPr sz="787" b="0" i="0" kern="0" spc="110">
                <a:solidFill>
                  <a:srgbClr val="8B98AD"/>
                </a:solidFill>
                <a:latin typeface="JetBrains Mono"/>
                <a:ea typeface="JetBrains Mono"/>
                <a:cs typeface="JetBrains Mono"/>
              </a:defRPr>
            </a:lvl2pPr>
            <a:lvl3pPr algn="l">
              <a:defRPr sz="787" b="0" i="0" kern="0" spc="110">
                <a:solidFill>
                  <a:srgbClr val="8B98AD"/>
                </a:solidFill>
                <a:latin typeface="JetBrains Mono"/>
                <a:ea typeface="JetBrains Mono"/>
                <a:cs typeface="JetBrains Mono"/>
              </a:defRPr>
            </a:lvl3pPr>
            <a:lvl4pPr algn="l">
              <a:defRPr sz="787" b="0" i="0" kern="0" spc="110">
                <a:solidFill>
                  <a:srgbClr val="8B98AD"/>
                </a:solidFill>
                <a:latin typeface="JetBrains Mono"/>
                <a:ea typeface="JetBrains Mono"/>
                <a:cs typeface="JetBrains Mono"/>
              </a:defRPr>
            </a:lvl4pPr>
            <a:lvl5pPr algn="l">
              <a:defRPr sz="787" b="0" i="0" kern="0" spc="110">
                <a:solidFill>
                  <a:srgbClr val="8B98AD"/>
                </a:solidFill>
                <a:latin typeface="JetBrains Mono"/>
                <a:ea typeface="JetBrains Mono"/>
                <a:cs typeface="JetBrains Mono"/>
              </a:defRPr>
            </a:lvl5pPr>
            <a:lvl6pPr algn="l">
              <a:defRPr sz="787" b="0" i="0" kern="0" spc="110">
                <a:solidFill>
                  <a:srgbClr val="8B98AD"/>
                </a:solidFill>
                <a:latin typeface="JetBrains Mono"/>
                <a:ea typeface="JetBrains Mono"/>
                <a:cs typeface="JetBrains Mono"/>
              </a:defRPr>
            </a:lvl6pPr>
            <a:lvl7pPr algn="l">
              <a:defRPr sz="787" b="0" i="0" kern="0" spc="110">
                <a:solidFill>
                  <a:srgbClr val="8B98AD"/>
                </a:solidFill>
                <a:latin typeface="JetBrains Mono"/>
                <a:ea typeface="JetBrains Mono"/>
                <a:cs typeface="JetBrains Mono"/>
              </a:defRPr>
            </a:lvl7pPr>
            <a:lvl8pPr algn="l">
              <a:defRPr sz="787" b="0" i="0" kern="0" spc="110">
                <a:solidFill>
                  <a:srgbClr val="8B98AD"/>
                </a:solidFill>
                <a:latin typeface="JetBrains Mono"/>
                <a:ea typeface="JetBrains Mono"/>
                <a:cs typeface="JetBrains Mono"/>
              </a:defRPr>
            </a:lvl8pPr>
            <a:lvl9pPr algn="l">
              <a:defRPr sz="787" b="0" i="0" kern="0" spc="110">
                <a:solidFill>
                  <a:srgbClr val="8B98AD"/>
                </a:solidFill>
                <a:latin typeface="JetBrains Mono"/>
                <a:ea typeface="JetBrains Mono"/>
                <a:cs typeface="JetBrains Mono"/>
              </a:defRPr>
            </a:lvl9pPr>
          </a:lstStyle>
          <a:p>
            <a:pPr algn="l">
              <a:lnSpc>
                <a:spcPct val="100000"/>
              </a:lnSpc>
              <a:buNone/>
              <a:defRPr sz="787" b="0" i="0" kern="0" spc="110">
                <a:solidFill>
                  <a:srgbClr val="8B98AD"/>
                </a:solidFill>
                <a:latin typeface="JetBrains Mono"/>
                <a:ea typeface="JetBrains Mono"/>
                <a:cs typeface="JetBrains Mono"/>
              </a:defRPr>
            </a:pPr>
            <a:r>
              <a:rPr sz="787" b="0" i="0" kern="0" spc="110">
                <a:solidFill>
                  <a:srgbClr val="8B98AD"/>
                </a:solidFill>
                <a:latin typeface="JetBrains Mono"/>
                <a:ea typeface="JetBrains Mono"/>
                <a:cs typeface="JetBrains Mono"/>
              </a:rPr>
              <a:t>PRICE WITH TARIFF</a:t>
            </a:r>
          </a:p>
        </p:txBody>
      </p:sp>
      <p:sp>
        <p:nvSpPr>
          <p:cNvPr id="87" name="s21 text 49">
            <a:extLst>
              <a:ext uri="{FF2B5EF4-FFF2-40B4-BE49-F238E27FC236}">
                <a16:creationId xmlns:a16="http://schemas.microsoft.com/office/drawing/2014/main" id="{DC1A3287-3156-4145-B487-BC412EE93140}"/>
              </a:ext>
            </a:extLst>
          </p:cNvPr>
          <p:cNvSpPr>
            <a:spLocks noGrp="1"/>
          </p:cNvSpPr>
          <p:nvPr/>
        </p:nvSpPr>
        <p:spPr>
          <a:xfrm>
            <a:off x="3896915" y="5572410"/>
            <a:ext cx="1165860" cy="520522"/>
          </a:xfrm>
          <a:prstGeom prst="rect">
            <a:avLst/>
          </a:prstGeom>
          <a:noFill/>
          <a:ln w="0">
            <a:noFill/>
            <a:prstDash val="solid"/>
          </a:ln>
        </p:spPr>
        <p:txBody>
          <a:bodyPr wrap="none" lIns="0" tIns="0" rIns="0" bIns="0" anchor="t">
            <a:noAutofit/>
          </a:bodyPr>
          <a:lstStyle>
            <a:defPPr algn="l">
              <a:defRPr sz="2700" b="1" i="0" kern="0" spc="-9">
                <a:solidFill>
                  <a:srgbClr val="0A2540"/>
                </a:solidFill>
                <a:latin typeface="JetBrains Mono"/>
                <a:ea typeface="JetBrains Mono"/>
                <a:cs typeface="JetBrains Mono"/>
              </a:defRPr>
            </a:defPPr>
            <a:lvl1pPr algn="l">
              <a:defRPr sz="2700" b="1" i="0" kern="0" spc="-9">
                <a:solidFill>
                  <a:srgbClr val="0A2540"/>
                </a:solidFill>
                <a:latin typeface="JetBrains Mono"/>
                <a:ea typeface="JetBrains Mono"/>
                <a:cs typeface="JetBrains Mono"/>
              </a:defRPr>
            </a:lvl1pPr>
            <a:lvl2pPr algn="l">
              <a:defRPr sz="2700" b="1" i="0" kern="0" spc="-9">
                <a:solidFill>
                  <a:srgbClr val="0A2540"/>
                </a:solidFill>
                <a:latin typeface="JetBrains Mono"/>
                <a:ea typeface="JetBrains Mono"/>
                <a:cs typeface="JetBrains Mono"/>
              </a:defRPr>
            </a:lvl2pPr>
            <a:lvl3pPr algn="l">
              <a:defRPr sz="2700" b="1" i="0" kern="0" spc="-9">
                <a:solidFill>
                  <a:srgbClr val="0A2540"/>
                </a:solidFill>
                <a:latin typeface="JetBrains Mono"/>
                <a:ea typeface="JetBrains Mono"/>
                <a:cs typeface="JetBrains Mono"/>
              </a:defRPr>
            </a:lvl3pPr>
            <a:lvl4pPr algn="l">
              <a:defRPr sz="2700" b="1" i="0" kern="0" spc="-9">
                <a:solidFill>
                  <a:srgbClr val="0A2540"/>
                </a:solidFill>
                <a:latin typeface="JetBrains Mono"/>
                <a:ea typeface="JetBrains Mono"/>
                <a:cs typeface="JetBrains Mono"/>
              </a:defRPr>
            </a:lvl4pPr>
            <a:lvl5pPr algn="l">
              <a:defRPr sz="2700" b="1" i="0" kern="0" spc="-9">
                <a:solidFill>
                  <a:srgbClr val="0A2540"/>
                </a:solidFill>
                <a:latin typeface="JetBrains Mono"/>
                <a:ea typeface="JetBrains Mono"/>
                <a:cs typeface="JetBrains Mono"/>
              </a:defRPr>
            </a:lvl5pPr>
            <a:lvl6pPr algn="l">
              <a:defRPr sz="2700" b="1" i="0" kern="0" spc="-9">
                <a:solidFill>
                  <a:srgbClr val="0A2540"/>
                </a:solidFill>
                <a:latin typeface="JetBrains Mono"/>
                <a:ea typeface="JetBrains Mono"/>
                <a:cs typeface="JetBrains Mono"/>
              </a:defRPr>
            </a:lvl6pPr>
            <a:lvl7pPr algn="l">
              <a:defRPr sz="2700" b="1" i="0" kern="0" spc="-9">
                <a:solidFill>
                  <a:srgbClr val="0A2540"/>
                </a:solidFill>
                <a:latin typeface="JetBrains Mono"/>
                <a:ea typeface="JetBrains Mono"/>
                <a:cs typeface="JetBrains Mono"/>
              </a:defRPr>
            </a:lvl7pPr>
            <a:lvl8pPr algn="l">
              <a:defRPr sz="2700" b="1" i="0" kern="0" spc="-9">
                <a:solidFill>
                  <a:srgbClr val="0A2540"/>
                </a:solidFill>
                <a:latin typeface="JetBrains Mono"/>
                <a:ea typeface="JetBrains Mono"/>
                <a:cs typeface="JetBrains Mono"/>
              </a:defRPr>
            </a:lvl8pPr>
            <a:lvl9pPr algn="l">
              <a:defRPr sz="2700" b="1" i="0" kern="0" spc="-9">
                <a:solidFill>
                  <a:srgbClr val="0A2540"/>
                </a:solidFill>
                <a:latin typeface="JetBrains Mono"/>
                <a:ea typeface="JetBrains Mono"/>
                <a:cs typeface="JetBrains Mono"/>
              </a:defRPr>
            </a:lvl9pPr>
          </a:lstStyle>
          <a:p>
            <a:pPr algn="l">
              <a:lnSpc>
                <a:spcPct val="100000"/>
              </a:lnSpc>
              <a:buNone/>
              <a:defRPr sz="2700" b="1" i="0" kern="0" spc="-9">
                <a:solidFill>
                  <a:srgbClr val="0A2540"/>
                </a:solidFill>
                <a:latin typeface="JetBrains Mono"/>
                <a:ea typeface="JetBrains Mono"/>
                <a:cs typeface="JetBrains Mono"/>
              </a:defRPr>
            </a:pPr>
            <a:r>
              <a:rPr sz="2700" b="1" i="0" kern="0" spc="-9">
                <a:solidFill>
                  <a:srgbClr val="0A2540"/>
                </a:solidFill>
                <a:latin typeface="JetBrains Mono"/>
                <a:ea typeface="JetBrains Mono"/>
                <a:cs typeface="JetBrains Mono"/>
              </a:rPr>
              <a:t>5,000</a:t>
            </a:r>
          </a:p>
        </p:txBody>
      </p:sp>
      <p:sp>
        <p:nvSpPr>
          <p:cNvPr id="88" name="s21 text 50">
            <a:extLst>
              <a:ext uri="{FF2B5EF4-FFF2-40B4-BE49-F238E27FC236}">
                <a16:creationId xmlns:a16="http://schemas.microsoft.com/office/drawing/2014/main" id="{638FC706-4F71-412E-9581-9026F5376845}"/>
              </a:ext>
            </a:extLst>
          </p:cNvPr>
          <p:cNvSpPr>
            <a:spLocks noGrp="1"/>
          </p:cNvSpPr>
          <p:nvPr/>
        </p:nvSpPr>
        <p:spPr>
          <a:xfrm>
            <a:off x="3896915" y="6055899"/>
            <a:ext cx="1284155" cy="151819"/>
          </a:xfrm>
          <a:prstGeom prst="rect">
            <a:avLst/>
          </a:prstGeom>
          <a:noFill/>
          <a:ln w="0">
            <a:noFill/>
            <a:prstDash val="solid"/>
          </a:ln>
        </p:spPr>
        <p:txBody>
          <a:bodyPr wrap="none" lIns="0" tIns="0" rIns="0" bIns="0" anchor="t">
            <a:noAutofit/>
          </a:bodyPr>
          <a:lstStyle>
            <a:defPPr algn="l">
              <a:defRPr sz="787" b="0" i="0" kern="0" spc="110">
                <a:solidFill>
                  <a:srgbClr val="8B98AD"/>
                </a:solidFill>
                <a:latin typeface="JetBrains Mono"/>
                <a:ea typeface="JetBrains Mono"/>
                <a:cs typeface="JetBrains Mono"/>
              </a:defRPr>
            </a:defPPr>
            <a:lvl1pPr algn="l">
              <a:defRPr sz="787" b="0" i="0" kern="0" spc="110">
                <a:solidFill>
                  <a:srgbClr val="8B98AD"/>
                </a:solidFill>
                <a:latin typeface="JetBrains Mono"/>
                <a:ea typeface="JetBrains Mono"/>
                <a:cs typeface="JetBrains Mono"/>
              </a:defRPr>
            </a:lvl1pPr>
            <a:lvl2pPr algn="l">
              <a:defRPr sz="787" b="0" i="0" kern="0" spc="110">
                <a:solidFill>
                  <a:srgbClr val="8B98AD"/>
                </a:solidFill>
                <a:latin typeface="JetBrains Mono"/>
                <a:ea typeface="JetBrains Mono"/>
                <a:cs typeface="JetBrains Mono"/>
              </a:defRPr>
            </a:lvl2pPr>
            <a:lvl3pPr algn="l">
              <a:defRPr sz="787" b="0" i="0" kern="0" spc="110">
                <a:solidFill>
                  <a:srgbClr val="8B98AD"/>
                </a:solidFill>
                <a:latin typeface="JetBrains Mono"/>
                <a:ea typeface="JetBrains Mono"/>
                <a:cs typeface="JetBrains Mono"/>
              </a:defRPr>
            </a:lvl3pPr>
            <a:lvl4pPr algn="l">
              <a:defRPr sz="787" b="0" i="0" kern="0" spc="110">
                <a:solidFill>
                  <a:srgbClr val="8B98AD"/>
                </a:solidFill>
                <a:latin typeface="JetBrains Mono"/>
                <a:ea typeface="JetBrains Mono"/>
                <a:cs typeface="JetBrains Mono"/>
              </a:defRPr>
            </a:lvl4pPr>
            <a:lvl5pPr algn="l">
              <a:defRPr sz="787" b="0" i="0" kern="0" spc="110">
                <a:solidFill>
                  <a:srgbClr val="8B98AD"/>
                </a:solidFill>
                <a:latin typeface="JetBrains Mono"/>
                <a:ea typeface="JetBrains Mono"/>
                <a:cs typeface="JetBrains Mono"/>
              </a:defRPr>
            </a:lvl5pPr>
            <a:lvl6pPr algn="l">
              <a:defRPr sz="787" b="0" i="0" kern="0" spc="110">
                <a:solidFill>
                  <a:srgbClr val="8B98AD"/>
                </a:solidFill>
                <a:latin typeface="JetBrains Mono"/>
                <a:ea typeface="JetBrains Mono"/>
                <a:cs typeface="JetBrains Mono"/>
              </a:defRPr>
            </a:lvl6pPr>
            <a:lvl7pPr algn="l">
              <a:defRPr sz="787" b="0" i="0" kern="0" spc="110">
                <a:solidFill>
                  <a:srgbClr val="8B98AD"/>
                </a:solidFill>
                <a:latin typeface="JetBrains Mono"/>
                <a:ea typeface="JetBrains Mono"/>
                <a:cs typeface="JetBrains Mono"/>
              </a:defRPr>
            </a:lvl7pPr>
            <a:lvl8pPr algn="l">
              <a:defRPr sz="787" b="0" i="0" kern="0" spc="110">
                <a:solidFill>
                  <a:srgbClr val="8B98AD"/>
                </a:solidFill>
                <a:latin typeface="JetBrains Mono"/>
                <a:ea typeface="JetBrains Mono"/>
                <a:cs typeface="JetBrains Mono"/>
              </a:defRPr>
            </a:lvl8pPr>
            <a:lvl9pPr algn="l">
              <a:defRPr sz="787" b="0" i="0" kern="0" spc="110">
                <a:solidFill>
                  <a:srgbClr val="8B98AD"/>
                </a:solidFill>
                <a:latin typeface="JetBrains Mono"/>
                <a:ea typeface="JetBrains Mono"/>
                <a:cs typeface="JetBrains Mono"/>
              </a:defRPr>
            </a:lvl9pPr>
          </a:lstStyle>
          <a:p>
            <a:pPr algn="l">
              <a:lnSpc>
                <a:spcPct val="100000"/>
              </a:lnSpc>
              <a:buNone/>
              <a:defRPr sz="787" b="0" i="0" kern="0" spc="110">
                <a:solidFill>
                  <a:srgbClr val="8B98AD"/>
                </a:solidFill>
                <a:latin typeface="JetBrains Mono"/>
                <a:ea typeface="JetBrains Mono"/>
                <a:cs typeface="JetBrains Mono"/>
              </a:defRPr>
            </a:pPr>
            <a:r>
              <a:rPr sz="787" b="0" i="0" kern="0" spc="110">
                <a:solidFill>
                  <a:srgbClr val="8B98AD"/>
                </a:solidFill>
                <a:latin typeface="JetBrains Mono"/>
                <a:ea typeface="JetBrains Mono"/>
                <a:cs typeface="JetBrains Mono"/>
              </a:rPr>
              <a:t>PRODUCED IN EGYPT</a:t>
            </a:r>
          </a:p>
        </p:txBody>
      </p:sp>
      <p:sp>
        <p:nvSpPr>
          <p:cNvPr id="89" name="s21 text 51">
            <a:extLst>
              <a:ext uri="{FF2B5EF4-FFF2-40B4-BE49-F238E27FC236}">
                <a16:creationId xmlns:a16="http://schemas.microsoft.com/office/drawing/2014/main" id="{A79F4120-0A52-4FA0-9F44-EC7FC50424F0}"/>
              </a:ext>
            </a:extLst>
          </p:cNvPr>
          <p:cNvSpPr>
            <a:spLocks noGrp="1"/>
          </p:cNvSpPr>
          <p:nvPr/>
        </p:nvSpPr>
        <p:spPr>
          <a:xfrm>
            <a:off x="7100887" y="5572410"/>
            <a:ext cx="1165860" cy="520522"/>
          </a:xfrm>
          <a:prstGeom prst="rect">
            <a:avLst/>
          </a:prstGeom>
          <a:noFill/>
          <a:ln w="0">
            <a:noFill/>
            <a:prstDash val="solid"/>
          </a:ln>
        </p:spPr>
        <p:txBody>
          <a:bodyPr wrap="none" lIns="0" tIns="0" rIns="0" bIns="0" anchor="t">
            <a:noAutofit/>
          </a:bodyPr>
          <a:lstStyle>
            <a:defPPr algn="l">
              <a:defRPr sz="2700" b="1" i="0" kern="0" spc="-9">
                <a:solidFill>
                  <a:srgbClr val="0A2540"/>
                </a:solidFill>
                <a:latin typeface="JetBrains Mono"/>
                <a:ea typeface="JetBrains Mono"/>
                <a:cs typeface="JetBrains Mono"/>
              </a:defRPr>
            </a:defPPr>
            <a:lvl1pPr algn="l">
              <a:defRPr sz="2700" b="1" i="0" kern="0" spc="-9">
                <a:solidFill>
                  <a:srgbClr val="0A2540"/>
                </a:solidFill>
                <a:latin typeface="JetBrains Mono"/>
                <a:ea typeface="JetBrains Mono"/>
                <a:cs typeface="JetBrains Mono"/>
              </a:defRPr>
            </a:lvl1pPr>
            <a:lvl2pPr algn="l">
              <a:defRPr sz="2700" b="1" i="0" kern="0" spc="-9">
                <a:solidFill>
                  <a:srgbClr val="0A2540"/>
                </a:solidFill>
                <a:latin typeface="JetBrains Mono"/>
                <a:ea typeface="JetBrains Mono"/>
                <a:cs typeface="JetBrains Mono"/>
              </a:defRPr>
            </a:lvl2pPr>
            <a:lvl3pPr algn="l">
              <a:defRPr sz="2700" b="1" i="0" kern="0" spc="-9">
                <a:solidFill>
                  <a:srgbClr val="0A2540"/>
                </a:solidFill>
                <a:latin typeface="JetBrains Mono"/>
                <a:ea typeface="JetBrains Mono"/>
                <a:cs typeface="JetBrains Mono"/>
              </a:defRPr>
            </a:lvl3pPr>
            <a:lvl4pPr algn="l">
              <a:defRPr sz="2700" b="1" i="0" kern="0" spc="-9">
                <a:solidFill>
                  <a:srgbClr val="0A2540"/>
                </a:solidFill>
                <a:latin typeface="JetBrains Mono"/>
                <a:ea typeface="JetBrains Mono"/>
                <a:cs typeface="JetBrains Mono"/>
              </a:defRPr>
            </a:lvl4pPr>
            <a:lvl5pPr algn="l">
              <a:defRPr sz="2700" b="1" i="0" kern="0" spc="-9">
                <a:solidFill>
                  <a:srgbClr val="0A2540"/>
                </a:solidFill>
                <a:latin typeface="JetBrains Mono"/>
                <a:ea typeface="JetBrains Mono"/>
                <a:cs typeface="JetBrains Mono"/>
              </a:defRPr>
            </a:lvl5pPr>
            <a:lvl6pPr algn="l">
              <a:defRPr sz="2700" b="1" i="0" kern="0" spc="-9">
                <a:solidFill>
                  <a:srgbClr val="0A2540"/>
                </a:solidFill>
                <a:latin typeface="JetBrains Mono"/>
                <a:ea typeface="JetBrains Mono"/>
                <a:cs typeface="JetBrains Mono"/>
              </a:defRPr>
            </a:lvl6pPr>
            <a:lvl7pPr algn="l">
              <a:defRPr sz="2700" b="1" i="0" kern="0" spc="-9">
                <a:solidFill>
                  <a:srgbClr val="0A2540"/>
                </a:solidFill>
                <a:latin typeface="JetBrains Mono"/>
                <a:ea typeface="JetBrains Mono"/>
                <a:cs typeface="JetBrains Mono"/>
              </a:defRPr>
            </a:lvl7pPr>
            <a:lvl8pPr algn="l">
              <a:defRPr sz="2700" b="1" i="0" kern="0" spc="-9">
                <a:solidFill>
                  <a:srgbClr val="0A2540"/>
                </a:solidFill>
                <a:latin typeface="JetBrains Mono"/>
                <a:ea typeface="JetBrains Mono"/>
                <a:cs typeface="JetBrains Mono"/>
              </a:defRPr>
            </a:lvl8pPr>
            <a:lvl9pPr algn="l">
              <a:defRPr sz="2700" b="1" i="0" kern="0" spc="-9">
                <a:solidFill>
                  <a:srgbClr val="0A2540"/>
                </a:solidFill>
                <a:latin typeface="JetBrains Mono"/>
                <a:ea typeface="JetBrains Mono"/>
                <a:cs typeface="JetBrains Mono"/>
              </a:defRPr>
            </a:lvl9pPr>
          </a:lstStyle>
          <a:p>
            <a:pPr algn="l">
              <a:lnSpc>
                <a:spcPct val="100000"/>
              </a:lnSpc>
              <a:buNone/>
              <a:defRPr sz="2700" b="1" i="0" kern="0" spc="-9">
                <a:solidFill>
                  <a:srgbClr val="0A2540"/>
                </a:solidFill>
                <a:latin typeface="JetBrains Mono"/>
                <a:ea typeface="JetBrains Mono"/>
                <a:cs typeface="JetBrains Mono"/>
              </a:defRPr>
            </a:pPr>
            <a:r>
              <a:rPr sz="2700" b="1" i="0" kern="0" spc="-9">
                <a:solidFill>
                  <a:srgbClr val="0A2540"/>
                </a:solidFill>
                <a:latin typeface="JetBrains Mono"/>
                <a:ea typeface="JetBrains Mono"/>
                <a:cs typeface="JetBrains Mono"/>
              </a:rPr>
              <a:t>1,000</a:t>
            </a:r>
          </a:p>
        </p:txBody>
      </p:sp>
      <p:sp>
        <p:nvSpPr>
          <p:cNvPr id="90" name="s21 text 52">
            <a:extLst>
              <a:ext uri="{FF2B5EF4-FFF2-40B4-BE49-F238E27FC236}">
                <a16:creationId xmlns:a16="http://schemas.microsoft.com/office/drawing/2014/main" id="{3EB52149-6F85-4481-B8B8-88C37539A978}"/>
              </a:ext>
            </a:extLst>
          </p:cNvPr>
          <p:cNvSpPr>
            <a:spLocks noGrp="1"/>
          </p:cNvSpPr>
          <p:nvPr/>
        </p:nvSpPr>
        <p:spPr>
          <a:xfrm>
            <a:off x="7100887" y="6055899"/>
            <a:ext cx="618075" cy="151819"/>
          </a:xfrm>
          <a:prstGeom prst="rect">
            <a:avLst/>
          </a:prstGeom>
          <a:noFill/>
          <a:ln w="0">
            <a:noFill/>
            <a:prstDash val="solid"/>
          </a:ln>
        </p:spPr>
        <p:txBody>
          <a:bodyPr wrap="none" lIns="0" tIns="0" rIns="0" bIns="0" anchor="t">
            <a:noAutofit/>
          </a:bodyPr>
          <a:lstStyle>
            <a:defPPr algn="l">
              <a:defRPr sz="787" b="0" i="0" kern="0" spc="110">
                <a:solidFill>
                  <a:srgbClr val="8B98AD"/>
                </a:solidFill>
                <a:latin typeface="JetBrains Mono"/>
                <a:ea typeface="JetBrains Mono"/>
                <a:cs typeface="JetBrains Mono"/>
              </a:defRPr>
            </a:defPPr>
            <a:lvl1pPr algn="l">
              <a:defRPr sz="787" b="0" i="0" kern="0" spc="110">
                <a:solidFill>
                  <a:srgbClr val="8B98AD"/>
                </a:solidFill>
                <a:latin typeface="JetBrains Mono"/>
                <a:ea typeface="JetBrains Mono"/>
                <a:cs typeface="JetBrains Mono"/>
              </a:defRPr>
            </a:lvl1pPr>
            <a:lvl2pPr algn="l">
              <a:defRPr sz="787" b="0" i="0" kern="0" spc="110">
                <a:solidFill>
                  <a:srgbClr val="8B98AD"/>
                </a:solidFill>
                <a:latin typeface="JetBrains Mono"/>
                <a:ea typeface="JetBrains Mono"/>
                <a:cs typeface="JetBrains Mono"/>
              </a:defRPr>
            </a:lvl2pPr>
            <a:lvl3pPr algn="l">
              <a:defRPr sz="787" b="0" i="0" kern="0" spc="110">
                <a:solidFill>
                  <a:srgbClr val="8B98AD"/>
                </a:solidFill>
                <a:latin typeface="JetBrains Mono"/>
                <a:ea typeface="JetBrains Mono"/>
                <a:cs typeface="JetBrains Mono"/>
              </a:defRPr>
            </a:lvl3pPr>
            <a:lvl4pPr algn="l">
              <a:defRPr sz="787" b="0" i="0" kern="0" spc="110">
                <a:solidFill>
                  <a:srgbClr val="8B98AD"/>
                </a:solidFill>
                <a:latin typeface="JetBrains Mono"/>
                <a:ea typeface="JetBrains Mono"/>
                <a:cs typeface="JetBrains Mono"/>
              </a:defRPr>
            </a:lvl4pPr>
            <a:lvl5pPr algn="l">
              <a:defRPr sz="787" b="0" i="0" kern="0" spc="110">
                <a:solidFill>
                  <a:srgbClr val="8B98AD"/>
                </a:solidFill>
                <a:latin typeface="JetBrains Mono"/>
                <a:ea typeface="JetBrains Mono"/>
                <a:cs typeface="JetBrains Mono"/>
              </a:defRPr>
            </a:lvl5pPr>
            <a:lvl6pPr algn="l">
              <a:defRPr sz="787" b="0" i="0" kern="0" spc="110">
                <a:solidFill>
                  <a:srgbClr val="8B98AD"/>
                </a:solidFill>
                <a:latin typeface="JetBrains Mono"/>
                <a:ea typeface="JetBrains Mono"/>
                <a:cs typeface="JetBrains Mono"/>
              </a:defRPr>
            </a:lvl6pPr>
            <a:lvl7pPr algn="l">
              <a:defRPr sz="787" b="0" i="0" kern="0" spc="110">
                <a:solidFill>
                  <a:srgbClr val="8B98AD"/>
                </a:solidFill>
                <a:latin typeface="JetBrains Mono"/>
                <a:ea typeface="JetBrains Mono"/>
                <a:cs typeface="JetBrains Mono"/>
              </a:defRPr>
            </a:lvl7pPr>
            <a:lvl8pPr algn="l">
              <a:defRPr sz="787" b="0" i="0" kern="0" spc="110">
                <a:solidFill>
                  <a:srgbClr val="8B98AD"/>
                </a:solidFill>
                <a:latin typeface="JetBrains Mono"/>
                <a:ea typeface="JetBrains Mono"/>
                <a:cs typeface="JetBrains Mono"/>
              </a:defRPr>
            </a:lvl8pPr>
            <a:lvl9pPr algn="l">
              <a:defRPr sz="787" b="0" i="0" kern="0" spc="110">
                <a:solidFill>
                  <a:srgbClr val="8B98AD"/>
                </a:solidFill>
                <a:latin typeface="JetBrains Mono"/>
                <a:ea typeface="JetBrains Mono"/>
                <a:cs typeface="JetBrains Mono"/>
              </a:defRPr>
            </a:lvl9pPr>
          </a:lstStyle>
          <a:p>
            <a:pPr algn="l">
              <a:lnSpc>
                <a:spcPct val="100000"/>
              </a:lnSpc>
              <a:buNone/>
              <a:defRPr sz="787" b="0" i="0" kern="0" spc="110">
                <a:solidFill>
                  <a:srgbClr val="8B98AD"/>
                </a:solidFill>
                <a:latin typeface="JetBrains Mono"/>
                <a:ea typeface="JetBrains Mono"/>
                <a:cs typeface="JetBrains Mono"/>
              </a:defRPr>
            </a:pPr>
            <a:r>
              <a:rPr sz="787" b="0" i="0" kern="0" spc="110">
                <a:solidFill>
                  <a:srgbClr val="8B98AD"/>
                </a:solidFill>
                <a:latin typeface="JetBrains Mono"/>
                <a:ea typeface="JetBrains Mono"/>
                <a:cs typeface="JetBrains Mono"/>
              </a:rPr>
              <a:t>IMPORTED</a:t>
            </a:r>
          </a:p>
        </p:txBody>
      </p:sp>
      <p:sp>
        <p:nvSpPr>
          <p:cNvPr id="91" name="s21 text 53">
            <a:extLst>
              <a:ext uri="{FF2B5EF4-FFF2-40B4-BE49-F238E27FC236}">
                <a16:creationId xmlns:a16="http://schemas.microsoft.com/office/drawing/2014/main" id="{919050FE-A13D-4EC9-9E02-04E5761918E0}"/>
              </a:ext>
            </a:extLst>
          </p:cNvPr>
          <p:cNvSpPr>
            <a:spLocks noGrp="1"/>
          </p:cNvSpPr>
          <p:nvPr/>
        </p:nvSpPr>
        <p:spPr>
          <a:xfrm>
            <a:off x="10304859" y="5572410"/>
            <a:ext cx="1783080" cy="520522"/>
          </a:xfrm>
          <a:prstGeom prst="rect">
            <a:avLst/>
          </a:prstGeom>
          <a:noFill/>
          <a:ln w="0">
            <a:noFill/>
            <a:prstDash val="solid"/>
          </a:ln>
        </p:spPr>
        <p:txBody>
          <a:bodyPr wrap="none" lIns="0" tIns="0" rIns="0" bIns="0" anchor="t">
            <a:noAutofit/>
          </a:bodyPr>
          <a:lstStyle>
            <a:defPPr algn="l">
              <a:defRPr sz="2700" b="1" i="0" kern="0" spc="-9">
                <a:solidFill>
                  <a:srgbClr val="0A2540"/>
                </a:solidFill>
                <a:latin typeface="JetBrains Mono"/>
                <a:ea typeface="JetBrains Mono"/>
                <a:cs typeface="JetBrains Mono"/>
              </a:defRPr>
            </a:defPPr>
            <a:lvl1pPr algn="l">
              <a:defRPr sz="2700" b="1" i="0" kern="0" spc="-9">
                <a:solidFill>
                  <a:srgbClr val="0A2540"/>
                </a:solidFill>
                <a:latin typeface="JetBrains Mono"/>
                <a:ea typeface="JetBrains Mono"/>
                <a:cs typeface="JetBrains Mono"/>
              </a:defRPr>
            </a:lvl1pPr>
            <a:lvl2pPr algn="l">
              <a:defRPr sz="2700" b="1" i="0" kern="0" spc="-9">
                <a:solidFill>
                  <a:srgbClr val="0A2540"/>
                </a:solidFill>
                <a:latin typeface="JetBrains Mono"/>
                <a:ea typeface="JetBrains Mono"/>
                <a:cs typeface="JetBrains Mono"/>
              </a:defRPr>
            </a:lvl2pPr>
            <a:lvl3pPr algn="l">
              <a:defRPr sz="2700" b="1" i="0" kern="0" spc="-9">
                <a:solidFill>
                  <a:srgbClr val="0A2540"/>
                </a:solidFill>
                <a:latin typeface="JetBrains Mono"/>
                <a:ea typeface="JetBrains Mono"/>
                <a:cs typeface="JetBrains Mono"/>
              </a:defRPr>
            </a:lvl3pPr>
            <a:lvl4pPr algn="l">
              <a:defRPr sz="2700" b="1" i="0" kern="0" spc="-9">
                <a:solidFill>
                  <a:srgbClr val="0A2540"/>
                </a:solidFill>
                <a:latin typeface="JetBrains Mono"/>
                <a:ea typeface="JetBrains Mono"/>
                <a:cs typeface="JetBrains Mono"/>
              </a:defRPr>
            </a:lvl4pPr>
            <a:lvl5pPr algn="l">
              <a:defRPr sz="2700" b="1" i="0" kern="0" spc="-9">
                <a:solidFill>
                  <a:srgbClr val="0A2540"/>
                </a:solidFill>
                <a:latin typeface="JetBrains Mono"/>
                <a:ea typeface="JetBrains Mono"/>
                <a:cs typeface="JetBrains Mono"/>
              </a:defRPr>
            </a:lvl5pPr>
            <a:lvl6pPr algn="l">
              <a:defRPr sz="2700" b="1" i="0" kern="0" spc="-9">
                <a:solidFill>
                  <a:srgbClr val="0A2540"/>
                </a:solidFill>
                <a:latin typeface="JetBrains Mono"/>
                <a:ea typeface="JetBrains Mono"/>
                <a:cs typeface="JetBrains Mono"/>
              </a:defRPr>
            </a:lvl6pPr>
            <a:lvl7pPr algn="l">
              <a:defRPr sz="2700" b="1" i="0" kern="0" spc="-9">
                <a:solidFill>
                  <a:srgbClr val="0A2540"/>
                </a:solidFill>
                <a:latin typeface="JetBrains Mono"/>
                <a:ea typeface="JetBrains Mono"/>
                <a:cs typeface="JetBrains Mono"/>
              </a:defRPr>
            </a:lvl7pPr>
            <a:lvl8pPr algn="l">
              <a:defRPr sz="2700" b="1" i="0" kern="0" spc="-9">
                <a:solidFill>
                  <a:srgbClr val="0A2540"/>
                </a:solidFill>
                <a:latin typeface="JetBrains Mono"/>
                <a:ea typeface="JetBrains Mono"/>
                <a:cs typeface="JetBrains Mono"/>
              </a:defRPr>
            </a:lvl8pPr>
            <a:lvl9pPr algn="l">
              <a:defRPr sz="2700" b="1" i="0" kern="0" spc="-9">
                <a:solidFill>
                  <a:srgbClr val="0A2540"/>
                </a:solidFill>
                <a:latin typeface="JetBrains Mono"/>
                <a:ea typeface="JetBrains Mono"/>
                <a:cs typeface="JetBrains Mono"/>
              </a:defRPr>
            </a:lvl9pPr>
          </a:lstStyle>
          <a:p>
            <a:pPr algn="l">
              <a:lnSpc>
                <a:spcPct val="100000"/>
              </a:lnSpc>
              <a:buNone/>
              <a:defRPr sz="2700" b="1" i="0" kern="0" spc="-9">
                <a:solidFill>
                  <a:srgbClr val="0A2540"/>
                </a:solidFill>
                <a:latin typeface="JetBrains Mono"/>
                <a:ea typeface="JetBrains Mono"/>
                <a:cs typeface="JetBrains Mono"/>
              </a:defRPr>
            </a:pPr>
            <a:r>
              <a:rPr sz="2700" b="1" i="0" kern="0" spc="-9">
                <a:solidFill>
                  <a:srgbClr val="0A2540"/>
                </a:solidFill>
                <a:latin typeface="JetBrains Mono"/>
                <a:ea typeface="JetBrains Mono"/>
                <a:cs typeface="JetBrains Mono"/>
              </a:rPr>
              <a:t>$100,000</a:t>
            </a:r>
          </a:p>
        </p:txBody>
      </p:sp>
      <p:sp>
        <p:nvSpPr>
          <p:cNvPr id="92" name="s21 text 54">
            <a:extLst>
              <a:ext uri="{FF2B5EF4-FFF2-40B4-BE49-F238E27FC236}">
                <a16:creationId xmlns:a16="http://schemas.microsoft.com/office/drawing/2014/main" id="{B0AC2B52-905F-462F-80EF-CE093E56EA02}"/>
              </a:ext>
            </a:extLst>
          </p:cNvPr>
          <p:cNvSpPr>
            <a:spLocks noGrp="1"/>
          </p:cNvSpPr>
          <p:nvPr/>
        </p:nvSpPr>
        <p:spPr>
          <a:xfrm>
            <a:off x="10304859" y="6055899"/>
            <a:ext cx="1062129" cy="151819"/>
          </a:xfrm>
          <a:prstGeom prst="rect">
            <a:avLst/>
          </a:prstGeom>
          <a:noFill/>
          <a:ln w="0">
            <a:noFill/>
            <a:prstDash val="solid"/>
          </a:ln>
        </p:spPr>
        <p:txBody>
          <a:bodyPr wrap="none" lIns="0" tIns="0" rIns="0" bIns="0" anchor="t">
            <a:noAutofit/>
          </a:bodyPr>
          <a:lstStyle>
            <a:defPPr algn="l">
              <a:defRPr sz="787" b="0" i="0" kern="0" spc="110">
                <a:solidFill>
                  <a:srgbClr val="8B98AD"/>
                </a:solidFill>
                <a:latin typeface="JetBrains Mono"/>
                <a:ea typeface="JetBrains Mono"/>
                <a:cs typeface="JetBrains Mono"/>
              </a:defRPr>
            </a:defPPr>
            <a:lvl1pPr algn="l">
              <a:defRPr sz="787" b="0" i="0" kern="0" spc="110">
                <a:solidFill>
                  <a:srgbClr val="8B98AD"/>
                </a:solidFill>
                <a:latin typeface="JetBrains Mono"/>
                <a:ea typeface="JetBrains Mono"/>
                <a:cs typeface="JetBrains Mono"/>
              </a:defRPr>
            </a:lvl1pPr>
            <a:lvl2pPr algn="l">
              <a:defRPr sz="787" b="0" i="0" kern="0" spc="110">
                <a:solidFill>
                  <a:srgbClr val="8B98AD"/>
                </a:solidFill>
                <a:latin typeface="JetBrains Mono"/>
                <a:ea typeface="JetBrains Mono"/>
                <a:cs typeface="JetBrains Mono"/>
              </a:defRPr>
            </a:lvl2pPr>
            <a:lvl3pPr algn="l">
              <a:defRPr sz="787" b="0" i="0" kern="0" spc="110">
                <a:solidFill>
                  <a:srgbClr val="8B98AD"/>
                </a:solidFill>
                <a:latin typeface="JetBrains Mono"/>
                <a:ea typeface="JetBrains Mono"/>
                <a:cs typeface="JetBrains Mono"/>
              </a:defRPr>
            </a:lvl3pPr>
            <a:lvl4pPr algn="l">
              <a:defRPr sz="787" b="0" i="0" kern="0" spc="110">
                <a:solidFill>
                  <a:srgbClr val="8B98AD"/>
                </a:solidFill>
                <a:latin typeface="JetBrains Mono"/>
                <a:ea typeface="JetBrains Mono"/>
                <a:cs typeface="JetBrains Mono"/>
              </a:defRPr>
            </a:lvl4pPr>
            <a:lvl5pPr algn="l">
              <a:defRPr sz="787" b="0" i="0" kern="0" spc="110">
                <a:solidFill>
                  <a:srgbClr val="8B98AD"/>
                </a:solidFill>
                <a:latin typeface="JetBrains Mono"/>
                <a:ea typeface="JetBrains Mono"/>
                <a:cs typeface="JetBrains Mono"/>
              </a:defRPr>
            </a:lvl5pPr>
            <a:lvl6pPr algn="l">
              <a:defRPr sz="787" b="0" i="0" kern="0" spc="110">
                <a:solidFill>
                  <a:srgbClr val="8B98AD"/>
                </a:solidFill>
                <a:latin typeface="JetBrains Mono"/>
                <a:ea typeface="JetBrains Mono"/>
                <a:cs typeface="JetBrains Mono"/>
              </a:defRPr>
            </a:lvl6pPr>
            <a:lvl7pPr algn="l">
              <a:defRPr sz="787" b="0" i="0" kern="0" spc="110">
                <a:solidFill>
                  <a:srgbClr val="8B98AD"/>
                </a:solidFill>
                <a:latin typeface="JetBrains Mono"/>
                <a:ea typeface="JetBrains Mono"/>
                <a:cs typeface="JetBrains Mono"/>
              </a:defRPr>
            </a:lvl7pPr>
            <a:lvl8pPr algn="l">
              <a:defRPr sz="787" b="0" i="0" kern="0" spc="110">
                <a:solidFill>
                  <a:srgbClr val="8B98AD"/>
                </a:solidFill>
                <a:latin typeface="JetBrains Mono"/>
                <a:ea typeface="JetBrains Mono"/>
                <a:cs typeface="JetBrains Mono"/>
              </a:defRPr>
            </a:lvl8pPr>
            <a:lvl9pPr algn="l">
              <a:defRPr sz="787" b="0" i="0" kern="0" spc="110">
                <a:solidFill>
                  <a:srgbClr val="8B98AD"/>
                </a:solidFill>
                <a:latin typeface="JetBrains Mono"/>
                <a:ea typeface="JetBrains Mono"/>
                <a:cs typeface="JetBrains Mono"/>
              </a:defRPr>
            </a:lvl9pPr>
          </a:lstStyle>
          <a:p>
            <a:pPr algn="l">
              <a:lnSpc>
                <a:spcPct val="100000"/>
              </a:lnSpc>
              <a:buNone/>
              <a:defRPr sz="787" b="0" i="0" kern="0" spc="110">
                <a:solidFill>
                  <a:srgbClr val="8B98AD"/>
                </a:solidFill>
                <a:latin typeface="JetBrains Mono"/>
                <a:ea typeface="JetBrains Mono"/>
                <a:cs typeface="JetBrains Mono"/>
              </a:defRPr>
            </a:pPr>
            <a:r>
              <a:rPr sz="787" b="0" i="0" kern="0" spc="110">
                <a:solidFill>
                  <a:srgbClr val="8B98AD"/>
                </a:solidFill>
                <a:latin typeface="JetBrains Mono"/>
                <a:ea typeface="JetBrains Mono"/>
                <a:cs typeface="JetBrains Mono"/>
              </a:rPr>
              <a:t>TARIFF REVENUE</a:t>
            </a:r>
          </a:p>
        </p:txBody>
      </p:sp>
      <p:sp>
        <p:nvSpPr>
          <p:cNvPr id="93" name="s21 text 55">
            <a:extLst>
              <a:ext uri="{FF2B5EF4-FFF2-40B4-BE49-F238E27FC236}">
                <a16:creationId xmlns:a16="http://schemas.microsoft.com/office/drawing/2014/main" id="{E984F960-64A1-4A18-A00B-15C475E12E92}"/>
              </a:ext>
            </a:extLst>
          </p:cNvPr>
          <p:cNvSpPr>
            <a:spLocks noGrp="1"/>
          </p:cNvSpPr>
          <p:nvPr/>
        </p:nvSpPr>
        <p:spPr>
          <a:xfrm>
            <a:off x="514350" y="7370207"/>
            <a:ext cx="1593421"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QUESTION 5.3 · EGYPT</a:t>
            </a:r>
          </a:p>
        </p:txBody>
      </p:sp>
      <p:sp>
        <p:nvSpPr>
          <p:cNvPr id="94" name="s21 text 56">
            <a:extLst>
              <a:ext uri="{FF2B5EF4-FFF2-40B4-BE49-F238E27FC236}">
                <a16:creationId xmlns:a16="http://schemas.microsoft.com/office/drawing/2014/main" id="{3B66626A-68C0-4EC7-9706-2334C77B8A74}"/>
              </a:ext>
            </a:extLst>
          </p:cNvPr>
          <p:cNvSpPr>
            <a:spLocks noGrp="1"/>
          </p:cNvSpPr>
          <p:nvPr/>
        </p:nvSpPr>
        <p:spPr>
          <a:xfrm>
            <a:off x="12654037" y="7370207"/>
            <a:ext cx="576503"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21 / 26</a:t>
            </a:r>
          </a:p>
        </p:txBody>
      </p:sp>
    </p:spTree>
    <p:extLst>
      <p:ext uri="{BB962C8B-B14F-4D97-AF65-F5344CB8AC3E}">
        <p14:creationId xmlns:p14="http://schemas.microsoft.com/office/powerpoint/2010/main" val="1563750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6" name="Blueprint grid">
            <a:extLst>
              <a:ext uri="{FF2B5EF4-FFF2-40B4-BE49-F238E27FC236}">
                <a16:creationId xmlns:a16="http://schemas.microsoft.com/office/drawing/2014/main" id="{59BEBCFA-3C99-4AA9-A525-1B423ED34512}"/>
              </a:ext>
            </a:extLst>
          </p:cNvPr>
          <p:cNvSpPr>
            <a:spLocks noGrp="1"/>
          </p:cNvSpPr>
          <p:nvPr/>
        </p:nvSpPr>
        <p:spPr>
          <a:xfrm>
            <a:off x="7144" y="0"/>
            <a:ext cx="7144" cy="7715250"/>
          </a:xfrm>
          <a:prstGeom prst="rect">
            <a:avLst/>
          </a:prstGeom>
          <a:solidFill>
            <a:srgbClr val="0A2540">
              <a:alpha val="5000"/>
            </a:srgbClr>
          </a:solidFill>
          <a:ln w="0">
            <a:noFill/>
            <a:prstDash val="solid"/>
          </a:ln>
        </p:spPr>
      </p:sp>
      <p:sp>
        <p:nvSpPr>
          <p:cNvPr id="2" name="Blueprint grid">
            <a:extLst>
              <a:ext uri="{FF2B5EF4-FFF2-40B4-BE49-F238E27FC236}">
                <a16:creationId xmlns:a16="http://schemas.microsoft.com/office/drawing/2014/main" id="{9C04F528-7A4F-4239-A861-868BBB13AB20}"/>
              </a:ext>
            </a:extLst>
          </p:cNvPr>
          <p:cNvSpPr>
            <a:spLocks noGrp="1"/>
          </p:cNvSpPr>
          <p:nvPr/>
        </p:nvSpPr>
        <p:spPr>
          <a:xfrm>
            <a:off x="578644" y="0"/>
            <a:ext cx="7144" cy="7715250"/>
          </a:xfrm>
          <a:prstGeom prst="rect">
            <a:avLst/>
          </a:prstGeom>
          <a:solidFill>
            <a:srgbClr val="0A2540">
              <a:alpha val="5000"/>
            </a:srgbClr>
          </a:solidFill>
          <a:ln w="0">
            <a:noFill/>
            <a:prstDash val="solid"/>
          </a:ln>
        </p:spPr>
      </p:sp>
      <p:sp>
        <p:nvSpPr>
          <p:cNvPr id="3" name="Blueprint grid">
            <a:extLst>
              <a:ext uri="{FF2B5EF4-FFF2-40B4-BE49-F238E27FC236}">
                <a16:creationId xmlns:a16="http://schemas.microsoft.com/office/drawing/2014/main" id="{80BE04DD-66D3-4FBC-9037-039C086694DB}"/>
              </a:ext>
            </a:extLst>
          </p:cNvPr>
          <p:cNvSpPr>
            <a:spLocks noGrp="1"/>
          </p:cNvSpPr>
          <p:nvPr/>
        </p:nvSpPr>
        <p:spPr>
          <a:xfrm>
            <a:off x="9151144" y="0"/>
            <a:ext cx="7144" cy="7715250"/>
          </a:xfrm>
          <a:prstGeom prst="rect">
            <a:avLst/>
          </a:prstGeom>
          <a:solidFill>
            <a:srgbClr val="0A2540">
              <a:alpha val="5000"/>
            </a:srgbClr>
          </a:solidFill>
          <a:ln w="0">
            <a:noFill/>
            <a:prstDash val="solid"/>
          </a:ln>
        </p:spPr>
      </p:sp>
      <p:sp>
        <p:nvSpPr>
          <p:cNvPr id="4" name="Blueprint grid">
            <a:extLst>
              <a:ext uri="{FF2B5EF4-FFF2-40B4-BE49-F238E27FC236}">
                <a16:creationId xmlns:a16="http://schemas.microsoft.com/office/drawing/2014/main" id="{9FC63A6B-E73A-42CA-8140-9E984FACE2C0}"/>
              </a:ext>
            </a:extLst>
          </p:cNvPr>
          <p:cNvSpPr>
            <a:spLocks noGrp="1"/>
          </p:cNvSpPr>
          <p:nvPr/>
        </p:nvSpPr>
        <p:spPr>
          <a:xfrm>
            <a:off x="9436894" y="0"/>
            <a:ext cx="7144" cy="7715250"/>
          </a:xfrm>
          <a:prstGeom prst="rect">
            <a:avLst/>
          </a:prstGeom>
          <a:solidFill>
            <a:srgbClr val="0A2540">
              <a:alpha val="5000"/>
            </a:srgbClr>
          </a:solidFill>
          <a:ln w="0">
            <a:noFill/>
            <a:prstDash val="solid"/>
          </a:ln>
        </p:spPr>
      </p:sp>
      <p:sp>
        <p:nvSpPr>
          <p:cNvPr id="5" name="Blueprint grid">
            <a:extLst>
              <a:ext uri="{FF2B5EF4-FFF2-40B4-BE49-F238E27FC236}">
                <a16:creationId xmlns:a16="http://schemas.microsoft.com/office/drawing/2014/main" id="{A91C8EB9-0B9D-4834-B44F-95EBAAE277C8}"/>
              </a:ext>
            </a:extLst>
          </p:cNvPr>
          <p:cNvSpPr>
            <a:spLocks noGrp="1"/>
          </p:cNvSpPr>
          <p:nvPr/>
        </p:nvSpPr>
        <p:spPr>
          <a:xfrm>
            <a:off x="9722644" y="0"/>
            <a:ext cx="7144" cy="7715250"/>
          </a:xfrm>
          <a:prstGeom prst="rect">
            <a:avLst/>
          </a:prstGeom>
          <a:solidFill>
            <a:srgbClr val="0A2540">
              <a:alpha val="5000"/>
            </a:srgbClr>
          </a:solidFill>
          <a:ln w="0">
            <a:noFill/>
            <a:prstDash val="solid"/>
          </a:ln>
        </p:spPr>
      </p:sp>
      <p:sp>
        <p:nvSpPr>
          <p:cNvPr id="6" name="Blueprint grid">
            <a:extLst>
              <a:ext uri="{FF2B5EF4-FFF2-40B4-BE49-F238E27FC236}">
                <a16:creationId xmlns:a16="http://schemas.microsoft.com/office/drawing/2014/main" id="{39DEA385-7AAE-4CE6-836C-43D44CDD21C5}"/>
              </a:ext>
            </a:extLst>
          </p:cNvPr>
          <p:cNvSpPr>
            <a:spLocks noGrp="1"/>
          </p:cNvSpPr>
          <p:nvPr/>
        </p:nvSpPr>
        <p:spPr>
          <a:xfrm>
            <a:off x="10008394" y="0"/>
            <a:ext cx="7144" cy="7715250"/>
          </a:xfrm>
          <a:prstGeom prst="rect">
            <a:avLst/>
          </a:prstGeom>
          <a:solidFill>
            <a:srgbClr val="0A2540">
              <a:alpha val="5000"/>
            </a:srgbClr>
          </a:solidFill>
          <a:ln w="0">
            <a:noFill/>
            <a:prstDash val="solid"/>
          </a:ln>
        </p:spPr>
      </p:sp>
      <p:sp>
        <p:nvSpPr>
          <p:cNvPr id="7" name="Blueprint grid">
            <a:extLst>
              <a:ext uri="{FF2B5EF4-FFF2-40B4-BE49-F238E27FC236}">
                <a16:creationId xmlns:a16="http://schemas.microsoft.com/office/drawing/2014/main" id="{FC51FAB4-501B-4FF7-850B-77ABD4B0AA91}"/>
              </a:ext>
            </a:extLst>
          </p:cNvPr>
          <p:cNvSpPr>
            <a:spLocks noGrp="1"/>
          </p:cNvSpPr>
          <p:nvPr/>
        </p:nvSpPr>
        <p:spPr>
          <a:xfrm>
            <a:off x="10294144" y="0"/>
            <a:ext cx="7144" cy="7715250"/>
          </a:xfrm>
          <a:prstGeom prst="rect">
            <a:avLst/>
          </a:prstGeom>
          <a:solidFill>
            <a:srgbClr val="0A2540">
              <a:alpha val="5000"/>
            </a:srgbClr>
          </a:solidFill>
          <a:ln w="0">
            <a:noFill/>
            <a:prstDash val="solid"/>
          </a:ln>
        </p:spPr>
      </p:sp>
      <p:sp>
        <p:nvSpPr>
          <p:cNvPr id="8" name="Blueprint grid">
            <a:extLst>
              <a:ext uri="{FF2B5EF4-FFF2-40B4-BE49-F238E27FC236}">
                <a16:creationId xmlns:a16="http://schemas.microsoft.com/office/drawing/2014/main" id="{D83A46B8-CE3D-4566-9DA7-7AF66586A5F4}"/>
              </a:ext>
            </a:extLst>
          </p:cNvPr>
          <p:cNvSpPr>
            <a:spLocks noGrp="1"/>
          </p:cNvSpPr>
          <p:nvPr/>
        </p:nvSpPr>
        <p:spPr>
          <a:xfrm>
            <a:off x="10579894" y="0"/>
            <a:ext cx="7144" cy="7715250"/>
          </a:xfrm>
          <a:prstGeom prst="rect">
            <a:avLst/>
          </a:prstGeom>
          <a:solidFill>
            <a:srgbClr val="0A2540">
              <a:alpha val="5000"/>
            </a:srgbClr>
          </a:solidFill>
          <a:ln w="0">
            <a:noFill/>
            <a:prstDash val="solid"/>
          </a:ln>
        </p:spPr>
      </p:sp>
      <p:sp>
        <p:nvSpPr>
          <p:cNvPr id="9" name="Blueprint grid">
            <a:extLst>
              <a:ext uri="{FF2B5EF4-FFF2-40B4-BE49-F238E27FC236}">
                <a16:creationId xmlns:a16="http://schemas.microsoft.com/office/drawing/2014/main" id="{0499FF04-F226-4416-B530-5599EA0E7774}"/>
              </a:ext>
            </a:extLst>
          </p:cNvPr>
          <p:cNvSpPr>
            <a:spLocks noGrp="1"/>
          </p:cNvSpPr>
          <p:nvPr/>
        </p:nvSpPr>
        <p:spPr>
          <a:xfrm>
            <a:off x="10865644" y="0"/>
            <a:ext cx="7144" cy="7715250"/>
          </a:xfrm>
          <a:prstGeom prst="rect">
            <a:avLst/>
          </a:prstGeom>
          <a:solidFill>
            <a:srgbClr val="0A2540">
              <a:alpha val="5000"/>
            </a:srgbClr>
          </a:solidFill>
          <a:ln w="0">
            <a:noFill/>
            <a:prstDash val="solid"/>
          </a:ln>
        </p:spPr>
      </p:sp>
      <p:sp>
        <p:nvSpPr>
          <p:cNvPr id="10" name="Layout surface">
            <a:extLst>
              <a:ext uri="{FF2B5EF4-FFF2-40B4-BE49-F238E27FC236}">
                <a16:creationId xmlns:a16="http://schemas.microsoft.com/office/drawing/2014/main" id="{9D7A4EC0-1810-4E8B-838D-0EB62567E56E}"/>
              </a:ext>
            </a:extLst>
          </p:cNvPr>
          <p:cNvSpPr>
            <a:spLocks noGrp="1"/>
          </p:cNvSpPr>
          <p:nvPr/>
        </p:nvSpPr>
        <p:spPr>
          <a:xfrm>
            <a:off x="0" y="0"/>
            <a:ext cx="1428750" cy="35719"/>
          </a:xfrm>
          <a:prstGeom prst="rect">
            <a:avLst/>
          </a:prstGeom>
          <a:solidFill>
            <a:srgbClr val="0A2540"/>
          </a:solidFill>
          <a:ln w="0">
            <a:noFill/>
            <a:prstDash val="solid"/>
          </a:ln>
        </p:spPr>
      </p:sp>
      <p:sp>
        <p:nvSpPr>
          <p:cNvPr id="11" name="Layout surface">
            <a:extLst>
              <a:ext uri="{FF2B5EF4-FFF2-40B4-BE49-F238E27FC236}">
                <a16:creationId xmlns:a16="http://schemas.microsoft.com/office/drawing/2014/main" id="{690C33F9-3FE9-43AE-AAA0-851CE737FD68}"/>
              </a:ext>
            </a:extLst>
          </p:cNvPr>
          <p:cNvSpPr>
            <a:spLocks noGrp="1"/>
          </p:cNvSpPr>
          <p:nvPr/>
        </p:nvSpPr>
        <p:spPr>
          <a:xfrm>
            <a:off x="1428750" y="0"/>
            <a:ext cx="1000125" cy="35719"/>
          </a:xfrm>
          <a:prstGeom prst="rect">
            <a:avLst/>
          </a:prstGeom>
          <a:solidFill>
            <a:srgbClr val="1D4ED8"/>
          </a:solidFill>
          <a:ln w="0">
            <a:noFill/>
            <a:prstDash val="solid"/>
          </a:ln>
        </p:spPr>
      </p:sp>
      <p:sp>
        <p:nvSpPr>
          <p:cNvPr id="12" name="Layout surface">
            <a:extLst>
              <a:ext uri="{FF2B5EF4-FFF2-40B4-BE49-F238E27FC236}">
                <a16:creationId xmlns:a16="http://schemas.microsoft.com/office/drawing/2014/main" id="{589D7558-6FD9-4527-81C4-092BB859C15D}"/>
              </a:ext>
            </a:extLst>
          </p:cNvPr>
          <p:cNvSpPr>
            <a:spLocks noGrp="1"/>
          </p:cNvSpPr>
          <p:nvPr/>
        </p:nvSpPr>
        <p:spPr>
          <a:xfrm>
            <a:off x="2428875" y="0"/>
            <a:ext cx="11287125" cy="35719"/>
          </a:xfrm>
          <a:prstGeom prst="rect">
            <a:avLst/>
          </a:prstGeom>
          <a:solidFill>
            <a:srgbClr val="0A2540">
              <a:alpha val="16000"/>
            </a:srgbClr>
          </a:solidFill>
          <a:ln w="0">
            <a:noFill/>
            <a:prstDash val="solid"/>
          </a:ln>
        </p:spPr>
      </p:sp>
      <p:sp>
        <p:nvSpPr>
          <p:cNvPr id="13" name="Source layout 5">
            <a:extLst>
              <a:ext uri="{FF2B5EF4-FFF2-40B4-BE49-F238E27FC236}">
                <a16:creationId xmlns:a16="http://schemas.microsoft.com/office/drawing/2014/main" id="{B632549E-9CD0-44B9-9BD0-0A0121BA7CF2}"/>
              </a:ext>
            </a:extLst>
          </p:cNvPr>
          <p:cNvSpPr>
            <a:spLocks noGrp="1"/>
          </p:cNvSpPr>
          <p:nvPr/>
        </p:nvSpPr>
        <p:spPr>
          <a:xfrm>
            <a:off x="514350" y="600075"/>
            <a:ext cx="78581" cy="78581"/>
          </a:xfrm>
          <a:custGeom>
            <a:avLst/>
            <a:gdLst/>
            <a:ahLst/>
            <a:cxnLst/>
            <a:rect l="0" t="0" r="0" b="0"/>
            <a:pathLst>
              <a:path w="78581" h="78581">
                <a:moveTo>
                  <a:pt x="0" y="0"/>
                </a:moveTo>
                <a:lnTo>
                  <a:pt x="78581" y="0"/>
                </a:lnTo>
                <a:lnTo>
                  <a:pt x="78581" y="78581"/>
                </a:lnTo>
                <a:lnTo>
                  <a:pt x="0" y="78581"/>
                </a:lnTo>
                <a:close/>
              </a:path>
            </a:pathLst>
          </a:custGeom>
          <a:solidFill>
            <a:srgbClr val="1D4ED8"/>
          </a:solidFill>
          <a:ln w="7144">
            <a:noFill/>
            <a:prstDash val="solid"/>
          </a:ln>
        </p:spPr>
      </p:sp>
      <p:sp>
        <p:nvSpPr>
          <p:cNvPr id="14" name="Source layout 6">
            <a:extLst>
              <a:ext uri="{FF2B5EF4-FFF2-40B4-BE49-F238E27FC236}">
                <a16:creationId xmlns:a16="http://schemas.microsoft.com/office/drawing/2014/main" id="{3EC16538-D899-4724-B167-EB4055298D87}"/>
              </a:ext>
            </a:extLst>
          </p:cNvPr>
          <p:cNvSpPr>
            <a:spLocks noGrp="1"/>
          </p:cNvSpPr>
          <p:nvPr/>
        </p:nvSpPr>
        <p:spPr>
          <a:xfrm>
            <a:off x="8265318" y="4343400"/>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15" name="Source layout 7">
            <a:extLst>
              <a:ext uri="{FF2B5EF4-FFF2-40B4-BE49-F238E27FC236}">
                <a16:creationId xmlns:a16="http://schemas.microsoft.com/office/drawing/2014/main" id="{0EAC3021-726A-407A-AA43-E10492BC004C}"/>
              </a:ext>
            </a:extLst>
          </p:cNvPr>
          <p:cNvSpPr>
            <a:spLocks noGrp="1"/>
          </p:cNvSpPr>
          <p:nvPr/>
        </p:nvSpPr>
        <p:spPr>
          <a:xfrm>
            <a:off x="8268890" y="4346972"/>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16" name="Source layout 8">
            <a:extLst>
              <a:ext uri="{FF2B5EF4-FFF2-40B4-BE49-F238E27FC236}">
                <a16:creationId xmlns:a16="http://schemas.microsoft.com/office/drawing/2014/main" id="{9224416D-9B76-4C81-BB96-F09DC118BF54}"/>
              </a:ext>
            </a:extLst>
          </p:cNvPr>
          <p:cNvSpPr>
            <a:spLocks noGrp="1"/>
          </p:cNvSpPr>
          <p:nvPr/>
        </p:nvSpPr>
        <p:spPr>
          <a:xfrm>
            <a:off x="8265318" y="5072062"/>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17" name="Source layout 9">
            <a:extLst>
              <a:ext uri="{FF2B5EF4-FFF2-40B4-BE49-F238E27FC236}">
                <a16:creationId xmlns:a16="http://schemas.microsoft.com/office/drawing/2014/main" id="{C8FA49FE-CFAE-465F-A779-422519E4D6D5}"/>
              </a:ext>
            </a:extLst>
          </p:cNvPr>
          <p:cNvSpPr>
            <a:spLocks noGrp="1"/>
          </p:cNvSpPr>
          <p:nvPr/>
        </p:nvSpPr>
        <p:spPr>
          <a:xfrm>
            <a:off x="8268890" y="5075634"/>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18" name="Source layout 10">
            <a:extLst>
              <a:ext uri="{FF2B5EF4-FFF2-40B4-BE49-F238E27FC236}">
                <a16:creationId xmlns:a16="http://schemas.microsoft.com/office/drawing/2014/main" id="{B26D2A1B-3F41-44BD-9103-7AEB4F55D9E7}"/>
              </a:ext>
            </a:extLst>
          </p:cNvPr>
          <p:cNvSpPr>
            <a:spLocks noGrp="1"/>
          </p:cNvSpPr>
          <p:nvPr/>
        </p:nvSpPr>
        <p:spPr>
          <a:xfrm>
            <a:off x="8265318" y="5793581"/>
            <a:ext cx="328612" cy="328612"/>
          </a:xfrm>
          <a:custGeom>
            <a:avLst/>
            <a:gdLst/>
            <a:ahLst/>
            <a:cxnLst/>
            <a:rect l="0" t="0" r="0" b="0"/>
            <a:pathLst>
              <a:path w="328612" h="328612">
                <a:moveTo>
                  <a:pt x="0" y="0"/>
                </a:moveTo>
                <a:lnTo>
                  <a:pt x="328612" y="0"/>
                </a:lnTo>
                <a:lnTo>
                  <a:pt x="328612" y="328612"/>
                </a:lnTo>
                <a:lnTo>
                  <a:pt x="0" y="328612"/>
                </a:lnTo>
                <a:close/>
              </a:path>
            </a:pathLst>
          </a:custGeom>
          <a:solidFill>
            <a:srgbClr val="FFFFFF"/>
          </a:solidFill>
          <a:ln w="7144">
            <a:noFill/>
            <a:prstDash val="solid"/>
          </a:ln>
        </p:spPr>
      </p:sp>
      <p:sp>
        <p:nvSpPr>
          <p:cNvPr id="19" name="Source layout 11">
            <a:extLst>
              <a:ext uri="{FF2B5EF4-FFF2-40B4-BE49-F238E27FC236}">
                <a16:creationId xmlns:a16="http://schemas.microsoft.com/office/drawing/2014/main" id="{7923FEC1-5805-49CA-A2E8-1837AAE1120E}"/>
              </a:ext>
            </a:extLst>
          </p:cNvPr>
          <p:cNvSpPr>
            <a:spLocks noGrp="1"/>
          </p:cNvSpPr>
          <p:nvPr/>
        </p:nvSpPr>
        <p:spPr>
          <a:xfrm>
            <a:off x="8268890" y="5797153"/>
            <a:ext cx="321469" cy="321469"/>
          </a:xfrm>
          <a:custGeom>
            <a:avLst/>
            <a:gdLst/>
            <a:ahLst/>
            <a:cxnLst/>
            <a:rect l="0" t="0" r="0" b="0"/>
            <a:pathLst>
              <a:path w="321469" h="321469">
                <a:moveTo>
                  <a:pt x="0" y="0"/>
                </a:moveTo>
                <a:lnTo>
                  <a:pt x="321469" y="0"/>
                </a:lnTo>
                <a:lnTo>
                  <a:pt x="321469" y="321469"/>
                </a:lnTo>
                <a:lnTo>
                  <a:pt x="0" y="321469"/>
                </a:lnTo>
                <a:close/>
              </a:path>
            </a:pathLst>
          </a:custGeom>
          <a:noFill/>
          <a:ln w="7144">
            <a:solidFill>
              <a:srgbClr val="0A2540"/>
            </a:solidFill>
            <a:prstDash val="solid"/>
          </a:ln>
        </p:spPr>
      </p:sp>
      <p:sp>
        <p:nvSpPr>
          <p:cNvPr id="20" name="Source layout 12">
            <a:extLst>
              <a:ext uri="{FF2B5EF4-FFF2-40B4-BE49-F238E27FC236}">
                <a16:creationId xmlns:a16="http://schemas.microsoft.com/office/drawing/2014/main" id="{C300EDAB-47D2-4471-9ED9-A050E607FBFE}"/>
              </a:ext>
            </a:extLst>
          </p:cNvPr>
          <p:cNvSpPr>
            <a:spLocks noGrp="1"/>
          </p:cNvSpPr>
          <p:nvPr/>
        </p:nvSpPr>
        <p:spPr>
          <a:xfrm>
            <a:off x="514350" y="1357312"/>
            <a:ext cx="7408068" cy="5543550"/>
          </a:xfrm>
          <a:custGeom>
            <a:avLst/>
            <a:gdLst/>
            <a:ahLst/>
            <a:cxnLst/>
            <a:rect l="0" t="0" r="0" b="0"/>
            <a:pathLst>
              <a:path w="7408068" h="5543550">
                <a:moveTo>
                  <a:pt x="0" y="0"/>
                </a:moveTo>
                <a:lnTo>
                  <a:pt x="7408068" y="0"/>
                </a:lnTo>
                <a:lnTo>
                  <a:pt x="7408068" y="5543550"/>
                </a:lnTo>
                <a:lnTo>
                  <a:pt x="0" y="5543550"/>
                </a:lnTo>
                <a:close/>
              </a:path>
            </a:pathLst>
          </a:custGeom>
          <a:solidFill>
            <a:srgbClr val="FFFFFF"/>
          </a:solidFill>
          <a:ln w="7144">
            <a:noFill/>
            <a:prstDash val="solid"/>
          </a:ln>
        </p:spPr>
      </p:sp>
      <p:sp>
        <p:nvSpPr>
          <p:cNvPr id="21" name="Source layout 13">
            <a:extLst>
              <a:ext uri="{FF2B5EF4-FFF2-40B4-BE49-F238E27FC236}">
                <a16:creationId xmlns:a16="http://schemas.microsoft.com/office/drawing/2014/main" id="{08263807-8CA7-4BF1-938B-812418E53844}"/>
              </a:ext>
            </a:extLst>
          </p:cNvPr>
          <p:cNvSpPr>
            <a:spLocks noGrp="1"/>
          </p:cNvSpPr>
          <p:nvPr/>
        </p:nvSpPr>
        <p:spPr>
          <a:xfrm>
            <a:off x="517922" y="1360884"/>
            <a:ext cx="7400925" cy="5536406"/>
          </a:xfrm>
          <a:custGeom>
            <a:avLst/>
            <a:gdLst/>
            <a:ahLst/>
            <a:cxnLst/>
            <a:rect l="0" t="0" r="0" b="0"/>
            <a:pathLst>
              <a:path w="7400925" h="5536406">
                <a:moveTo>
                  <a:pt x="0" y="0"/>
                </a:moveTo>
                <a:lnTo>
                  <a:pt x="7400925" y="0"/>
                </a:lnTo>
                <a:lnTo>
                  <a:pt x="7400925" y="5536406"/>
                </a:lnTo>
                <a:lnTo>
                  <a:pt x="0" y="5536406"/>
                </a:lnTo>
                <a:close/>
              </a:path>
            </a:pathLst>
          </a:custGeom>
          <a:noFill/>
          <a:ln w="7144">
            <a:solidFill>
              <a:srgbClr val="0A2540">
                <a:alpha val="34120"/>
              </a:srgbClr>
            </a:solidFill>
            <a:prstDash val="solid"/>
          </a:ln>
        </p:spPr>
      </p:sp>
      <p:sp>
        <p:nvSpPr>
          <p:cNvPr id="22" name="Source layout 56">
            <a:extLst>
              <a:ext uri="{FF2B5EF4-FFF2-40B4-BE49-F238E27FC236}">
                <a16:creationId xmlns:a16="http://schemas.microsoft.com/office/drawing/2014/main" id="{778CCA01-E041-4897-AFC4-5DD61E44B080}"/>
              </a:ext>
            </a:extLst>
          </p:cNvPr>
          <p:cNvSpPr>
            <a:spLocks noGrp="1"/>
          </p:cNvSpPr>
          <p:nvPr/>
        </p:nvSpPr>
        <p:spPr>
          <a:xfrm>
            <a:off x="521494" y="1364456"/>
            <a:ext cx="3293269" cy="257175"/>
          </a:xfrm>
          <a:custGeom>
            <a:avLst/>
            <a:gdLst/>
            <a:ahLst/>
            <a:cxnLst/>
            <a:rect l="0" t="0" r="0" b="0"/>
            <a:pathLst>
              <a:path w="3293269" h="257175">
                <a:moveTo>
                  <a:pt x="0" y="0"/>
                </a:moveTo>
                <a:lnTo>
                  <a:pt x="3293269" y="0"/>
                </a:lnTo>
                <a:lnTo>
                  <a:pt x="3293269" y="257175"/>
                </a:lnTo>
                <a:lnTo>
                  <a:pt x="0" y="257175"/>
                </a:lnTo>
                <a:close/>
              </a:path>
            </a:pathLst>
          </a:custGeom>
          <a:solidFill>
            <a:srgbClr val="0A2540"/>
          </a:solidFill>
          <a:ln w="7144">
            <a:noFill/>
            <a:prstDash val="solid"/>
          </a:ln>
        </p:spPr>
      </p:sp>
      <p:sp>
        <p:nvSpPr>
          <p:cNvPr id="23" name="Source layout 57">
            <a:extLst>
              <a:ext uri="{FF2B5EF4-FFF2-40B4-BE49-F238E27FC236}">
                <a16:creationId xmlns:a16="http://schemas.microsoft.com/office/drawing/2014/main" id="{AD12D17A-F171-460D-9463-BB9E6B71B6B4}"/>
              </a:ext>
            </a:extLst>
          </p:cNvPr>
          <p:cNvSpPr>
            <a:spLocks noGrp="1"/>
          </p:cNvSpPr>
          <p:nvPr/>
        </p:nvSpPr>
        <p:spPr>
          <a:xfrm>
            <a:off x="514350" y="7250906"/>
            <a:ext cx="12687299" cy="7144"/>
          </a:xfrm>
          <a:custGeom>
            <a:avLst/>
            <a:gdLst/>
            <a:ahLst/>
            <a:cxnLst/>
            <a:rect l="0" t="0" r="0" b="0"/>
            <a:pathLst>
              <a:path w="12687299" h="7144">
                <a:moveTo>
                  <a:pt x="0" y="0"/>
                </a:moveTo>
                <a:lnTo>
                  <a:pt x="12687299" y="0"/>
                </a:lnTo>
                <a:lnTo>
                  <a:pt x="12687299" y="7144"/>
                </a:lnTo>
                <a:lnTo>
                  <a:pt x="0" y="7144"/>
                </a:lnTo>
                <a:close/>
              </a:path>
            </a:pathLst>
          </a:custGeom>
          <a:solidFill>
            <a:srgbClr val="0A2540">
              <a:alpha val="16080"/>
            </a:srgbClr>
          </a:solidFill>
          <a:ln w="7144">
            <a:noFill/>
            <a:prstDash val="solid"/>
          </a:ln>
        </p:spPr>
      </p:sp>
      <p:grpSp>
        <p:nvGrpSpPr>
          <p:cNvPr id="177" name="Editable diagram: f7-q53"/>
          <p:cNvGrpSpPr/>
          <p:nvPr/>
        </p:nvGrpSpPr>
        <p:grpSpPr>
          <a:xfrm>
            <a:off x="1001093" y="2410073"/>
            <a:ext cx="6579426" cy="3948493"/>
            <a:chOff x="1001093" y="2410073"/>
            <a:chExt cx="6579426" cy="3948493"/>
          </a:xfrm>
        </p:grpSpPr>
        <p:sp>
          <p:nvSpPr>
            <p:cNvPr id="24" name="f7-q53 · line 1">
              <a:extLst>
                <a:ext uri="{FF2B5EF4-FFF2-40B4-BE49-F238E27FC236}">
                  <a16:creationId xmlns:a16="http://schemas.microsoft.com/office/drawing/2014/main" id="{8DAEE93D-50F8-41B2-B5A6-55A9E7C173B0}"/>
                </a:ext>
              </a:extLst>
            </p:cNvPr>
            <p:cNvSpPr>
              <a:spLocks noGrp="1"/>
            </p:cNvSpPr>
            <p:nvPr/>
          </p:nvSpPr>
          <p:spPr>
            <a:xfrm>
              <a:off x="1788823" y="5311994"/>
              <a:ext cx="4857671" cy="95"/>
            </a:xfrm>
            <a:custGeom>
              <a:avLst/>
              <a:gdLst/>
              <a:ahLst/>
              <a:cxnLst/>
              <a:rect l="0" t="0" r="0" b="0"/>
              <a:pathLst>
                <a:path w="4857671" h="95">
                  <a:moveTo>
                    <a:pt x="0" y="0"/>
                  </a:moveTo>
                  <a:lnTo>
                    <a:pt x="4857671" y="0"/>
                  </a:lnTo>
                </a:path>
              </a:pathLst>
            </a:custGeom>
            <a:noFill/>
            <a:ln w="13129">
              <a:solidFill>
                <a:srgbClr val="0A2540"/>
              </a:solidFill>
              <a:prstDash val="solid"/>
            </a:ln>
          </p:spPr>
        </p:sp>
        <p:sp>
          <p:nvSpPr>
            <p:cNvPr id="25" name="f7-q53 · line 2">
              <a:extLst>
                <a:ext uri="{FF2B5EF4-FFF2-40B4-BE49-F238E27FC236}">
                  <a16:creationId xmlns:a16="http://schemas.microsoft.com/office/drawing/2014/main" id="{D2C3D2BE-3BC9-4F23-8210-01753196CDD5}"/>
                </a:ext>
              </a:extLst>
            </p:cNvPr>
            <p:cNvSpPr>
              <a:spLocks noGrp="1"/>
            </p:cNvSpPr>
            <p:nvPr/>
          </p:nvSpPr>
          <p:spPr>
            <a:xfrm>
              <a:off x="1788823" y="2554938"/>
              <a:ext cx="95" cy="2757057"/>
            </a:xfrm>
            <a:custGeom>
              <a:avLst/>
              <a:gdLst/>
              <a:ahLst/>
              <a:cxnLst/>
              <a:rect l="0" t="0" r="0" b="0"/>
              <a:pathLst>
                <a:path w="95" h="2757057">
                  <a:moveTo>
                    <a:pt x="0" y="2757057"/>
                  </a:moveTo>
                  <a:lnTo>
                    <a:pt x="0" y="0"/>
                  </a:lnTo>
                </a:path>
              </a:pathLst>
            </a:custGeom>
            <a:noFill/>
            <a:ln w="13129">
              <a:solidFill>
                <a:srgbClr val="0A2540"/>
              </a:solidFill>
              <a:prstDash val="solid"/>
            </a:ln>
          </p:spPr>
        </p:sp>
        <p:sp>
          <p:nvSpPr>
            <p:cNvPr id="26" name="f7-q53 · line 3">
              <a:extLst>
                <a:ext uri="{FF2B5EF4-FFF2-40B4-BE49-F238E27FC236}">
                  <a16:creationId xmlns:a16="http://schemas.microsoft.com/office/drawing/2014/main" id="{2A9DED73-3575-4380-8FC3-A750B6951220}"/>
                </a:ext>
              </a:extLst>
            </p:cNvPr>
            <p:cNvSpPr>
              <a:spLocks noGrp="1"/>
            </p:cNvSpPr>
            <p:nvPr/>
          </p:nvSpPr>
          <p:spPr>
            <a:xfrm>
              <a:off x="2760357" y="5311994"/>
              <a:ext cx="95" cy="45951"/>
            </a:xfrm>
            <a:custGeom>
              <a:avLst/>
              <a:gdLst/>
              <a:ahLst/>
              <a:cxnLst/>
              <a:rect l="0" t="0" r="0" b="0"/>
              <a:pathLst>
                <a:path w="95" h="45951">
                  <a:moveTo>
                    <a:pt x="0" y="0"/>
                  </a:moveTo>
                  <a:lnTo>
                    <a:pt x="0" y="45951"/>
                  </a:lnTo>
                </a:path>
              </a:pathLst>
            </a:custGeom>
            <a:noFill/>
            <a:ln w="10503">
              <a:solidFill>
                <a:srgbClr val="0A2540"/>
              </a:solidFill>
              <a:prstDash val="solid"/>
            </a:ln>
          </p:spPr>
        </p:sp>
        <p:sp>
          <p:nvSpPr>
            <p:cNvPr id="27" name="f7-q53 · line 4">
              <a:extLst>
                <a:ext uri="{FF2B5EF4-FFF2-40B4-BE49-F238E27FC236}">
                  <a16:creationId xmlns:a16="http://schemas.microsoft.com/office/drawing/2014/main" id="{9A0FB820-482F-488B-8F64-CDEA011BF32A}"/>
                </a:ext>
              </a:extLst>
            </p:cNvPr>
            <p:cNvSpPr>
              <a:spLocks noGrp="1"/>
            </p:cNvSpPr>
            <p:nvPr/>
          </p:nvSpPr>
          <p:spPr>
            <a:xfrm>
              <a:off x="3731891" y="5311994"/>
              <a:ext cx="95" cy="45951"/>
            </a:xfrm>
            <a:custGeom>
              <a:avLst/>
              <a:gdLst/>
              <a:ahLst/>
              <a:cxnLst/>
              <a:rect l="0" t="0" r="0" b="0"/>
              <a:pathLst>
                <a:path w="95" h="45951">
                  <a:moveTo>
                    <a:pt x="0" y="0"/>
                  </a:moveTo>
                  <a:lnTo>
                    <a:pt x="0" y="45951"/>
                  </a:lnTo>
                </a:path>
              </a:pathLst>
            </a:custGeom>
            <a:noFill/>
            <a:ln w="10503">
              <a:solidFill>
                <a:srgbClr val="0A2540"/>
              </a:solidFill>
              <a:prstDash val="solid"/>
            </a:ln>
          </p:spPr>
        </p:sp>
        <p:sp>
          <p:nvSpPr>
            <p:cNvPr id="28" name="f7-q53 · line 5">
              <a:extLst>
                <a:ext uri="{FF2B5EF4-FFF2-40B4-BE49-F238E27FC236}">
                  <a16:creationId xmlns:a16="http://schemas.microsoft.com/office/drawing/2014/main" id="{86213F3A-BE99-4C3A-BC49-C0990F61BDA8}"/>
                </a:ext>
              </a:extLst>
            </p:cNvPr>
            <p:cNvSpPr>
              <a:spLocks noGrp="1"/>
            </p:cNvSpPr>
            <p:nvPr/>
          </p:nvSpPr>
          <p:spPr>
            <a:xfrm>
              <a:off x="4703426" y="5311994"/>
              <a:ext cx="95" cy="45951"/>
            </a:xfrm>
            <a:custGeom>
              <a:avLst/>
              <a:gdLst/>
              <a:ahLst/>
              <a:cxnLst/>
              <a:rect l="0" t="0" r="0" b="0"/>
              <a:pathLst>
                <a:path w="95" h="45951">
                  <a:moveTo>
                    <a:pt x="0" y="0"/>
                  </a:moveTo>
                  <a:lnTo>
                    <a:pt x="0" y="45951"/>
                  </a:lnTo>
                </a:path>
              </a:pathLst>
            </a:custGeom>
            <a:noFill/>
            <a:ln w="10503">
              <a:solidFill>
                <a:srgbClr val="0A2540"/>
              </a:solidFill>
              <a:prstDash val="solid"/>
            </a:ln>
          </p:spPr>
        </p:sp>
        <p:sp>
          <p:nvSpPr>
            <p:cNvPr id="29" name="f7-q53 · line 6">
              <a:extLst>
                <a:ext uri="{FF2B5EF4-FFF2-40B4-BE49-F238E27FC236}">
                  <a16:creationId xmlns:a16="http://schemas.microsoft.com/office/drawing/2014/main" id="{2925B914-65A6-4B61-935D-08FBFF26A775}"/>
                </a:ext>
              </a:extLst>
            </p:cNvPr>
            <p:cNvSpPr>
              <a:spLocks noGrp="1"/>
            </p:cNvSpPr>
            <p:nvPr/>
          </p:nvSpPr>
          <p:spPr>
            <a:xfrm>
              <a:off x="5674960" y="5311994"/>
              <a:ext cx="95" cy="45951"/>
            </a:xfrm>
            <a:custGeom>
              <a:avLst/>
              <a:gdLst/>
              <a:ahLst/>
              <a:cxnLst/>
              <a:rect l="0" t="0" r="0" b="0"/>
              <a:pathLst>
                <a:path w="95" h="45951">
                  <a:moveTo>
                    <a:pt x="0" y="0"/>
                  </a:moveTo>
                  <a:lnTo>
                    <a:pt x="0" y="45951"/>
                  </a:lnTo>
                </a:path>
              </a:pathLst>
            </a:custGeom>
            <a:noFill/>
            <a:ln w="10503">
              <a:solidFill>
                <a:srgbClr val="0A2540"/>
              </a:solidFill>
              <a:prstDash val="solid"/>
            </a:ln>
          </p:spPr>
        </p:sp>
        <p:sp>
          <p:nvSpPr>
            <p:cNvPr id="30" name="f7-q53 · line 7">
              <a:extLst>
                <a:ext uri="{FF2B5EF4-FFF2-40B4-BE49-F238E27FC236}">
                  <a16:creationId xmlns:a16="http://schemas.microsoft.com/office/drawing/2014/main" id="{0DEE13C7-0131-4B1A-8A97-4DF31F26BE99}"/>
                </a:ext>
              </a:extLst>
            </p:cNvPr>
            <p:cNvSpPr>
              <a:spLocks noGrp="1"/>
            </p:cNvSpPr>
            <p:nvPr/>
          </p:nvSpPr>
          <p:spPr>
            <a:xfrm>
              <a:off x="6646494" y="5311994"/>
              <a:ext cx="95" cy="45951"/>
            </a:xfrm>
            <a:custGeom>
              <a:avLst/>
              <a:gdLst/>
              <a:ahLst/>
              <a:cxnLst/>
              <a:rect l="0" t="0" r="0" b="0"/>
              <a:pathLst>
                <a:path w="95" h="45951">
                  <a:moveTo>
                    <a:pt x="0" y="0"/>
                  </a:moveTo>
                  <a:lnTo>
                    <a:pt x="0" y="45951"/>
                  </a:lnTo>
                </a:path>
              </a:pathLst>
            </a:custGeom>
            <a:noFill/>
            <a:ln w="10503">
              <a:solidFill>
                <a:srgbClr val="0A2540"/>
              </a:solidFill>
              <a:prstDash val="solid"/>
            </a:ln>
          </p:spPr>
        </p:sp>
        <p:sp>
          <p:nvSpPr>
            <p:cNvPr id="31" name="f7-q53 · line 8">
              <a:extLst>
                <a:ext uri="{FF2B5EF4-FFF2-40B4-BE49-F238E27FC236}">
                  <a16:creationId xmlns:a16="http://schemas.microsoft.com/office/drawing/2014/main" id="{A9F1665D-5202-4114-9E5B-D86F60B776ED}"/>
                </a:ext>
              </a:extLst>
            </p:cNvPr>
            <p:cNvSpPr>
              <a:spLocks noGrp="1"/>
            </p:cNvSpPr>
            <p:nvPr/>
          </p:nvSpPr>
          <p:spPr>
            <a:xfrm>
              <a:off x="1742872" y="4918129"/>
              <a:ext cx="45951" cy="95"/>
            </a:xfrm>
            <a:custGeom>
              <a:avLst/>
              <a:gdLst/>
              <a:ahLst/>
              <a:cxnLst/>
              <a:rect l="0" t="0" r="0" b="0"/>
              <a:pathLst>
                <a:path w="45951" h="95">
                  <a:moveTo>
                    <a:pt x="45951" y="0"/>
                  </a:moveTo>
                  <a:lnTo>
                    <a:pt x="0" y="0"/>
                  </a:lnTo>
                </a:path>
              </a:pathLst>
            </a:custGeom>
            <a:noFill/>
            <a:ln w="10503">
              <a:solidFill>
                <a:srgbClr val="0A2540"/>
              </a:solidFill>
              <a:prstDash val="solid"/>
            </a:ln>
          </p:spPr>
        </p:sp>
        <p:sp>
          <p:nvSpPr>
            <p:cNvPr id="32" name="f7-q53 · line 9">
              <a:extLst>
                <a:ext uri="{FF2B5EF4-FFF2-40B4-BE49-F238E27FC236}">
                  <a16:creationId xmlns:a16="http://schemas.microsoft.com/office/drawing/2014/main" id="{86020C92-2F36-486E-A173-63745720A1A4}"/>
                </a:ext>
              </a:extLst>
            </p:cNvPr>
            <p:cNvSpPr>
              <a:spLocks noGrp="1"/>
            </p:cNvSpPr>
            <p:nvPr/>
          </p:nvSpPr>
          <p:spPr>
            <a:xfrm>
              <a:off x="1742872" y="4524264"/>
              <a:ext cx="45951" cy="95"/>
            </a:xfrm>
            <a:custGeom>
              <a:avLst/>
              <a:gdLst/>
              <a:ahLst/>
              <a:cxnLst/>
              <a:rect l="0" t="0" r="0" b="0"/>
              <a:pathLst>
                <a:path w="45951" h="95">
                  <a:moveTo>
                    <a:pt x="45951" y="0"/>
                  </a:moveTo>
                  <a:lnTo>
                    <a:pt x="0" y="0"/>
                  </a:lnTo>
                </a:path>
              </a:pathLst>
            </a:custGeom>
            <a:noFill/>
            <a:ln w="10503">
              <a:solidFill>
                <a:srgbClr val="0A2540"/>
              </a:solidFill>
              <a:prstDash val="solid"/>
            </a:ln>
          </p:spPr>
        </p:sp>
        <p:sp>
          <p:nvSpPr>
            <p:cNvPr id="33" name="f7-q53 · line 10">
              <a:extLst>
                <a:ext uri="{FF2B5EF4-FFF2-40B4-BE49-F238E27FC236}">
                  <a16:creationId xmlns:a16="http://schemas.microsoft.com/office/drawing/2014/main" id="{CBEC4427-5A04-403B-9FBA-E77606F1C398}"/>
                </a:ext>
              </a:extLst>
            </p:cNvPr>
            <p:cNvSpPr>
              <a:spLocks noGrp="1"/>
            </p:cNvSpPr>
            <p:nvPr/>
          </p:nvSpPr>
          <p:spPr>
            <a:xfrm>
              <a:off x="1742872" y="4130398"/>
              <a:ext cx="45951" cy="95"/>
            </a:xfrm>
            <a:custGeom>
              <a:avLst/>
              <a:gdLst/>
              <a:ahLst/>
              <a:cxnLst/>
              <a:rect l="0" t="0" r="0" b="0"/>
              <a:pathLst>
                <a:path w="45951" h="95">
                  <a:moveTo>
                    <a:pt x="45951" y="0"/>
                  </a:moveTo>
                  <a:lnTo>
                    <a:pt x="0" y="0"/>
                  </a:lnTo>
                </a:path>
              </a:pathLst>
            </a:custGeom>
            <a:noFill/>
            <a:ln w="10503">
              <a:solidFill>
                <a:srgbClr val="0A2540"/>
              </a:solidFill>
              <a:prstDash val="solid"/>
            </a:ln>
          </p:spPr>
        </p:sp>
        <p:sp>
          <p:nvSpPr>
            <p:cNvPr id="34" name="f7-q53 · line 11">
              <a:extLst>
                <a:ext uri="{FF2B5EF4-FFF2-40B4-BE49-F238E27FC236}">
                  <a16:creationId xmlns:a16="http://schemas.microsoft.com/office/drawing/2014/main" id="{946280F8-8B7B-428C-99A0-2E06759949B3}"/>
                </a:ext>
              </a:extLst>
            </p:cNvPr>
            <p:cNvSpPr>
              <a:spLocks noGrp="1"/>
            </p:cNvSpPr>
            <p:nvPr/>
          </p:nvSpPr>
          <p:spPr>
            <a:xfrm>
              <a:off x="1742872" y="3736533"/>
              <a:ext cx="45951" cy="95"/>
            </a:xfrm>
            <a:custGeom>
              <a:avLst/>
              <a:gdLst/>
              <a:ahLst/>
              <a:cxnLst/>
              <a:rect l="0" t="0" r="0" b="0"/>
              <a:pathLst>
                <a:path w="45951" h="95">
                  <a:moveTo>
                    <a:pt x="45951" y="0"/>
                  </a:moveTo>
                  <a:lnTo>
                    <a:pt x="0" y="0"/>
                  </a:lnTo>
                </a:path>
              </a:pathLst>
            </a:custGeom>
            <a:noFill/>
            <a:ln w="10503">
              <a:solidFill>
                <a:srgbClr val="0A2540"/>
              </a:solidFill>
              <a:prstDash val="solid"/>
            </a:ln>
          </p:spPr>
        </p:sp>
        <p:sp>
          <p:nvSpPr>
            <p:cNvPr id="35" name="f7-q53 · line 12">
              <a:extLst>
                <a:ext uri="{FF2B5EF4-FFF2-40B4-BE49-F238E27FC236}">
                  <a16:creationId xmlns:a16="http://schemas.microsoft.com/office/drawing/2014/main" id="{CDB7E800-E8DA-44DC-A02D-C9B7E62B194D}"/>
                </a:ext>
              </a:extLst>
            </p:cNvPr>
            <p:cNvSpPr>
              <a:spLocks noGrp="1"/>
            </p:cNvSpPr>
            <p:nvPr/>
          </p:nvSpPr>
          <p:spPr>
            <a:xfrm>
              <a:off x="1742872" y="3342668"/>
              <a:ext cx="45951" cy="95"/>
            </a:xfrm>
            <a:custGeom>
              <a:avLst/>
              <a:gdLst/>
              <a:ahLst/>
              <a:cxnLst/>
              <a:rect l="0" t="0" r="0" b="0"/>
              <a:pathLst>
                <a:path w="45951" h="95">
                  <a:moveTo>
                    <a:pt x="45951" y="0"/>
                  </a:moveTo>
                  <a:lnTo>
                    <a:pt x="0" y="0"/>
                  </a:lnTo>
                </a:path>
              </a:pathLst>
            </a:custGeom>
            <a:noFill/>
            <a:ln w="10503">
              <a:solidFill>
                <a:srgbClr val="0A2540"/>
              </a:solidFill>
              <a:prstDash val="solid"/>
            </a:ln>
          </p:spPr>
        </p:sp>
        <p:sp>
          <p:nvSpPr>
            <p:cNvPr id="36" name="f7-q53 · line 13">
              <a:extLst>
                <a:ext uri="{FF2B5EF4-FFF2-40B4-BE49-F238E27FC236}">
                  <a16:creationId xmlns:a16="http://schemas.microsoft.com/office/drawing/2014/main" id="{4F94D454-9039-4617-B897-275D31E3AB2F}"/>
                </a:ext>
              </a:extLst>
            </p:cNvPr>
            <p:cNvSpPr>
              <a:spLocks noGrp="1"/>
            </p:cNvSpPr>
            <p:nvPr/>
          </p:nvSpPr>
          <p:spPr>
            <a:xfrm>
              <a:off x="1742872" y="2948803"/>
              <a:ext cx="45951" cy="95"/>
            </a:xfrm>
            <a:custGeom>
              <a:avLst/>
              <a:gdLst/>
              <a:ahLst/>
              <a:cxnLst/>
              <a:rect l="0" t="0" r="0" b="0"/>
              <a:pathLst>
                <a:path w="45951" h="95">
                  <a:moveTo>
                    <a:pt x="45951" y="0"/>
                  </a:moveTo>
                  <a:lnTo>
                    <a:pt x="0" y="0"/>
                  </a:lnTo>
                </a:path>
              </a:pathLst>
            </a:custGeom>
            <a:noFill/>
            <a:ln w="10503">
              <a:solidFill>
                <a:srgbClr val="0A2540"/>
              </a:solidFill>
              <a:prstDash val="solid"/>
            </a:ln>
          </p:spPr>
        </p:sp>
        <p:sp>
          <p:nvSpPr>
            <p:cNvPr id="37" name="f7-q53 · polygon 14">
              <a:extLst>
                <a:ext uri="{FF2B5EF4-FFF2-40B4-BE49-F238E27FC236}">
                  <a16:creationId xmlns:a16="http://schemas.microsoft.com/office/drawing/2014/main" id="{B3981B9A-ECF6-4E7D-92BA-F23ECD8B8C01}"/>
                </a:ext>
              </a:extLst>
            </p:cNvPr>
            <p:cNvSpPr>
              <a:spLocks noGrp="1"/>
            </p:cNvSpPr>
            <p:nvPr/>
          </p:nvSpPr>
          <p:spPr>
            <a:xfrm>
              <a:off x="1788823" y="3736533"/>
              <a:ext cx="3400370" cy="393865"/>
            </a:xfrm>
            <a:custGeom>
              <a:avLst/>
              <a:gdLst/>
              <a:ahLst/>
              <a:cxnLst/>
              <a:rect l="0" t="0" r="0" b="0"/>
              <a:pathLst>
                <a:path w="3400370" h="393865">
                  <a:moveTo>
                    <a:pt x="0" y="393865"/>
                  </a:moveTo>
                  <a:lnTo>
                    <a:pt x="3400370" y="393865"/>
                  </a:lnTo>
                  <a:lnTo>
                    <a:pt x="2914603" y="0"/>
                  </a:lnTo>
                  <a:lnTo>
                    <a:pt x="0" y="0"/>
                  </a:lnTo>
                  <a:close/>
                </a:path>
              </a:pathLst>
            </a:custGeom>
            <a:solidFill>
              <a:srgbClr val="1D4ED8">
                <a:alpha val="14000"/>
              </a:srgbClr>
            </a:solidFill>
            <a:ln w="13129">
              <a:solidFill>
                <a:srgbClr val="1D4ED8"/>
              </a:solidFill>
              <a:prstDash val="dash"/>
            </a:ln>
          </p:spPr>
        </p:sp>
        <p:sp>
          <p:nvSpPr>
            <p:cNvPr id="38" name="f7-q53 · polygon 15">
              <a:extLst>
                <a:ext uri="{FF2B5EF4-FFF2-40B4-BE49-F238E27FC236}">
                  <a16:creationId xmlns:a16="http://schemas.microsoft.com/office/drawing/2014/main" id="{29C9C87A-1B17-4914-8051-6931EE8C8E4D}"/>
                </a:ext>
              </a:extLst>
            </p:cNvPr>
            <p:cNvSpPr>
              <a:spLocks noGrp="1"/>
            </p:cNvSpPr>
            <p:nvPr/>
          </p:nvSpPr>
          <p:spPr>
            <a:xfrm>
              <a:off x="1788823" y="3736533"/>
              <a:ext cx="2428836" cy="393865"/>
            </a:xfrm>
            <a:custGeom>
              <a:avLst/>
              <a:gdLst/>
              <a:ahLst/>
              <a:cxnLst/>
              <a:rect l="0" t="0" r="0" b="0"/>
              <a:pathLst>
                <a:path w="2428836" h="393865">
                  <a:moveTo>
                    <a:pt x="0" y="393865"/>
                  </a:moveTo>
                  <a:lnTo>
                    <a:pt x="1943068" y="393865"/>
                  </a:lnTo>
                  <a:lnTo>
                    <a:pt x="2428836" y="0"/>
                  </a:lnTo>
                  <a:lnTo>
                    <a:pt x="0" y="0"/>
                  </a:lnTo>
                  <a:close/>
                </a:path>
              </a:pathLst>
            </a:custGeom>
            <a:solidFill>
              <a:srgbClr val="0E9F6E">
                <a:alpha val="38000"/>
              </a:srgbClr>
            </a:solidFill>
            <a:ln w="13129">
              <a:solidFill>
                <a:srgbClr val="0E9F6E"/>
              </a:solidFill>
              <a:prstDash val="dash"/>
            </a:ln>
          </p:spPr>
        </p:sp>
        <p:sp>
          <p:nvSpPr>
            <p:cNvPr id="39" name="f7-q53 · line 16">
              <a:extLst>
                <a:ext uri="{FF2B5EF4-FFF2-40B4-BE49-F238E27FC236}">
                  <a16:creationId xmlns:a16="http://schemas.microsoft.com/office/drawing/2014/main" id="{E1495963-A59E-4B9B-96A8-942C3E8F8866}"/>
                </a:ext>
              </a:extLst>
            </p:cNvPr>
            <p:cNvSpPr>
              <a:spLocks noGrp="1"/>
            </p:cNvSpPr>
            <p:nvPr/>
          </p:nvSpPr>
          <p:spPr>
            <a:xfrm>
              <a:off x="3246124" y="2554938"/>
              <a:ext cx="3400370" cy="2757057"/>
            </a:xfrm>
            <a:custGeom>
              <a:avLst/>
              <a:gdLst/>
              <a:ahLst/>
              <a:cxnLst/>
              <a:rect l="0" t="0" r="0" b="0"/>
              <a:pathLst>
                <a:path w="3400370" h="2757057">
                  <a:moveTo>
                    <a:pt x="3400370" y="2757057"/>
                  </a:moveTo>
                  <a:lnTo>
                    <a:pt x="0" y="0"/>
                  </a:lnTo>
                </a:path>
              </a:pathLst>
            </a:custGeom>
            <a:noFill/>
            <a:ln w="22319">
              <a:solidFill>
                <a:srgbClr val="0A2540"/>
              </a:solidFill>
              <a:prstDash val="solid"/>
            </a:ln>
          </p:spPr>
        </p:sp>
        <p:sp>
          <p:nvSpPr>
            <p:cNvPr id="40" name="f7-q53 · line 17">
              <a:extLst>
                <a:ext uri="{FF2B5EF4-FFF2-40B4-BE49-F238E27FC236}">
                  <a16:creationId xmlns:a16="http://schemas.microsoft.com/office/drawing/2014/main" id="{6EA7D6E8-7BE8-43C1-8FE0-EAAE7CC2B53D}"/>
                </a:ext>
              </a:extLst>
            </p:cNvPr>
            <p:cNvSpPr>
              <a:spLocks noGrp="1"/>
            </p:cNvSpPr>
            <p:nvPr/>
          </p:nvSpPr>
          <p:spPr>
            <a:xfrm>
              <a:off x="2274590" y="2554938"/>
              <a:ext cx="3400370" cy="2757057"/>
            </a:xfrm>
            <a:custGeom>
              <a:avLst/>
              <a:gdLst/>
              <a:ahLst/>
              <a:cxnLst/>
              <a:rect l="0" t="0" r="0" b="0"/>
              <a:pathLst>
                <a:path w="3400370" h="2757057">
                  <a:moveTo>
                    <a:pt x="0" y="2757057"/>
                  </a:moveTo>
                  <a:lnTo>
                    <a:pt x="3400370" y="0"/>
                  </a:lnTo>
                </a:path>
              </a:pathLst>
            </a:custGeom>
            <a:noFill/>
            <a:ln w="22319">
              <a:solidFill>
                <a:srgbClr val="0A2540"/>
              </a:solidFill>
              <a:prstDash val="solid"/>
            </a:ln>
          </p:spPr>
        </p:sp>
        <p:sp>
          <p:nvSpPr>
            <p:cNvPr id="41" name="f7-q53 · line 18">
              <a:extLst>
                <a:ext uri="{FF2B5EF4-FFF2-40B4-BE49-F238E27FC236}">
                  <a16:creationId xmlns:a16="http://schemas.microsoft.com/office/drawing/2014/main" id="{49E77BB0-9862-4100-A5E5-23A8C07F3D44}"/>
                </a:ext>
              </a:extLst>
            </p:cNvPr>
            <p:cNvSpPr>
              <a:spLocks noGrp="1"/>
            </p:cNvSpPr>
            <p:nvPr/>
          </p:nvSpPr>
          <p:spPr>
            <a:xfrm>
              <a:off x="1788823" y="4130398"/>
              <a:ext cx="5051978" cy="95"/>
            </a:xfrm>
            <a:custGeom>
              <a:avLst/>
              <a:gdLst/>
              <a:ahLst/>
              <a:cxnLst/>
              <a:rect l="0" t="0" r="0" b="0"/>
              <a:pathLst>
                <a:path w="5051978" h="95">
                  <a:moveTo>
                    <a:pt x="0" y="0"/>
                  </a:moveTo>
                  <a:lnTo>
                    <a:pt x="5051978" y="0"/>
                  </a:lnTo>
                </a:path>
              </a:pathLst>
            </a:custGeom>
            <a:noFill/>
            <a:ln w="17067">
              <a:solidFill>
                <a:srgbClr val="0A2540"/>
              </a:solidFill>
              <a:prstDash val="solid"/>
            </a:ln>
          </p:spPr>
        </p:sp>
        <p:sp>
          <p:nvSpPr>
            <p:cNvPr id="42" name="f7-q53 · line 19">
              <a:extLst>
                <a:ext uri="{FF2B5EF4-FFF2-40B4-BE49-F238E27FC236}">
                  <a16:creationId xmlns:a16="http://schemas.microsoft.com/office/drawing/2014/main" id="{F69DE953-0C90-4CA5-B8A7-429FD3327BED}"/>
                </a:ext>
              </a:extLst>
            </p:cNvPr>
            <p:cNvSpPr>
              <a:spLocks noGrp="1"/>
            </p:cNvSpPr>
            <p:nvPr/>
          </p:nvSpPr>
          <p:spPr>
            <a:xfrm>
              <a:off x="1788823" y="3736533"/>
              <a:ext cx="5051978" cy="95"/>
            </a:xfrm>
            <a:custGeom>
              <a:avLst/>
              <a:gdLst/>
              <a:ahLst/>
              <a:cxnLst/>
              <a:rect l="0" t="0" r="0" b="0"/>
              <a:pathLst>
                <a:path w="5051978" h="95">
                  <a:moveTo>
                    <a:pt x="0" y="0"/>
                  </a:moveTo>
                  <a:lnTo>
                    <a:pt x="5051978" y="0"/>
                  </a:lnTo>
                </a:path>
              </a:pathLst>
            </a:custGeom>
            <a:noFill/>
            <a:ln w="17067">
              <a:solidFill>
                <a:srgbClr val="0A2540"/>
              </a:solidFill>
              <a:prstDash val="dash"/>
            </a:ln>
          </p:spPr>
        </p:sp>
        <p:sp>
          <p:nvSpPr>
            <p:cNvPr id="43" name="f7-q53 · polygon 20">
              <a:extLst>
                <a:ext uri="{FF2B5EF4-FFF2-40B4-BE49-F238E27FC236}">
                  <a16:creationId xmlns:a16="http://schemas.microsoft.com/office/drawing/2014/main" id="{9A63A0C5-5372-452D-9BFF-0CA4497E14C2}"/>
                </a:ext>
              </a:extLst>
            </p:cNvPr>
            <p:cNvSpPr>
              <a:spLocks noGrp="1"/>
            </p:cNvSpPr>
            <p:nvPr/>
          </p:nvSpPr>
          <p:spPr>
            <a:xfrm>
              <a:off x="4217659" y="3736533"/>
              <a:ext cx="485767" cy="393865"/>
            </a:xfrm>
            <a:custGeom>
              <a:avLst/>
              <a:gdLst/>
              <a:ahLst/>
              <a:cxnLst/>
              <a:rect l="0" t="0" r="0" b="0"/>
              <a:pathLst>
                <a:path w="485767" h="393865">
                  <a:moveTo>
                    <a:pt x="0" y="393865"/>
                  </a:moveTo>
                  <a:lnTo>
                    <a:pt x="485767" y="393865"/>
                  </a:lnTo>
                  <a:lnTo>
                    <a:pt x="485767" y="0"/>
                  </a:lnTo>
                  <a:lnTo>
                    <a:pt x="0" y="0"/>
                  </a:lnTo>
                  <a:close/>
                </a:path>
              </a:pathLst>
            </a:custGeom>
            <a:solidFill>
              <a:srgbClr val="D97706">
                <a:alpha val="65000"/>
              </a:srgbClr>
            </a:solidFill>
            <a:ln w="10503">
              <a:solidFill>
                <a:srgbClr val="D97706"/>
              </a:solidFill>
              <a:prstDash val="solid"/>
            </a:ln>
          </p:spPr>
        </p:sp>
        <p:sp>
          <p:nvSpPr>
            <p:cNvPr id="44" name="f7-q53 · polygon 21">
              <a:extLst>
                <a:ext uri="{FF2B5EF4-FFF2-40B4-BE49-F238E27FC236}">
                  <a16:creationId xmlns:a16="http://schemas.microsoft.com/office/drawing/2014/main" id="{CDB43509-22A9-4D47-9EE0-08E7A0368E3D}"/>
                </a:ext>
              </a:extLst>
            </p:cNvPr>
            <p:cNvSpPr>
              <a:spLocks noGrp="1"/>
            </p:cNvSpPr>
            <p:nvPr/>
          </p:nvSpPr>
          <p:spPr>
            <a:xfrm>
              <a:off x="3731891" y="3736533"/>
              <a:ext cx="485767" cy="393865"/>
            </a:xfrm>
            <a:custGeom>
              <a:avLst/>
              <a:gdLst/>
              <a:ahLst/>
              <a:cxnLst/>
              <a:rect l="0" t="0" r="0" b="0"/>
              <a:pathLst>
                <a:path w="485767" h="393865">
                  <a:moveTo>
                    <a:pt x="0" y="393865"/>
                  </a:moveTo>
                  <a:lnTo>
                    <a:pt x="485767" y="393865"/>
                  </a:lnTo>
                  <a:lnTo>
                    <a:pt x="485767" y="0"/>
                  </a:lnTo>
                  <a:close/>
                </a:path>
              </a:pathLst>
            </a:custGeom>
            <a:solidFill>
              <a:srgbClr val="DC2626">
                <a:alpha val="10000"/>
              </a:srgbClr>
            </a:solidFill>
            <a:ln w="11816">
              <a:solidFill>
                <a:srgbClr val="DC2626"/>
              </a:solidFill>
              <a:prstDash val="solid"/>
            </a:ln>
          </p:spPr>
        </p:sp>
        <p:sp>
          <p:nvSpPr>
            <p:cNvPr id="45" name="f7-q53 editable hatch 21">
              <a:extLst>
                <a:ext uri="{FF2B5EF4-FFF2-40B4-BE49-F238E27FC236}">
                  <a16:creationId xmlns:a16="http://schemas.microsoft.com/office/drawing/2014/main" id="{0642165B-B0AD-4D54-9988-67338E63640B}"/>
                </a:ext>
              </a:extLst>
            </p:cNvPr>
            <p:cNvSpPr>
              <a:spLocks noGrp="1"/>
            </p:cNvSpPr>
            <p:nvPr/>
          </p:nvSpPr>
          <p:spPr>
            <a:xfrm>
              <a:off x="3794245" y="3790536"/>
              <a:ext cx="423414" cy="339862"/>
            </a:xfrm>
            <a:custGeom>
              <a:avLst/>
              <a:gdLst/>
              <a:ahLst/>
              <a:cxnLst/>
              <a:rect l="0" t="0" r="0" b="0"/>
              <a:pathLst>
                <a:path w="423414" h="339862">
                  <a:moveTo>
                    <a:pt x="0" y="339862"/>
                  </a:moveTo>
                  <a:lnTo>
                    <a:pt x="267229" y="72633"/>
                  </a:lnTo>
                  <a:moveTo>
                    <a:pt x="83551" y="339862"/>
                  </a:moveTo>
                  <a:lnTo>
                    <a:pt x="423414" y="0"/>
                  </a:lnTo>
                  <a:moveTo>
                    <a:pt x="167103" y="339862"/>
                  </a:moveTo>
                  <a:lnTo>
                    <a:pt x="423414" y="83551"/>
                  </a:lnTo>
                  <a:moveTo>
                    <a:pt x="250654" y="339862"/>
                  </a:moveTo>
                  <a:lnTo>
                    <a:pt x="423414" y="167103"/>
                  </a:lnTo>
                  <a:moveTo>
                    <a:pt x="334206" y="339862"/>
                  </a:moveTo>
                  <a:lnTo>
                    <a:pt x="423414" y="250654"/>
                  </a:lnTo>
                  <a:moveTo>
                    <a:pt x="417757" y="339862"/>
                  </a:moveTo>
                  <a:lnTo>
                    <a:pt x="423414" y="334206"/>
                  </a:lnTo>
                </a:path>
              </a:pathLst>
            </a:custGeom>
            <a:noFill/>
            <a:ln w="17067">
              <a:solidFill>
                <a:srgbClr val="DC2626">
                  <a:alpha val="60000"/>
                </a:srgbClr>
              </a:solidFill>
              <a:prstDash val="solid"/>
            </a:ln>
          </p:spPr>
        </p:sp>
        <p:sp>
          <p:nvSpPr>
            <p:cNvPr id="46" name="f7-q53 · polygon 22">
              <a:extLst>
                <a:ext uri="{FF2B5EF4-FFF2-40B4-BE49-F238E27FC236}">
                  <a16:creationId xmlns:a16="http://schemas.microsoft.com/office/drawing/2014/main" id="{F66BFCA2-497E-434A-B3F3-E5234C6B7744}"/>
                </a:ext>
              </a:extLst>
            </p:cNvPr>
            <p:cNvSpPr>
              <a:spLocks noGrp="1"/>
            </p:cNvSpPr>
            <p:nvPr/>
          </p:nvSpPr>
          <p:spPr>
            <a:xfrm>
              <a:off x="4703426" y="3736533"/>
              <a:ext cx="485767" cy="393865"/>
            </a:xfrm>
            <a:custGeom>
              <a:avLst/>
              <a:gdLst/>
              <a:ahLst/>
              <a:cxnLst/>
              <a:rect l="0" t="0" r="0" b="0"/>
              <a:pathLst>
                <a:path w="485767" h="393865">
                  <a:moveTo>
                    <a:pt x="0" y="393865"/>
                  </a:moveTo>
                  <a:lnTo>
                    <a:pt x="0" y="0"/>
                  </a:lnTo>
                  <a:lnTo>
                    <a:pt x="485767" y="393865"/>
                  </a:lnTo>
                  <a:close/>
                </a:path>
              </a:pathLst>
            </a:custGeom>
            <a:solidFill>
              <a:srgbClr val="DC2626">
                <a:alpha val="10000"/>
              </a:srgbClr>
            </a:solidFill>
            <a:ln w="11816">
              <a:solidFill>
                <a:srgbClr val="DC2626"/>
              </a:solidFill>
              <a:prstDash val="solid"/>
            </a:ln>
          </p:spPr>
        </p:sp>
        <p:sp>
          <p:nvSpPr>
            <p:cNvPr id="47" name="f7-q53 editable hatch 22">
              <a:extLst>
                <a:ext uri="{FF2B5EF4-FFF2-40B4-BE49-F238E27FC236}">
                  <a16:creationId xmlns:a16="http://schemas.microsoft.com/office/drawing/2014/main" id="{EA347DD5-94EC-4FDD-B794-42D887B60C96}"/>
                </a:ext>
              </a:extLst>
            </p:cNvPr>
            <p:cNvSpPr>
              <a:spLocks noGrp="1"/>
            </p:cNvSpPr>
            <p:nvPr/>
          </p:nvSpPr>
          <p:spPr>
            <a:xfrm>
              <a:off x="4703426" y="3767673"/>
              <a:ext cx="453668" cy="362726"/>
            </a:xfrm>
            <a:custGeom>
              <a:avLst/>
              <a:gdLst/>
              <a:ahLst/>
              <a:cxnLst/>
              <a:rect l="0" t="0" r="0" b="0"/>
              <a:pathLst>
                <a:path w="453668" h="362726">
                  <a:moveTo>
                    <a:pt x="0" y="38405"/>
                  </a:moveTo>
                  <a:lnTo>
                    <a:pt x="38405" y="0"/>
                  </a:lnTo>
                  <a:moveTo>
                    <a:pt x="0" y="121957"/>
                  </a:moveTo>
                  <a:lnTo>
                    <a:pt x="84546" y="37411"/>
                  </a:lnTo>
                  <a:moveTo>
                    <a:pt x="0" y="205508"/>
                  </a:moveTo>
                  <a:lnTo>
                    <a:pt x="130686" y="74822"/>
                  </a:lnTo>
                  <a:moveTo>
                    <a:pt x="0" y="289059"/>
                  </a:moveTo>
                  <a:lnTo>
                    <a:pt x="176826" y="112233"/>
                  </a:lnTo>
                  <a:moveTo>
                    <a:pt x="222967" y="149644"/>
                  </a:moveTo>
                  <a:lnTo>
                    <a:pt x="9885" y="362726"/>
                  </a:lnTo>
                  <a:moveTo>
                    <a:pt x="269107" y="187055"/>
                  </a:moveTo>
                  <a:lnTo>
                    <a:pt x="93436" y="362726"/>
                  </a:lnTo>
                  <a:moveTo>
                    <a:pt x="315247" y="224467"/>
                  </a:moveTo>
                  <a:lnTo>
                    <a:pt x="176988" y="362726"/>
                  </a:lnTo>
                  <a:moveTo>
                    <a:pt x="361388" y="261878"/>
                  </a:moveTo>
                  <a:lnTo>
                    <a:pt x="260539" y="362726"/>
                  </a:lnTo>
                  <a:moveTo>
                    <a:pt x="407528" y="299289"/>
                  </a:moveTo>
                  <a:lnTo>
                    <a:pt x="344091" y="362726"/>
                  </a:lnTo>
                  <a:moveTo>
                    <a:pt x="453668" y="336700"/>
                  </a:moveTo>
                  <a:lnTo>
                    <a:pt x="427642" y="362726"/>
                  </a:lnTo>
                </a:path>
              </a:pathLst>
            </a:custGeom>
            <a:noFill/>
            <a:ln w="17067">
              <a:solidFill>
                <a:srgbClr val="DC2626">
                  <a:alpha val="60000"/>
                </a:srgbClr>
              </a:solidFill>
              <a:prstDash val="solid"/>
            </a:ln>
          </p:spPr>
        </p:sp>
        <p:sp>
          <p:nvSpPr>
            <p:cNvPr id="48" name="f7-q53 · line 23">
              <a:extLst>
                <a:ext uri="{FF2B5EF4-FFF2-40B4-BE49-F238E27FC236}">
                  <a16:creationId xmlns:a16="http://schemas.microsoft.com/office/drawing/2014/main" id="{1383918F-7177-438B-9C28-08727C79FCB7}"/>
                </a:ext>
              </a:extLst>
            </p:cNvPr>
            <p:cNvSpPr>
              <a:spLocks noGrp="1"/>
            </p:cNvSpPr>
            <p:nvPr/>
          </p:nvSpPr>
          <p:spPr>
            <a:xfrm>
              <a:off x="4509119" y="4012239"/>
              <a:ext cx="728651" cy="275706"/>
            </a:xfrm>
            <a:custGeom>
              <a:avLst/>
              <a:gdLst/>
              <a:ahLst/>
              <a:cxnLst/>
              <a:rect l="0" t="0" r="0" b="0"/>
              <a:pathLst>
                <a:path w="728651" h="275706">
                  <a:moveTo>
                    <a:pt x="0" y="0"/>
                  </a:moveTo>
                  <a:lnTo>
                    <a:pt x="728651" y="275706"/>
                  </a:lnTo>
                </a:path>
              </a:pathLst>
            </a:custGeom>
            <a:noFill/>
            <a:ln w="9190">
              <a:solidFill>
                <a:srgbClr val="D97706"/>
              </a:solidFill>
              <a:prstDash val="dash"/>
            </a:ln>
          </p:spPr>
        </p:sp>
        <p:sp>
          <p:nvSpPr>
            <p:cNvPr id="49" name="f7-q53 · line 24">
              <a:extLst>
                <a:ext uri="{FF2B5EF4-FFF2-40B4-BE49-F238E27FC236}">
                  <a16:creationId xmlns:a16="http://schemas.microsoft.com/office/drawing/2014/main" id="{914E147C-1FFB-4A85-A77A-23CC33E94FD6}"/>
                </a:ext>
              </a:extLst>
            </p:cNvPr>
            <p:cNvSpPr>
              <a:spLocks noGrp="1"/>
            </p:cNvSpPr>
            <p:nvPr/>
          </p:nvSpPr>
          <p:spPr>
            <a:xfrm>
              <a:off x="2517474" y="3460828"/>
              <a:ext cx="1505878" cy="472638"/>
            </a:xfrm>
            <a:custGeom>
              <a:avLst/>
              <a:gdLst/>
              <a:ahLst/>
              <a:cxnLst/>
              <a:rect l="0" t="0" r="0" b="0"/>
              <a:pathLst>
                <a:path w="1505878" h="472638">
                  <a:moveTo>
                    <a:pt x="1505878" y="472638"/>
                  </a:moveTo>
                  <a:lnTo>
                    <a:pt x="0" y="0"/>
                  </a:lnTo>
                </a:path>
              </a:pathLst>
            </a:custGeom>
            <a:noFill/>
            <a:ln w="9190">
              <a:solidFill>
                <a:srgbClr val="0E9F6E"/>
              </a:solidFill>
              <a:prstDash val="dash"/>
            </a:ln>
          </p:spPr>
        </p:sp>
        <p:sp>
          <p:nvSpPr>
            <p:cNvPr id="50" name="f7-q53 · line 25">
              <a:extLst>
                <a:ext uri="{FF2B5EF4-FFF2-40B4-BE49-F238E27FC236}">
                  <a16:creationId xmlns:a16="http://schemas.microsoft.com/office/drawing/2014/main" id="{2E80F781-5979-4302-8329-94ACE8CD2737}"/>
                </a:ext>
              </a:extLst>
            </p:cNvPr>
            <p:cNvSpPr>
              <a:spLocks noGrp="1"/>
            </p:cNvSpPr>
            <p:nvPr/>
          </p:nvSpPr>
          <p:spPr>
            <a:xfrm>
              <a:off x="3051818" y="4012239"/>
              <a:ext cx="582921" cy="590798"/>
            </a:xfrm>
            <a:custGeom>
              <a:avLst/>
              <a:gdLst/>
              <a:ahLst/>
              <a:cxnLst/>
              <a:rect l="0" t="0" r="0" b="0"/>
              <a:pathLst>
                <a:path w="582921" h="590798">
                  <a:moveTo>
                    <a:pt x="582921" y="590798"/>
                  </a:moveTo>
                  <a:lnTo>
                    <a:pt x="0" y="0"/>
                  </a:lnTo>
                </a:path>
              </a:pathLst>
            </a:custGeom>
            <a:noFill/>
            <a:ln w="9190">
              <a:solidFill>
                <a:srgbClr val="1D4ED8"/>
              </a:solidFill>
              <a:prstDash val="dash"/>
            </a:ln>
          </p:spPr>
        </p:sp>
        <p:sp>
          <p:nvSpPr>
            <p:cNvPr id="51" name="f7-q53 · line 26">
              <a:extLst>
                <a:ext uri="{FF2B5EF4-FFF2-40B4-BE49-F238E27FC236}">
                  <a16:creationId xmlns:a16="http://schemas.microsoft.com/office/drawing/2014/main" id="{2060AB97-D424-464A-AED3-89788C003818}"/>
                </a:ext>
              </a:extLst>
            </p:cNvPr>
            <p:cNvSpPr>
              <a:spLocks noGrp="1"/>
            </p:cNvSpPr>
            <p:nvPr/>
          </p:nvSpPr>
          <p:spPr>
            <a:xfrm>
              <a:off x="3926198" y="4091012"/>
              <a:ext cx="58423" cy="275706"/>
            </a:xfrm>
            <a:custGeom>
              <a:avLst/>
              <a:gdLst/>
              <a:ahLst/>
              <a:cxnLst/>
              <a:rect l="0" t="0" r="0" b="0"/>
              <a:pathLst>
                <a:path w="58423" h="275706">
                  <a:moveTo>
                    <a:pt x="0" y="275706"/>
                  </a:moveTo>
                  <a:lnTo>
                    <a:pt x="58423" y="0"/>
                  </a:lnTo>
                </a:path>
              </a:pathLst>
            </a:custGeom>
            <a:noFill/>
            <a:ln w="9190">
              <a:solidFill>
                <a:srgbClr val="DC2626"/>
              </a:solidFill>
              <a:prstDash val="dash"/>
            </a:ln>
          </p:spPr>
        </p:sp>
        <p:sp>
          <p:nvSpPr>
            <p:cNvPr id="52" name="f7-q53 · line 27">
              <a:extLst>
                <a:ext uri="{FF2B5EF4-FFF2-40B4-BE49-F238E27FC236}">
                  <a16:creationId xmlns:a16="http://schemas.microsoft.com/office/drawing/2014/main" id="{07AD03BF-EE46-4FC8-8FFE-4A01A0B4C72C}"/>
                </a:ext>
              </a:extLst>
            </p:cNvPr>
            <p:cNvSpPr>
              <a:spLocks noGrp="1"/>
            </p:cNvSpPr>
            <p:nvPr/>
          </p:nvSpPr>
          <p:spPr>
            <a:xfrm>
              <a:off x="4956156" y="4169785"/>
              <a:ext cx="63018" cy="393865"/>
            </a:xfrm>
            <a:custGeom>
              <a:avLst/>
              <a:gdLst/>
              <a:ahLst/>
              <a:cxnLst/>
              <a:rect l="0" t="0" r="0" b="0"/>
              <a:pathLst>
                <a:path w="63018" h="393865">
                  <a:moveTo>
                    <a:pt x="63018" y="393865"/>
                  </a:moveTo>
                  <a:lnTo>
                    <a:pt x="0" y="0"/>
                  </a:lnTo>
                </a:path>
              </a:pathLst>
            </a:custGeom>
            <a:noFill/>
            <a:ln w="9190">
              <a:solidFill>
                <a:srgbClr val="DC2626"/>
              </a:solidFill>
              <a:prstDash val="dash"/>
            </a:ln>
          </p:spPr>
        </p:sp>
        <p:sp>
          <p:nvSpPr>
            <p:cNvPr id="53" name="f7-q53 · line 28">
              <a:extLst>
                <a:ext uri="{FF2B5EF4-FFF2-40B4-BE49-F238E27FC236}">
                  <a16:creationId xmlns:a16="http://schemas.microsoft.com/office/drawing/2014/main" id="{5F036464-B95A-426D-A58E-8B6E0AB31CA2}"/>
                </a:ext>
              </a:extLst>
            </p:cNvPr>
            <p:cNvSpPr>
              <a:spLocks noGrp="1"/>
            </p:cNvSpPr>
            <p:nvPr/>
          </p:nvSpPr>
          <p:spPr>
            <a:xfrm>
              <a:off x="3731891" y="4130398"/>
              <a:ext cx="95" cy="1181596"/>
            </a:xfrm>
            <a:custGeom>
              <a:avLst/>
              <a:gdLst/>
              <a:ahLst/>
              <a:cxnLst/>
              <a:rect l="0" t="0" r="0" b="0"/>
              <a:pathLst>
                <a:path w="95" h="1181596">
                  <a:moveTo>
                    <a:pt x="0" y="1181596"/>
                  </a:moveTo>
                  <a:lnTo>
                    <a:pt x="0" y="0"/>
                  </a:lnTo>
                </a:path>
              </a:pathLst>
            </a:custGeom>
            <a:noFill/>
            <a:ln w="8534">
              <a:solidFill>
                <a:srgbClr val="7B8BA0"/>
              </a:solidFill>
              <a:prstDash val="dash"/>
            </a:ln>
          </p:spPr>
        </p:sp>
        <p:sp>
          <p:nvSpPr>
            <p:cNvPr id="54" name="f7-q53 · line 29">
              <a:extLst>
                <a:ext uri="{FF2B5EF4-FFF2-40B4-BE49-F238E27FC236}">
                  <a16:creationId xmlns:a16="http://schemas.microsoft.com/office/drawing/2014/main" id="{535F9239-A533-4047-828C-80C386F50D1C}"/>
                </a:ext>
              </a:extLst>
            </p:cNvPr>
            <p:cNvSpPr>
              <a:spLocks noGrp="1"/>
            </p:cNvSpPr>
            <p:nvPr/>
          </p:nvSpPr>
          <p:spPr>
            <a:xfrm>
              <a:off x="4217659" y="4130398"/>
              <a:ext cx="95" cy="1181596"/>
            </a:xfrm>
            <a:custGeom>
              <a:avLst/>
              <a:gdLst/>
              <a:ahLst/>
              <a:cxnLst/>
              <a:rect l="0" t="0" r="0" b="0"/>
              <a:pathLst>
                <a:path w="95" h="1181596">
                  <a:moveTo>
                    <a:pt x="0" y="1181596"/>
                  </a:moveTo>
                  <a:lnTo>
                    <a:pt x="0" y="0"/>
                  </a:lnTo>
                </a:path>
              </a:pathLst>
            </a:custGeom>
            <a:noFill/>
            <a:ln w="8534">
              <a:solidFill>
                <a:srgbClr val="7B8BA0"/>
              </a:solidFill>
              <a:prstDash val="dash"/>
            </a:ln>
          </p:spPr>
        </p:sp>
        <p:sp>
          <p:nvSpPr>
            <p:cNvPr id="55" name="f7-q53 · line 30">
              <a:extLst>
                <a:ext uri="{FF2B5EF4-FFF2-40B4-BE49-F238E27FC236}">
                  <a16:creationId xmlns:a16="http://schemas.microsoft.com/office/drawing/2014/main" id="{250D2CBF-C0B5-497B-85A0-D768725295F8}"/>
                </a:ext>
              </a:extLst>
            </p:cNvPr>
            <p:cNvSpPr>
              <a:spLocks noGrp="1"/>
            </p:cNvSpPr>
            <p:nvPr/>
          </p:nvSpPr>
          <p:spPr>
            <a:xfrm>
              <a:off x="4703426" y="4130398"/>
              <a:ext cx="95" cy="1181596"/>
            </a:xfrm>
            <a:custGeom>
              <a:avLst/>
              <a:gdLst/>
              <a:ahLst/>
              <a:cxnLst/>
              <a:rect l="0" t="0" r="0" b="0"/>
              <a:pathLst>
                <a:path w="95" h="1181596">
                  <a:moveTo>
                    <a:pt x="0" y="1181596"/>
                  </a:moveTo>
                  <a:lnTo>
                    <a:pt x="0" y="0"/>
                  </a:lnTo>
                </a:path>
              </a:pathLst>
            </a:custGeom>
            <a:noFill/>
            <a:ln w="8534">
              <a:solidFill>
                <a:srgbClr val="7B8BA0"/>
              </a:solidFill>
              <a:prstDash val="dash"/>
            </a:ln>
          </p:spPr>
        </p:sp>
        <p:sp>
          <p:nvSpPr>
            <p:cNvPr id="56" name="f7-q53 · line 31">
              <a:extLst>
                <a:ext uri="{FF2B5EF4-FFF2-40B4-BE49-F238E27FC236}">
                  <a16:creationId xmlns:a16="http://schemas.microsoft.com/office/drawing/2014/main" id="{24BB2AE8-0311-4528-9AAB-B190966F7069}"/>
                </a:ext>
              </a:extLst>
            </p:cNvPr>
            <p:cNvSpPr>
              <a:spLocks noGrp="1"/>
            </p:cNvSpPr>
            <p:nvPr/>
          </p:nvSpPr>
          <p:spPr>
            <a:xfrm>
              <a:off x="5189193" y="4130398"/>
              <a:ext cx="95" cy="1181596"/>
            </a:xfrm>
            <a:custGeom>
              <a:avLst/>
              <a:gdLst/>
              <a:ahLst/>
              <a:cxnLst/>
              <a:rect l="0" t="0" r="0" b="0"/>
              <a:pathLst>
                <a:path w="95" h="1181596">
                  <a:moveTo>
                    <a:pt x="0" y="1181596"/>
                  </a:moveTo>
                  <a:lnTo>
                    <a:pt x="0" y="0"/>
                  </a:lnTo>
                </a:path>
              </a:pathLst>
            </a:custGeom>
            <a:noFill/>
            <a:ln w="8534">
              <a:solidFill>
                <a:srgbClr val="7B8BA0"/>
              </a:solidFill>
              <a:prstDash val="dash"/>
            </a:ln>
          </p:spPr>
        </p:sp>
        <p:sp>
          <p:nvSpPr>
            <p:cNvPr id="57" name="f7-q53 · rect 32">
              <a:extLst>
                <a:ext uri="{FF2B5EF4-FFF2-40B4-BE49-F238E27FC236}">
                  <a16:creationId xmlns:a16="http://schemas.microsoft.com/office/drawing/2014/main" id="{7C4F4264-1FB6-45FE-A849-B3701F309993}"/>
                </a:ext>
              </a:extLst>
            </p:cNvPr>
            <p:cNvSpPr>
              <a:spLocks noGrp="1"/>
            </p:cNvSpPr>
            <p:nvPr/>
          </p:nvSpPr>
          <p:spPr>
            <a:xfrm>
              <a:off x="1001093" y="5949518"/>
              <a:ext cx="196933" cy="118160"/>
            </a:xfrm>
            <a:custGeom>
              <a:avLst/>
              <a:gdLst/>
              <a:ahLst/>
              <a:cxnLst/>
              <a:rect l="0" t="0" r="0" b="0"/>
              <a:pathLst>
                <a:path w="196933" h="118160">
                  <a:moveTo>
                    <a:pt x="0" y="0"/>
                  </a:moveTo>
                  <a:lnTo>
                    <a:pt x="196933" y="0"/>
                  </a:lnTo>
                  <a:lnTo>
                    <a:pt x="196933" y="118160"/>
                  </a:lnTo>
                  <a:lnTo>
                    <a:pt x="0" y="118160"/>
                  </a:lnTo>
                  <a:close/>
                </a:path>
              </a:pathLst>
            </a:custGeom>
            <a:solidFill>
              <a:srgbClr val="1D4ED8">
                <a:alpha val="50000"/>
              </a:srgbClr>
            </a:solidFill>
            <a:ln w="10503">
              <a:solidFill>
                <a:srgbClr val="1D4ED8"/>
              </a:solidFill>
              <a:prstDash val="solid"/>
            </a:ln>
          </p:spPr>
        </p:sp>
        <p:sp>
          <p:nvSpPr>
            <p:cNvPr id="58" name="f7-q53 · rect 33">
              <a:extLst>
                <a:ext uri="{FF2B5EF4-FFF2-40B4-BE49-F238E27FC236}">
                  <a16:creationId xmlns:a16="http://schemas.microsoft.com/office/drawing/2014/main" id="{7CB198B7-BF74-45E5-908F-25850065FEDA}"/>
                </a:ext>
              </a:extLst>
            </p:cNvPr>
            <p:cNvSpPr>
              <a:spLocks noGrp="1"/>
            </p:cNvSpPr>
            <p:nvPr/>
          </p:nvSpPr>
          <p:spPr>
            <a:xfrm>
              <a:off x="3429928" y="5949518"/>
              <a:ext cx="196933" cy="118160"/>
            </a:xfrm>
            <a:custGeom>
              <a:avLst/>
              <a:gdLst/>
              <a:ahLst/>
              <a:cxnLst/>
              <a:rect l="0" t="0" r="0" b="0"/>
              <a:pathLst>
                <a:path w="196933" h="118160">
                  <a:moveTo>
                    <a:pt x="0" y="0"/>
                  </a:moveTo>
                  <a:lnTo>
                    <a:pt x="196933" y="0"/>
                  </a:lnTo>
                  <a:lnTo>
                    <a:pt x="196933" y="118160"/>
                  </a:lnTo>
                  <a:lnTo>
                    <a:pt x="0" y="118160"/>
                  </a:lnTo>
                  <a:close/>
                </a:path>
              </a:pathLst>
            </a:custGeom>
            <a:solidFill>
              <a:srgbClr val="0E9F6E">
                <a:alpha val="50000"/>
              </a:srgbClr>
            </a:solidFill>
            <a:ln w="10503">
              <a:solidFill>
                <a:srgbClr val="0E9F6E"/>
              </a:solidFill>
              <a:prstDash val="solid"/>
            </a:ln>
          </p:spPr>
        </p:sp>
        <p:sp>
          <p:nvSpPr>
            <p:cNvPr id="59" name="f7-q53 · rect 34">
              <a:extLst>
                <a:ext uri="{FF2B5EF4-FFF2-40B4-BE49-F238E27FC236}">
                  <a16:creationId xmlns:a16="http://schemas.microsoft.com/office/drawing/2014/main" id="{5B79B73A-6F8F-4DC2-9917-7E0BEE9D8E6B}"/>
                </a:ext>
              </a:extLst>
            </p:cNvPr>
            <p:cNvSpPr>
              <a:spLocks noGrp="1"/>
            </p:cNvSpPr>
            <p:nvPr/>
          </p:nvSpPr>
          <p:spPr>
            <a:xfrm>
              <a:off x="6055696" y="5949518"/>
              <a:ext cx="196933" cy="118160"/>
            </a:xfrm>
            <a:custGeom>
              <a:avLst/>
              <a:gdLst/>
              <a:ahLst/>
              <a:cxnLst/>
              <a:rect l="0" t="0" r="0" b="0"/>
              <a:pathLst>
                <a:path w="196933" h="118160">
                  <a:moveTo>
                    <a:pt x="0" y="0"/>
                  </a:moveTo>
                  <a:lnTo>
                    <a:pt x="196933" y="0"/>
                  </a:lnTo>
                  <a:lnTo>
                    <a:pt x="196933" y="118160"/>
                  </a:lnTo>
                  <a:lnTo>
                    <a:pt x="0" y="118160"/>
                  </a:lnTo>
                  <a:close/>
                </a:path>
              </a:pathLst>
            </a:custGeom>
            <a:solidFill>
              <a:srgbClr val="D97706">
                <a:alpha val="50000"/>
              </a:srgbClr>
            </a:solidFill>
            <a:ln w="10503">
              <a:solidFill>
                <a:srgbClr val="D97706"/>
              </a:solidFill>
              <a:prstDash val="solid"/>
            </a:ln>
          </p:spPr>
        </p:sp>
        <p:sp>
          <p:nvSpPr>
            <p:cNvPr id="60" name="f7-q53 · rect 35">
              <a:extLst>
                <a:ext uri="{FF2B5EF4-FFF2-40B4-BE49-F238E27FC236}">
                  <a16:creationId xmlns:a16="http://schemas.microsoft.com/office/drawing/2014/main" id="{C9459BBC-4AF8-4E07-AF8E-C32AC0320F3B}"/>
                </a:ext>
              </a:extLst>
            </p:cNvPr>
            <p:cNvSpPr>
              <a:spLocks noGrp="1"/>
            </p:cNvSpPr>
            <p:nvPr/>
          </p:nvSpPr>
          <p:spPr>
            <a:xfrm>
              <a:off x="1591890" y="6198966"/>
              <a:ext cx="196933" cy="118160"/>
            </a:xfrm>
            <a:custGeom>
              <a:avLst/>
              <a:gdLst/>
              <a:ahLst/>
              <a:cxnLst/>
              <a:rect l="0" t="0" r="0" b="0"/>
              <a:pathLst>
                <a:path w="196933" h="118160">
                  <a:moveTo>
                    <a:pt x="0" y="0"/>
                  </a:moveTo>
                  <a:lnTo>
                    <a:pt x="196933" y="0"/>
                  </a:lnTo>
                  <a:lnTo>
                    <a:pt x="196933" y="118160"/>
                  </a:lnTo>
                  <a:lnTo>
                    <a:pt x="0" y="118160"/>
                  </a:lnTo>
                  <a:close/>
                </a:path>
              </a:pathLst>
            </a:custGeom>
            <a:solidFill>
              <a:srgbClr val="DC2626">
                <a:alpha val="50000"/>
              </a:srgbClr>
            </a:solidFill>
            <a:ln w="10503">
              <a:solidFill>
                <a:srgbClr val="DC2626"/>
              </a:solidFill>
              <a:prstDash val="solid"/>
            </a:ln>
          </p:spPr>
        </p:sp>
        <p:sp>
          <p:nvSpPr>
            <p:cNvPr id="82" name="s22 text 21">
              <a:extLst>
                <a:ext uri="{FF2B5EF4-FFF2-40B4-BE49-F238E27FC236}">
                  <a16:creationId xmlns:a16="http://schemas.microsoft.com/office/drawing/2014/main" id="{EC442A8C-386E-43C0-B738-40023DFFE5F6}"/>
                </a:ext>
              </a:extLst>
            </p:cNvPr>
            <p:cNvSpPr>
              <a:spLocks noGrp="1"/>
            </p:cNvSpPr>
            <p:nvPr/>
          </p:nvSpPr>
          <p:spPr>
            <a:xfrm>
              <a:off x="1746432" y="5403550"/>
              <a:ext cx="140075" cy="189063"/>
            </a:xfrm>
            <a:prstGeom prst="rect">
              <a:avLst/>
            </a:prstGeom>
            <a:noFill/>
            <a:ln w="0">
              <a:noFill/>
              <a:prstDash val="solid"/>
            </a:ln>
          </p:spPr>
          <p:txBody>
            <a:bodyPr wrap="none" lIns="0" tIns="0" rIns="0" bIns="0" anchor="t">
              <a:noAutofit/>
            </a:bodyPr>
            <a:lstStyle>
              <a:defPPr algn="l">
                <a:defRPr sz="1070" b="0" i="0" kern="0" spc="0">
                  <a:solidFill>
                    <a:srgbClr val="7B8BA0"/>
                  </a:solidFill>
                  <a:latin typeface="Inter"/>
                  <a:ea typeface="Inter"/>
                  <a:cs typeface="Inter"/>
                </a:defRPr>
              </a:defPPr>
              <a:lvl1pPr algn="l">
                <a:defRPr sz="1070" b="0" i="0" kern="0" spc="0">
                  <a:solidFill>
                    <a:srgbClr val="7B8BA0"/>
                  </a:solidFill>
                  <a:latin typeface="Inter"/>
                  <a:ea typeface="Inter"/>
                  <a:cs typeface="Inter"/>
                </a:defRPr>
              </a:lvl1pPr>
              <a:lvl2pPr algn="l">
                <a:defRPr sz="1070" b="0" i="0" kern="0" spc="0">
                  <a:solidFill>
                    <a:srgbClr val="7B8BA0"/>
                  </a:solidFill>
                  <a:latin typeface="Inter"/>
                  <a:ea typeface="Inter"/>
                  <a:cs typeface="Inter"/>
                </a:defRPr>
              </a:lvl2pPr>
              <a:lvl3pPr algn="l">
                <a:defRPr sz="1070" b="0" i="0" kern="0" spc="0">
                  <a:solidFill>
                    <a:srgbClr val="7B8BA0"/>
                  </a:solidFill>
                  <a:latin typeface="Inter"/>
                  <a:ea typeface="Inter"/>
                  <a:cs typeface="Inter"/>
                </a:defRPr>
              </a:lvl3pPr>
              <a:lvl4pPr algn="l">
                <a:defRPr sz="1070" b="0" i="0" kern="0" spc="0">
                  <a:solidFill>
                    <a:srgbClr val="7B8BA0"/>
                  </a:solidFill>
                  <a:latin typeface="Inter"/>
                  <a:ea typeface="Inter"/>
                  <a:cs typeface="Inter"/>
                </a:defRPr>
              </a:lvl4pPr>
              <a:lvl5pPr algn="l">
                <a:defRPr sz="1070" b="0" i="0" kern="0" spc="0">
                  <a:solidFill>
                    <a:srgbClr val="7B8BA0"/>
                  </a:solidFill>
                  <a:latin typeface="Inter"/>
                  <a:ea typeface="Inter"/>
                  <a:cs typeface="Inter"/>
                </a:defRPr>
              </a:lvl5pPr>
              <a:lvl6pPr algn="l">
                <a:defRPr sz="1070" b="0" i="0" kern="0" spc="0">
                  <a:solidFill>
                    <a:srgbClr val="7B8BA0"/>
                  </a:solidFill>
                  <a:latin typeface="Inter"/>
                  <a:ea typeface="Inter"/>
                  <a:cs typeface="Inter"/>
                </a:defRPr>
              </a:lvl6pPr>
              <a:lvl7pPr algn="l">
                <a:defRPr sz="1070" b="0" i="0" kern="0" spc="0">
                  <a:solidFill>
                    <a:srgbClr val="7B8BA0"/>
                  </a:solidFill>
                  <a:latin typeface="Inter"/>
                  <a:ea typeface="Inter"/>
                  <a:cs typeface="Inter"/>
                </a:defRPr>
              </a:lvl7pPr>
              <a:lvl8pPr algn="l">
                <a:defRPr sz="1070" b="0" i="0" kern="0" spc="0">
                  <a:solidFill>
                    <a:srgbClr val="7B8BA0"/>
                  </a:solidFill>
                  <a:latin typeface="Inter"/>
                  <a:ea typeface="Inter"/>
                  <a:cs typeface="Inter"/>
                </a:defRPr>
              </a:lvl8pPr>
              <a:lvl9pPr algn="l">
                <a:defRPr sz="1070" b="0" i="0" kern="0" spc="0">
                  <a:solidFill>
                    <a:srgbClr val="7B8BA0"/>
                  </a:solidFill>
                  <a:latin typeface="Inter"/>
                  <a:ea typeface="Inter"/>
                  <a:cs typeface="Inter"/>
                </a:defRPr>
              </a:lvl9pPr>
            </a:lstStyle>
            <a:p>
              <a:pPr algn="l">
                <a:lnSpc>
                  <a:spcPct val="100000"/>
                </a:lnSpc>
                <a:buNone/>
                <a:defRPr sz="1070" b="0" i="0" kern="0" spc="0">
                  <a:solidFill>
                    <a:srgbClr val="7B8BA0"/>
                  </a:solidFill>
                  <a:latin typeface="Inter"/>
                  <a:ea typeface="Inter"/>
                  <a:cs typeface="Inter"/>
                </a:defRPr>
              </a:pPr>
              <a:r>
                <a:rPr sz="1070" b="0" i="0" kern="0" spc="0">
                  <a:solidFill>
                    <a:srgbClr val="7B8BA0"/>
                  </a:solidFill>
                  <a:latin typeface="Inter"/>
                  <a:ea typeface="Inter"/>
                  <a:cs typeface="Inter"/>
                </a:rPr>
                <a:t>0</a:t>
              </a:r>
            </a:p>
          </p:txBody>
        </p:sp>
        <p:sp>
          <p:nvSpPr>
            <p:cNvPr id="83" name="s22 text 22">
              <a:extLst>
                <a:ext uri="{FF2B5EF4-FFF2-40B4-BE49-F238E27FC236}">
                  <a16:creationId xmlns:a16="http://schemas.microsoft.com/office/drawing/2014/main" id="{43F0D737-3CF5-43A8-A5EE-00A8C94F7249}"/>
                </a:ext>
              </a:extLst>
            </p:cNvPr>
            <p:cNvSpPr>
              <a:spLocks noGrp="1"/>
            </p:cNvSpPr>
            <p:nvPr/>
          </p:nvSpPr>
          <p:spPr>
            <a:xfrm>
              <a:off x="2575107" y="5403550"/>
              <a:ext cx="430016" cy="189063"/>
            </a:xfrm>
            <a:prstGeom prst="rect">
              <a:avLst/>
            </a:prstGeom>
            <a:noFill/>
            <a:ln w="0">
              <a:noFill/>
              <a:prstDash val="solid"/>
            </a:ln>
          </p:spPr>
          <p:txBody>
            <a:bodyPr wrap="none" lIns="0" tIns="0" rIns="0" bIns="0" anchor="t">
              <a:noAutofit/>
            </a:bodyPr>
            <a:lstStyle>
              <a:defPPr algn="l">
                <a:defRPr sz="1070" b="0" i="0" kern="0" spc="-8">
                  <a:solidFill>
                    <a:srgbClr val="7B8BA0"/>
                  </a:solidFill>
                  <a:latin typeface="Inter"/>
                  <a:ea typeface="Inter"/>
                  <a:cs typeface="Inter"/>
                </a:defRPr>
              </a:defPPr>
              <a:lvl1pPr algn="l">
                <a:defRPr sz="1070" b="0" i="0" kern="0" spc="-8">
                  <a:solidFill>
                    <a:srgbClr val="7B8BA0"/>
                  </a:solidFill>
                  <a:latin typeface="Inter"/>
                  <a:ea typeface="Inter"/>
                  <a:cs typeface="Inter"/>
                </a:defRPr>
              </a:lvl1pPr>
              <a:lvl2pPr algn="l">
                <a:defRPr sz="1070" b="0" i="0" kern="0" spc="-8">
                  <a:solidFill>
                    <a:srgbClr val="7B8BA0"/>
                  </a:solidFill>
                  <a:latin typeface="Inter"/>
                  <a:ea typeface="Inter"/>
                  <a:cs typeface="Inter"/>
                </a:defRPr>
              </a:lvl2pPr>
              <a:lvl3pPr algn="l">
                <a:defRPr sz="1070" b="0" i="0" kern="0" spc="-8">
                  <a:solidFill>
                    <a:srgbClr val="7B8BA0"/>
                  </a:solidFill>
                  <a:latin typeface="Inter"/>
                  <a:ea typeface="Inter"/>
                  <a:cs typeface="Inter"/>
                </a:defRPr>
              </a:lvl3pPr>
              <a:lvl4pPr algn="l">
                <a:defRPr sz="1070" b="0" i="0" kern="0" spc="-8">
                  <a:solidFill>
                    <a:srgbClr val="7B8BA0"/>
                  </a:solidFill>
                  <a:latin typeface="Inter"/>
                  <a:ea typeface="Inter"/>
                  <a:cs typeface="Inter"/>
                </a:defRPr>
              </a:lvl4pPr>
              <a:lvl5pPr algn="l">
                <a:defRPr sz="1070" b="0" i="0" kern="0" spc="-8">
                  <a:solidFill>
                    <a:srgbClr val="7B8BA0"/>
                  </a:solidFill>
                  <a:latin typeface="Inter"/>
                  <a:ea typeface="Inter"/>
                  <a:cs typeface="Inter"/>
                </a:defRPr>
              </a:lvl5pPr>
              <a:lvl6pPr algn="l">
                <a:defRPr sz="1070" b="0" i="0" kern="0" spc="-8">
                  <a:solidFill>
                    <a:srgbClr val="7B8BA0"/>
                  </a:solidFill>
                  <a:latin typeface="Inter"/>
                  <a:ea typeface="Inter"/>
                  <a:cs typeface="Inter"/>
                </a:defRPr>
              </a:lvl6pPr>
              <a:lvl7pPr algn="l">
                <a:defRPr sz="1070" b="0" i="0" kern="0" spc="-8">
                  <a:solidFill>
                    <a:srgbClr val="7B8BA0"/>
                  </a:solidFill>
                  <a:latin typeface="Inter"/>
                  <a:ea typeface="Inter"/>
                  <a:cs typeface="Inter"/>
                </a:defRPr>
              </a:lvl7pPr>
              <a:lvl8pPr algn="l">
                <a:defRPr sz="1070" b="0" i="0" kern="0" spc="-8">
                  <a:solidFill>
                    <a:srgbClr val="7B8BA0"/>
                  </a:solidFill>
                  <a:latin typeface="Inter"/>
                  <a:ea typeface="Inter"/>
                  <a:cs typeface="Inter"/>
                </a:defRPr>
              </a:lvl8pPr>
              <a:lvl9pPr algn="l">
                <a:defRPr sz="1070" b="0" i="0" kern="0" spc="-8">
                  <a:solidFill>
                    <a:srgbClr val="7B8BA0"/>
                  </a:solidFill>
                  <a:latin typeface="Inter"/>
                  <a:ea typeface="Inter"/>
                  <a:cs typeface="Inter"/>
                </a:defRPr>
              </a:lvl9pPr>
            </a:lstStyle>
            <a:p>
              <a:pPr algn="l">
                <a:lnSpc>
                  <a:spcPct val="100000"/>
                </a:lnSpc>
                <a:buNone/>
                <a:defRPr sz="1070" b="0" i="0" kern="0" spc="-8">
                  <a:solidFill>
                    <a:srgbClr val="7B8BA0"/>
                  </a:solidFill>
                  <a:latin typeface="Inter"/>
                  <a:ea typeface="Inter"/>
                  <a:cs typeface="Inter"/>
                </a:defRPr>
              </a:pPr>
              <a:r>
                <a:rPr sz="1070" b="0" i="0" kern="0" spc="-8">
                  <a:solidFill>
                    <a:srgbClr val="7B8BA0"/>
                  </a:solidFill>
                  <a:latin typeface="Inter"/>
                  <a:ea typeface="Inter"/>
                  <a:cs typeface="Inter"/>
                </a:rPr>
                <a:t>2,000</a:t>
              </a:r>
            </a:p>
          </p:txBody>
        </p:sp>
        <p:sp>
          <p:nvSpPr>
            <p:cNvPr id="84" name="s22 text 23">
              <a:extLst>
                <a:ext uri="{FF2B5EF4-FFF2-40B4-BE49-F238E27FC236}">
                  <a16:creationId xmlns:a16="http://schemas.microsoft.com/office/drawing/2014/main" id="{B6DFC207-D5FB-4623-B857-713B2E6B63C3}"/>
                </a:ext>
              </a:extLst>
            </p:cNvPr>
            <p:cNvSpPr>
              <a:spLocks noGrp="1"/>
            </p:cNvSpPr>
            <p:nvPr/>
          </p:nvSpPr>
          <p:spPr>
            <a:xfrm>
              <a:off x="3546434" y="5403550"/>
              <a:ext cx="430397" cy="189063"/>
            </a:xfrm>
            <a:prstGeom prst="rect">
              <a:avLst/>
            </a:prstGeom>
            <a:noFill/>
            <a:ln w="0">
              <a:noFill/>
              <a:prstDash val="solid"/>
            </a:ln>
          </p:spPr>
          <p:txBody>
            <a:bodyPr wrap="none" lIns="0" tIns="0" rIns="0" bIns="0" anchor="t">
              <a:noAutofit/>
            </a:bodyPr>
            <a:lstStyle>
              <a:defPPr algn="l">
                <a:defRPr sz="1070" b="0" i="0" kern="0" spc="-8">
                  <a:solidFill>
                    <a:srgbClr val="7B8BA0"/>
                  </a:solidFill>
                  <a:latin typeface="Inter"/>
                  <a:ea typeface="Inter"/>
                  <a:cs typeface="Inter"/>
                </a:defRPr>
              </a:defPPr>
              <a:lvl1pPr algn="l">
                <a:defRPr sz="1070" b="0" i="0" kern="0" spc="-8">
                  <a:solidFill>
                    <a:srgbClr val="7B8BA0"/>
                  </a:solidFill>
                  <a:latin typeface="Inter"/>
                  <a:ea typeface="Inter"/>
                  <a:cs typeface="Inter"/>
                </a:defRPr>
              </a:lvl1pPr>
              <a:lvl2pPr algn="l">
                <a:defRPr sz="1070" b="0" i="0" kern="0" spc="-8">
                  <a:solidFill>
                    <a:srgbClr val="7B8BA0"/>
                  </a:solidFill>
                  <a:latin typeface="Inter"/>
                  <a:ea typeface="Inter"/>
                  <a:cs typeface="Inter"/>
                </a:defRPr>
              </a:lvl2pPr>
              <a:lvl3pPr algn="l">
                <a:defRPr sz="1070" b="0" i="0" kern="0" spc="-8">
                  <a:solidFill>
                    <a:srgbClr val="7B8BA0"/>
                  </a:solidFill>
                  <a:latin typeface="Inter"/>
                  <a:ea typeface="Inter"/>
                  <a:cs typeface="Inter"/>
                </a:defRPr>
              </a:lvl3pPr>
              <a:lvl4pPr algn="l">
                <a:defRPr sz="1070" b="0" i="0" kern="0" spc="-8">
                  <a:solidFill>
                    <a:srgbClr val="7B8BA0"/>
                  </a:solidFill>
                  <a:latin typeface="Inter"/>
                  <a:ea typeface="Inter"/>
                  <a:cs typeface="Inter"/>
                </a:defRPr>
              </a:lvl4pPr>
              <a:lvl5pPr algn="l">
                <a:defRPr sz="1070" b="0" i="0" kern="0" spc="-8">
                  <a:solidFill>
                    <a:srgbClr val="7B8BA0"/>
                  </a:solidFill>
                  <a:latin typeface="Inter"/>
                  <a:ea typeface="Inter"/>
                  <a:cs typeface="Inter"/>
                </a:defRPr>
              </a:lvl5pPr>
              <a:lvl6pPr algn="l">
                <a:defRPr sz="1070" b="0" i="0" kern="0" spc="-8">
                  <a:solidFill>
                    <a:srgbClr val="7B8BA0"/>
                  </a:solidFill>
                  <a:latin typeface="Inter"/>
                  <a:ea typeface="Inter"/>
                  <a:cs typeface="Inter"/>
                </a:defRPr>
              </a:lvl6pPr>
              <a:lvl7pPr algn="l">
                <a:defRPr sz="1070" b="0" i="0" kern="0" spc="-8">
                  <a:solidFill>
                    <a:srgbClr val="7B8BA0"/>
                  </a:solidFill>
                  <a:latin typeface="Inter"/>
                  <a:ea typeface="Inter"/>
                  <a:cs typeface="Inter"/>
                </a:defRPr>
              </a:lvl7pPr>
              <a:lvl8pPr algn="l">
                <a:defRPr sz="1070" b="0" i="0" kern="0" spc="-8">
                  <a:solidFill>
                    <a:srgbClr val="7B8BA0"/>
                  </a:solidFill>
                  <a:latin typeface="Inter"/>
                  <a:ea typeface="Inter"/>
                  <a:cs typeface="Inter"/>
                </a:defRPr>
              </a:lvl8pPr>
              <a:lvl9pPr algn="l">
                <a:defRPr sz="1070" b="0" i="0" kern="0" spc="-8">
                  <a:solidFill>
                    <a:srgbClr val="7B8BA0"/>
                  </a:solidFill>
                  <a:latin typeface="Inter"/>
                  <a:ea typeface="Inter"/>
                  <a:cs typeface="Inter"/>
                </a:defRPr>
              </a:lvl9pPr>
            </a:lstStyle>
            <a:p>
              <a:pPr algn="l">
                <a:lnSpc>
                  <a:spcPct val="100000"/>
                </a:lnSpc>
                <a:buNone/>
                <a:defRPr sz="1070" b="0" i="0" kern="0" spc="-8">
                  <a:solidFill>
                    <a:srgbClr val="7B8BA0"/>
                  </a:solidFill>
                  <a:latin typeface="Inter"/>
                  <a:ea typeface="Inter"/>
                  <a:cs typeface="Inter"/>
                </a:defRPr>
              </a:pPr>
              <a:r>
                <a:rPr sz="1070" b="0" i="0" kern="0" spc="-8">
                  <a:solidFill>
                    <a:srgbClr val="7B8BA0"/>
                  </a:solidFill>
                  <a:latin typeface="Inter"/>
                  <a:ea typeface="Inter"/>
                  <a:cs typeface="Inter"/>
                </a:rPr>
                <a:t>4,000</a:t>
              </a:r>
            </a:p>
          </p:txBody>
        </p:sp>
        <p:sp>
          <p:nvSpPr>
            <p:cNvPr id="85" name="s22 text 24">
              <a:extLst>
                <a:ext uri="{FF2B5EF4-FFF2-40B4-BE49-F238E27FC236}">
                  <a16:creationId xmlns:a16="http://schemas.microsoft.com/office/drawing/2014/main" id="{140D881F-E1D6-4EFF-B8EF-9F05536E87AC}"/>
                </a:ext>
              </a:extLst>
            </p:cNvPr>
            <p:cNvSpPr>
              <a:spLocks noGrp="1"/>
            </p:cNvSpPr>
            <p:nvPr/>
          </p:nvSpPr>
          <p:spPr>
            <a:xfrm>
              <a:off x="4519770" y="5403550"/>
              <a:ext cx="426872" cy="189063"/>
            </a:xfrm>
            <a:prstGeom prst="rect">
              <a:avLst/>
            </a:prstGeom>
            <a:noFill/>
            <a:ln w="0">
              <a:noFill/>
              <a:prstDash val="solid"/>
            </a:ln>
          </p:spPr>
          <p:txBody>
            <a:bodyPr wrap="none" lIns="0" tIns="0" rIns="0" bIns="0" anchor="t">
              <a:noAutofit/>
            </a:bodyPr>
            <a:lstStyle>
              <a:defPPr algn="l">
                <a:defRPr sz="1070" b="0" i="0" kern="0" spc="-8">
                  <a:solidFill>
                    <a:srgbClr val="7B8BA0"/>
                  </a:solidFill>
                  <a:latin typeface="Inter"/>
                  <a:ea typeface="Inter"/>
                  <a:cs typeface="Inter"/>
                </a:defRPr>
              </a:defPPr>
              <a:lvl1pPr algn="l">
                <a:defRPr sz="1070" b="0" i="0" kern="0" spc="-8">
                  <a:solidFill>
                    <a:srgbClr val="7B8BA0"/>
                  </a:solidFill>
                  <a:latin typeface="Inter"/>
                  <a:ea typeface="Inter"/>
                  <a:cs typeface="Inter"/>
                </a:defRPr>
              </a:lvl1pPr>
              <a:lvl2pPr algn="l">
                <a:defRPr sz="1070" b="0" i="0" kern="0" spc="-8">
                  <a:solidFill>
                    <a:srgbClr val="7B8BA0"/>
                  </a:solidFill>
                  <a:latin typeface="Inter"/>
                  <a:ea typeface="Inter"/>
                  <a:cs typeface="Inter"/>
                </a:defRPr>
              </a:lvl2pPr>
              <a:lvl3pPr algn="l">
                <a:defRPr sz="1070" b="0" i="0" kern="0" spc="-8">
                  <a:solidFill>
                    <a:srgbClr val="7B8BA0"/>
                  </a:solidFill>
                  <a:latin typeface="Inter"/>
                  <a:ea typeface="Inter"/>
                  <a:cs typeface="Inter"/>
                </a:defRPr>
              </a:lvl3pPr>
              <a:lvl4pPr algn="l">
                <a:defRPr sz="1070" b="0" i="0" kern="0" spc="-8">
                  <a:solidFill>
                    <a:srgbClr val="7B8BA0"/>
                  </a:solidFill>
                  <a:latin typeface="Inter"/>
                  <a:ea typeface="Inter"/>
                  <a:cs typeface="Inter"/>
                </a:defRPr>
              </a:lvl4pPr>
              <a:lvl5pPr algn="l">
                <a:defRPr sz="1070" b="0" i="0" kern="0" spc="-8">
                  <a:solidFill>
                    <a:srgbClr val="7B8BA0"/>
                  </a:solidFill>
                  <a:latin typeface="Inter"/>
                  <a:ea typeface="Inter"/>
                  <a:cs typeface="Inter"/>
                </a:defRPr>
              </a:lvl5pPr>
              <a:lvl6pPr algn="l">
                <a:defRPr sz="1070" b="0" i="0" kern="0" spc="-8">
                  <a:solidFill>
                    <a:srgbClr val="7B8BA0"/>
                  </a:solidFill>
                  <a:latin typeface="Inter"/>
                  <a:ea typeface="Inter"/>
                  <a:cs typeface="Inter"/>
                </a:defRPr>
              </a:lvl6pPr>
              <a:lvl7pPr algn="l">
                <a:defRPr sz="1070" b="0" i="0" kern="0" spc="-8">
                  <a:solidFill>
                    <a:srgbClr val="7B8BA0"/>
                  </a:solidFill>
                  <a:latin typeface="Inter"/>
                  <a:ea typeface="Inter"/>
                  <a:cs typeface="Inter"/>
                </a:defRPr>
              </a:lvl7pPr>
              <a:lvl8pPr algn="l">
                <a:defRPr sz="1070" b="0" i="0" kern="0" spc="-8">
                  <a:solidFill>
                    <a:srgbClr val="7B8BA0"/>
                  </a:solidFill>
                  <a:latin typeface="Inter"/>
                  <a:ea typeface="Inter"/>
                  <a:cs typeface="Inter"/>
                </a:defRPr>
              </a:lvl8pPr>
              <a:lvl9pPr algn="l">
                <a:defRPr sz="1070" b="0" i="0" kern="0" spc="-8">
                  <a:solidFill>
                    <a:srgbClr val="7B8BA0"/>
                  </a:solidFill>
                  <a:latin typeface="Inter"/>
                  <a:ea typeface="Inter"/>
                  <a:cs typeface="Inter"/>
                </a:defRPr>
              </a:lvl9pPr>
            </a:lstStyle>
            <a:p>
              <a:pPr algn="l">
                <a:lnSpc>
                  <a:spcPct val="100000"/>
                </a:lnSpc>
                <a:buNone/>
                <a:defRPr sz="1070" b="0" i="0" kern="0" spc="-8">
                  <a:solidFill>
                    <a:srgbClr val="7B8BA0"/>
                  </a:solidFill>
                  <a:latin typeface="Inter"/>
                  <a:ea typeface="Inter"/>
                  <a:cs typeface="Inter"/>
                </a:defRPr>
              </a:pPr>
              <a:r>
                <a:rPr sz="1070" b="0" i="0" kern="0" spc="-8">
                  <a:solidFill>
                    <a:srgbClr val="7B8BA0"/>
                  </a:solidFill>
                  <a:latin typeface="Inter"/>
                  <a:ea typeface="Inter"/>
                  <a:cs typeface="Inter"/>
                </a:rPr>
                <a:t>6,000</a:t>
              </a:r>
            </a:p>
          </p:txBody>
        </p:sp>
        <p:sp>
          <p:nvSpPr>
            <p:cNvPr id="86" name="s22 text 25">
              <a:extLst>
                <a:ext uri="{FF2B5EF4-FFF2-40B4-BE49-F238E27FC236}">
                  <a16:creationId xmlns:a16="http://schemas.microsoft.com/office/drawing/2014/main" id="{E6A54EF8-C07E-4EC9-9A46-57A1FA48F6CC}"/>
                </a:ext>
              </a:extLst>
            </p:cNvPr>
            <p:cNvSpPr>
              <a:spLocks noGrp="1"/>
            </p:cNvSpPr>
            <p:nvPr/>
          </p:nvSpPr>
          <p:spPr>
            <a:xfrm>
              <a:off x="5490650" y="5403550"/>
              <a:ext cx="428206" cy="189063"/>
            </a:xfrm>
            <a:prstGeom prst="rect">
              <a:avLst/>
            </a:prstGeom>
            <a:noFill/>
            <a:ln w="0">
              <a:noFill/>
              <a:prstDash val="solid"/>
            </a:ln>
          </p:spPr>
          <p:txBody>
            <a:bodyPr wrap="none" lIns="0" tIns="0" rIns="0" bIns="0" anchor="t">
              <a:noAutofit/>
            </a:bodyPr>
            <a:lstStyle>
              <a:defPPr algn="l">
                <a:defRPr sz="1070" b="0" i="0" kern="0" spc="-8">
                  <a:solidFill>
                    <a:srgbClr val="7B8BA0"/>
                  </a:solidFill>
                  <a:latin typeface="Inter"/>
                  <a:ea typeface="Inter"/>
                  <a:cs typeface="Inter"/>
                </a:defRPr>
              </a:defPPr>
              <a:lvl1pPr algn="l">
                <a:defRPr sz="1070" b="0" i="0" kern="0" spc="-8">
                  <a:solidFill>
                    <a:srgbClr val="7B8BA0"/>
                  </a:solidFill>
                  <a:latin typeface="Inter"/>
                  <a:ea typeface="Inter"/>
                  <a:cs typeface="Inter"/>
                </a:defRPr>
              </a:lvl1pPr>
              <a:lvl2pPr algn="l">
                <a:defRPr sz="1070" b="0" i="0" kern="0" spc="-8">
                  <a:solidFill>
                    <a:srgbClr val="7B8BA0"/>
                  </a:solidFill>
                  <a:latin typeface="Inter"/>
                  <a:ea typeface="Inter"/>
                  <a:cs typeface="Inter"/>
                </a:defRPr>
              </a:lvl2pPr>
              <a:lvl3pPr algn="l">
                <a:defRPr sz="1070" b="0" i="0" kern="0" spc="-8">
                  <a:solidFill>
                    <a:srgbClr val="7B8BA0"/>
                  </a:solidFill>
                  <a:latin typeface="Inter"/>
                  <a:ea typeface="Inter"/>
                  <a:cs typeface="Inter"/>
                </a:defRPr>
              </a:lvl3pPr>
              <a:lvl4pPr algn="l">
                <a:defRPr sz="1070" b="0" i="0" kern="0" spc="-8">
                  <a:solidFill>
                    <a:srgbClr val="7B8BA0"/>
                  </a:solidFill>
                  <a:latin typeface="Inter"/>
                  <a:ea typeface="Inter"/>
                  <a:cs typeface="Inter"/>
                </a:defRPr>
              </a:lvl4pPr>
              <a:lvl5pPr algn="l">
                <a:defRPr sz="1070" b="0" i="0" kern="0" spc="-8">
                  <a:solidFill>
                    <a:srgbClr val="7B8BA0"/>
                  </a:solidFill>
                  <a:latin typeface="Inter"/>
                  <a:ea typeface="Inter"/>
                  <a:cs typeface="Inter"/>
                </a:defRPr>
              </a:lvl5pPr>
              <a:lvl6pPr algn="l">
                <a:defRPr sz="1070" b="0" i="0" kern="0" spc="-8">
                  <a:solidFill>
                    <a:srgbClr val="7B8BA0"/>
                  </a:solidFill>
                  <a:latin typeface="Inter"/>
                  <a:ea typeface="Inter"/>
                  <a:cs typeface="Inter"/>
                </a:defRPr>
              </a:lvl6pPr>
              <a:lvl7pPr algn="l">
                <a:defRPr sz="1070" b="0" i="0" kern="0" spc="-8">
                  <a:solidFill>
                    <a:srgbClr val="7B8BA0"/>
                  </a:solidFill>
                  <a:latin typeface="Inter"/>
                  <a:ea typeface="Inter"/>
                  <a:cs typeface="Inter"/>
                </a:defRPr>
              </a:lvl7pPr>
              <a:lvl8pPr algn="l">
                <a:defRPr sz="1070" b="0" i="0" kern="0" spc="-8">
                  <a:solidFill>
                    <a:srgbClr val="7B8BA0"/>
                  </a:solidFill>
                  <a:latin typeface="Inter"/>
                  <a:ea typeface="Inter"/>
                  <a:cs typeface="Inter"/>
                </a:defRPr>
              </a:lvl8pPr>
              <a:lvl9pPr algn="l">
                <a:defRPr sz="1070" b="0" i="0" kern="0" spc="-8">
                  <a:solidFill>
                    <a:srgbClr val="7B8BA0"/>
                  </a:solidFill>
                  <a:latin typeface="Inter"/>
                  <a:ea typeface="Inter"/>
                  <a:cs typeface="Inter"/>
                </a:defRPr>
              </a:lvl9pPr>
            </a:lstStyle>
            <a:p>
              <a:pPr algn="l">
                <a:lnSpc>
                  <a:spcPct val="100000"/>
                </a:lnSpc>
                <a:buNone/>
                <a:defRPr sz="1070" b="0" i="0" kern="0" spc="-8">
                  <a:solidFill>
                    <a:srgbClr val="7B8BA0"/>
                  </a:solidFill>
                  <a:latin typeface="Inter"/>
                  <a:ea typeface="Inter"/>
                  <a:cs typeface="Inter"/>
                </a:defRPr>
              </a:pPr>
              <a:r>
                <a:rPr sz="1070" b="0" i="0" kern="0" spc="-8">
                  <a:solidFill>
                    <a:srgbClr val="7B8BA0"/>
                  </a:solidFill>
                  <a:latin typeface="Inter"/>
                  <a:ea typeface="Inter"/>
                  <a:cs typeface="Inter"/>
                </a:rPr>
                <a:t>8,000</a:t>
              </a:r>
            </a:p>
          </p:txBody>
        </p:sp>
        <p:sp>
          <p:nvSpPr>
            <p:cNvPr id="87" name="s22 text 26">
              <a:extLst>
                <a:ext uri="{FF2B5EF4-FFF2-40B4-BE49-F238E27FC236}">
                  <a16:creationId xmlns:a16="http://schemas.microsoft.com/office/drawing/2014/main" id="{DC8E0FF6-E0B4-431D-9148-6B160C978B7D}"/>
                </a:ext>
              </a:extLst>
            </p:cNvPr>
            <p:cNvSpPr>
              <a:spLocks noGrp="1"/>
            </p:cNvSpPr>
            <p:nvPr/>
          </p:nvSpPr>
          <p:spPr>
            <a:xfrm>
              <a:off x="6434406" y="5403550"/>
              <a:ext cx="484689" cy="189063"/>
            </a:xfrm>
            <a:prstGeom prst="rect">
              <a:avLst/>
            </a:prstGeom>
            <a:noFill/>
            <a:ln w="0">
              <a:noFill/>
              <a:prstDash val="solid"/>
            </a:ln>
          </p:spPr>
          <p:txBody>
            <a:bodyPr wrap="none" lIns="0" tIns="0" rIns="0" bIns="0" anchor="t">
              <a:noAutofit/>
            </a:bodyPr>
            <a:lstStyle>
              <a:defPPr algn="l">
                <a:defRPr sz="1070" b="0" i="0" kern="0" spc="-8">
                  <a:solidFill>
                    <a:srgbClr val="7B8BA0"/>
                  </a:solidFill>
                  <a:latin typeface="Inter"/>
                  <a:ea typeface="Inter"/>
                  <a:cs typeface="Inter"/>
                </a:defRPr>
              </a:defPPr>
              <a:lvl1pPr algn="l">
                <a:defRPr sz="1070" b="0" i="0" kern="0" spc="-8">
                  <a:solidFill>
                    <a:srgbClr val="7B8BA0"/>
                  </a:solidFill>
                  <a:latin typeface="Inter"/>
                  <a:ea typeface="Inter"/>
                  <a:cs typeface="Inter"/>
                </a:defRPr>
              </a:lvl1pPr>
              <a:lvl2pPr algn="l">
                <a:defRPr sz="1070" b="0" i="0" kern="0" spc="-8">
                  <a:solidFill>
                    <a:srgbClr val="7B8BA0"/>
                  </a:solidFill>
                  <a:latin typeface="Inter"/>
                  <a:ea typeface="Inter"/>
                  <a:cs typeface="Inter"/>
                </a:defRPr>
              </a:lvl2pPr>
              <a:lvl3pPr algn="l">
                <a:defRPr sz="1070" b="0" i="0" kern="0" spc="-8">
                  <a:solidFill>
                    <a:srgbClr val="7B8BA0"/>
                  </a:solidFill>
                  <a:latin typeface="Inter"/>
                  <a:ea typeface="Inter"/>
                  <a:cs typeface="Inter"/>
                </a:defRPr>
              </a:lvl3pPr>
              <a:lvl4pPr algn="l">
                <a:defRPr sz="1070" b="0" i="0" kern="0" spc="-8">
                  <a:solidFill>
                    <a:srgbClr val="7B8BA0"/>
                  </a:solidFill>
                  <a:latin typeface="Inter"/>
                  <a:ea typeface="Inter"/>
                  <a:cs typeface="Inter"/>
                </a:defRPr>
              </a:lvl4pPr>
              <a:lvl5pPr algn="l">
                <a:defRPr sz="1070" b="0" i="0" kern="0" spc="-8">
                  <a:solidFill>
                    <a:srgbClr val="7B8BA0"/>
                  </a:solidFill>
                  <a:latin typeface="Inter"/>
                  <a:ea typeface="Inter"/>
                  <a:cs typeface="Inter"/>
                </a:defRPr>
              </a:lvl5pPr>
              <a:lvl6pPr algn="l">
                <a:defRPr sz="1070" b="0" i="0" kern="0" spc="-8">
                  <a:solidFill>
                    <a:srgbClr val="7B8BA0"/>
                  </a:solidFill>
                  <a:latin typeface="Inter"/>
                  <a:ea typeface="Inter"/>
                  <a:cs typeface="Inter"/>
                </a:defRPr>
              </a:lvl6pPr>
              <a:lvl7pPr algn="l">
                <a:defRPr sz="1070" b="0" i="0" kern="0" spc="-8">
                  <a:solidFill>
                    <a:srgbClr val="7B8BA0"/>
                  </a:solidFill>
                  <a:latin typeface="Inter"/>
                  <a:ea typeface="Inter"/>
                  <a:cs typeface="Inter"/>
                </a:defRPr>
              </a:lvl7pPr>
              <a:lvl8pPr algn="l">
                <a:defRPr sz="1070" b="0" i="0" kern="0" spc="-8">
                  <a:solidFill>
                    <a:srgbClr val="7B8BA0"/>
                  </a:solidFill>
                  <a:latin typeface="Inter"/>
                  <a:ea typeface="Inter"/>
                  <a:cs typeface="Inter"/>
                </a:defRPr>
              </a:lvl8pPr>
              <a:lvl9pPr algn="l">
                <a:defRPr sz="1070" b="0" i="0" kern="0" spc="-8">
                  <a:solidFill>
                    <a:srgbClr val="7B8BA0"/>
                  </a:solidFill>
                  <a:latin typeface="Inter"/>
                  <a:ea typeface="Inter"/>
                  <a:cs typeface="Inter"/>
                </a:defRPr>
              </a:lvl9pPr>
            </a:lstStyle>
            <a:p>
              <a:pPr algn="l">
                <a:lnSpc>
                  <a:spcPct val="100000"/>
                </a:lnSpc>
                <a:buNone/>
                <a:defRPr sz="1070" b="0" i="0" kern="0" spc="-8">
                  <a:solidFill>
                    <a:srgbClr val="7B8BA0"/>
                  </a:solidFill>
                  <a:latin typeface="Inter"/>
                  <a:ea typeface="Inter"/>
                  <a:cs typeface="Inter"/>
                </a:defRPr>
              </a:pPr>
              <a:r>
                <a:rPr sz="1070" b="0" i="0" kern="0" spc="-8">
                  <a:solidFill>
                    <a:srgbClr val="7B8BA0"/>
                  </a:solidFill>
                  <a:latin typeface="Inter"/>
                  <a:ea typeface="Inter"/>
                  <a:cs typeface="Inter"/>
                </a:rPr>
                <a:t>10,000</a:t>
              </a:r>
            </a:p>
          </p:txBody>
        </p:sp>
        <p:sp>
          <p:nvSpPr>
            <p:cNvPr id="88" name="s22 text 27">
              <a:extLst>
                <a:ext uri="{FF2B5EF4-FFF2-40B4-BE49-F238E27FC236}">
                  <a16:creationId xmlns:a16="http://schemas.microsoft.com/office/drawing/2014/main" id="{4152FBBF-7562-4FD7-BCB3-3940067D6055}"/>
                </a:ext>
              </a:extLst>
            </p:cNvPr>
            <p:cNvSpPr>
              <a:spLocks noGrp="1"/>
            </p:cNvSpPr>
            <p:nvPr/>
          </p:nvSpPr>
          <p:spPr>
            <a:xfrm>
              <a:off x="1447064" y="4825799"/>
              <a:ext cx="281045" cy="189063"/>
            </a:xfrm>
            <a:prstGeom prst="rect">
              <a:avLst/>
            </a:prstGeom>
            <a:noFill/>
            <a:ln w="0">
              <a:noFill/>
              <a:prstDash val="solid"/>
            </a:ln>
          </p:spPr>
          <p:txBody>
            <a:bodyPr wrap="none" lIns="0" tIns="0" rIns="0" bIns="0" anchor="t">
              <a:noAutofit/>
            </a:bodyPr>
            <a:lstStyle>
              <a:defPPr algn="l">
                <a:defRPr sz="1070" b="0" i="0" kern="0" spc="-8">
                  <a:solidFill>
                    <a:srgbClr val="7B8BA0"/>
                  </a:solidFill>
                  <a:latin typeface="Inter"/>
                  <a:ea typeface="Inter"/>
                  <a:cs typeface="Inter"/>
                </a:defRPr>
              </a:defPPr>
              <a:lvl1pPr algn="l">
                <a:defRPr sz="1070" b="0" i="0" kern="0" spc="-8">
                  <a:solidFill>
                    <a:srgbClr val="7B8BA0"/>
                  </a:solidFill>
                  <a:latin typeface="Inter"/>
                  <a:ea typeface="Inter"/>
                  <a:cs typeface="Inter"/>
                </a:defRPr>
              </a:lvl1pPr>
              <a:lvl2pPr algn="l">
                <a:defRPr sz="1070" b="0" i="0" kern="0" spc="-8">
                  <a:solidFill>
                    <a:srgbClr val="7B8BA0"/>
                  </a:solidFill>
                  <a:latin typeface="Inter"/>
                  <a:ea typeface="Inter"/>
                  <a:cs typeface="Inter"/>
                </a:defRPr>
              </a:lvl2pPr>
              <a:lvl3pPr algn="l">
                <a:defRPr sz="1070" b="0" i="0" kern="0" spc="-8">
                  <a:solidFill>
                    <a:srgbClr val="7B8BA0"/>
                  </a:solidFill>
                  <a:latin typeface="Inter"/>
                  <a:ea typeface="Inter"/>
                  <a:cs typeface="Inter"/>
                </a:defRPr>
              </a:lvl3pPr>
              <a:lvl4pPr algn="l">
                <a:defRPr sz="1070" b="0" i="0" kern="0" spc="-8">
                  <a:solidFill>
                    <a:srgbClr val="7B8BA0"/>
                  </a:solidFill>
                  <a:latin typeface="Inter"/>
                  <a:ea typeface="Inter"/>
                  <a:cs typeface="Inter"/>
                </a:defRPr>
              </a:lvl4pPr>
              <a:lvl5pPr algn="l">
                <a:defRPr sz="1070" b="0" i="0" kern="0" spc="-8">
                  <a:solidFill>
                    <a:srgbClr val="7B8BA0"/>
                  </a:solidFill>
                  <a:latin typeface="Inter"/>
                  <a:ea typeface="Inter"/>
                  <a:cs typeface="Inter"/>
                </a:defRPr>
              </a:lvl5pPr>
              <a:lvl6pPr algn="l">
                <a:defRPr sz="1070" b="0" i="0" kern="0" spc="-8">
                  <a:solidFill>
                    <a:srgbClr val="7B8BA0"/>
                  </a:solidFill>
                  <a:latin typeface="Inter"/>
                  <a:ea typeface="Inter"/>
                  <a:cs typeface="Inter"/>
                </a:defRPr>
              </a:lvl6pPr>
              <a:lvl7pPr algn="l">
                <a:defRPr sz="1070" b="0" i="0" kern="0" spc="-8">
                  <a:solidFill>
                    <a:srgbClr val="7B8BA0"/>
                  </a:solidFill>
                  <a:latin typeface="Inter"/>
                  <a:ea typeface="Inter"/>
                  <a:cs typeface="Inter"/>
                </a:defRPr>
              </a:lvl7pPr>
              <a:lvl8pPr algn="l">
                <a:defRPr sz="1070" b="0" i="0" kern="0" spc="-8">
                  <a:solidFill>
                    <a:srgbClr val="7B8BA0"/>
                  </a:solidFill>
                  <a:latin typeface="Inter"/>
                  <a:ea typeface="Inter"/>
                  <a:cs typeface="Inter"/>
                </a:defRPr>
              </a:lvl8pPr>
              <a:lvl9pPr algn="l">
                <a:defRPr sz="1070" b="0" i="0" kern="0" spc="-8">
                  <a:solidFill>
                    <a:srgbClr val="7B8BA0"/>
                  </a:solidFill>
                  <a:latin typeface="Inter"/>
                  <a:ea typeface="Inter"/>
                  <a:cs typeface="Inter"/>
                </a:defRPr>
              </a:lvl9pPr>
            </a:lstStyle>
            <a:p>
              <a:pPr algn="l">
                <a:lnSpc>
                  <a:spcPct val="100000"/>
                </a:lnSpc>
                <a:buNone/>
                <a:defRPr sz="1070" b="0" i="0" kern="0" spc="-8">
                  <a:solidFill>
                    <a:srgbClr val="7B8BA0"/>
                  </a:solidFill>
                  <a:latin typeface="Inter"/>
                  <a:ea typeface="Inter"/>
                  <a:cs typeface="Inter"/>
                </a:defRPr>
              </a:pPr>
              <a:r>
                <a:rPr sz="1070" b="0" i="0" kern="0" spc="-8">
                  <a:solidFill>
                    <a:srgbClr val="7B8BA0"/>
                  </a:solidFill>
                  <a:latin typeface="Inter"/>
                  <a:ea typeface="Inter"/>
                  <a:cs typeface="Inter"/>
                </a:rPr>
                <a:t>100</a:t>
              </a:r>
            </a:p>
          </p:txBody>
        </p:sp>
        <p:sp>
          <p:nvSpPr>
            <p:cNvPr id="89" name="s22 text 28">
              <a:extLst>
                <a:ext uri="{FF2B5EF4-FFF2-40B4-BE49-F238E27FC236}">
                  <a16:creationId xmlns:a16="http://schemas.microsoft.com/office/drawing/2014/main" id="{5715F317-539B-4215-95AC-A9735F374B50}"/>
                </a:ext>
              </a:extLst>
            </p:cNvPr>
            <p:cNvSpPr>
              <a:spLocks noGrp="1"/>
            </p:cNvSpPr>
            <p:nvPr/>
          </p:nvSpPr>
          <p:spPr>
            <a:xfrm>
              <a:off x="1419494" y="4432000"/>
              <a:ext cx="308667" cy="189063"/>
            </a:xfrm>
            <a:prstGeom prst="rect">
              <a:avLst/>
            </a:prstGeom>
            <a:noFill/>
            <a:ln w="0">
              <a:noFill/>
              <a:prstDash val="solid"/>
            </a:ln>
          </p:spPr>
          <p:txBody>
            <a:bodyPr wrap="none" lIns="0" tIns="0" rIns="0" bIns="0" anchor="t">
              <a:noAutofit/>
            </a:bodyPr>
            <a:lstStyle>
              <a:defPPr algn="l">
                <a:defRPr sz="1070" b="0" i="0" kern="0" spc="-8">
                  <a:solidFill>
                    <a:srgbClr val="7B8BA0"/>
                  </a:solidFill>
                  <a:latin typeface="Inter"/>
                  <a:ea typeface="Inter"/>
                  <a:cs typeface="Inter"/>
                </a:defRPr>
              </a:defPPr>
              <a:lvl1pPr algn="l">
                <a:defRPr sz="1070" b="0" i="0" kern="0" spc="-8">
                  <a:solidFill>
                    <a:srgbClr val="7B8BA0"/>
                  </a:solidFill>
                  <a:latin typeface="Inter"/>
                  <a:ea typeface="Inter"/>
                  <a:cs typeface="Inter"/>
                </a:defRPr>
              </a:lvl1pPr>
              <a:lvl2pPr algn="l">
                <a:defRPr sz="1070" b="0" i="0" kern="0" spc="-8">
                  <a:solidFill>
                    <a:srgbClr val="7B8BA0"/>
                  </a:solidFill>
                  <a:latin typeface="Inter"/>
                  <a:ea typeface="Inter"/>
                  <a:cs typeface="Inter"/>
                </a:defRPr>
              </a:lvl2pPr>
              <a:lvl3pPr algn="l">
                <a:defRPr sz="1070" b="0" i="0" kern="0" spc="-8">
                  <a:solidFill>
                    <a:srgbClr val="7B8BA0"/>
                  </a:solidFill>
                  <a:latin typeface="Inter"/>
                  <a:ea typeface="Inter"/>
                  <a:cs typeface="Inter"/>
                </a:defRPr>
              </a:lvl3pPr>
              <a:lvl4pPr algn="l">
                <a:defRPr sz="1070" b="0" i="0" kern="0" spc="-8">
                  <a:solidFill>
                    <a:srgbClr val="7B8BA0"/>
                  </a:solidFill>
                  <a:latin typeface="Inter"/>
                  <a:ea typeface="Inter"/>
                  <a:cs typeface="Inter"/>
                </a:defRPr>
              </a:lvl4pPr>
              <a:lvl5pPr algn="l">
                <a:defRPr sz="1070" b="0" i="0" kern="0" spc="-8">
                  <a:solidFill>
                    <a:srgbClr val="7B8BA0"/>
                  </a:solidFill>
                  <a:latin typeface="Inter"/>
                  <a:ea typeface="Inter"/>
                  <a:cs typeface="Inter"/>
                </a:defRPr>
              </a:lvl5pPr>
              <a:lvl6pPr algn="l">
                <a:defRPr sz="1070" b="0" i="0" kern="0" spc="-8">
                  <a:solidFill>
                    <a:srgbClr val="7B8BA0"/>
                  </a:solidFill>
                  <a:latin typeface="Inter"/>
                  <a:ea typeface="Inter"/>
                  <a:cs typeface="Inter"/>
                </a:defRPr>
              </a:lvl6pPr>
              <a:lvl7pPr algn="l">
                <a:defRPr sz="1070" b="0" i="0" kern="0" spc="-8">
                  <a:solidFill>
                    <a:srgbClr val="7B8BA0"/>
                  </a:solidFill>
                  <a:latin typeface="Inter"/>
                  <a:ea typeface="Inter"/>
                  <a:cs typeface="Inter"/>
                </a:defRPr>
              </a:lvl7pPr>
              <a:lvl8pPr algn="l">
                <a:defRPr sz="1070" b="0" i="0" kern="0" spc="-8">
                  <a:solidFill>
                    <a:srgbClr val="7B8BA0"/>
                  </a:solidFill>
                  <a:latin typeface="Inter"/>
                  <a:ea typeface="Inter"/>
                  <a:cs typeface="Inter"/>
                </a:defRPr>
              </a:lvl8pPr>
              <a:lvl9pPr algn="l">
                <a:defRPr sz="1070" b="0" i="0" kern="0" spc="-8">
                  <a:solidFill>
                    <a:srgbClr val="7B8BA0"/>
                  </a:solidFill>
                  <a:latin typeface="Inter"/>
                  <a:ea typeface="Inter"/>
                  <a:cs typeface="Inter"/>
                </a:defRPr>
              </a:lvl9pPr>
            </a:lstStyle>
            <a:p>
              <a:pPr algn="l">
                <a:lnSpc>
                  <a:spcPct val="100000"/>
                </a:lnSpc>
                <a:buNone/>
                <a:defRPr sz="1070" b="0" i="0" kern="0" spc="-8">
                  <a:solidFill>
                    <a:srgbClr val="7B8BA0"/>
                  </a:solidFill>
                  <a:latin typeface="Inter"/>
                  <a:ea typeface="Inter"/>
                  <a:cs typeface="Inter"/>
                </a:defRPr>
              </a:pPr>
              <a:r>
                <a:rPr sz="1070" b="0" i="0" kern="0" spc="-8">
                  <a:solidFill>
                    <a:srgbClr val="7B8BA0"/>
                  </a:solidFill>
                  <a:latin typeface="Inter"/>
                  <a:ea typeface="Inter"/>
                  <a:cs typeface="Inter"/>
                </a:rPr>
                <a:t>200</a:t>
              </a:r>
            </a:p>
          </p:txBody>
        </p:sp>
        <p:sp>
          <p:nvSpPr>
            <p:cNvPr id="90" name="s22 text 29">
              <a:extLst>
                <a:ext uri="{FF2B5EF4-FFF2-40B4-BE49-F238E27FC236}">
                  <a16:creationId xmlns:a16="http://schemas.microsoft.com/office/drawing/2014/main" id="{1CC33E08-44F9-409D-A4A1-AF926C4094DB}"/>
                </a:ext>
              </a:extLst>
            </p:cNvPr>
            <p:cNvSpPr>
              <a:spLocks noGrp="1"/>
            </p:cNvSpPr>
            <p:nvPr/>
          </p:nvSpPr>
          <p:spPr>
            <a:xfrm>
              <a:off x="1418489" y="4038089"/>
              <a:ext cx="309715" cy="189063"/>
            </a:xfrm>
            <a:prstGeom prst="rect">
              <a:avLst/>
            </a:prstGeom>
            <a:noFill/>
            <a:ln w="0">
              <a:noFill/>
              <a:prstDash val="solid"/>
            </a:ln>
          </p:spPr>
          <p:txBody>
            <a:bodyPr wrap="none" lIns="0" tIns="0" rIns="0" bIns="0" anchor="t">
              <a:noAutofit/>
            </a:bodyPr>
            <a:lstStyle>
              <a:defPPr algn="l">
                <a:defRPr sz="1070" b="0" i="0" kern="0" spc="-8">
                  <a:solidFill>
                    <a:srgbClr val="7B8BA0"/>
                  </a:solidFill>
                  <a:latin typeface="Inter"/>
                  <a:ea typeface="Inter"/>
                  <a:cs typeface="Inter"/>
                </a:defRPr>
              </a:defPPr>
              <a:lvl1pPr algn="l">
                <a:defRPr sz="1070" b="0" i="0" kern="0" spc="-8">
                  <a:solidFill>
                    <a:srgbClr val="7B8BA0"/>
                  </a:solidFill>
                  <a:latin typeface="Inter"/>
                  <a:ea typeface="Inter"/>
                  <a:cs typeface="Inter"/>
                </a:defRPr>
              </a:lvl1pPr>
              <a:lvl2pPr algn="l">
                <a:defRPr sz="1070" b="0" i="0" kern="0" spc="-8">
                  <a:solidFill>
                    <a:srgbClr val="7B8BA0"/>
                  </a:solidFill>
                  <a:latin typeface="Inter"/>
                  <a:ea typeface="Inter"/>
                  <a:cs typeface="Inter"/>
                </a:defRPr>
              </a:lvl2pPr>
              <a:lvl3pPr algn="l">
                <a:defRPr sz="1070" b="0" i="0" kern="0" spc="-8">
                  <a:solidFill>
                    <a:srgbClr val="7B8BA0"/>
                  </a:solidFill>
                  <a:latin typeface="Inter"/>
                  <a:ea typeface="Inter"/>
                  <a:cs typeface="Inter"/>
                </a:defRPr>
              </a:lvl3pPr>
              <a:lvl4pPr algn="l">
                <a:defRPr sz="1070" b="0" i="0" kern="0" spc="-8">
                  <a:solidFill>
                    <a:srgbClr val="7B8BA0"/>
                  </a:solidFill>
                  <a:latin typeface="Inter"/>
                  <a:ea typeface="Inter"/>
                  <a:cs typeface="Inter"/>
                </a:defRPr>
              </a:lvl4pPr>
              <a:lvl5pPr algn="l">
                <a:defRPr sz="1070" b="0" i="0" kern="0" spc="-8">
                  <a:solidFill>
                    <a:srgbClr val="7B8BA0"/>
                  </a:solidFill>
                  <a:latin typeface="Inter"/>
                  <a:ea typeface="Inter"/>
                  <a:cs typeface="Inter"/>
                </a:defRPr>
              </a:lvl5pPr>
              <a:lvl6pPr algn="l">
                <a:defRPr sz="1070" b="0" i="0" kern="0" spc="-8">
                  <a:solidFill>
                    <a:srgbClr val="7B8BA0"/>
                  </a:solidFill>
                  <a:latin typeface="Inter"/>
                  <a:ea typeface="Inter"/>
                  <a:cs typeface="Inter"/>
                </a:defRPr>
              </a:lvl6pPr>
              <a:lvl7pPr algn="l">
                <a:defRPr sz="1070" b="0" i="0" kern="0" spc="-8">
                  <a:solidFill>
                    <a:srgbClr val="7B8BA0"/>
                  </a:solidFill>
                  <a:latin typeface="Inter"/>
                  <a:ea typeface="Inter"/>
                  <a:cs typeface="Inter"/>
                </a:defRPr>
              </a:lvl7pPr>
              <a:lvl8pPr algn="l">
                <a:defRPr sz="1070" b="0" i="0" kern="0" spc="-8">
                  <a:solidFill>
                    <a:srgbClr val="7B8BA0"/>
                  </a:solidFill>
                  <a:latin typeface="Inter"/>
                  <a:ea typeface="Inter"/>
                  <a:cs typeface="Inter"/>
                </a:defRPr>
              </a:lvl8pPr>
              <a:lvl9pPr algn="l">
                <a:defRPr sz="1070" b="0" i="0" kern="0" spc="-8">
                  <a:solidFill>
                    <a:srgbClr val="7B8BA0"/>
                  </a:solidFill>
                  <a:latin typeface="Inter"/>
                  <a:ea typeface="Inter"/>
                  <a:cs typeface="Inter"/>
                </a:defRPr>
              </a:lvl9pPr>
            </a:lstStyle>
            <a:p>
              <a:pPr algn="l">
                <a:lnSpc>
                  <a:spcPct val="100000"/>
                </a:lnSpc>
                <a:buNone/>
                <a:defRPr sz="1070" b="0" i="0" kern="0" spc="-8">
                  <a:solidFill>
                    <a:srgbClr val="7B8BA0"/>
                  </a:solidFill>
                  <a:latin typeface="Inter"/>
                  <a:ea typeface="Inter"/>
                  <a:cs typeface="Inter"/>
                </a:defRPr>
              </a:pPr>
              <a:r>
                <a:rPr sz="1070" b="0" i="0" kern="0" spc="-8">
                  <a:solidFill>
                    <a:srgbClr val="7B8BA0"/>
                  </a:solidFill>
                  <a:latin typeface="Inter"/>
                  <a:ea typeface="Inter"/>
                  <a:cs typeface="Inter"/>
                </a:rPr>
                <a:t>300</a:t>
              </a:r>
            </a:p>
          </p:txBody>
        </p:sp>
        <p:sp>
          <p:nvSpPr>
            <p:cNvPr id="91" name="s22 text 30">
              <a:extLst>
                <a:ext uri="{FF2B5EF4-FFF2-40B4-BE49-F238E27FC236}">
                  <a16:creationId xmlns:a16="http://schemas.microsoft.com/office/drawing/2014/main" id="{01E2B3CD-D989-4300-9579-2C912277B7E0}"/>
                </a:ext>
              </a:extLst>
            </p:cNvPr>
            <p:cNvSpPr>
              <a:spLocks noGrp="1"/>
            </p:cNvSpPr>
            <p:nvPr/>
          </p:nvSpPr>
          <p:spPr>
            <a:xfrm>
              <a:off x="1414583" y="3644290"/>
              <a:ext cx="313525" cy="189063"/>
            </a:xfrm>
            <a:prstGeom prst="rect">
              <a:avLst/>
            </a:prstGeom>
            <a:noFill/>
            <a:ln w="0">
              <a:noFill/>
              <a:prstDash val="solid"/>
            </a:ln>
          </p:spPr>
          <p:txBody>
            <a:bodyPr wrap="none" lIns="0" tIns="0" rIns="0" bIns="0" anchor="t">
              <a:noAutofit/>
            </a:bodyPr>
            <a:lstStyle>
              <a:defPPr algn="l">
                <a:defRPr sz="1070" b="0" i="0" kern="0" spc="-8">
                  <a:solidFill>
                    <a:srgbClr val="7B8BA0"/>
                  </a:solidFill>
                  <a:latin typeface="Inter"/>
                  <a:ea typeface="Inter"/>
                  <a:cs typeface="Inter"/>
                </a:defRPr>
              </a:defPPr>
              <a:lvl1pPr algn="l">
                <a:defRPr sz="1070" b="0" i="0" kern="0" spc="-8">
                  <a:solidFill>
                    <a:srgbClr val="7B8BA0"/>
                  </a:solidFill>
                  <a:latin typeface="Inter"/>
                  <a:ea typeface="Inter"/>
                  <a:cs typeface="Inter"/>
                </a:defRPr>
              </a:lvl1pPr>
              <a:lvl2pPr algn="l">
                <a:defRPr sz="1070" b="0" i="0" kern="0" spc="-8">
                  <a:solidFill>
                    <a:srgbClr val="7B8BA0"/>
                  </a:solidFill>
                  <a:latin typeface="Inter"/>
                  <a:ea typeface="Inter"/>
                  <a:cs typeface="Inter"/>
                </a:defRPr>
              </a:lvl2pPr>
              <a:lvl3pPr algn="l">
                <a:defRPr sz="1070" b="0" i="0" kern="0" spc="-8">
                  <a:solidFill>
                    <a:srgbClr val="7B8BA0"/>
                  </a:solidFill>
                  <a:latin typeface="Inter"/>
                  <a:ea typeface="Inter"/>
                  <a:cs typeface="Inter"/>
                </a:defRPr>
              </a:lvl3pPr>
              <a:lvl4pPr algn="l">
                <a:defRPr sz="1070" b="0" i="0" kern="0" spc="-8">
                  <a:solidFill>
                    <a:srgbClr val="7B8BA0"/>
                  </a:solidFill>
                  <a:latin typeface="Inter"/>
                  <a:ea typeface="Inter"/>
                  <a:cs typeface="Inter"/>
                </a:defRPr>
              </a:lvl4pPr>
              <a:lvl5pPr algn="l">
                <a:defRPr sz="1070" b="0" i="0" kern="0" spc="-8">
                  <a:solidFill>
                    <a:srgbClr val="7B8BA0"/>
                  </a:solidFill>
                  <a:latin typeface="Inter"/>
                  <a:ea typeface="Inter"/>
                  <a:cs typeface="Inter"/>
                </a:defRPr>
              </a:lvl5pPr>
              <a:lvl6pPr algn="l">
                <a:defRPr sz="1070" b="0" i="0" kern="0" spc="-8">
                  <a:solidFill>
                    <a:srgbClr val="7B8BA0"/>
                  </a:solidFill>
                  <a:latin typeface="Inter"/>
                  <a:ea typeface="Inter"/>
                  <a:cs typeface="Inter"/>
                </a:defRPr>
              </a:lvl6pPr>
              <a:lvl7pPr algn="l">
                <a:defRPr sz="1070" b="0" i="0" kern="0" spc="-8">
                  <a:solidFill>
                    <a:srgbClr val="7B8BA0"/>
                  </a:solidFill>
                  <a:latin typeface="Inter"/>
                  <a:ea typeface="Inter"/>
                  <a:cs typeface="Inter"/>
                </a:defRPr>
              </a:lvl7pPr>
              <a:lvl8pPr algn="l">
                <a:defRPr sz="1070" b="0" i="0" kern="0" spc="-8">
                  <a:solidFill>
                    <a:srgbClr val="7B8BA0"/>
                  </a:solidFill>
                  <a:latin typeface="Inter"/>
                  <a:ea typeface="Inter"/>
                  <a:cs typeface="Inter"/>
                </a:defRPr>
              </a:lvl8pPr>
              <a:lvl9pPr algn="l">
                <a:defRPr sz="1070" b="0" i="0" kern="0" spc="-8">
                  <a:solidFill>
                    <a:srgbClr val="7B8BA0"/>
                  </a:solidFill>
                  <a:latin typeface="Inter"/>
                  <a:ea typeface="Inter"/>
                  <a:cs typeface="Inter"/>
                </a:defRPr>
              </a:lvl9pPr>
            </a:lstStyle>
            <a:p>
              <a:pPr algn="l">
                <a:lnSpc>
                  <a:spcPct val="100000"/>
                </a:lnSpc>
                <a:buNone/>
                <a:defRPr sz="1070" b="0" i="0" kern="0" spc="-8">
                  <a:solidFill>
                    <a:srgbClr val="7B8BA0"/>
                  </a:solidFill>
                  <a:latin typeface="Inter"/>
                  <a:ea typeface="Inter"/>
                  <a:cs typeface="Inter"/>
                </a:defRPr>
              </a:pPr>
              <a:r>
                <a:rPr sz="1070" b="0" i="0" kern="0" spc="-8">
                  <a:solidFill>
                    <a:srgbClr val="7B8BA0"/>
                  </a:solidFill>
                  <a:latin typeface="Inter"/>
                  <a:ea typeface="Inter"/>
                  <a:cs typeface="Inter"/>
                </a:rPr>
                <a:t>400</a:t>
              </a:r>
            </a:p>
          </p:txBody>
        </p:sp>
        <p:sp>
          <p:nvSpPr>
            <p:cNvPr id="92" name="s22 text 31">
              <a:extLst>
                <a:ext uri="{FF2B5EF4-FFF2-40B4-BE49-F238E27FC236}">
                  <a16:creationId xmlns:a16="http://schemas.microsoft.com/office/drawing/2014/main" id="{4270E537-2524-4FEE-85E4-3AA03CC2C8D0}"/>
                </a:ext>
              </a:extLst>
            </p:cNvPr>
            <p:cNvSpPr>
              <a:spLocks noGrp="1"/>
            </p:cNvSpPr>
            <p:nvPr/>
          </p:nvSpPr>
          <p:spPr>
            <a:xfrm>
              <a:off x="1421726" y="3250379"/>
              <a:ext cx="306381" cy="189063"/>
            </a:xfrm>
            <a:prstGeom prst="rect">
              <a:avLst/>
            </a:prstGeom>
            <a:noFill/>
            <a:ln w="0">
              <a:noFill/>
              <a:prstDash val="solid"/>
            </a:ln>
          </p:spPr>
          <p:txBody>
            <a:bodyPr wrap="none" lIns="0" tIns="0" rIns="0" bIns="0" anchor="t">
              <a:noAutofit/>
            </a:bodyPr>
            <a:lstStyle>
              <a:defPPr algn="l">
                <a:defRPr sz="1070" b="0" i="0" kern="0" spc="-8">
                  <a:solidFill>
                    <a:srgbClr val="7B8BA0"/>
                  </a:solidFill>
                  <a:latin typeface="Inter"/>
                  <a:ea typeface="Inter"/>
                  <a:cs typeface="Inter"/>
                </a:defRPr>
              </a:defPPr>
              <a:lvl1pPr algn="l">
                <a:defRPr sz="1070" b="0" i="0" kern="0" spc="-8">
                  <a:solidFill>
                    <a:srgbClr val="7B8BA0"/>
                  </a:solidFill>
                  <a:latin typeface="Inter"/>
                  <a:ea typeface="Inter"/>
                  <a:cs typeface="Inter"/>
                </a:defRPr>
              </a:lvl1pPr>
              <a:lvl2pPr algn="l">
                <a:defRPr sz="1070" b="0" i="0" kern="0" spc="-8">
                  <a:solidFill>
                    <a:srgbClr val="7B8BA0"/>
                  </a:solidFill>
                  <a:latin typeface="Inter"/>
                  <a:ea typeface="Inter"/>
                  <a:cs typeface="Inter"/>
                </a:defRPr>
              </a:lvl2pPr>
              <a:lvl3pPr algn="l">
                <a:defRPr sz="1070" b="0" i="0" kern="0" spc="-8">
                  <a:solidFill>
                    <a:srgbClr val="7B8BA0"/>
                  </a:solidFill>
                  <a:latin typeface="Inter"/>
                  <a:ea typeface="Inter"/>
                  <a:cs typeface="Inter"/>
                </a:defRPr>
              </a:lvl3pPr>
              <a:lvl4pPr algn="l">
                <a:defRPr sz="1070" b="0" i="0" kern="0" spc="-8">
                  <a:solidFill>
                    <a:srgbClr val="7B8BA0"/>
                  </a:solidFill>
                  <a:latin typeface="Inter"/>
                  <a:ea typeface="Inter"/>
                  <a:cs typeface="Inter"/>
                </a:defRPr>
              </a:lvl4pPr>
              <a:lvl5pPr algn="l">
                <a:defRPr sz="1070" b="0" i="0" kern="0" spc="-8">
                  <a:solidFill>
                    <a:srgbClr val="7B8BA0"/>
                  </a:solidFill>
                  <a:latin typeface="Inter"/>
                  <a:ea typeface="Inter"/>
                  <a:cs typeface="Inter"/>
                </a:defRPr>
              </a:lvl5pPr>
              <a:lvl6pPr algn="l">
                <a:defRPr sz="1070" b="0" i="0" kern="0" spc="-8">
                  <a:solidFill>
                    <a:srgbClr val="7B8BA0"/>
                  </a:solidFill>
                  <a:latin typeface="Inter"/>
                  <a:ea typeface="Inter"/>
                  <a:cs typeface="Inter"/>
                </a:defRPr>
              </a:lvl6pPr>
              <a:lvl7pPr algn="l">
                <a:defRPr sz="1070" b="0" i="0" kern="0" spc="-8">
                  <a:solidFill>
                    <a:srgbClr val="7B8BA0"/>
                  </a:solidFill>
                  <a:latin typeface="Inter"/>
                  <a:ea typeface="Inter"/>
                  <a:cs typeface="Inter"/>
                </a:defRPr>
              </a:lvl7pPr>
              <a:lvl8pPr algn="l">
                <a:defRPr sz="1070" b="0" i="0" kern="0" spc="-8">
                  <a:solidFill>
                    <a:srgbClr val="7B8BA0"/>
                  </a:solidFill>
                  <a:latin typeface="Inter"/>
                  <a:ea typeface="Inter"/>
                  <a:cs typeface="Inter"/>
                </a:defRPr>
              </a:lvl8pPr>
              <a:lvl9pPr algn="l">
                <a:defRPr sz="1070" b="0" i="0" kern="0" spc="-8">
                  <a:solidFill>
                    <a:srgbClr val="7B8BA0"/>
                  </a:solidFill>
                  <a:latin typeface="Inter"/>
                  <a:ea typeface="Inter"/>
                  <a:cs typeface="Inter"/>
                </a:defRPr>
              </a:lvl9pPr>
            </a:lstStyle>
            <a:p>
              <a:pPr algn="l">
                <a:lnSpc>
                  <a:spcPct val="100000"/>
                </a:lnSpc>
                <a:buNone/>
                <a:defRPr sz="1070" b="0" i="0" kern="0" spc="-8">
                  <a:solidFill>
                    <a:srgbClr val="7B8BA0"/>
                  </a:solidFill>
                  <a:latin typeface="Inter"/>
                  <a:ea typeface="Inter"/>
                  <a:cs typeface="Inter"/>
                </a:defRPr>
              </a:pPr>
              <a:r>
                <a:rPr sz="1070" b="0" i="0" kern="0" spc="-8">
                  <a:solidFill>
                    <a:srgbClr val="7B8BA0"/>
                  </a:solidFill>
                  <a:latin typeface="Inter"/>
                  <a:ea typeface="Inter"/>
                  <a:cs typeface="Inter"/>
                </a:rPr>
                <a:t>500</a:t>
              </a:r>
            </a:p>
          </p:txBody>
        </p:sp>
        <p:sp>
          <p:nvSpPr>
            <p:cNvPr id="93" name="s22 text 32">
              <a:extLst>
                <a:ext uri="{FF2B5EF4-FFF2-40B4-BE49-F238E27FC236}">
                  <a16:creationId xmlns:a16="http://schemas.microsoft.com/office/drawing/2014/main" id="{E1134089-E074-4C1A-A4E2-11F46AECAFE3}"/>
                </a:ext>
              </a:extLst>
            </p:cNvPr>
            <p:cNvSpPr>
              <a:spLocks noGrp="1"/>
            </p:cNvSpPr>
            <p:nvPr/>
          </p:nvSpPr>
          <p:spPr>
            <a:xfrm>
              <a:off x="1418155" y="2856469"/>
              <a:ext cx="310001" cy="189063"/>
            </a:xfrm>
            <a:prstGeom prst="rect">
              <a:avLst/>
            </a:prstGeom>
            <a:noFill/>
            <a:ln w="0">
              <a:noFill/>
              <a:prstDash val="solid"/>
            </a:ln>
          </p:spPr>
          <p:txBody>
            <a:bodyPr wrap="none" lIns="0" tIns="0" rIns="0" bIns="0" anchor="t">
              <a:noAutofit/>
            </a:bodyPr>
            <a:lstStyle>
              <a:defPPr algn="l">
                <a:defRPr sz="1070" b="0" i="0" kern="0" spc="-8">
                  <a:solidFill>
                    <a:srgbClr val="7B8BA0"/>
                  </a:solidFill>
                  <a:latin typeface="Inter"/>
                  <a:ea typeface="Inter"/>
                  <a:cs typeface="Inter"/>
                </a:defRPr>
              </a:defPPr>
              <a:lvl1pPr algn="l">
                <a:defRPr sz="1070" b="0" i="0" kern="0" spc="-8">
                  <a:solidFill>
                    <a:srgbClr val="7B8BA0"/>
                  </a:solidFill>
                  <a:latin typeface="Inter"/>
                  <a:ea typeface="Inter"/>
                  <a:cs typeface="Inter"/>
                </a:defRPr>
              </a:lvl1pPr>
              <a:lvl2pPr algn="l">
                <a:defRPr sz="1070" b="0" i="0" kern="0" spc="-8">
                  <a:solidFill>
                    <a:srgbClr val="7B8BA0"/>
                  </a:solidFill>
                  <a:latin typeface="Inter"/>
                  <a:ea typeface="Inter"/>
                  <a:cs typeface="Inter"/>
                </a:defRPr>
              </a:lvl2pPr>
              <a:lvl3pPr algn="l">
                <a:defRPr sz="1070" b="0" i="0" kern="0" spc="-8">
                  <a:solidFill>
                    <a:srgbClr val="7B8BA0"/>
                  </a:solidFill>
                  <a:latin typeface="Inter"/>
                  <a:ea typeface="Inter"/>
                  <a:cs typeface="Inter"/>
                </a:defRPr>
              </a:lvl3pPr>
              <a:lvl4pPr algn="l">
                <a:defRPr sz="1070" b="0" i="0" kern="0" spc="-8">
                  <a:solidFill>
                    <a:srgbClr val="7B8BA0"/>
                  </a:solidFill>
                  <a:latin typeface="Inter"/>
                  <a:ea typeface="Inter"/>
                  <a:cs typeface="Inter"/>
                </a:defRPr>
              </a:lvl4pPr>
              <a:lvl5pPr algn="l">
                <a:defRPr sz="1070" b="0" i="0" kern="0" spc="-8">
                  <a:solidFill>
                    <a:srgbClr val="7B8BA0"/>
                  </a:solidFill>
                  <a:latin typeface="Inter"/>
                  <a:ea typeface="Inter"/>
                  <a:cs typeface="Inter"/>
                </a:defRPr>
              </a:lvl5pPr>
              <a:lvl6pPr algn="l">
                <a:defRPr sz="1070" b="0" i="0" kern="0" spc="-8">
                  <a:solidFill>
                    <a:srgbClr val="7B8BA0"/>
                  </a:solidFill>
                  <a:latin typeface="Inter"/>
                  <a:ea typeface="Inter"/>
                  <a:cs typeface="Inter"/>
                </a:defRPr>
              </a:lvl6pPr>
              <a:lvl7pPr algn="l">
                <a:defRPr sz="1070" b="0" i="0" kern="0" spc="-8">
                  <a:solidFill>
                    <a:srgbClr val="7B8BA0"/>
                  </a:solidFill>
                  <a:latin typeface="Inter"/>
                  <a:ea typeface="Inter"/>
                  <a:cs typeface="Inter"/>
                </a:defRPr>
              </a:lvl7pPr>
              <a:lvl8pPr algn="l">
                <a:defRPr sz="1070" b="0" i="0" kern="0" spc="-8">
                  <a:solidFill>
                    <a:srgbClr val="7B8BA0"/>
                  </a:solidFill>
                  <a:latin typeface="Inter"/>
                  <a:ea typeface="Inter"/>
                  <a:cs typeface="Inter"/>
                </a:defRPr>
              </a:lvl8pPr>
              <a:lvl9pPr algn="l">
                <a:defRPr sz="1070" b="0" i="0" kern="0" spc="-8">
                  <a:solidFill>
                    <a:srgbClr val="7B8BA0"/>
                  </a:solidFill>
                  <a:latin typeface="Inter"/>
                  <a:ea typeface="Inter"/>
                  <a:cs typeface="Inter"/>
                </a:defRPr>
              </a:lvl9pPr>
            </a:lstStyle>
            <a:p>
              <a:pPr algn="l">
                <a:lnSpc>
                  <a:spcPct val="100000"/>
                </a:lnSpc>
                <a:buNone/>
                <a:defRPr sz="1070" b="0" i="0" kern="0" spc="-8">
                  <a:solidFill>
                    <a:srgbClr val="7B8BA0"/>
                  </a:solidFill>
                  <a:latin typeface="Inter"/>
                  <a:ea typeface="Inter"/>
                  <a:cs typeface="Inter"/>
                </a:defRPr>
              </a:pPr>
              <a:r>
                <a:rPr sz="1070" b="0" i="0" kern="0" spc="-8">
                  <a:solidFill>
                    <a:srgbClr val="7B8BA0"/>
                  </a:solidFill>
                  <a:latin typeface="Inter"/>
                  <a:ea typeface="Inter"/>
                  <a:cs typeface="Inter"/>
                </a:rPr>
                <a:t>600</a:t>
              </a:r>
            </a:p>
          </p:txBody>
        </p:sp>
        <p:sp>
          <p:nvSpPr>
            <p:cNvPr id="94" name="s22 text 33 halo">
              <a:extLst>
                <a:ext uri="{FF2B5EF4-FFF2-40B4-BE49-F238E27FC236}">
                  <a16:creationId xmlns:a16="http://schemas.microsoft.com/office/drawing/2014/main" id="{153229E3-0031-44F1-A47F-E1990BB0A074}"/>
                </a:ext>
              </a:extLst>
            </p:cNvPr>
            <p:cNvSpPr>
              <a:spLocks noGrp="1"/>
            </p:cNvSpPr>
            <p:nvPr/>
          </p:nvSpPr>
          <p:spPr>
            <a:xfrm>
              <a:off x="2927495" y="5644167"/>
              <a:ext cx="2682783" cy="239460"/>
            </a:xfrm>
            <a:prstGeom prst="rect">
              <a:avLst/>
            </a:prstGeom>
            <a:noFill/>
            <a:ln w="0">
              <a:noFill/>
              <a:prstDash val="solid"/>
            </a:ln>
          </p:spPr>
          <p:txBody>
            <a:bodyPr wrap="none" lIns="0" tIns="0" rIns="0" bIns="0" anchor="t">
              <a:noAutofit/>
            </a:bodyPr>
            <a:lstStyle>
              <a:defPPr algn="l">
                <a:defRPr sz="1355" b="0" i="0" kern="0" spc="-9">
                  <a:ln w="39387">
                    <a:solidFill>
                      <a:srgbClr val="FFFFFF"/>
                    </a:solidFill>
                    <a:prstDash val="solid"/>
                  </a:ln>
                  <a:solidFill>
                    <a:srgbClr val="FFFFFF"/>
                  </a:solidFill>
                  <a:latin typeface="Inter SemiBold"/>
                  <a:ea typeface="Inter SemiBold"/>
                  <a:cs typeface="Inter SemiBold"/>
                </a:defRPr>
              </a:defPPr>
              <a:lvl1pPr algn="l">
                <a:defRPr sz="1355" b="0" i="0" kern="0" spc="-9">
                  <a:ln w="39387">
                    <a:solidFill>
                      <a:srgbClr val="FFFFFF"/>
                    </a:solidFill>
                    <a:prstDash val="solid"/>
                  </a:ln>
                  <a:solidFill>
                    <a:srgbClr val="FFFFFF"/>
                  </a:solidFill>
                  <a:latin typeface="Inter SemiBold"/>
                  <a:ea typeface="Inter SemiBold"/>
                  <a:cs typeface="Inter SemiBold"/>
                </a:defRPr>
              </a:lvl1pPr>
              <a:lvl2pPr algn="l">
                <a:defRPr sz="1355" b="0" i="0" kern="0" spc="-9">
                  <a:ln w="39387">
                    <a:solidFill>
                      <a:srgbClr val="FFFFFF"/>
                    </a:solidFill>
                    <a:prstDash val="solid"/>
                  </a:ln>
                  <a:solidFill>
                    <a:srgbClr val="FFFFFF"/>
                  </a:solidFill>
                  <a:latin typeface="Inter SemiBold"/>
                  <a:ea typeface="Inter SemiBold"/>
                  <a:cs typeface="Inter SemiBold"/>
                </a:defRPr>
              </a:lvl2pPr>
              <a:lvl3pPr algn="l">
                <a:defRPr sz="1355" b="0" i="0" kern="0" spc="-9">
                  <a:ln w="39387">
                    <a:solidFill>
                      <a:srgbClr val="FFFFFF"/>
                    </a:solidFill>
                    <a:prstDash val="solid"/>
                  </a:ln>
                  <a:solidFill>
                    <a:srgbClr val="FFFFFF"/>
                  </a:solidFill>
                  <a:latin typeface="Inter SemiBold"/>
                  <a:ea typeface="Inter SemiBold"/>
                  <a:cs typeface="Inter SemiBold"/>
                </a:defRPr>
              </a:lvl3pPr>
              <a:lvl4pPr algn="l">
                <a:defRPr sz="1355" b="0" i="0" kern="0" spc="-9">
                  <a:ln w="39387">
                    <a:solidFill>
                      <a:srgbClr val="FFFFFF"/>
                    </a:solidFill>
                    <a:prstDash val="solid"/>
                  </a:ln>
                  <a:solidFill>
                    <a:srgbClr val="FFFFFF"/>
                  </a:solidFill>
                  <a:latin typeface="Inter SemiBold"/>
                  <a:ea typeface="Inter SemiBold"/>
                  <a:cs typeface="Inter SemiBold"/>
                </a:defRPr>
              </a:lvl4pPr>
              <a:lvl5pPr algn="l">
                <a:defRPr sz="1355" b="0" i="0" kern="0" spc="-9">
                  <a:ln w="39387">
                    <a:solidFill>
                      <a:srgbClr val="FFFFFF"/>
                    </a:solidFill>
                    <a:prstDash val="solid"/>
                  </a:ln>
                  <a:solidFill>
                    <a:srgbClr val="FFFFFF"/>
                  </a:solidFill>
                  <a:latin typeface="Inter SemiBold"/>
                  <a:ea typeface="Inter SemiBold"/>
                  <a:cs typeface="Inter SemiBold"/>
                </a:defRPr>
              </a:lvl5pPr>
              <a:lvl6pPr algn="l">
                <a:defRPr sz="1355" b="0" i="0" kern="0" spc="-9">
                  <a:ln w="39387">
                    <a:solidFill>
                      <a:srgbClr val="FFFFFF"/>
                    </a:solidFill>
                    <a:prstDash val="solid"/>
                  </a:ln>
                  <a:solidFill>
                    <a:srgbClr val="FFFFFF"/>
                  </a:solidFill>
                  <a:latin typeface="Inter SemiBold"/>
                  <a:ea typeface="Inter SemiBold"/>
                  <a:cs typeface="Inter SemiBold"/>
                </a:defRPr>
              </a:lvl6pPr>
              <a:lvl7pPr algn="l">
                <a:defRPr sz="1355" b="0" i="0" kern="0" spc="-9">
                  <a:ln w="39387">
                    <a:solidFill>
                      <a:srgbClr val="FFFFFF"/>
                    </a:solidFill>
                    <a:prstDash val="solid"/>
                  </a:ln>
                  <a:solidFill>
                    <a:srgbClr val="FFFFFF"/>
                  </a:solidFill>
                  <a:latin typeface="Inter SemiBold"/>
                  <a:ea typeface="Inter SemiBold"/>
                  <a:cs typeface="Inter SemiBold"/>
                </a:defRPr>
              </a:lvl7pPr>
              <a:lvl8pPr algn="l">
                <a:defRPr sz="1355" b="0" i="0" kern="0" spc="-9">
                  <a:ln w="39387">
                    <a:solidFill>
                      <a:srgbClr val="FFFFFF"/>
                    </a:solidFill>
                    <a:prstDash val="solid"/>
                  </a:ln>
                  <a:solidFill>
                    <a:srgbClr val="FFFFFF"/>
                  </a:solidFill>
                  <a:latin typeface="Inter SemiBold"/>
                  <a:ea typeface="Inter SemiBold"/>
                  <a:cs typeface="Inter SemiBold"/>
                </a:defRPr>
              </a:lvl8pPr>
              <a:lvl9pPr algn="l">
                <a:defRPr sz="1355" b="0" i="0" kern="0" spc="-9">
                  <a:ln w="39387">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355" b="0" i="0" kern="0" spc="-9">
                  <a:solidFill>
                    <a:srgbClr val="FFFFFF"/>
                  </a:solidFill>
                  <a:latin typeface="Inter SemiBold"/>
                  <a:ea typeface="Inter SemiBold"/>
                  <a:cs typeface="Inter SemiBold"/>
                </a:defRPr>
              </a:pPr>
              <a:r>
                <a:rPr sz="1355" b="0" i="0" kern="0" spc="-9">
                  <a:ln w="39387">
                    <a:solidFill>
                      <a:srgbClr val="FFFFFF"/>
                    </a:solidFill>
                    <a:prstDash val="solid"/>
                  </a:ln>
                  <a:solidFill>
                    <a:srgbClr val="FFFFFF"/>
                  </a:solidFill>
                  <a:latin typeface="Inter SemiBold"/>
                  <a:ea typeface="Inter SemiBold"/>
                  <a:cs typeface="Inter SemiBold"/>
                </a:rPr>
                <a:t>Quantity of generators per year</a:t>
              </a:r>
            </a:p>
          </p:txBody>
        </p:sp>
        <p:sp>
          <p:nvSpPr>
            <p:cNvPr id="95" name="s22 text 33">
              <a:extLst>
                <a:ext uri="{FF2B5EF4-FFF2-40B4-BE49-F238E27FC236}">
                  <a16:creationId xmlns:a16="http://schemas.microsoft.com/office/drawing/2014/main" id="{45F3C95F-6C26-4F69-BDA0-6F322F07ED41}"/>
                </a:ext>
              </a:extLst>
            </p:cNvPr>
            <p:cNvSpPr>
              <a:spLocks noGrp="1"/>
            </p:cNvSpPr>
            <p:nvPr/>
          </p:nvSpPr>
          <p:spPr>
            <a:xfrm>
              <a:off x="2927495" y="5644167"/>
              <a:ext cx="2682783" cy="239460"/>
            </a:xfrm>
            <a:prstGeom prst="rect">
              <a:avLst/>
            </a:prstGeom>
            <a:noFill/>
            <a:ln w="0">
              <a:noFill/>
              <a:prstDash val="solid"/>
            </a:ln>
          </p:spPr>
          <p:txBody>
            <a:bodyPr wrap="none" lIns="0" tIns="0" rIns="0" bIns="0" anchor="t">
              <a:noAutofit/>
            </a:bodyPr>
            <a:lstStyle>
              <a:defPPr algn="l">
                <a:defRPr sz="1355" b="0" i="0" kern="0" spc="-9">
                  <a:solidFill>
                    <a:srgbClr val="0A2540"/>
                  </a:solidFill>
                  <a:latin typeface="Inter SemiBold"/>
                  <a:ea typeface="Inter SemiBold"/>
                  <a:cs typeface="Inter SemiBold"/>
                </a:defRPr>
              </a:defPPr>
              <a:lvl1pPr algn="l">
                <a:defRPr sz="1355" b="0" i="0" kern="0" spc="-9">
                  <a:solidFill>
                    <a:srgbClr val="0A2540"/>
                  </a:solidFill>
                  <a:latin typeface="Inter SemiBold"/>
                  <a:ea typeface="Inter SemiBold"/>
                  <a:cs typeface="Inter SemiBold"/>
                </a:defRPr>
              </a:lvl1pPr>
              <a:lvl2pPr algn="l">
                <a:defRPr sz="1355" b="0" i="0" kern="0" spc="-9">
                  <a:solidFill>
                    <a:srgbClr val="0A2540"/>
                  </a:solidFill>
                  <a:latin typeface="Inter SemiBold"/>
                  <a:ea typeface="Inter SemiBold"/>
                  <a:cs typeface="Inter SemiBold"/>
                </a:defRPr>
              </a:lvl2pPr>
              <a:lvl3pPr algn="l">
                <a:defRPr sz="1355" b="0" i="0" kern="0" spc="-9">
                  <a:solidFill>
                    <a:srgbClr val="0A2540"/>
                  </a:solidFill>
                  <a:latin typeface="Inter SemiBold"/>
                  <a:ea typeface="Inter SemiBold"/>
                  <a:cs typeface="Inter SemiBold"/>
                </a:defRPr>
              </a:lvl3pPr>
              <a:lvl4pPr algn="l">
                <a:defRPr sz="1355" b="0" i="0" kern="0" spc="-9">
                  <a:solidFill>
                    <a:srgbClr val="0A2540"/>
                  </a:solidFill>
                  <a:latin typeface="Inter SemiBold"/>
                  <a:ea typeface="Inter SemiBold"/>
                  <a:cs typeface="Inter SemiBold"/>
                </a:defRPr>
              </a:lvl4pPr>
              <a:lvl5pPr algn="l">
                <a:defRPr sz="1355" b="0" i="0" kern="0" spc="-9">
                  <a:solidFill>
                    <a:srgbClr val="0A2540"/>
                  </a:solidFill>
                  <a:latin typeface="Inter SemiBold"/>
                  <a:ea typeface="Inter SemiBold"/>
                  <a:cs typeface="Inter SemiBold"/>
                </a:defRPr>
              </a:lvl5pPr>
              <a:lvl6pPr algn="l">
                <a:defRPr sz="1355" b="0" i="0" kern="0" spc="-9">
                  <a:solidFill>
                    <a:srgbClr val="0A2540"/>
                  </a:solidFill>
                  <a:latin typeface="Inter SemiBold"/>
                  <a:ea typeface="Inter SemiBold"/>
                  <a:cs typeface="Inter SemiBold"/>
                </a:defRPr>
              </a:lvl6pPr>
              <a:lvl7pPr algn="l">
                <a:defRPr sz="1355" b="0" i="0" kern="0" spc="-9">
                  <a:solidFill>
                    <a:srgbClr val="0A2540"/>
                  </a:solidFill>
                  <a:latin typeface="Inter SemiBold"/>
                  <a:ea typeface="Inter SemiBold"/>
                  <a:cs typeface="Inter SemiBold"/>
                </a:defRPr>
              </a:lvl7pPr>
              <a:lvl8pPr algn="l">
                <a:defRPr sz="1355" b="0" i="0" kern="0" spc="-9">
                  <a:solidFill>
                    <a:srgbClr val="0A2540"/>
                  </a:solidFill>
                  <a:latin typeface="Inter SemiBold"/>
                  <a:ea typeface="Inter SemiBold"/>
                  <a:cs typeface="Inter SemiBold"/>
                </a:defRPr>
              </a:lvl8pPr>
              <a:lvl9pPr algn="l">
                <a:defRPr sz="1355" b="0" i="0" kern="0" spc="-9">
                  <a:solidFill>
                    <a:srgbClr val="0A2540"/>
                  </a:solidFill>
                  <a:latin typeface="Inter SemiBold"/>
                  <a:ea typeface="Inter SemiBold"/>
                  <a:cs typeface="Inter SemiBold"/>
                </a:defRPr>
              </a:lvl9pPr>
            </a:lstStyle>
            <a:p>
              <a:pPr algn="l">
                <a:lnSpc>
                  <a:spcPct val="100000"/>
                </a:lnSpc>
                <a:buNone/>
                <a:defRPr sz="1355" b="0" i="0" kern="0" spc="-9">
                  <a:solidFill>
                    <a:srgbClr val="0A2540"/>
                  </a:solidFill>
                  <a:latin typeface="Inter SemiBold"/>
                  <a:ea typeface="Inter SemiBold"/>
                  <a:cs typeface="Inter SemiBold"/>
                </a:defRPr>
              </a:pPr>
              <a:r>
                <a:rPr sz="1355" b="0" i="0" kern="0" spc="-9">
                  <a:solidFill>
                    <a:srgbClr val="0A2540"/>
                  </a:solidFill>
                  <a:latin typeface="Inter SemiBold"/>
                  <a:ea typeface="Inter SemiBold"/>
                  <a:cs typeface="Inter SemiBold"/>
                </a:rPr>
                <a:t>Quantity of generators per year</a:t>
              </a:r>
            </a:p>
          </p:txBody>
        </p:sp>
        <p:sp>
          <p:nvSpPr>
            <p:cNvPr id="96" name="s22 text 34">
              <a:extLst>
                <a:ext uri="{FF2B5EF4-FFF2-40B4-BE49-F238E27FC236}">
                  <a16:creationId xmlns:a16="http://schemas.microsoft.com/office/drawing/2014/main" id="{8E55BB12-84E8-4A84-9D85-04C8A7D95E54}"/>
                </a:ext>
              </a:extLst>
            </p:cNvPr>
            <p:cNvSpPr>
              <a:spLocks noGrp="1"/>
            </p:cNvSpPr>
            <p:nvPr/>
          </p:nvSpPr>
          <p:spPr>
            <a:xfrm rot="-5400000">
              <a:off x="1178347" y="4563529"/>
              <a:ext cx="124658" cy="173457"/>
            </a:xfrm>
            <a:prstGeom prst="rect">
              <a:avLst/>
            </a:prstGeom>
            <a:noFill/>
            <a:ln w="0">
              <a:noFill/>
              <a:prstDash val="solid"/>
            </a:ln>
          </p:spPr>
          <p:txBody>
            <a:bodyPr wrap="none" lIns="0" tIns="0" rIns="0" bIns="0" anchor="t">
              <a:noAutofit/>
            </a:bodyPr>
            <a:lstStyle>
              <a:defPPr algn="l">
                <a:defRPr sz="982" b="0" i="0" kern="0" spc="0">
                  <a:solidFill>
                    <a:srgbClr val="0A2540"/>
                  </a:solidFill>
                  <a:latin typeface="Inter SemiBold"/>
                  <a:ea typeface="Inter SemiBold"/>
                  <a:cs typeface="Inter SemiBold"/>
                </a:defRPr>
              </a:defPPr>
              <a:lvl1pPr algn="l">
                <a:defRPr sz="982" b="0" i="0" kern="0" spc="0">
                  <a:solidFill>
                    <a:srgbClr val="0A2540"/>
                  </a:solidFill>
                  <a:latin typeface="Inter SemiBold"/>
                  <a:ea typeface="Inter SemiBold"/>
                  <a:cs typeface="Inter SemiBold"/>
                </a:defRPr>
              </a:lvl1pPr>
              <a:lvl2pPr algn="l">
                <a:defRPr sz="982" b="0" i="0" kern="0" spc="0">
                  <a:solidFill>
                    <a:srgbClr val="0A2540"/>
                  </a:solidFill>
                  <a:latin typeface="Inter SemiBold"/>
                  <a:ea typeface="Inter SemiBold"/>
                  <a:cs typeface="Inter SemiBold"/>
                </a:defRPr>
              </a:lvl2pPr>
              <a:lvl3pPr algn="l">
                <a:defRPr sz="982" b="0" i="0" kern="0" spc="0">
                  <a:solidFill>
                    <a:srgbClr val="0A2540"/>
                  </a:solidFill>
                  <a:latin typeface="Inter SemiBold"/>
                  <a:ea typeface="Inter SemiBold"/>
                  <a:cs typeface="Inter SemiBold"/>
                </a:defRPr>
              </a:lvl3pPr>
              <a:lvl4pPr algn="l">
                <a:defRPr sz="982" b="0" i="0" kern="0" spc="0">
                  <a:solidFill>
                    <a:srgbClr val="0A2540"/>
                  </a:solidFill>
                  <a:latin typeface="Inter SemiBold"/>
                  <a:ea typeface="Inter SemiBold"/>
                  <a:cs typeface="Inter SemiBold"/>
                </a:defRPr>
              </a:lvl4pPr>
              <a:lvl5pPr algn="l">
                <a:defRPr sz="982" b="0" i="0" kern="0" spc="0">
                  <a:solidFill>
                    <a:srgbClr val="0A2540"/>
                  </a:solidFill>
                  <a:latin typeface="Inter SemiBold"/>
                  <a:ea typeface="Inter SemiBold"/>
                  <a:cs typeface="Inter SemiBold"/>
                </a:defRPr>
              </a:lvl5pPr>
              <a:lvl6pPr algn="l">
                <a:defRPr sz="982" b="0" i="0" kern="0" spc="0">
                  <a:solidFill>
                    <a:srgbClr val="0A2540"/>
                  </a:solidFill>
                  <a:latin typeface="Inter SemiBold"/>
                  <a:ea typeface="Inter SemiBold"/>
                  <a:cs typeface="Inter SemiBold"/>
                </a:defRPr>
              </a:lvl6pPr>
              <a:lvl7pPr algn="l">
                <a:defRPr sz="982" b="0" i="0" kern="0" spc="0">
                  <a:solidFill>
                    <a:srgbClr val="0A2540"/>
                  </a:solidFill>
                  <a:latin typeface="Inter SemiBold"/>
                  <a:ea typeface="Inter SemiBold"/>
                  <a:cs typeface="Inter SemiBold"/>
                </a:defRPr>
              </a:lvl7pPr>
              <a:lvl8pPr algn="l">
                <a:defRPr sz="982" b="0" i="0" kern="0" spc="0">
                  <a:solidFill>
                    <a:srgbClr val="0A2540"/>
                  </a:solidFill>
                  <a:latin typeface="Inter SemiBold"/>
                  <a:ea typeface="Inter SemiBold"/>
                  <a:cs typeface="Inter SemiBold"/>
                </a:defRPr>
              </a:lvl8pPr>
              <a:lvl9pPr algn="l">
                <a:defRPr sz="982" b="0" i="0" kern="0" spc="0">
                  <a:solidFill>
                    <a:srgbClr val="0A2540"/>
                  </a:solidFill>
                  <a:latin typeface="Inter SemiBold"/>
                  <a:ea typeface="Inter SemiBold"/>
                  <a:cs typeface="Inter SemiBold"/>
                </a:defRPr>
              </a:lvl9pPr>
            </a:lstStyle>
            <a:p>
              <a:pPr algn="l">
                <a:lnSpc>
                  <a:spcPct val="100000"/>
                </a:lnSpc>
                <a:buNone/>
                <a:defRPr sz="982" b="0" i="0" kern="0" spc="0">
                  <a:solidFill>
                    <a:srgbClr val="0A2540"/>
                  </a:solidFill>
                  <a:latin typeface="Inter SemiBold"/>
                  <a:ea typeface="Inter SemiBold"/>
                  <a:cs typeface="Inter SemiBold"/>
                </a:defRPr>
              </a:pPr>
              <a:r>
                <a:rPr sz="982" b="0" i="0" kern="0" spc="0">
                  <a:solidFill>
                    <a:srgbClr val="0A2540"/>
                  </a:solidFill>
                  <a:latin typeface="Inter SemiBold"/>
                  <a:ea typeface="Inter SemiBold"/>
                  <a:cs typeface="Inter SemiBold"/>
                </a:rPr>
                <a:t>P</a:t>
              </a:r>
            </a:p>
          </p:txBody>
        </p:sp>
        <p:sp>
          <p:nvSpPr>
            <p:cNvPr id="97" name="s22 text 35">
              <a:extLst>
                <a:ext uri="{FF2B5EF4-FFF2-40B4-BE49-F238E27FC236}">
                  <a16:creationId xmlns:a16="http://schemas.microsoft.com/office/drawing/2014/main" id="{9D1DC647-3E6F-4C1A-A639-D5851E2BE751}"/>
                </a:ext>
              </a:extLst>
            </p:cNvPr>
            <p:cNvSpPr>
              <a:spLocks noGrp="1"/>
            </p:cNvSpPr>
            <p:nvPr/>
          </p:nvSpPr>
          <p:spPr>
            <a:xfrm rot="-5400000">
              <a:off x="1178347" y="4499690"/>
              <a:ext cx="124658" cy="173457"/>
            </a:xfrm>
            <a:prstGeom prst="rect">
              <a:avLst/>
            </a:prstGeom>
            <a:noFill/>
            <a:ln w="0">
              <a:noFill/>
              <a:prstDash val="solid"/>
            </a:ln>
          </p:spPr>
          <p:txBody>
            <a:bodyPr wrap="none" lIns="0" tIns="0" rIns="0" bIns="0" anchor="t">
              <a:noAutofit/>
            </a:bodyPr>
            <a:lstStyle>
              <a:defPPr algn="l">
                <a:defRPr sz="982" b="0" i="0" kern="0" spc="0">
                  <a:solidFill>
                    <a:srgbClr val="0A2540"/>
                  </a:solidFill>
                  <a:latin typeface="Inter SemiBold"/>
                  <a:ea typeface="Inter SemiBold"/>
                  <a:cs typeface="Inter SemiBold"/>
                </a:defRPr>
              </a:defPPr>
              <a:lvl1pPr algn="l">
                <a:defRPr sz="982" b="0" i="0" kern="0" spc="0">
                  <a:solidFill>
                    <a:srgbClr val="0A2540"/>
                  </a:solidFill>
                  <a:latin typeface="Inter SemiBold"/>
                  <a:ea typeface="Inter SemiBold"/>
                  <a:cs typeface="Inter SemiBold"/>
                </a:defRPr>
              </a:lvl1pPr>
              <a:lvl2pPr algn="l">
                <a:defRPr sz="982" b="0" i="0" kern="0" spc="0">
                  <a:solidFill>
                    <a:srgbClr val="0A2540"/>
                  </a:solidFill>
                  <a:latin typeface="Inter SemiBold"/>
                  <a:ea typeface="Inter SemiBold"/>
                  <a:cs typeface="Inter SemiBold"/>
                </a:defRPr>
              </a:lvl2pPr>
              <a:lvl3pPr algn="l">
                <a:defRPr sz="982" b="0" i="0" kern="0" spc="0">
                  <a:solidFill>
                    <a:srgbClr val="0A2540"/>
                  </a:solidFill>
                  <a:latin typeface="Inter SemiBold"/>
                  <a:ea typeface="Inter SemiBold"/>
                  <a:cs typeface="Inter SemiBold"/>
                </a:defRPr>
              </a:lvl3pPr>
              <a:lvl4pPr algn="l">
                <a:defRPr sz="982" b="0" i="0" kern="0" spc="0">
                  <a:solidFill>
                    <a:srgbClr val="0A2540"/>
                  </a:solidFill>
                  <a:latin typeface="Inter SemiBold"/>
                  <a:ea typeface="Inter SemiBold"/>
                  <a:cs typeface="Inter SemiBold"/>
                </a:defRPr>
              </a:lvl4pPr>
              <a:lvl5pPr algn="l">
                <a:defRPr sz="982" b="0" i="0" kern="0" spc="0">
                  <a:solidFill>
                    <a:srgbClr val="0A2540"/>
                  </a:solidFill>
                  <a:latin typeface="Inter SemiBold"/>
                  <a:ea typeface="Inter SemiBold"/>
                  <a:cs typeface="Inter SemiBold"/>
                </a:defRPr>
              </a:lvl5pPr>
              <a:lvl6pPr algn="l">
                <a:defRPr sz="982" b="0" i="0" kern="0" spc="0">
                  <a:solidFill>
                    <a:srgbClr val="0A2540"/>
                  </a:solidFill>
                  <a:latin typeface="Inter SemiBold"/>
                  <a:ea typeface="Inter SemiBold"/>
                  <a:cs typeface="Inter SemiBold"/>
                </a:defRPr>
              </a:lvl6pPr>
              <a:lvl7pPr algn="l">
                <a:defRPr sz="982" b="0" i="0" kern="0" spc="0">
                  <a:solidFill>
                    <a:srgbClr val="0A2540"/>
                  </a:solidFill>
                  <a:latin typeface="Inter SemiBold"/>
                  <a:ea typeface="Inter SemiBold"/>
                  <a:cs typeface="Inter SemiBold"/>
                </a:defRPr>
              </a:lvl7pPr>
              <a:lvl8pPr algn="l">
                <a:defRPr sz="982" b="0" i="0" kern="0" spc="0">
                  <a:solidFill>
                    <a:srgbClr val="0A2540"/>
                  </a:solidFill>
                  <a:latin typeface="Inter SemiBold"/>
                  <a:ea typeface="Inter SemiBold"/>
                  <a:cs typeface="Inter SemiBold"/>
                </a:defRPr>
              </a:lvl8pPr>
              <a:lvl9pPr algn="l">
                <a:defRPr sz="982" b="0" i="0" kern="0" spc="0">
                  <a:solidFill>
                    <a:srgbClr val="0A2540"/>
                  </a:solidFill>
                  <a:latin typeface="Inter SemiBold"/>
                  <a:ea typeface="Inter SemiBold"/>
                  <a:cs typeface="Inter SemiBold"/>
                </a:defRPr>
              </a:lvl9pPr>
            </a:lstStyle>
            <a:p>
              <a:pPr algn="l">
                <a:lnSpc>
                  <a:spcPct val="100000"/>
                </a:lnSpc>
                <a:buNone/>
                <a:defRPr sz="982" b="0" i="0" kern="0" spc="0">
                  <a:solidFill>
                    <a:srgbClr val="0A2540"/>
                  </a:solidFill>
                  <a:latin typeface="Inter SemiBold"/>
                  <a:ea typeface="Inter SemiBold"/>
                  <a:cs typeface="Inter SemiBold"/>
                </a:defRPr>
              </a:pPr>
              <a:r>
                <a:rPr sz="982" b="0" i="0" kern="0" spc="0">
                  <a:solidFill>
                    <a:srgbClr val="0A2540"/>
                  </a:solidFill>
                  <a:latin typeface="Inter SemiBold"/>
                  <a:ea typeface="Inter SemiBold"/>
                  <a:cs typeface="Inter SemiBold"/>
                </a:rPr>
                <a:t>r</a:t>
              </a:r>
            </a:p>
          </p:txBody>
        </p:sp>
        <p:sp>
          <p:nvSpPr>
            <p:cNvPr id="98" name="s22 text 36">
              <a:extLst>
                <a:ext uri="{FF2B5EF4-FFF2-40B4-BE49-F238E27FC236}">
                  <a16:creationId xmlns:a16="http://schemas.microsoft.com/office/drawing/2014/main" id="{BD1535BC-09A6-4D0D-9620-8B8F2C8B81F8}"/>
                </a:ext>
              </a:extLst>
            </p:cNvPr>
            <p:cNvSpPr>
              <a:spLocks noGrp="1"/>
            </p:cNvSpPr>
            <p:nvPr/>
          </p:nvSpPr>
          <p:spPr>
            <a:xfrm rot="-5400000">
              <a:off x="1178347" y="4458941"/>
              <a:ext cx="124658" cy="173457"/>
            </a:xfrm>
            <a:prstGeom prst="rect">
              <a:avLst/>
            </a:prstGeom>
            <a:noFill/>
            <a:ln w="0">
              <a:noFill/>
              <a:prstDash val="solid"/>
            </a:ln>
          </p:spPr>
          <p:txBody>
            <a:bodyPr wrap="none" lIns="0" tIns="0" rIns="0" bIns="0" anchor="t">
              <a:noAutofit/>
            </a:bodyPr>
            <a:lstStyle>
              <a:defPPr algn="l">
                <a:defRPr sz="982" b="0" i="0" kern="0" spc="0">
                  <a:solidFill>
                    <a:srgbClr val="0A2540"/>
                  </a:solidFill>
                  <a:latin typeface="Inter SemiBold"/>
                  <a:ea typeface="Inter SemiBold"/>
                  <a:cs typeface="Inter SemiBold"/>
                </a:defRPr>
              </a:defPPr>
              <a:lvl1pPr algn="l">
                <a:defRPr sz="982" b="0" i="0" kern="0" spc="0">
                  <a:solidFill>
                    <a:srgbClr val="0A2540"/>
                  </a:solidFill>
                  <a:latin typeface="Inter SemiBold"/>
                  <a:ea typeface="Inter SemiBold"/>
                  <a:cs typeface="Inter SemiBold"/>
                </a:defRPr>
              </a:lvl1pPr>
              <a:lvl2pPr algn="l">
                <a:defRPr sz="982" b="0" i="0" kern="0" spc="0">
                  <a:solidFill>
                    <a:srgbClr val="0A2540"/>
                  </a:solidFill>
                  <a:latin typeface="Inter SemiBold"/>
                  <a:ea typeface="Inter SemiBold"/>
                  <a:cs typeface="Inter SemiBold"/>
                </a:defRPr>
              </a:lvl2pPr>
              <a:lvl3pPr algn="l">
                <a:defRPr sz="982" b="0" i="0" kern="0" spc="0">
                  <a:solidFill>
                    <a:srgbClr val="0A2540"/>
                  </a:solidFill>
                  <a:latin typeface="Inter SemiBold"/>
                  <a:ea typeface="Inter SemiBold"/>
                  <a:cs typeface="Inter SemiBold"/>
                </a:defRPr>
              </a:lvl3pPr>
              <a:lvl4pPr algn="l">
                <a:defRPr sz="982" b="0" i="0" kern="0" spc="0">
                  <a:solidFill>
                    <a:srgbClr val="0A2540"/>
                  </a:solidFill>
                  <a:latin typeface="Inter SemiBold"/>
                  <a:ea typeface="Inter SemiBold"/>
                  <a:cs typeface="Inter SemiBold"/>
                </a:defRPr>
              </a:lvl4pPr>
              <a:lvl5pPr algn="l">
                <a:defRPr sz="982" b="0" i="0" kern="0" spc="0">
                  <a:solidFill>
                    <a:srgbClr val="0A2540"/>
                  </a:solidFill>
                  <a:latin typeface="Inter SemiBold"/>
                  <a:ea typeface="Inter SemiBold"/>
                  <a:cs typeface="Inter SemiBold"/>
                </a:defRPr>
              </a:lvl5pPr>
              <a:lvl6pPr algn="l">
                <a:defRPr sz="982" b="0" i="0" kern="0" spc="0">
                  <a:solidFill>
                    <a:srgbClr val="0A2540"/>
                  </a:solidFill>
                  <a:latin typeface="Inter SemiBold"/>
                  <a:ea typeface="Inter SemiBold"/>
                  <a:cs typeface="Inter SemiBold"/>
                </a:defRPr>
              </a:lvl6pPr>
              <a:lvl7pPr algn="l">
                <a:defRPr sz="982" b="0" i="0" kern="0" spc="0">
                  <a:solidFill>
                    <a:srgbClr val="0A2540"/>
                  </a:solidFill>
                  <a:latin typeface="Inter SemiBold"/>
                  <a:ea typeface="Inter SemiBold"/>
                  <a:cs typeface="Inter SemiBold"/>
                </a:defRPr>
              </a:lvl7pPr>
              <a:lvl8pPr algn="l">
                <a:defRPr sz="982" b="0" i="0" kern="0" spc="0">
                  <a:solidFill>
                    <a:srgbClr val="0A2540"/>
                  </a:solidFill>
                  <a:latin typeface="Inter SemiBold"/>
                  <a:ea typeface="Inter SemiBold"/>
                  <a:cs typeface="Inter SemiBold"/>
                </a:defRPr>
              </a:lvl8pPr>
              <a:lvl9pPr algn="l">
                <a:defRPr sz="982" b="0" i="0" kern="0" spc="0">
                  <a:solidFill>
                    <a:srgbClr val="0A2540"/>
                  </a:solidFill>
                  <a:latin typeface="Inter SemiBold"/>
                  <a:ea typeface="Inter SemiBold"/>
                  <a:cs typeface="Inter SemiBold"/>
                </a:defRPr>
              </a:lvl9pPr>
            </a:lstStyle>
            <a:p>
              <a:pPr algn="l">
                <a:lnSpc>
                  <a:spcPct val="100000"/>
                </a:lnSpc>
                <a:buNone/>
                <a:defRPr sz="982" b="0" i="0" kern="0" spc="0">
                  <a:solidFill>
                    <a:srgbClr val="0A2540"/>
                  </a:solidFill>
                  <a:latin typeface="Inter SemiBold"/>
                  <a:ea typeface="Inter SemiBold"/>
                  <a:cs typeface="Inter SemiBold"/>
                </a:defRPr>
              </a:pPr>
              <a:r>
                <a:rPr sz="982" b="0" i="0" kern="0" spc="0">
                  <a:solidFill>
                    <a:srgbClr val="0A2540"/>
                  </a:solidFill>
                  <a:latin typeface="Inter SemiBold"/>
                  <a:ea typeface="Inter SemiBold"/>
                  <a:cs typeface="Inter SemiBold"/>
                </a:rPr>
                <a:t>i</a:t>
              </a:r>
            </a:p>
          </p:txBody>
        </p:sp>
        <p:sp>
          <p:nvSpPr>
            <p:cNvPr id="99" name="s22 text 37">
              <a:extLst>
                <a:ext uri="{FF2B5EF4-FFF2-40B4-BE49-F238E27FC236}">
                  <a16:creationId xmlns:a16="http://schemas.microsoft.com/office/drawing/2014/main" id="{AC4DD047-8452-4F78-9243-9674EFC59230}"/>
                </a:ext>
              </a:extLst>
            </p:cNvPr>
            <p:cNvSpPr>
              <a:spLocks noGrp="1"/>
            </p:cNvSpPr>
            <p:nvPr/>
          </p:nvSpPr>
          <p:spPr>
            <a:xfrm rot="-5400000">
              <a:off x="1178347" y="4407394"/>
              <a:ext cx="124658" cy="173457"/>
            </a:xfrm>
            <a:prstGeom prst="rect">
              <a:avLst/>
            </a:prstGeom>
            <a:noFill/>
            <a:ln w="0">
              <a:noFill/>
              <a:prstDash val="solid"/>
            </a:ln>
          </p:spPr>
          <p:txBody>
            <a:bodyPr wrap="none" lIns="0" tIns="0" rIns="0" bIns="0" anchor="t">
              <a:noAutofit/>
            </a:bodyPr>
            <a:lstStyle>
              <a:defPPr algn="l">
                <a:defRPr sz="982" b="0" i="0" kern="0" spc="0">
                  <a:solidFill>
                    <a:srgbClr val="0A2540"/>
                  </a:solidFill>
                  <a:latin typeface="Inter SemiBold"/>
                  <a:ea typeface="Inter SemiBold"/>
                  <a:cs typeface="Inter SemiBold"/>
                </a:defRPr>
              </a:defPPr>
              <a:lvl1pPr algn="l">
                <a:defRPr sz="982" b="0" i="0" kern="0" spc="0">
                  <a:solidFill>
                    <a:srgbClr val="0A2540"/>
                  </a:solidFill>
                  <a:latin typeface="Inter SemiBold"/>
                  <a:ea typeface="Inter SemiBold"/>
                  <a:cs typeface="Inter SemiBold"/>
                </a:defRPr>
              </a:lvl1pPr>
              <a:lvl2pPr algn="l">
                <a:defRPr sz="982" b="0" i="0" kern="0" spc="0">
                  <a:solidFill>
                    <a:srgbClr val="0A2540"/>
                  </a:solidFill>
                  <a:latin typeface="Inter SemiBold"/>
                  <a:ea typeface="Inter SemiBold"/>
                  <a:cs typeface="Inter SemiBold"/>
                </a:defRPr>
              </a:lvl2pPr>
              <a:lvl3pPr algn="l">
                <a:defRPr sz="982" b="0" i="0" kern="0" spc="0">
                  <a:solidFill>
                    <a:srgbClr val="0A2540"/>
                  </a:solidFill>
                  <a:latin typeface="Inter SemiBold"/>
                  <a:ea typeface="Inter SemiBold"/>
                  <a:cs typeface="Inter SemiBold"/>
                </a:defRPr>
              </a:lvl3pPr>
              <a:lvl4pPr algn="l">
                <a:defRPr sz="982" b="0" i="0" kern="0" spc="0">
                  <a:solidFill>
                    <a:srgbClr val="0A2540"/>
                  </a:solidFill>
                  <a:latin typeface="Inter SemiBold"/>
                  <a:ea typeface="Inter SemiBold"/>
                  <a:cs typeface="Inter SemiBold"/>
                </a:defRPr>
              </a:lvl4pPr>
              <a:lvl5pPr algn="l">
                <a:defRPr sz="982" b="0" i="0" kern="0" spc="0">
                  <a:solidFill>
                    <a:srgbClr val="0A2540"/>
                  </a:solidFill>
                  <a:latin typeface="Inter SemiBold"/>
                  <a:ea typeface="Inter SemiBold"/>
                  <a:cs typeface="Inter SemiBold"/>
                </a:defRPr>
              </a:lvl5pPr>
              <a:lvl6pPr algn="l">
                <a:defRPr sz="982" b="0" i="0" kern="0" spc="0">
                  <a:solidFill>
                    <a:srgbClr val="0A2540"/>
                  </a:solidFill>
                  <a:latin typeface="Inter SemiBold"/>
                  <a:ea typeface="Inter SemiBold"/>
                  <a:cs typeface="Inter SemiBold"/>
                </a:defRPr>
              </a:lvl6pPr>
              <a:lvl7pPr algn="l">
                <a:defRPr sz="982" b="0" i="0" kern="0" spc="0">
                  <a:solidFill>
                    <a:srgbClr val="0A2540"/>
                  </a:solidFill>
                  <a:latin typeface="Inter SemiBold"/>
                  <a:ea typeface="Inter SemiBold"/>
                  <a:cs typeface="Inter SemiBold"/>
                </a:defRPr>
              </a:lvl7pPr>
              <a:lvl8pPr algn="l">
                <a:defRPr sz="982" b="0" i="0" kern="0" spc="0">
                  <a:solidFill>
                    <a:srgbClr val="0A2540"/>
                  </a:solidFill>
                  <a:latin typeface="Inter SemiBold"/>
                  <a:ea typeface="Inter SemiBold"/>
                  <a:cs typeface="Inter SemiBold"/>
                </a:defRPr>
              </a:lvl8pPr>
              <a:lvl9pPr algn="l">
                <a:defRPr sz="982" b="0" i="0" kern="0" spc="0">
                  <a:solidFill>
                    <a:srgbClr val="0A2540"/>
                  </a:solidFill>
                  <a:latin typeface="Inter SemiBold"/>
                  <a:ea typeface="Inter SemiBold"/>
                  <a:cs typeface="Inter SemiBold"/>
                </a:defRPr>
              </a:lvl9pPr>
            </a:lstStyle>
            <a:p>
              <a:pPr algn="l">
                <a:lnSpc>
                  <a:spcPct val="100000"/>
                </a:lnSpc>
                <a:buNone/>
                <a:defRPr sz="982" b="0" i="0" kern="0" spc="0">
                  <a:solidFill>
                    <a:srgbClr val="0A2540"/>
                  </a:solidFill>
                  <a:latin typeface="Inter SemiBold"/>
                  <a:ea typeface="Inter SemiBold"/>
                  <a:cs typeface="Inter SemiBold"/>
                </a:defRPr>
              </a:pPr>
              <a:r>
                <a:rPr sz="982" b="0" i="0" kern="0" spc="0">
                  <a:solidFill>
                    <a:srgbClr val="0A2540"/>
                  </a:solidFill>
                  <a:latin typeface="Inter SemiBold"/>
                  <a:ea typeface="Inter SemiBold"/>
                  <a:cs typeface="Inter SemiBold"/>
                </a:rPr>
                <a:t>c</a:t>
              </a:r>
            </a:p>
          </p:txBody>
        </p:sp>
        <p:sp>
          <p:nvSpPr>
            <p:cNvPr id="100" name="s22 text 38">
              <a:extLst>
                <a:ext uri="{FF2B5EF4-FFF2-40B4-BE49-F238E27FC236}">
                  <a16:creationId xmlns:a16="http://schemas.microsoft.com/office/drawing/2014/main" id="{7472E9C7-EFF6-436A-B2E1-2C8425159A51}"/>
                </a:ext>
              </a:extLst>
            </p:cNvPr>
            <p:cNvSpPr>
              <a:spLocks noGrp="1"/>
            </p:cNvSpPr>
            <p:nvPr/>
          </p:nvSpPr>
          <p:spPr>
            <a:xfrm rot="-5400000">
              <a:off x="1178347" y="4335333"/>
              <a:ext cx="124658" cy="173457"/>
            </a:xfrm>
            <a:prstGeom prst="rect">
              <a:avLst/>
            </a:prstGeom>
            <a:noFill/>
            <a:ln w="0">
              <a:noFill/>
              <a:prstDash val="solid"/>
            </a:ln>
          </p:spPr>
          <p:txBody>
            <a:bodyPr wrap="none" lIns="0" tIns="0" rIns="0" bIns="0" anchor="t">
              <a:noAutofit/>
            </a:bodyPr>
            <a:lstStyle>
              <a:defPPr algn="l">
                <a:defRPr sz="982" b="0" i="0" kern="0" spc="0">
                  <a:solidFill>
                    <a:srgbClr val="0A2540"/>
                  </a:solidFill>
                  <a:latin typeface="Inter SemiBold"/>
                  <a:ea typeface="Inter SemiBold"/>
                  <a:cs typeface="Inter SemiBold"/>
                </a:defRPr>
              </a:defPPr>
              <a:lvl1pPr algn="l">
                <a:defRPr sz="982" b="0" i="0" kern="0" spc="0">
                  <a:solidFill>
                    <a:srgbClr val="0A2540"/>
                  </a:solidFill>
                  <a:latin typeface="Inter SemiBold"/>
                  <a:ea typeface="Inter SemiBold"/>
                  <a:cs typeface="Inter SemiBold"/>
                </a:defRPr>
              </a:lvl1pPr>
              <a:lvl2pPr algn="l">
                <a:defRPr sz="982" b="0" i="0" kern="0" spc="0">
                  <a:solidFill>
                    <a:srgbClr val="0A2540"/>
                  </a:solidFill>
                  <a:latin typeface="Inter SemiBold"/>
                  <a:ea typeface="Inter SemiBold"/>
                  <a:cs typeface="Inter SemiBold"/>
                </a:defRPr>
              </a:lvl2pPr>
              <a:lvl3pPr algn="l">
                <a:defRPr sz="982" b="0" i="0" kern="0" spc="0">
                  <a:solidFill>
                    <a:srgbClr val="0A2540"/>
                  </a:solidFill>
                  <a:latin typeface="Inter SemiBold"/>
                  <a:ea typeface="Inter SemiBold"/>
                  <a:cs typeface="Inter SemiBold"/>
                </a:defRPr>
              </a:lvl3pPr>
              <a:lvl4pPr algn="l">
                <a:defRPr sz="982" b="0" i="0" kern="0" spc="0">
                  <a:solidFill>
                    <a:srgbClr val="0A2540"/>
                  </a:solidFill>
                  <a:latin typeface="Inter SemiBold"/>
                  <a:ea typeface="Inter SemiBold"/>
                  <a:cs typeface="Inter SemiBold"/>
                </a:defRPr>
              </a:lvl4pPr>
              <a:lvl5pPr algn="l">
                <a:defRPr sz="982" b="0" i="0" kern="0" spc="0">
                  <a:solidFill>
                    <a:srgbClr val="0A2540"/>
                  </a:solidFill>
                  <a:latin typeface="Inter SemiBold"/>
                  <a:ea typeface="Inter SemiBold"/>
                  <a:cs typeface="Inter SemiBold"/>
                </a:defRPr>
              </a:lvl5pPr>
              <a:lvl6pPr algn="l">
                <a:defRPr sz="982" b="0" i="0" kern="0" spc="0">
                  <a:solidFill>
                    <a:srgbClr val="0A2540"/>
                  </a:solidFill>
                  <a:latin typeface="Inter SemiBold"/>
                  <a:ea typeface="Inter SemiBold"/>
                  <a:cs typeface="Inter SemiBold"/>
                </a:defRPr>
              </a:lvl6pPr>
              <a:lvl7pPr algn="l">
                <a:defRPr sz="982" b="0" i="0" kern="0" spc="0">
                  <a:solidFill>
                    <a:srgbClr val="0A2540"/>
                  </a:solidFill>
                  <a:latin typeface="Inter SemiBold"/>
                  <a:ea typeface="Inter SemiBold"/>
                  <a:cs typeface="Inter SemiBold"/>
                </a:defRPr>
              </a:lvl7pPr>
              <a:lvl8pPr algn="l">
                <a:defRPr sz="982" b="0" i="0" kern="0" spc="0">
                  <a:solidFill>
                    <a:srgbClr val="0A2540"/>
                  </a:solidFill>
                  <a:latin typeface="Inter SemiBold"/>
                  <a:ea typeface="Inter SemiBold"/>
                  <a:cs typeface="Inter SemiBold"/>
                </a:defRPr>
              </a:lvl8pPr>
              <a:lvl9pPr algn="l">
                <a:defRPr sz="982" b="0" i="0" kern="0" spc="0">
                  <a:solidFill>
                    <a:srgbClr val="0A2540"/>
                  </a:solidFill>
                  <a:latin typeface="Inter SemiBold"/>
                  <a:ea typeface="Inter SemiBold"/>
                  <a:cs typeface="Inter SemiBold"/>
                </a:defRPr>
              </a:lvl9pPr>
            </a:lstStyle>
            <a:p>
              <a:pPr algn="l">
                <a:lnSpc>
                  <a:spcPct val="100000"/>
                </a:lnSpc>
                <a:buNone/>
                <a:defRPr sz="982" b="0" i="0" kern="0" spc="0">
                  <a:solidFill>
                    <a:srgbClr val="0A2540"/>
                  </a:solidFill>
                  <a:latin typeface="Inter SemiBold"/>
                  <a:ea typeface="Inter SemiBold"/>
                  <a:cs typeface="Inter SemiBold"/>
                </a:defRPr>
              </a:pPr>
              <a:r>
                <a:rPr sz="982" b="0" i="0" kern="0" spc="0">
                  <a:solidFill>
                    <a:srgbClr val="0A2540"/>
                  </a:solidFill>
                  <a:latin typeface="Inter SemiBold"/>
                  <a:ea typeface="Inter SemiBold"/>
                  <a:cs typeface="Inter SemiBold"/>
                </a:rPr>
                <a:t>e</a:t>
              </a:r>
            </a:p>
          </p:txBody>
        </p:sp>
        <p:sp>
          <p:nvSpPr>
            <p:cNvPr id="101" name="s22 text 40">
              <a:extLst>
                <a:ext uri="{FF2B5EF4-FFF2-40B4-BE49-F238E27FC236}">
                  <a16:creationId xmlns:a16="http://schemas.microsoft.com/office/drawing/2014/main" id="{4ABA2260-170F-4C72-9DCF-24C884B13E60}"/>
                </a:ext>
              </a:extLst>
            </p:cNvPr>
            <p:cNvSpPr>
              <a:spLocks noGrp="1"/>
            </p:cNvSpPr>
            <p:nvPr/>
          </p:nvSpPr>
          <p:spPr>
            <a:xfrm rot="-5400000">
              <a:off x="1178347" y="4245993"/>
              <a:ext cx="124658" cy="173457"/>
            </a:xfrm>
            <a:prstGeom prst="rect">
              <a:avLst/>
            </a:prstGeom>
            <a:noFill/>
            <a:ln w="0">
              <a:noFill/>
              <a:prstDash val="solid"/>
            </a:ln>
          </p:spPr>
          <p:txBody>
            <a:bodyPr wrap="none" lIns="0" tIns="0" rIns="0" bIns="0" anchor="t">
              <a:noAutofit/>
            </a:bodyPr>
            <a:lstStyle>
              <a:defPPr algn="l">
                <a:defRPr sz="982" b="0" i="0" kern="0" spc="0">
                  <a:solidFill>
                    <a:srgbClr val="0A2540"/>
                  </a:solidFill>
                  <a:latin typeface="Inter SemiBold"/>
                  <a:ea typeface="Inter SemiBold"/>
                  <a:cs typeface="Inter SemiBold"/>
                </a:defRPr>
              </a:defPPr>
              <a:lvl1pPr algn="l">
                <a:defRPr sz="982" b="0" i="0" kern="0" spc="0">
                  <a:solidFill>
                    <a:srgbClr val="0A2540"/>
                  </a:solidFill>
                  <a:latin typeface="Inter SemiBold"/>
                  <a:ea typeface="Inter SemiBold"/>
                  <a:cs typeface="Inter SemiBold"/>
                </a:defRPr>
              </a:lvl1pPr>
              <a:lvl2pPr algn="l">
                <a:defRPr sz="982" b="0" i="0" kern="0" spc="0">
                  <a:solidFill>
                    <a:srgbClr val="0A2540"/>
                  </a:solidFill>
                  <a:latin typeface="Inter SemiBold"/>
                  <a:ea typeface="Inter SemiBold"/>
                  <a:cs typeface="Inter SemiBold"/>
                </a:defRPr>
              </a:lvl2pPr>
              <a:lvl3pPr algn="l">
                <a:defRPr sz="982" b="0" i="0" kern="0" spc="0">
                  <a:solidFill>
                    <a:srgbClr val="0A2540"/>
                  </a:solidFill>
                  <a:latin typeface="Inter SemiBold"/>
                  <a:ea typeface="Inter SemiBold"/>
                  <a:cs typeface="Inter SemiBold"/>
                </a:defRPr>
              </a:lvl3pPr>
              <a:lvl4pPr algn="l">
                <a:defRPr sz="982" b="0" i="0" kern="0" spc="0">
                  <a:solidFill>
                    <a:srgbClr val="0A2540"/>
                  </a:solidFill>
                  <a:latin typeface="Inter SemiBold"/>
                  <a:ea typeface="Inter SemiBold"/>
                  <a:cs typeface="Inter SemiBold"/>
                </a:defRPr>
              </a:lvl4pPr>
              <a:lvl5pPr algn="l">
                <a:defRPr sz="982" b="0" i="0" kern="0" spc="0">
                  <a:solidFill>
                    <a:srgbClr val="0A2540"/>
                  </a:solidFill>
                  <a:latin typeface="Inter SemiBold"/>
                  <a:ea typeface="Inter SemiBold"/>
                  <a:cs typeface="Inter SemiBold"/>
                </a:defRPr>
              </a:lvl5pPr>
              <a:lvl6pPr algn="l">
                <a:defRPr sz="982" b="0" i="0" kern="0" spc="0">
                  <a:solidFill>
                    <a:srgbClr val="0A2540"/>
                  </a:solidFill>
                  <a:latin typeface="Inter SemiBold"/>
                  <a:ea typeface="Inter SemiBold"/>
                  <a:cs typeface="Inter SemiBold"/>
                </a:defRPr>
              </a:lvl6pPr>
              <a:lvl7pPr algn="l">
                <a:defRPr sz="982" b="0" i="0" kern="0" spc="0">
                  <a:solidFill>
                    <a:srgbClr val="0A2540"/>
                  </a:solidFill>
                  <a:latin typeface="Inter SemiBold"/>
                  <a:ea typeface="Inter SemiBold"/>
                  <a:cs typeface="Inter SemiBold"/>
                </a:defRPr>
              </a:lvl7pPr>
              <a:lvl8pPr algn="l">
                <a:defRPr sz="982" b="0" i="0" kern="0" spc="0">
                  <a:solidFill>
                    <a:srgbClr val="0A2540"/>
                  </a:solidFill>
                  <a:latin typeface="Inter SemiBold"/>
                  <a:ea typeface="Inter SemiBold"/>
                  <a:cs typeface="Inter SemiBold"/>
                </a:defRPr>
              </a:lvl8pPr>
              <a:lvl9pPr algn="l">
                <a:defRPr sz="982" b="0" i="0" kern="0" spc="0">
                  <a:solidFill>
                    <a:srgbClr val="0A2540"/>
                  </a:solidFill>
                  <a:latin typeface="Inter SemiBold"/>
                  <a:ea typeface="Inter SemiBold"/>
                  <a:cs typeface="Inter SemiBold"/>
                </a:defRPr>
              </a:lvl9pPr>
            </a:lstStyle>
            <a:p>
              <a:pPr algn="l">
                <a:lnSpc>
                  <a:spcPct val="100000"/>
                </a:lnSpc>
                <a:buNone/>
                <a:defRPr sz="982" b="0" i="0" kern="0" spc="0">
                  <a:solidFill>
                    <a:srgbClr val="0A2540"/>
                  </a:solidFill>
                  <a:latin typeface="Inter SemiBold"/>
                  <a:ea typeface="Inter SemiBold"/>
                  <a:cs typeface="Inter SemiBold"/>
                </a:defRPr>
              </a:pPr>
              <a:r>
                <a:rPr sz="982" b="0" i="0" kern="0" spc="0">
                  <a:solidFill>
                    <a:srgbClr val="0A2540"/>
                  </a:solidFill>
                  <a:latin typeface="Inter SemiBold"/>
                  <a:ea typeface="Inter SemiBold"/>
                  <a:cs typeface="Inter SemiBold"/>
                </a:rPr>
                <a:t>(</a:t>
              </a:r>
            </a:p>
          </p:txBody>
        </p:sp>
        <p:sp>
          <p:nvSpPr>
            <p:cNvPr id="102" name="s22 text 41">
              <a:extLst>
                <a:ext uri="{FF2B5EF4-FFF2-40B4-BE49-F238E27FC236}">
                  <a16:creationId xmlns:a16="http://schemas.microsoft.com/office/drawing/2014/main" id="{B1B82035-CCD3-46DC-822B-6671C97B95E9}"/>
                </a:ext>
              </a:extLst>
            </p:cNvPr>
            <p:cNvSpPr>
              <a:spLocks noGrp="1"/>
            </p:cNvSpPr>
            <p:nvPr/>
          </p:nvSpPr>
          <p:spPr>
            <a:xfrm rot="-5400000">
              <a:off x="1178347" y="4177960"/>
              <a:ext cx="124658" cy="173457"/>
            </a:xfrm>
            <a:prstGeom prst="rect">
              <a:avLst/>
            </a:prstGeom>
            <a:noFill/>
            <a:ln w="0">
              <a:noFill/>
              <a:prstDash val="solid"/>
            </a:ln>
          </p:spPr>
          <p:txBody>
            <a:bodyPr wrap="none" lIns="0" tIns="0" rIns="0" bIns="0" anchor="t">
              <a:noAutofit/>
            </a:bodyPr>
            <a:lstStyle>
              <a:defPPr algn="l">
                <a:defRPr sz="982" b="0" i="0" kern="0" spc="0">
                  <a:solidFill>
                    <a:srgbClr val="0A2540"/>
                  </a:solidFill>
                  <a:latin typeface="Inter SemiBold"/>
                  <a:ea typeface="Inter SemiBold"/>
                  <a:cs typeface="Inter SemiBold"/>
                </a:defRPr>
              </a:defPPr>
              <a:lvl1pPr algn="l">
                <a:defRPr sz="982" b="0" i="0" kern="0" spc="0">
                  <a:solidFill>
                    <a:srgbClr val="0A2540"/>
                  </a:solidFill>
                  <a:latin typeface="Inter SemiBold"/>
                  <a:ea typeface="Inter SemiBold"/>
                  <a:cs typeface="Inter SemiBold"/>
                </a:defRPr>
              </a:lvl1pPr>
              <a:lvl2pPr algn="l">
                <a:defRPr sz="982" b="0" i="0" kern="0" spc="0">
                  <a:solidFill>
                    <a:srgbClr val="0A2540"/>
                  </a:solidFill>
                  <a:latin typeface="Inter SemiBold"/>
                  <a:ea typeface="Inter SemiBold"/>
                  <a:cs typeface="Inter SemiBold"/>
                </a:defRPr>
              </a:lvl2pPr>
              <a:lvl3pPr algn="l">
                <a:defRPr sz="982" b="0" i="0" kern="0" spc="0">
                  <a:solidFill>
                    <a:srgbClr val="0A2540"/>
                  </a:solidFill>
                  <a:latin typeface="Inter SemiBold"/>
                  <a:ea typeface="Inter SemiBold"/>
                  <a:cs typeface="Inter SemiBold"/>
                </a:defRPr>
              </a:lvl3pPr>
              <a:lvl4pPr algn="l">
                <a:defRPr sz="982" b="0" i="0" kern="0" spc="0">
                  <a:solidFill>
                    <a:srgbClr val="0A2540"/>
                  </a:solidFill>
                  <a:latin typeface="Inter SemiBold"/>
                  <a:ea typeface="Inter SemiBold"/>
                  <a:cs typeface="Inter SemiBold"/>
                </a:defRPr>
              </a:lvl4pPr>
              <a:lvl5pPr algn="l">
                <a:defRPr sz="982" b="0" i="0" kern="0" spc="0">
                  <a:solidFill>
                    <a:srgbClr val="0A2540"/>
                  </a:solidFill>
                  <a:latin typeface="Inter SemiBold"/>
                  <a:ea typeface="Inter SemiBold"/>
                  <a:cs typeface="Inter SemiBold"/>
                </a:defRPr>
              </a:lvl5pPr>
              <a:lvl6pPr algn="l">
                <a:defRPr sz="982" b="0" i="0" kern="0" spc="0">
                  <a:solidFill>
                    <a:srgbClr val="0A2540"/>
                  </a:solidFill>
                  <a:latin typeface="Inter SemiBold"/>
                  <a:ea typeface="Inter SemiBold"/>
                  <a:cs typeface="Inter SemiBold"/>
                </a:defRPr>
              </a:lvl6pPr>
              <a:lvl7pPr algn="l">
                <a:defRPr sz="982" b="0" i="0" kern="0" spc="0">
                  <a:solidFill>
                    <a:srgbClr val="0A2540"/>
                  </a:solidFill>
                  <a:latin typeface="Inter SemiBold"/>
                  <a:ea typeface="Inter SemiBold"/>
                  <a:cs typeface="Inter SemiBold"/>
                </a:defRPr>
              </a:lvl7pPr>
              <a:lvl8pPr algn="l">
                <a:defRPr sz="982" b="0" i="0" kern="0" spc="0">
                  <a:solidFill>
                    <a:srgbClr val="0A2540"/>
                  </a:solidFill>
                  <a:latin typeface="Inter SemiBold"/>
                  <a:ea typeface="Inter SemiBold"/>
                  <a:cs typeface="Inter SemiBold"/>
                </a:defRPr>
              </a:lvl8pPr>
              <a:lvl9pPr algn="l">
                <a:defRPr sz="982" b="0" i="0" kern="0" spc="0">
                  <a:solidFill>
                    <a:srgbClr val="0A2540"/>
                  </a:solidFill>
                  <a:latin typeface="Inter SemiBold"/>
                  <a:ea typeface="Inter SemiBold"/>
                  <a:cs typeface="Inter SemiBold"/>
                </a:defRPr>
              </a:lvl9pPr>
            </a:lstStyle>
            <a:p>
              <a:pPr algn="l">
                <a:lnSpc>
                  <a:spcPct val="100000"/>
                </a:lnSpc>
                <a:buNone/>
                <a:defRPr sz="982" b="0" i="0" kern="0" spc="0">
                  <a:solidFill>
                    <a:srgbClr val="0A2540"/>
                  </a:solidFill>
                  <a:latin typeface="Inter SemiBold"/>
                  <a:ea typeface="Inter SemiBold"/>
                  <a:cs typeface="Inter SemiBold"/>
                </a:defRPr>
              </a:pPr>
              <a:r>
                <a:rPr sz="982" b="0" i="0" kern="0" spc="0">
                  <a:solidFill>
                    <a:srgbClr val="0A2540"/>
                  </a:solidFill>
                  <a:latin typeface="Inter SemiBold"/>
                  <a:ea typeface="Inter SemiBold"/>
                  <a:cs typeface="Inter SemiBold"/>
                </a:rPr>
                <a:t>U</a:t>
              </a:r>
            </a:p>
          </p:txBody>
        </p:sp>
        <p:sp>
          <p:nvSpPr>
            <p:cNvPr id="103" name="s22 text 42">
              <a:extLst>
                <a:ext uri="{FF2B5EF4-FFF2-40B4-BE49-F238E27FC236}">
                  <a16:creationId xmlns:a16="http://schemas.microsoft.com/office/drawing/2014/main" id="{DF5FDA20-F6D1-4FDF-B512-4D58474496B2}"/>
                </a:ext>
              </a:extLst>
            </p:cNvPr>
            <p:cNvSpPr>
              <a:spLocks noGrp="1"/>
            </p:cNvSpPr>
            <p:nvPr/>
          </p:nvSpPr>
          <p:spPr>
            <a:xfrm rot="-5400000">
              <a:off x="1178347" y="4092674"/>
              <a:ext cx="124658" cy="173457"/>
            </a:xfrm>
            <a:prstGeom prst="rect">
              <a:avLst/>
            </a:prstGeom>
            <a:noFill/>
            <a:ln w="0">
              <a:noFill/>
              <a:prstDash val="solid"/>
            </a:ln>
          </p:spPr>
          <p:txBody>
            <a:bodyPr wrap="none" lIns="0" tIns="0" rIns="0" bIns="0" anchor="t">
              <a:noAutofit/>
            </a:bodyPr>
            <a:lstStyle>
              <a:defPPr algn="l">
                <a:defRPr sz="982" b="0" i="0" kern="0" spc="0">
                  <a:solidFill>
                    <a:srgbClr val="0A2540"/>
                  </a:solidFill>
                  <a:latin typeface="Inter SemiBold"/>
                  <a:ea typeface="Inter SemiBold"/>
                  <a:cs typeface="Inter SemiBold"/>
                </a:defRPr>
              </a:defPPr>
              <a:lvl1pPr algn="l">
                <a:defRPr sz="982" b="0" i="0" kern="0" spc="0">
                  <a:solidFill>
                    <a:srgbClr val="0A2540"/>
                  </a:solidFill>
                  <a:latin typeface="Inter SemiBold"/>
                  <a:ea typeface="Inter SemiBold"/>
                  <a:cs typeface="Inter SemiBold"/>
                </a:defRPr>
              </a:lvl1pPr>
              <a:lvl2pPr algn="l">
                <a:defRPr sz="982" b="0" i="0" kern="0" spc="0">
                  <a:solidFill>
                    <a:srgbClr val="0A2540"/>
                  </a:solidFill>
                  <a:latin typeface="Inter SemiBold"/>
                  <a:ea typeface="Inter SemiBold"/>
                  <a:cs typeface="Inter SemiBold"/>
                </a:defRPr>
              </a:lvl2pPr>
              <a:lvl3pPr algn="l">
                <a:defRPr sz="982" b="0" i="0" kern="0" spc="0">
                  <a:solidFill>
                    <a:srgbClr val="0A2540"/>
                  </a:solidFill>
                  <a:latin typeface="Inter SemiBold"/>
                  <a:ea typeface="Inter SemiBold"/>
                  <a:cs typeface="Inter SemiBold"/>
                </a:defRPr>
              </a:lvl3pPr>
              <a:lvl4pPr algn="l">
                <a:defRPr sz="982" b="0" i="0" kern="0" spc="0">
                  <a:solidFill>
                    <a:srgbClr val="0A2540"/>
                  </a:solidFill>
                  <a:latin typeface="Inter SemiBold"/>
                  <a:ea typeface="Inter SemiBold"/>
                  <a:cs typeface="Inter SemiBold"/>
                </a:defRPr>
              </a:lvl4pPr>
              <a:lvl5pPr algn="l">
                <a:defRPr sz="982" b="0" i="0" kern="0" spc="0">
                  <a:solidFill>
                    <a:srgbClr val="0A2540"/>
                  </a:solidFill>
                  <a:latin typeface="Inter SemiBold"/>
                  <a:ea typeface="Inter SemiBold"/>
                  <a:cs typeface="Inter SemiBold"/>
                </a:defRPr>
              </a:lvl5pPr>
              <a:lvl6pPr algn="l">
                <a:defRPr sz="982" b="0" i="0" kern="0" spc="0">
                  <a:solidFill>
                    <a:srgbClr val="0A2540"/>
                  </a:solidFill>
                  <a:latin typeface="Inter SemiBold"/>
                  <a:ea typeface="Inter SemiBold"/>
                  <a:cs typeface="Inter SemiBold"/>
                </a:defRPr>
              </a:lvl6pPr>
              <a:lvl7pPr algn="l">
                <a:defRPr sz="982" b="0" i="0" kern="0" spc="0">
                  <a:solidFill>
                    <a:srgbClr val="0A2540"/>
                  </a:solidFill>
                  <a:latin typeface="Inter SemiBold"/>
                  <a:ea typeface="Inter SemiBold"/>
                  <a:cs typeface="Inter SemiBold"/>
                </a:defRPr>
              </a:lvl7pPr>
              <a:lvl8pPr algn="l">
                <a:defRPr sz="982" b="0" i="0" kern="0" spc="0">
                  <a:solidFill>
                    <a:srgbClr val="0A2540"/>
                  </a:solidFill>
                  <a:latin typeface="Inter SemiBold"/>
                  <a:ea typeface="Inter SemiBold"/>
                  <a:cs typeface="Inter SemiBold"/>
                </a:defRPr>
              </a:lvl8pPr>
              <a:lvl9pPr algn="l">
                <a:defRPr sz="982" b="0" i="0" kern="0" spc="0">
                  <a:solidFill>
                    <a:srgbClr val="0A2540"/>
                  </a:solidFill>
                  <a:latin typeface="Inter SemiBold"/>
                  <a:ea typeface="Inter SemiBold"/>
                  <a:cs typeface="Inter SemiBold"/>
                </a:defRPr>
              </a:lvl9pPr>
            </a:lstStyle>
            <a:p>
              <a:pPr algn="l">
                <a:lnSpc>
                  <a:spcPct val="100000"/>
                </a:lnSpc>
                <a:buNone/>
                <a:defRPr sz="982" b="0" i="0" kern="0" spc="0">
                  <a:solidFill>
                    <a:srgbClr val="0A2540"/>
                  </a:solidFill>
                  <a:latin typeface="Inter SemiBold"/>
                  <a:ea typeface="Inter SemiBold"/>
                  <a:cs typeface="Inter SemiBold"/>
                </a:defRPr>
              </a:pPr>
              <a:r>
                <a:rPr sz="982" b="0" i="0" kern="0" spc="0">
                  <a:solidFill>
                    <a:srgbClr val="0A2540"/>
                  </a:solidFill>
                  <a:latin typeface="Inter SemiBold"/>
                  <a:ea typeface="Inter SemiBold"/>
                  <a:cs typeface="Inter SemiBold"/>
                </a:rPr>
                <a:t>S</a:t>
              </a:r>
            </a:p>
          </p:txBody>
        </p:sp>
        <p:sp>
          <p:nvSpPr>
            <p:cNvPr id="104" name="s22 text 43">
              <a:extLst>
                <a:ext uri="{FF2B5EF4-FFF2-40B4-BE49-F238E27FC236}">
                  <a16:creationId xmlns:a16="http://schemas.microsoft.com/office/drawing/2014/main" id="{51FC93F3-F598-421D-8358-199260083A7C}"/>
                </a:ext>
              </a:extLst>
            </p:cNvPr>
            <p:cNvSpPr>
              <a:spLocks noGrp="1"/>
            </p:cNvSpPr>
            <p:nvPr/>
          </p:nvSpPr>
          <p:spPr>
            <a:xfrm rot="-5400000">
              <a:off x="1178347" y="4012705"/>
              <a:ext cx="124658" cy="173457"/>
            </a:xfrm>
            <a:prstGeom prst="rect">
              <a:avLst/>
            </a:prstGeom>
            <a:noFill/>
            <a:ln w="0">
              <a:noFill/>
              <a:prstDash val="solid"/>
            </a:ln>
          </p:spPr>
          <p:txBody>
            <a:bodyPr wrap="none" lIns="0" tIns="0" rIns="0" bIns="0" anchor="t">
              <a:noAutofit/>
            </a:bodyPr>
            <a:lstStyle>
              <a:defPPr algn="l">
                <a:defRPr sz="982" b="0" i="0" kern="0" spc="0">
                  <a:solidFill>
                    <a:srgbClr val="0A2540"/>
                  </a:solidFill>
                  <a:latin typeface="Inter SemiBold"/>
                  <a:ea typeface="Inter SemiBold"/>
                  <a:cs typeface="Inter SemiBold"/>
                </a:defRPr>
              </a:defPPr>
              <a:lvl1pPr algn="l">
                <a:defRPr sz="982" b="0" i="0" kern="0" spc="0">
                  <a:solidFill>
                    <a:srgbClr val="0A2540"/>
                  </a:solidFill>
                  <a:latin typeface="Inter SemiBold"/>
                  <a:ea typeface="Inter SemiBold"/>
                  <a:cs typeface="Inter SemiBold"/>
                </a:defRPr>
              </a:lvl1pPr>
              <a:lvl2pPr algn="l">
                <a:defRPr sz="982" b="0" i="0" kern="0" spc="0">
                  <a:solidFill>
                    <a:srgbClr val="0A2540"/>
                  </a:solidFill>
                  <a:latin typeface="Inter SemiBold"/>
                  <a:ea typeface="Inter SemiBold"/>
                  <a:cs typeface="Inter SemiBold"/>
                </a:defRPr>
              </a:lvl2pPr>
              <a:lvl3pPr algn="l">
                <a:defRPr sz="982" b="0" i="0" kern="0" spc="0">
                  <a:solidFill>
                    <a:srgbClr val="0A2540"/>
                  </a:solidFill>
                  <a:latin typeface="Inter SemiBold"/>
                  <a:ea typeface="Inter SemiBold"/>
                  <a:cs typeface="Inter SemiBold"/>
                </a:defRPr>
              </a:lvl3pPr>
              <a:lvl4pPr algn="l">
                <a:defRPr sz="982" b="0" i="0" kern="0" spc="0">
                  <a:solidFill>
                    <a:srgbClr val="0A2540"/>
                  </a:solidFill>
                  <a:latin typeface="Inter SemiBold"/>
                  <a:ea typeface="Inter SemiBold"/>
                  <a:cs typeface="Inter SemiBold"/>
                </a:defRPr>
              </a:lvl4pPr>
              <a:lvl5pPr algn="l">
                <a:defRPr sz="982" b="0" i="0" kern="0" spc="0">
                  <a:solidFill>
                    <a:srgbClr val="0A2540"/>
                  </a:solidFill>
                  <a:latin typeface="Inter SemiBold"/>
                  <a:ea typeface="Inter SemiBold"/>
                  <a:cs typeface="Inter SemiBold"/>
                </a:defRPr>
              </a:lvl5pPr>
              <a:lvl6pPr algn="l">
                <a:defRPr sz="982" b="0" i="0" kern="0" spc="0">
                  <a:solidFill>
                    <a:srgbClr val="0A2540"/>
                  </a:solidFill>
                  <a:latin typeface="Inter SemiBold"/>
                  <a:ea typeface="Inter SemiBold"/>
                  <a:cs typeface="Inter SemiBold"/>
                </a:defRPr>
              </a:lvl6pPr>
              <a:lvl7pPr algn="l">
                <a:defRPr sz="982" b="0" i="0" kern="0" spc="0">
                  <a:solidFill>
                    <a:srgbClr val="0A2540"/>
                  </a:solidFill>
                  <a:latin typeface="Inter SemiBold"/>
                  <a:ea typeface="Inter SemiBold"/>
                  <a:cs typeface="Inter SemiBold"/>
                </a:defRPr>
              </a:lvl7pPr>
              <a:lvl8pPr algn="l">
                <a:defRPr sz="982" b="0" i="0" kern="0" spc="0">
                  <a:solidFill>
                    <a:srgbClr val="0A2540"/>
                  </a:solidFill>
                  <a:latin typeface="Inter SemiBold"/>
                  <a:ea typeface="Inter SemiBold"/>
                  <a:cs typeface="Inter SemiBold"/>
                </a:defRPr>
              </a:lvl8pPr>
              <a:lvl9pPr algn="l">
                <a:defRPr sz="982" b="0" i="0" kern="0" spc="0">
                  <a:solidFill>
                    <a:srgbClr val="0A2540"/>
                  </a:solidFill>
                  <a:latin typeface="Inter SemiBold"/>
                  <a:ea typeface="Inter SemiBold"/>
                  <a:cs typeface="Inter SemiBold"/>
                </a:defRPr>
              </a:lvl9pPr>
            </a:lstStyle>
            <a:p>
              <a:pPr algn="l">
                <a:lnSpc>
                  <a:spcPct val="100000"/>
                </a:lnSpc>
                <a:buNone/>
                <a:defRPr sz="982" b="0" i="0" kern="0" spc="0">
                  <a:solidFill>
                    <a:srgbClr val="0A2540"/>
                  </a:solidFill>
                  <a:latin typeface="Inter SemiBold"/>
                  <a:ea typeface="Inter SemiBold"/>
                  <a:cs typeface="Inter SemiBold"/>
                </a:defRPr>
              </a:pPr>
              <a:r>
                <a:rPr sz="982" b="0" i="0" kern="0" spc="0">
                  <a:solidFill>
                    <a:srgbClr val="0A2540"/>
                  </a:solidFill>
                  <a:latin typeface="Inter SemiBold"/>
                  <a:ea typeface="Inter SemiBold"/>
                  <a:cs typeface="Inter SemiBold"/>
                </a:rPr>
                <a:t>$</a:t>
              </a:r>
            </a:p>
          </p:txBody>
        </p:sp>
        <p:sp>
          <p:nvSpPr>
            <p:cNvPr id="105" name="s22 text 45">
              <a:extLst>
                <a:ext uri="{FF2B5EF4-FFF2-40B4-BE49-F238E27FC236}">
                  <a16:creationId xmlns:a16="http://schemas.microsoft.com/office/drawing/2014/main" id="{8777E64B-6929-40CC-BEB4-2DD6FF9F595D}"/>
                </a:ext>
              </a:extLst>
            </p:cNvPr>
            <p:cNvSpPr>
              <a:spLocks noGrp="1"/>
            </p:cNvSpPr>
            <p:nvPr/>
          </p:nvSpPr>
          <p:spPr>
            <a:xfrm rot="-5400000">
              <a:off x="1178347" y="3904045"/>
              <a:ext cx="124658" cy="173457"/>
            </a:xfrm>
            <a:prstGeom prst="rect">
              <a:avLst/>
            </a:prstGeom>
            <a:noFill/>
            <a:ln w="0">
              <a:noFill/>
              <a:prstDash val="solid"/>
            </a:ln>
          </p:spPr>
          <p:txBody>
            <a:bodyPr wrap="none" lIns="0" tIns="0" rIns="0" bIns="0" anchor="t">
              <a:noAutofit/>
            </a:bodyPr>
            <a:lstStyle>
              <a:defPPr algn="l">
                <a:defRPr sz="982" b="0" i="0" kern="0" spc="0">
                  <a:solidFill>
                    <a:srgbClr val="0A2540"/>
                  </a:solidFill>
                  <a:latin typeface="Inter SemiBold"/>
                  <a:ea typeface="Inter SemiBold"/>
                  <a:cs typeface="Inter SemiBold"/>
                </a:defRPr>
              </a:defPPr>
              <a:lvl1pPr algn="l">
                <a:defRPr sz="982" b="0" i="0" kern="0" spc="0">
                  <a:solidFill>
                    <a:srgbClr val="0A2540"/>
                  </a:solidFill>
                  <a:latin typeface="Inter SemiBold"/>
                  <a:ea typeface="Inter SemiBold"/>
                  <a:cs typeface="Inter SemiBold"/>
                </a:defRPr>
              </a:lvl1pPr>
              <a:lvl2pPr algn="l">
                <a:defRPr sz="982" b="0" i="0" kern="0" spc="0">
                  <a:solidFill>
                    <a:srgbClr val="0A2540"/>
                  </a:solidFill>
                  <a:latin typeface="Inter SemiBold"/>
                  <a:ea typeface="Inter SemiBold"/>
                  <a:cs typeface="Inter SemiBold"/>
                </a:defRPr>
              </a:lvl2pPr>
              <a:lvl3pPr algn="l">
                <a:defRPr sz="982" b="0" i="0" kern="0" spc="0">
                  <a:solidFill>
                    <a:srgbClr val="0A2540"/>
                  </a:solidFill>
                  <a:latin typeface="Inter SemiBold"/>
                  <a:ea typeface="Inter SemiBold"/>
                  <a:cs typeface="Inter SemiBold"/>
                </a:defRPr>
              </a:lvl3pPr>
              <a:lvl4pPr algn="l">
                <a:defRPr sz="982" b="0" i="0" kern="0" spc="0">
                  <a:solidFill>
                    <a:srgbClr val="0A2540"/>
                  </a:solidFill>
                  <a:latin typeface="Inter SemiBold"/>
                  <a:ea typeface="Inter SemiBold"/>
                  <a:cs typeface="Inter SemiBold"/>
                </a:defRPr>
              </a:lvl4pPr>
              <a:lvl5pPr algn="l">
                <a:defRPr sz="982" b="0" i="0" kern="0" spc="0">
                  <a:solidFill>
                    <a:srgbClr val="0A2540"/>
                  </a:solidFill>
                  <a:latin typeface="Inter SemiBold"/>
                  <a:ea typeface="Inter SemiBold"/>
                  <a:cs typeface="Inter SemiBold"/>
                </a:defRPr>
              </a:lvl5pPr>
              <a:lvl6pPr algn="l">
                <a:defRPr sz="982" b="0" i="0" kern="0" spc="0">
                  <a:solidFill>
                    <a:srgbClr val="0A2540"/>
                  </a:solidFill>
                  <a:latin typeface="Inter SemiBold"/>
                  <a:ea typeface="Inter SemiBold"/>
                  <a:cs typeface="Inter SemiBold"/>
                </a:defRPr>
              </a:lvl6pPr>
              <a:lvl7pPr algn="l">
                <a:defRPr sz="982" b="0" i="0" kern="0" spc="0">
                  <a:solidFill>
                    <a:srgbClr val="0A2540"/>
                  </a:solidFill>
                  <a:latin typeface="Inter SemiBold"/>
                  <a:ea typeface="Inter SemiBold"/>
                  <a:cs typeface="Inter SemiBold"/>
                </a:defRPr>
              </a:lvl7pPr>
              <a:lvl8pPr algn="l">
                <a:defRPr sz="982" b="0" i="0" kern="0" spc="0">
                  <a:solidFill>
                    <a:srgbClr val="0A2540"/>
                  </a:solidFill>
                  <a:latin typeface="Inter SemiBold"/>
                  <a:ea typeface="Inter SemiBold"/>
                  <a:cs typeface="Inter SemiBold"/>
                </a:defRPr>
              </a:lvl8pPr>
              <a:lvl9pPr algn="l">
                <a:defRPr sz="982" b="0" i="0" kern="0" spc="0">
                  <a:solidFill>
                    <a:srgbClr val="0A2540"/>
                  </a:solidFill>
                  <a:latin typeface="Inter SemiBold"/>
                  <a:ea typeface="Inter SemiBold"/>
                  <a:cs typeface="Inter SemiBold"/>
                </a:defRPr>
              </a:lvl9pPr>
            </a:lstStyle>
            <a:p>
              <a:pPr algn="l">
                <a:lnSpc>
                  <a:spcPct val="100000"/>
                </a:lnSpc>
                <a:buNone/>
                <a:defRPr sz="982" b="0" i="0" kern="0" spc="0">
                  <a:solidFill>
                    <a:srgbClr val="0A2540"/>
                  </a:solidFill>
                  <a:latin typeface="Inter SemiBold"/>
                  <a:ea typeface="Inter SemiBold"/>
                  <a:cs typeface="Inter SemiBold"/>
                </a:defRPr>
              </a:pPr>
              <a:r>
                <a:rPr sz="982" b="0" i="0" kern="0" spc="0">
                  <a:solidFill>
                    <a:srgbClr val="0A2540"/>
                  </a:solidFill>
                  <a:latin typeface="Inter SemiBold"/>
                  <a:ea typeface="Inter SemiBold"/>
                  <a:cs typeface="Inter SemiBold"/>
                </a:rPr>
                <a:t>p</a:t>
              </a:r>
            </a:p>
          </p:txBody>
        </p:sp>
        <p:sp>
          <p:nvSpPr>
            <p:cNvPr id="106" name="s22 text 46">
              <a:extLst>
                <a:ext uri="{FF2B5EF4-FFF2-40B4-BE49-F238E27FC236}">
                  <a16:creationId xmlns:a16="http://schemas.microsoft.com/office/drawing/2014/main" id="{2B6B83A1-3146-4CDC-8C6E-EE8A43CBFC3A}"/>
                </a:ext>
              </a:extLst>
            </p:cNvPr>
            <p:cNvSpPr>
              <a:spLocks noGrp="1"/>
            </p:cNvSpPr>
            <p:nvPr/>
          </p:nvSpPr>
          <p:spPr>
            <a:xfrm rot="-5400000">
              <a:off x="1178347" y="3829401"/>
              <a:ext cx="124658" cy="173457"/>
            </a:xfrm>
            <a:prstGeom prst="rect">
              <a:avLst/>
            </a:prstGeom>
            <a:noFill/>
            <a:ln w="0">
              <a:noFill/>
              <a:prstDash val="solid"/>
            </a:ln>
          </p:spPr>
          <p:txBody>
            <a:bodyPr wrap="none" lIns="0" tIns="0" rIns="0" bIns="0" anchor="t">
              <a:noAutofit/>
            </a:bodyPr>
            <a:lstStyle>
              <a:defPPr algn="l">
                <a:defRPr sz="982" b="0" i="0" kern="0" spc="0">
                  <a:solidFill>
                    <a:srgbClr val="0A2540"/>
                  </a:solidFill>
                  <a:latin typeface="Inter SemiBold"/>
                  <a:ea typeface="Inter SemiBold"/>
                  <a:cs typeface="Inter SemiBold"/>
                </a:defRPr>
              </a:defPPr>
              <a:lvl1pPr algn="l">
                <a:defRPr sz="982" b="0" i="0" kern="0" spc="0">
                  <a:solidFill>
                    <a:srgbClr val="0A2540"/>
                  </a:solidFill>
                  <a:latin typeface="Inter SemiBold"/>
                  <a:ea typeface="Inter SemiBold"/>
                  <a:cs typeface="Inter SemiBold"/>
                </a:defRPr>
              </a:lvl1pPr>
              <a:lvl2pPr algn="l">
                <a:defRPr sz="982" b="0" i="0" kern="0" spc="0">
                  <a:solidFill>
                    <a:srgbClr val="0A2540"/>
                  </a:solidFill>
                  <a:latin typeface="Inter SemiBold"/>
                  <a:ea typeface="Inter SemiBold"/>
                  <a:cs typeface="Inter SemiBold"/>
                </a:defRPr>
              </a:lvl2pPr>
              <a:lvl3pPr algn="l">
                <a:defRPr sz="982" b="0" i="0" kern="0" spc="0">
                  <a:solidFill>
                    <a:srgbClr val="0A2540"/>
                  </a:solidFill>
                  <a:latin typeface="Inter SemiBold"/>
                  <a:ea typeface="Inter SemiBold"/>
                  <a:cs typeface="Inter SemiBold"/>
                </a:defRPr>
              </a:lvl3pPr>
              <a:lvl4pPr algn="l">
                <a:defRPr sz="982" b="0" i="0" kern="0" spc="0">
                  <a:solidFill>
                    <a:srgbClr val="0A2540"/>
                  </a:solidFill>
                  <a:latin typeface="Inter SemiBold"/>
                  <a:ea typeface="Inter SemiBold"/>
                  <a:cs typeface="Inter SemiBold"/>
                </a:defRPr>
              </a:lvl4pPr>
              <a:lvl5pPr algn="l">
                <a:defRPr sz="982" b="0" i="0" kern="0" spc="0">
                  <a:solidFill>
                    <a:srgbClr val="0A2540"/>
                  </a:solidFill>
                  <a:latin typeface="Inter SemiBold"/>
                  <a:ea typeface="Inter SemiBold"/>
                  <a:cs typeface="Inter SemiBold"/>
                </a:defRPr>
              </a:lvl5pPr>
              <a:lvl6pPr algn="l">
                <a:defRPr sz="982" b="0" i="0" kern="0" spc="0">
                  <a:solidFill>
                    <a:srgbClr val="0A2540"/>
                  </a:solidFill>
                  <a:latin typeface="Inter SemiBold"/>
                  <a:ea typeface="Inter SemiBold"/>
                  <a:cs typeface="Inter SemiBold"/>
                </a:defRPr>
              </a:lvl6pPr>
              <a:lvl7pPr algn="l">
                <a:defRPr sz="982" b="0" i="0" kern="0" spc="0">
                  <a:solidFill>
                    <a:srgbClr val="0A2540"/>
                  </a:solidFill>
                  <a:latin typeface="Inter SemiBold"/>
                  <a:ea typeface="Inter SemiBold"/>
                  <a:cs typeface="Inter SemiBold"/>
                </a:defRPr>
              </a:lvl7pPr>
              <a:lvl8pPr algn="l">
                <a:defRPr sz="982" b="0" i="0" kern="0" spc="0">
                  <a:solidFill>
                    <a:srgbClr val="0A2540"/>
                  </a:solidFill>
                  <a:latin typeface="Inter SemiBold"/>
                  <a:ea typeface="Inter SemiBold"/>
                  <a:cs typeface="Inter SemiBold"/>
                </a:defRPr>
              </a:lvl8pPr>
              <a:lvl9pPr algn="l">
                <a:defRPr sz="982" b="0" i="0" kern="0" spc="0">
                  <a:solidFill>
                    <a:srgbClr val="0A2540"/>
                  </a:solidFill>
                  <a:latin typeface="Inter SemiBold"/>
                  <a:ea typeface="Inter SemiBold"/>
                  <a:cs typeface="Inter SemiBold"/>
                </a:defRPr>
              </a:lvl9pPr>
            </a:lstStyle>
            <a:p>
              <a:pPr algn="l">
                <a:lnSpc>
                  <a:spcPct val="100000"/>
                </a:lnSpc>
                <a:buNone/>
                <a:defRPr sz="982" b="0" i="0" kern="0" spc="0">
                  <a:solidFill>
                    <a:srgbClr val="0A2540"/>
                  </a:solidFill>
                  <a:latin typeface="Inter SemiBold"/>
                  <a:ea typeface="Inter SemiBold"/>
                  <a:cs typeface="Inter SemiBold"/>
                </a:defRPr>
              </a:pPr>
              <a:r>
                <a:rPr sz="982" b="0" i="0" kern="0" spc="0">
                  <a:solidFill>
                    <a:srgbClr val="0A2540"/>
                  </a:solidFill>
                  <a:latin typeface="Inter SemiBold"/>
                  <a:ea typeface="Inter SemiBold"/>
                  <a:cs typeface="Inter SemiBold"/>
                </a:rPr>
                <a:t>e</a:t>
              </a:r>
            </a:p>
          </p:txBody>
        </p:sp>
        <p:sp>
          <p:nvSpPr>
            <p:cNvPr id="107" name="s22 text 47">
              <a:extLst>
                <a:ext uri="{FF2B5EF4-FFF2-40B4-BE49-F238E27FC236}">
                  <a16:creationId xmlns:a16="http://schemas.microsoft.com/office/drawing/2014/main" id="{980EED26-FBA2-4AC5-9269-77F3C6F04FD4}"/>
                </a:ext>
              </a:extLst>
            </p:cNvPr>
            <p:cNvSpPr>
              <a:spLocks noGrp="1"/>
            </p:cNvSpPr>
            <p:nvPr/>
          </p:nvSpPr>
          <p:spPr>
            <a:xfrm rot="-5400000">
              <a:off x="1178347" y="3768905"/>
              <a:ext cx="124658" cy="173457"/>
            </a:xfrm>
            <a:prstGeom prst="rect">
              <a:avLst/>
            </a:prstGeom>
            <a:noFill/>
            <a:ln w="0">
              <a:noFill/>
              <a:prstDash val="solid"/>
            </a:ln>
          </p:spPr>
          <p:txBody>
            <a:bodyPr wrap="none" lIns="0" tIns="0" rIns="0" bIns="0" anchor="t">
              <a:noAutofit/>
            </a:bodyPr>
            <a:lstStyle>
              <a:defPPr algn="l">
                <a:defRPr sz="982" b="0" i="0" kern="0" spc="0">
                  <a:solidFill>
                    <a:srgbClr val="0A2540"/>
                  </a:solidFill>
                  <a:latin typeface="Inter SemiBold"/>
                  <a:ea typeface="Inter SemiBold"/>
                  <a:cs typeface="Inter SemiBold"/>
                </a:defRPr>
              </a:defPPr>
              <a:lvl1pPr algn="l">
                <a:defRPr sz="982" b="0" i="0" kern="0" spc="0">
                  <a:solidFill>
                    <a:srgbClr val="0A2540"/>
                  </a:solidFill>
                  <a:latin typeface="Inter SemiBold"/>
                  <a:ea typeface="Inter SemiBold"/>
                  <a:cs typeface="Inter SemiBold"/>
                </a:defRPr>
              </a:lvl1pPr>
              <a:lvl2pPr algn="l">
                <a:defRPr sz="982" b="0" i="0" kern="0" spc="0">
                  <a:solidFill>
                    <a:srgbClr val="0A2540"/>
                  </a:solidFill>
                  <a:latin typeface="Inter SemiBold"/>
                  <a:ea typeface="Inter SemiBold"/>
                  <a:cs typeface="Inter SemiBold"/>
                </a:defRPr>
              </a:lvl2pPr>
              <a:lvl3pPr algn="l">
                <a:defRPr sz="982" b="0" i="0" kern="0" spc="0">
                  <a:solidFill>
                    <a:srgbClr val="0A2540"/>
                  </a:solidFill>
                  <a:latin typeface="Inter SemiBold"/>
                  <a:ea typeface="Inter SemiBold"/>
                  <a:cs typeface="Inter SemiBold"/>
                </a:defRPr>
              </a:lvl3pPr>
              <a:lvl4pPr algn="l">
                <a:defRPr sz="982" b="0" i="0" kern="0" spc="0">
                  <a:solidFill>
                    <a:srgbClr val="0A2540"/>
                  </a:solidFill>
                  <a:latin typeface="Inter SemiBold"/>
                  <a:ea typeface="Inter SemiBold"/>
                  <a:cs typeface="Inter SemiBold"/>
                </a:defRPr>
              </a:lvl4pPr>
              <a:lvl5pPr algn="l">
                <a:defRPr sz="982" b="0" i="0" kern="0" spc="0">
                  <a:solidFill>
                    <a:srgbClr val="0A2540"/>
                  </a:solidFill>
                  <a:latin typeface="Inter SemiBold"/>
                  <a:ea typeface="Inter SemiBold"/>
                  <a:cs typeface="Inter SemiBold"/>
                </a:defRPr>
              </a:lvl5pPr>
              <a:lvl6pPr algn="l">
                <a:defRPr sz="982" b="0" i="0" kern="0" spc="0">
                  <a:solidFill>
                    <a:srgbClr val="0A2540"/>
                  </a:solidFill>
                  <a:latin typeface="Inter SemiBold"/>
                  <a:ea typeface="Inter SemiBold"/>
                  <a:cs typeface="Inter SemiBold"/>
                </a:defRPr>
              </a:lvl6pPr>
              <a:lvl7pPr algn="l">
                <a:defRPr sz="982" b="0" i="0" kern="0" spc="0">
                  <a:solidFill>
                    <a:srgbClr val="0A2540"/>
                  </a:solidFill>
                  <a:latin typeface="Inter SemiBold"/>
                  <a:ea typeface="Inter SemiBold"/>
                  <a:cs typeface="Inter SemiBold"/>
                </a:defRPr>
              </a:lvl7pPr>
              <a:lvl8pPr algn="l">
                <a:defRPr sz="982" b="0" i="0" kern="0" spc="0">
                  <a:solidFill>
                    <a:srgbClr val="0A2540"/>
                  </a:solidFill>
                  <a:latin typeface="Inter SemiBold"/>
                  <a:ea typeface="Inter SemiBold"/>
                  <a:cs typeface="Inter SemiBold"/>
                </a:defRPr>
              </a:lvl8pPr>
              <a:lvl9pPr algn="l">
                <a:defRPr sz="982" b="0" i="0" kern="0" spc="0">
                  <a:solidFill>
                    <a:srgbClr val="0A2540"/>
                  </a:solidFill>
                  <a:latin typeface="Inter SemiBold"/>
                  <a:ea typeface="Inter SemiBold"/>
                  <a:cs typeface="Inter SemiBold"/>
                </a:defRPr>
              </a:lvl9pPr>
            </a:lstStyle>
            <a:p>
              <a:pPr algn="l">
                <a:lnSpc>
                  <a:spcPct val="100000"/>
                </a:lnSpc>
                <a:buNone/>
                <a:defRPr sz="982" b="0" i="0" kern="0" spc="0">
                  <a:solidFill>
                    <a:srgbClr val="0A2540"/>
                  </a:solidFill>
                  <a:latin typeface="Inter SemiBold"/>
                  <a:ea typeface="Inter SemiBold"/>
                  <a:cs typeface="Inter SemiBold"/>
                </a:defRPr>
              </a:pPr>
              <a:r>
                <a:rPr sz="982" b="0" i="0" kern="0" spc="0">
                  <a:solidFill>
                    <a:srgbClr val="0A2540"/>
                  </a:solidFill>
                  <a:latin typeface="Inter SemiBold"/>
                  <a:ea typeface="Inter SemiBold"/>
                  <a:cs typeface="Inter SemiBold"/>
                </a:rPr>
                <a:t>r</a:t>
              </a:r>
            </a:p>
          </p:txBody>
        </p:sp>
        <p:sp>
          <p:nvSpPr>
            <p:cNvPr id="108" name="s22 text 49">
              <a:extLst>
                <a:ext uri="{FF2B5EF4-FFF2-40B4-BE49-F238E27FC236}">
                  <a16:creationId xmlns:a16="http://schemas.microsoft.com/office/drawing/2014/main" id="{7D262E0E-FCCE-4140-B253-47D2C6F493D3}"/>
                </a:ext>
              </a:extLst>
            </p:cNvPr>
            <p:cNvSpPr>
              <a:spLocks noGrp="1"/>
            </p:cNvSpPr>
            <p:nvPr/>
          </p:nvSpPr>
          <p:spPr>
            <a:xfrm rot="-5400000">
              <a:off x="1178347" y="3675926"/>
              <a:ext cx="124658" cy="173457"/>
            </a:xfrm>
            <a:prstGeom prst="rect">
              <a:avLst/>
            </a:prstGeom>
            <a:noFill/>
            <a:ln w="0">
              <a:noFill/>
              <a:prstDash val="solid"/>
            </a:ln>
          </p:spPr>
          <p:txBody>
            <a:bodyPr wrap="none" lIns="0" tIns="0" rIns="0" bIns="0" anchor="t">
              <a:noAutofit/>
            </a:bodyPr>
            <a:lstStyle>
              <a:defPPr algn="l">
                <a:defRPr sz="982" b="0" i="0" kern="0" spc="0">
                  <a:solidFill>
                    <a:srgbClr val="0A2540"/>
                  </a:solidFill>
                  <a:latin typeface="Inter SemiBold"/>
                  <a:ea typeface="Inter SemiBold"/>
                  <a:cs typeface="Inter SemiBold"/>
                </a:defRPr>
              </a:defPPr>
              <a:lvl1pPr algn="l">
                <a:defRPr sz="982" b="0" i="0" kern="0" spc="0">
                  <a:solidFill>
                    <a:srgbClr val="0A2540"/>
                  </a:solidFill>
                  <a:latin typeface="Inter SemiBold"/>
                  <a:ea typeface="Inter SemiBold"/>
                  <a:cs typeface="Inter SemiBold"/>
                </a:defRPr>
              </a:lvl1pPr>
              <a:lvl2pPr algn="l">
                <a:defRPr sz="982" b="0" i="0" kern="0" spc="0">
                  <a:solidFill>
                    <a:srgbClr val="0A2540"/>
                  </a:solidFill>
                  <a:latin typeface="Inter SemiBold"/>
                  <a:ea typeface="Inter SemiBold"/>
                  <a:cs typeface="Inter SemiBold"/>
                </a:defRPr>
              </a:lvl2pPr>
              <a:lvl3pPr algn="l">
                <a:defRPr sz="982" b="0" i="0" kern="0" spc="0">
                  <a:solidFill>
                    <a:srgbClr val="0A2540"/>
                  </a:solidFill>
                  <a:latin typeface="Inter SemiBold"/>
                  <a:ea typeface="Inter SemiBold"/>
                  <a:cs typeface="Inter SemiBold"/>
                </a:defRPr>
              </a:lvl3pPr>
              <a:lvl4pPr algn="l">
                <a:defRPr sz="982" b="0" i="0" kern="0" spc="0">
                  <a:solidFill>
                    <a:srgbClr val="0A2540"/>
                  </a:solidFill>
                  <a:latin typeface="Inter SemiBold"/>
                  <a:ea typeface="Inter SemiBold"/>
                  <a:cs typeface="Inter SemiBold"/>
                </a:defRPr>
              </a:lvl4pPr>
              <a:lvl5pPr algn="l">
                <a:defRPr sz="982" b="0" i="0" kern="0" spc="0">
                  <a:solidFill>
                    <a:srgbClr val="0A2540"/>
                  </a:solidFill>
                  <a:latin typeface="Inter SemiBold"/>
                  <a:ea typeface="Inter SemiBold"/>
                  <a:cs typeface="Inter SemiBold"/>
                </a:defRPr>
              </a:lvl5pPr>
              <a:lvl6pPr algn="l">
                <a:defRPr sz="982" b="0" i="0" kern="0" spc="0">
                  <a:solidFill>
                    <a:srgbClr val="0A2540"/>
                  </a:solidFill>
                  <a:latin typeface="Inter SemiBold"/>
                  <a:ea typeface="Inter SemiBold"/>
                  <a:cs typeface="Inter SemiBold"/>
                </a:defRPr>
              </a:lvl6pPr>
              <a:lvl7pPr algn="l">
                <a:defRPr sz="982" b="0" i="0" kern="0" spc="0">
                  <a:solidFill>
                    <a:srgbClr val="0A2540"/>
                  </a:solidFill>
                  <a:latin typeface="Inter SemiBold"/>
                  <a:ea typeface="Inter SemiBold"/>
                  <a:cs typeface="Inter SemiBold"/>
                </a:defRPr>
              </a:lvl7pPr>
              <a:lvl8pPr algn="l">
                <a:defRPr sz="982" b="0" i="0" kern="0" spc="0">
                  <a:solidFill>
                    <a:srgbClr val="0A2540"/>
                  </a:solidFill>
                  <a:latin typeface="Inter SemiBold"/>
                  <a:ea typeface="Inter SemiBold"/>
                  <a:cs typeface="Inter SemiBold"/>
                </a:defRPr>
              </a:lvl8pPr>
              <a:lvl9pPr algn="l">
                <a:defRPr sz="982" b="0" i="0" kern="0" spc="0">
                  <a:solidFill>
                    <a:srgbClr val="0A2540"/>
                  </a:solidFill>
                  <a:latin typeface="Inter SemiBold"/>
                  <a:ea typeface="Inter SemiBold"/>
                  <a:cs typeface="Inter SemiBold"/>
                </a:defRPr>
              </a:lvl9pPr>
            </a:lstStyle>
            <a:p>
              <a:pPr algn="l">
                <a:lnSpc>
                  <a:spcPct val="100000"/>
                </a:lnSpc>
                <a:buNone/>
                <a:defRPr sz="982" b="0" i="0" kern="0" spc="0">
                  <a:solidFill>
                    <a:srgbClr val="0A2540"/>
                  </a:solidFill>
                  <a:latin typeface="Inter SemiBold"/>
                  <a:ea typeface="Inter SemiBold"/>
                  <a:cs typeface="Inter SemiBold"/>
                </a:defRPr>
              </a:pPr>
              <a:r>
                <a:rPr sz="982" b="0" i="0" kern="0" spc="0">
                  <a:solidFill>
                    <a:srgbClr val="0A2540"/>
                  </a:solidFill>
                  <a:latin typeface="Inter SemiBold"/>
                  <a:ea typeface="Inter SemiBold"/>
                  <a:cs typeface="Inter SemiBold"/>
                </a:rPr>
                <a:t>g</a:t>
              </a:r>
            </a:p>
          </p:txBody>
        </p:sp>
        <p:sp>
          <p:nvSpPr>
            <p:cNvPr id="109" name="s22 text 50">
              <a:extLst>
                <a:ext uri="{FF2B5EF4-FFF2-40B4-BE49-F238E27FC236}">
                  <a16:creationId xmlns:a16="http://schemas.microsoft.com/office/drawing/2014/main" id="{E03F88F8-F1AE-455A-B83B-3DBE00A78013}"/>
                </a:ext>
              </a:extLst>
            </p:cNvPr>
            <p:cNvSpPr>
              <a:spLocks noGrp="1"/>
            </p:cNvSpPr>
            <p:nvPr/>
          </p:nvSpPr>
          <p:spPr>
            <a:xfrm rot="-5400000">
              <a:off x="1178347" y="3601190"/>
              <a:ext cx="124658" cy="173457"/>
            </a:xfrm>
            <a:prstGeom prst="rect">
              <a:avLst/>
            </a:prstGeom>
            <a:noFill/>
            <a:ln w="0">
              <a:noFill/>
              <a:prstDash val="solid"/>
            </a:ln>
          </p:spPr>
          <p:txBody>
            <a:bodyPr wrap="none" lIns="0" tIns="0" rIns="0" bIns="0" anchor="t">
              <a:noAutofit/>
            </a:bodyPr>
            <a:lstStyle>
              <a:defPPr algn="l">
                <a:defRPr sz="982" b="0" i="0" kern="0" spc="0">
                  <a:solidFill>
                    <a:srgbClr val="0A2540"/>
                  </a:solidFill>
                  <a:latin typeface="Inter SemiBold"/>
                  <a:ea typeface="Inter SemiBold"/>
                  <a:cs typeface="Inter SemiBold"/>
                </a:defRPr>
              </a:defPPr>
              <a:lvl1pPr algn="l">
                <a:defRPr sz="982" b="0" i="0" kern="0" spc="0">
                  <a:solidFill>
                    <a:srgbClr val="0A2540"/>
                  </a:solidFill>
                  <a:latin typeface="Inter SemiBold"/>
                  <a:ea typeface="Inter SemiBold"/>
                  <a:cs typeface="Inter SemiBold"/>
                </a:defRPr>
              </a:lvl1pPr>
              <a:lvl2pPr algn="l">
                <a:defRPr sz="982" b="0" i="0" kern="0" spc="0">
                  <a:solidFill>
                    <a:srgbClr val="0A2540"/>
                  </a:solidFill>
                  <a:latin typeface="Inter SemiBold"/>
                  <a:ea typeface="Inter SemiBold"/>
                  <a:cs typeface="Inter SemiBold"/>
                </a:defRPr>
              </a:lvl2pPr>
              <a:lvl3pPr algn="l">
                <a:defRPr sz="982" b="0" i="0" kern="0" spc="0">
                  <a:solidFill>
                    <a:srgbClr val="0A2540"/>
                  </a:solidFill>
                  <a:latin typeface="Inter SemiBold"/>
                  <a:ea typeface="Inter SemiBold"/>
                  <a:cs typeface="Inter SemiBold"/>
                </a:defRPr>
              </a:lvl3pPr>
              <a:lvl4pPr algn="l">
                <a:defRPr sz="982" b="0" i="0" kern="0" spc="0">
                  <a:solidFill>
                    <a:srgbClr val="0A2540"/>
                  </a:solidFill>
                  <a:latin typeface="Inter SemiBold"/>
                  <a:ea typeface="Inter SemiBold"/>
                  <a:cs typeface="Inter SemiBold"/>
                </a:defRPr>
              </a:lvl4pPr>
              <a:lvl5pPr algn="l">
                <a:defRPr sz="982" b="0" i="0" kern="0" spc="0">
                  <a:solidFill>
                    <a:srgbClr val="0A2540"/>
                  </a:solidFill>
                  <a:latin typeface="Inter SemiBold"/>
                  <a:ea typeface="Inter SemiBold"/>
                  <a:cs typeface="Inter SemiBold"/>
                </a:defRPr>
              </a:lvl5pPr>
              <a:lvl6pPr algn="l">
                <a:defRPr sz="982" b="0" i="0" kern="0" spc="0">
                  <a:solidFill>
                    <a:srgbClr val="0A2540"/>
                  </a:solidFill>
                  <a:latin typeface="Inter SemiBold"/>
                  <a:ea typeface="Inter SemiBold"/>
                  <a:cs typeface="Inter SemiBold"/>
                </a:defRPr>
              </a:lvl6pPr>
              <a:lvl7pPr algn="l">
                <a:defRPr sz="982" b="0" i="0" kern="0" spc="0">
                  <a:solidFill>
                    <a:srgbClr val="0A2540"/>
                  </a:solidFill>
                  <a:latin typeface="Inter SemiBold"/>
                  <a:ea typeface="Inter SemiBold"/>
                  <a:cs typeface="Inter SemiBold"/>
                </a:defRPr>
              </a:lvl7pPr>
              <a:lvl8pPr algn="l">
                <a:defRPr sz="982" b="0" i="0" kern="0" spc="0">
                  <a:solidFill>
                    <a:srgbClr val="0A2540"/>
                  </a:solidFill>
                  <a:latin typeface="Inter SemiBold"/>
                  <a:ea typeface="Inter SemiBold"/>
                  <a:cs typeface="Inter SemiBold"/>
                </a:defRPr>
              </a:lvl8pPr>
              <a:lvl9pPr algn="l">
                <a:defRPr sz="982" b="0" i="0" kern="0" spc="0">
                  <a:solidFill>
                    <a:srgbClr val="0A2540"/>
                  </a:solidFill>
                  <a:latin typeface="Inter SemiBold"/>
                  <a:ea typeface="Inter SemiBold"/>
                  <a:cs typeface="Inter SemiBold"/>
                </a:defRPr>
              </a:lvl9pPr>
            </a:lstStyle>
            <a:p>
              <a:pPr algn="l">
                <a:lnSpc>
                  <a:spcPct val="100000"/>
                </a:lnSpc>
                <a:buNone/>
                <a:defRPr sz="982" b="0" i="0" kern="0" spc="0">
                  <a:solidFill>
                    <a:srgbClr val="0A2540"/>
                  </a:solidFill>
                  <a:latin typeface="Inter SemiBold"/>
                  <a:ea typeface="Inter SemiBold"/>
                  <a:cs typeface="Inter SemiBold"/>
                </a:defRPr>
              </a:pPr>
              <a:r>
                <a:rPr sz="982" b="0" i="0" kern="0" spc="0">
                  <a:solidFill>
                    <a:srgbClr val="0A2540"/>
                  </a:solidFill>
                  <a:latin typeface="Inter SemiBold"/>
                  <a:ea typeface="Inter SemiBold"/>
                  <a:cs typeface="Inter SemiBold"/>
                </a:rPr>
                <a:t>e</a:t>
              </a:r>
            </a:p>
          </p:txBody>
        </p:sp>
        <p:sp>
          <p:nvSpPr>
            <p:cNvPr id="110" name="s22 text 51">
              <a:extLst>
                <a:ext uri="{FF2B5EF4-FFF2-40B4-BE49-F238E27FC236}">
                  <a16:creationId xmlns:a16="http://schemas.microsoft.com/office/drawing/2014/main" id="{002481EC-4E75-4B4D-B793-85594BA4AEE0}"/>
                </a:ext>
              </a:extLst>
            </p:cNvPr>
            <p:cNvSpPr>
              <a:spLocks noGrp="1"/>
            </p:cNvSpPr>
            <p:nvPr/>
          </p:nvSpPr>
          <p:spPr>
            <a:xfrm rot="-5400000">
              <a:off x="1178347" y="3527303"/>
              <a:ext cx="124658" cy="173457"/>
            </a:xfrm>
            <a:prstGeom prst="rect">
              <a:avLst/>
            </a:prstGeom>
            <a:noFill/>
            <a:ln w="0">
              <a:noFill/>
              <a:prstDash val="solid"/>
            </a:ln>
          </p:spPr>
          <p:txBody>
            <a:bodyPr wrap="none" lIns="0" tIns="0" rIns="0" bIns="0" anchor="t">
              <a:noAutofit/>
            </a:bodyPr>
            <a:lstStyle>
              <a:defPPr algn="l">
                <a:defRPr sz="982" b="0" i="0" kern="0" spc="0">
                  <a:solidFill>
                    <a:srgbClr val="0A2540"/>
                  </a:solidFill>
                  <a:latin typeface="Inter SemiBold"/>
                  <a:ea typeface="Inter SemiBold"/>
                  <a:cs typeface="Inter SemiBold"/>
                </a:defRPr>
              </a:defPPr>
              <a:lvl1pPr algn="l">
                <a:defRPr sz="982" b="0" i="0" kern="0" spc="0">
                  <a:solidFill>
                    <a:srgbClr val="0A2540"/>
                  </a:solidFill>
                  <a:latin typeface="Inter SemiBold"/>
                  <a:ea typeface="Inter SemiBold"/>
                  <a:cs typeface="Inter SemiBold"/>
                </a:defRPr>
              </a:lvl1pPr>
              <a:lvl2pPr algn="l">
                <a:defRPr sz="982" b="0" i="0" kern="0" spc="0">
                  <a:solidFill>
                    <a:srgbClr val="0A2540"/>
                  </a:solidFill>
                  <a:latin typeface="Inter SemiBold"/>
                  <a:ea typeface="Inter SemiBold"/>
                  <a:cs typeface="Inter SemiBold"/>
                </a:defRPr>
              </a:lvl2pPr>
              <a:lvl3pPr algn="l">
                <a:defRPr sz="982" b="0" i="0" kern="0" spc="0">
                  <a:solidFill>
                    <a:srgbClr val="0A2540"/>
                  </a:solidFill>
                  <a:latin typeface="Inter SemiBold"/>
                  <a:ea typeface="Inter SemiBold"/>
                  <a:cs typeface="Inter SemiBold"/>
                </a:defRPr>
              </a:lvl3pPr>
              <a:lvl4pPr algn="l">
                <a:defRPr sz="982" b="0" i="0" kern="0" spc="0">
                  <a:solidFill>
                    <a:srgbClr val="0A2540"/>
                  </a:solidFill>
                  <a:latin typeface="Inter SemiBold"/>
                  <a:ea typeface="Inter SemiBold"/>
                  <a:cs typeface="Inter SemiBold"/>
                </a:defRPr>
              </a:lvl4pPr>
              <a:lvl5pPr algn="l">
                <a:defRPr sz="982" b="0" i="0" kern="0" spc="0">
                  <a:solidFill>
                    <a:srgbClr val="0A2540"/>
                  </a:solidFill>
                  <a:latin typeface="Inter SemiBold"/>
                  <a:ea typeface="Inter SemiBold"/>
                  <a:cs typeface="Inter SemiBold"/>
                </a:defRPr>
              </a:lvl5pPr>
              <a:lvl6pPr algn="l">
                <a:defRPr sz="982" b="0" i="0" kern="0" spc="0">
                  <a:solidFill>
                    <a:srgbClr val="0A2540"/>
                  </a:solidFill>
                  <a:latin typeface="Inter SemiBold"/>
                  <a:ea typeface="Inter SemiBold"/>
                  <a:cs typeface="Inter SemiBold"/>
                </a:defRPr>
              </a:lvl6pPr>
              <a:lvl7pPr algn="l">
                <a:defRPr sz="982" b="0" i="0" kern="0" spc="0">
                  <a:solidFill>
                    <a:srgbClr val="0A2540"/>
                  </a:solidFill>
                  <a:latin typeface="Inter SemiBold"/>
                  <a:ea typeface="Inter SemiBold"/>
                  <a:cs typeface="Inter SemiBold"/>
                </a:defRPr>
              </a:lvl7pPr>
              <a:lvl8pPr algn="l">
                <a:defRPr sz="982" b="0" i="0" kern="0" spc="0">
                  <a:solidFill>
                    <a:srgbClr val="0A2540"/>
                  </a:solidFill>
                  <a:latin typeface="Inter SemiBold"/>
                  <a:ea typeface="Inter SemiBold"/>
                  <a:cs typeface="Inter SemiBold"/>
                </a:defRPr>
              </a:lvl8pPr>
              <a:lvl9pPr algn="l">
                <a:defRPr sz="982" b="0" i="0" kern="0" spc="0">
                  <a:solidFill>
                    <a:srgbClr val="0A2540"/>
                  </a:solidFill>
                  <a:latin typeface="Inter SemiBold"/>
                  <a:ea typeface="Inter SemiBold"/>
                  <a:cs typeface="Inter SemiBold"/>
                </a:defRPr>
              </a:lvl9pPr>
            </a:lstStyle>
            <a:p>
              <a:pPr algn="l">
                <a:lnSpc>
                  <a:spcPct val="100000"/>
                </a:lnSpc>
                <a:buNone/>
                <a:defRPr sz="982" b="0" i="0" kern="0" spc="0">
                  <a:solidFill>
                    <a:srgbClr val="0A2540"/>
                  </a:solidFill>
                  <a:latin typeface="Inter SemiBold"/>
                  <a:ea typeface="Inter SemiBold"/>
                  <a:cs typeface="Inter SemiBold"/>
                </a:defRPr>
              </a:pPr>
              <a:r>
                <a:rPr sz="982" b="0" i="0" kern="0" spc="0">
                  <a:solidFill>
                    <a:srgbClr val="0A2540"/>
                  </a:solidFill>
                  <a:latin typeface="Inter SemiBold"/>
                  <a:ea typeface="Inter SemiBold"/>
                  <a:cs typeface="Inter SemiBold"/>
                </a:rPr>
                <a:t>n</a:t>
              </a:r>
            </a:p>
          </p:txBody>
        </p:sp>
        <p:sp>
          <p:nvSpPr>
            <p:cNvPr id="111" name="s22 text 52">
              <a:extLst>
                <a:ext uri="{FF2B5EF4-FFF2-40B4-BE49-F238E27FC236}">
                  <a16:creationId xmlns:a16="http://schemas.microsoft.com/office/drawing/2014/main" id="{89BE2A02-F721-409D-ADC2-9507CF3FC1EB}"/>
                </a:ext>
              </a:extLst>
            </p:cNvPr>
            <p:cNvSpPr>
              <a:spLocks noGrp="1"/>
            </p:cNvSpPr>
            <p:nvPr/>
          </p:nvSpPr>
          <p:spPr>
            <a:xfrm rot="-5400000">
              <a:off x="1178347" y="3453418"/>
              <a:ext cx="124658" cy="173457"/>
            </a:xfrm>
            <a:prstGeom prst="rect">
              <a:avLst/>
            </a:prstGeom>
            <a:noFill/>
            <a:ln w="0">
              <a:noFill/>
              <a:prstDash val="solid"/>
            </a:ln>
          </p:spPr>
          <p:txBody>
            <a:bodyPr wrap="none" lIns="0" tIns="0" rIns="0" bIns="0" anchor="t">
              <a:noAutofit/>
            </a:bodyPr>
            <a:lstStyle>
              <a:defPPr algn="l">
                <a:defRPr sz="982" b="0" i="0" kern="0" spc="0">
                  <a:solidFill>
                    <a:srgbClr val="0A2540"/>
                  </a:solidFill>
                  <a:latin typeface="Inter SemiBold"/>
                  <a:ea typeface="Inter SemiBold"/>
                  <a:cs typeface="Inter SemiBold"/>
                </a:defRPr>
              </a:defPPr>
              <a:lvl1pPr algn="l">
                <a:defRPr sz="982" b="0" i="0" kern="0" spc="0">
                  <a:solidFill>
                    <a:srgbClr val="0A2540"/>
                  </a:solidFill>
                  <a:latin typeface="Inter SemiBold"/>
                  <a:ea typeface="Inter SemiBold"/>
                  <a:cs typeface="Inter SemiBold"/>
                </a:defRPr>
              </a:lvl1pPr>
              <a:lvl2pPr algn="l">
                <a:defRPr sz="982" b="0" i="0" kern="0" spc="0">
                  <a:solidFill>
                    <a:srgbClr val="0A2540"/>
                  </a:solidFill>
                  <a:latin typeface="Inter SemiBold"/>
                  <a:ea typeface="Inter SemiBold"/>
                  <a:cs typeface="Inter SemiBold"/>
                </a:defRPr>
              </a:lvl2pPr>
              <a:lvl3pPr algn="l">
                <a:defRPr sz="982" b="0" i="0" kern="0" spc="0">
                  <a:solidFill>
                    <a:srgbClr val="0A2540"/>
                  </a:solidFill>
                  <a:latin typeface="Inter SemiBold"/>
                  <a:ea typeface="Inter SemiBold"/>
                  <a:cs typeface="Inter SemiBold"/>
                </a:defRPr>
              </a:lvl3pPr>
              <a:lvl4pPr algn="l">
                <a:defRPr sz="982" b="0" i="0" kern="0" spc="0">
                  <a:solidFill>
                    <a:srgbClr val="0A2540"/>
                  </a:solidFill>
                  <a:latin typeface="Inter SemiBold"/>
                  <a:ea typeface="Inter SemiBold"/>
                  <a:cs typeface="Inter SemiBold"/>
                </a:defRPr>
              </a:lvl4pPr>
              <a:lvl5pPr algn="l">
                <a:defRPr sz="982" b="0" i="0" kern="0" spc="0">
                  <a:solidFill>
                    <a:srgbClr val="0A2540"/>
                  </a:solidFill>
                  <a:latin typeface="Inter SemiBold"/>
                  <a:ea typeface="Inter SemiBold"/>
                  <a:cs typeface="Inter SemiBold"/>
                </a:defRPr>
              </a:lvl5pPr>
              <a:lvl6pPr algn="l">
                <a:defRPr sz="982" b="0" i="0" kern="0" spc="0">
                  <a:solidFill>
                    <a:srgbClr val="0A2540"/>
                  </a:solidFill>
                  <a:latin typeface="Inter SemiBold"/>
                  <a:ea typeface="Inter SemiBold"/>
                  <a:cs typeface="Inter SemiBold"/>
                </a:defRPr>
              </a:lvl6pPr>
              <a:lvl7pPr algn="l">
                <a:defRPr sz="982" b="0" i="0" kern="0" spc="0">
                  <a:solidFill>
                    <a:srgbClr val="0A2540"/>
                  </a:solidFill>
                  <a:latin typeface="Inter SemiBold"/>
                  <a:ea typeface="Inter SemiBold"/>
                  <a:cs typeface="Inter SemiBold"/>
                </a:defRPr>
              </a:lvl7pPr>
              <a:lvl8pPr algn="l">
                <a:defRPr sz="982" b="0" i="0" kern="0" spc="0">
                  <a:solidFill>
                    <a:srgbClr val="0A2540"/>
                  </a:solidFill>
                  <a:latin typeface="Inter SemiBold"/>
                  <a:ea typeface="Inter SemiBold"/>
                  <a:cs typeface="Inter SemiBold"/>
                </a:defRPr>
              </a:lvl8pPr>
              <a:lvl9pPr algn="l">
                <a:defRPr sz="982" b="0" i="0" kern="0" spc="0">
                  <a:solidFill>
                    <a:srgbClr val="0A2540"/>
                  </a:solidFill>
                  <a:latin typeface="Inter SemiBold"/>
                  <a:ea typeface="Inter SemiBold"/>
                  <a:cs typeface="Inter SemiBold"/>
                </a:defRPr>
              </a:lvl9pPr>
            </a:lstStyle>
            <a:p>
              <a:pPr algn="l">
                <a:lnSpc>
                  <a:spcPct val="100000"/>
                </a:lnSpc>
                <a:buNone/>
                <a:defRPr sz="982" b="0" i="0" kern="0" spc="0">
                  <a:solidFill>
                    <a:srgbClr val="0A2540"/>
                  </a:solidFill>
                  <a:latin typeface="Inter SemiBold"/>
                  <a:ea typeface="Inter SemiBold"/>
                  <a:cs typeface="Inter SemiBold"/>
                </a:defRPr>
              </a:pPr>
              <a:r>
                <a:rPr sz="982" b="0" i="0" kern="0" spc="0">
                  <a:solidFill>
                    <a:srgbClr val="0A2540"/>
                  </a:solidFill>
                  <a:latin typeface="Inter SemiBold"/>
                  <a:ea typeface="Inter SemiBold"/>
                  <a:cs typeface="Inter SemiBold"/>
                </a:rPr>
                <a:t>e</a:t>
              </a:r>
            </a:p>
          </p:txBody>
        </p:sp>
        <p:sp>
          <p:nvSpPr>
            <p:cNvPr id="112" name="s22 text 53">
              <a:extLst>
                <a:ext uri="{FF2B5EF4-FFF2-40B4-BE49-F238E27FC236}">
                  <a16:creationId xmlns:a16="http://schemas.microsoft.com/office/drawing/2014/main" id="{E90EE366-7718-410F-B408-4C4B223BED93}"/>
                </a:ext>
              </a:extLst>
            </p:cNvPr>
            <p:cNvSpPr>
              <a:spLocks noGrp="1"/>
            </p:cNvSpPr>
            <p:nvPr/>
          </p:nvSpPr>
          <p:spPr>
            <a:xfrm rot="-5400000">
              <a:off x="1178347" y="3392923"/>
              <a:ext cx="124658" cy="173457"/>
            </a:xfrm>
            <a:prstGeom prst="rect">
              <a:avLst/>
            </a:prstGeom>
            <a:noFill/>
            <a:ln w="0">
              <a:noFill/>
              <a:prstDash val="solid"/>
            </a:ln>
          </p:spPr>
          <p:txBody>
            <a:bodyPr wrap="none" lIns="0" tIns="0" rIns="0" bIns="0" anchor="t">
              <a:noAutofit/>
            </a:bodyPr>
            <a:lstStyle>
              <a:defPPr algn="l">
                <a:defRPr sz="982" b="0" i="0" kern="0" spc="0">
                  <a:solidFill>
                    <a:srgbClr val="0A2540"/>
                  </a:solidFill>
                  <a:latin typeface="Inter SemiBold"/>
                  <a:ea typeface="Inter SemiBold"/>
                  <a:cs typeface="Inter SemiBold"/>
                </a:defRPr>
              </a:defPPr>
              <a:lvl1pPr algn="l">
                <a:defRPr sz="982" b="0" i="0" kern="0" spc="0">
                  <a:solidFill>
                    <a:srgbClr val="0A2540"/>
                  </a:solidFill>
                  <a:latin typeface="Inter SemiBold"/>
                  <a:ea typeface="Inter SemiBold"/>
                  <a:cs typeface="Inter SemiBold"/>
                </a:defRPr>
              </a:lvl1pPr>
              <a:lvl2pPr algn="l">
                <a:defRPr sz="982" b="0" i="0" kern="0" spc="0">
                  <a:solidFill>
                    <a:srgbClr val="0A2540"/>
                  </a:solidFill>
                  <a:latin typeface="Inter SemiBold"/>
                  <a:ea typeface="Inter SemiBold"/>
                  <a:cs typeface="Inter SemiBold"/>
                </a:defRPr>
              </a:lvl2pPr>
              <a:lvl3pPr algn="l">
                <a:defRPr sz="982" b="0" i="0" kern="0" spc="0">
                  <a:solidFill>
                    <a:srgbClr val="0A2540"/>
                  </a:solidFill>
                  <a:latin typeface="Inter SemiBold"/>
                  <a:ea typeface="Inter SemiBold"/>
                  <a:cs typeface="Inter SemiBold"/>
                </a:defRPr>
              </a:lvl3pPr>
              <a:lvl4pPr algn="l">
                <a:defRPr sz="982" b="0" i="0" kern="0" spc="0">
                  <a:solidFill>
                    <a:srgbClr val="0A2540"/>
                  </a:solidFill>
                  <a:latin typeface="Inter SemiBold"/>
                  <a:ea typeface="Inter SemiBold"/>
                  <a:cs typeface="Inter SemiBold"/>
                </a:defRPr>
              </a:lvl4pPr>
              <a:lvl5pPr algn="l">
                <a:defRPr sz="982" b="0" i="0" kern="0" spc="0">
                  <a:solidFill>
                    <a:srgbClr val="0A2540"/>
                  </a:solidFill>
                  <a:latin typeface="Inter SemiBold"/>
                  <a:ea typeface="Inter SemiBold"/>
                  <a:cs typeface="Inter SemiBold"/>
                </a:defRPr>
              </a:lvl5pPr>
              <a:lvl6pPr algn="l">
                <a:defRPr sz="982" b="0" i="0" kern="0" spc="0">
                  <a:solidFill>
                    <a:srgbClr val="0A2540"/>
                  </a:solidFill>
                  <a:latin typeface="Inter SemiBold"/>
                  <a:ea typeface="Inter SemiBold"/>
                  <a:cs typeface="Inter SemiBold"/>
                </a:defRPr>
              </a:lvl6pPr>
              <a:lvl7pPr algn="l">
                <a:defRPr sz="982" b="0" i="0" kern="0" spc="0">
                  <a:solidFill>
                    <a:srgbClr val="0A2540"/>
                  </a:solidFill>
                  <a:latin typeface="Inter SemiBold"/>
                  <a:ea typeface="Inter SemiBold"/>
                  <a:cs typeface="Inter SemiBold"/>
                </a:defRPr>
              </a:lvl7pPr>
              <a:lvl8pPr algn="l">
                <a:defRPr sz="982" b="0" i="0" kern="0" spc="0">
                  <a:solidFill>
                    <a:srgbClr val="0A2540"/>
                  </a:solidFill>
                  <a:latin typeface="Inter SemiBold"/>
                  <a:ea typeface="Inter SemiBold"/>
                  <a:cs typeface="Inter SemiBold"/>
                </a:defRPr>
              </a:lvl8pPr>
              <a:lvl9pPr algn="l">
                <a:defRPr sz="982" b="0" i="0" kern="0" spc="0">
                  <a:solidFill>
                    <a:srgbClr val="0A2540"/>
                  </a:solidFill>
                  <a:latin typeface="Inter SemiBold"/>
                  <a:ea typeface="Inter SemiBold"/>
                  <a:cs typeface="Inter SemiBold"/>
                </a:defRPr>
              </a:lvl9pPr>
            </a:lstStyle>
            <a:p>
              <a:pPr algn="l">
                <a:lnSpc>
                  <a:spcPct val="100000"/>
                </a:lnSpc>
                <a:buNone/>
                <a:defRPr sz="982" b="0" i="0" kern="0" spc="0">
                  <a:solidFill>
                    <a:srgbClr val="0A2540"/>
                  </a:solidFill>
                  <a:latin typeface="Inter SemiBold"/>
                  <a:ea typeface="Inter SemiBold"/>
                  <a:cs typeface="Inter SemiBold"/>
                </a:defRPr>
              </a:pPr>
              <a:r>
                <a:rPr sz="982" b="0" i="0" kern="0" spc="0">
                  <a:solidFill>
                    <a:srgbClr val="0A2540"/>
                  </a:solidFill>
                  <a:latin typeface="Inter SemiBold"/>
                  <a:ea typeface="Inter SemiBold"/>
                  <a:cs typeface="Inter SemiBold"/>
                </a:rPr>
                <a:t>r</a:t>
              </a:r>
            </a:p>
          </p:txBody>
        </p:sp>
        <p:sp>
          <p:nvSpPr>
            <p:cNvPr id="113" name="s22 text 54">
              <a:extLst>
                <a:ext uri="{FF2B5EF4-FFF2-40B4-BE49-F238E27FC236}">
                  <a16:creationId xmlns:a16="http://schemas.microsoft.com/office/drawing/2014/main" id="{68CCA44E-00B1-4627-BD9B-440EDF1F040B}"/>
                </a:ext>
              </a:extLst>
            </p:cNvPr>
            <p:cNvSpPr>
              <a:spLocks noGrp="1"/>
            </p:cNvSpPr>
            <p:nvPr/>
          </p:nvSpPr>
          <p:spPr>
            <a:xfrm rot="-5400000">
              <a:off x="1178347" y="3334614"/>
              <a:ext cx="124658" cy="173457"/>
            </a:xfrm>
            <a:prstGeom prst="rect">
              <a:avLst/>
            </a:prstGeom>
            <a:noFill/>
            <a:ln w="0">
              <a:noFill/>
              <a:prstDash val="solid"/>
            </a:ln>
          </p:spPr>
          <p:txBody>
            <a:bodyPr wrap="none" lIns="0" tIns="0" rIns="0" bIns="0" anchor="t">
              <a:noAutofit/>
            </a:bodyPr>
            <a:lstStyle>
              <a:defPPr algn="l">
                <a:defRPr sz="982" b="0" i="0" kern="0" spc="0">
                  <a:solidFill>
                    <a:srgbClr val="0A2540"/>
                  </a:solidFill>
                  <a:latin typeface="Inter SemiBold"/>
                  <a:ea typeface="Inter SemiBold"/>
                  <a:cs typeface="Inter SemiBold"/>
                </a:defRPr>
              </a:defPPr>
              <a:lvl1pPr algn="l">
                <a:defRPr sz="982" b="0" i="0" kern="0" spc="0">
                  <a:solidFill>
                    <a:srgbClr val="0A2540"/>
                  </a:solidFill>
                  <a:latin typeface="Inter SemiBold"/>
                  <a:ea typeface="Inter SemiBold"/>
                  <a:cs typeface="Inter SemiBold"/>
                </a:defRPr>
              </a:lvl1pPr>
              <a:lvl2pPr algn="l">
                <a:defRPr sz="982" b="0" i="0" kern="0" spc="0">
                  <a:solidFill>
                    <a:srgbClr val="0A2540"/>
                  </a:solidFill>
                  <a:latin typeface="Inter SemiBold"/>
                  <a:ea typeface="Inter SemiBold"/>
                  <a:cs typeface="Inter SemiBold"/>
                </a:defRPr>
              </a:lvl2pPr>
              <a:lvl3pPr algn="l">
                <a:defRPr sz="982" b="0" i="0" kern="0" spc="0">
                  <a:solidFill>
                    <a:srgbClr val="0A2540"/>
                  </a:solidFill>
                  <a:latin typeface="Inter SemiBold"/>
                  <a:ea typeface="Inter SemiBold"/>
                  <a:cs typeface="Inter SemiBold"/>
                </a:defRPr>
              </a:lvl3pPr>
              <a:lvl4pPr algn="l">
                <a:defRPr sz="982" b="0" i="0" kern="0" spc="0">
                  <a:solidFill>
                    <a:srgbClr val="0A2540"/>
                  </a:solidFill>
                  <a:latin typeface="Inter SemiBold"/>
                  <a:ea typeface="Inter SemiBold"/>
                  <a:cs typeface="Inter SemiBold"/>
                </a:defRPr>
              </a:lvl4pPr>
              <a:lvl5pPr algn="l">
                <a:defRPr sz="982" b="0" i="0" kern="0" spc="0">
                  <a:solidFill>
                    <a:srgbClr val="0A2540"/>
                  </a:solidFill>
                  <a:latin typeface="Inter SemiBold"/>
                  <a:ea typeface="Inter SemiBold"/>
                  <a:cs typeface="Inter SemiBold"/>
                </a:defRPr>
              </a:lvl5pPr>
              <a:lvl6pPr algn="l">
                <a:defRPr sz="982" b="0" i="0" kern="0" spc="0">
                  <a:solidFill>
                    <a:srgbClr val="0A2540"/>
                  </a:solidFill>
                  <a:latin typeface="Inter SemiBold"/>
                  <a:ea typeface="Inter SemiBold"/>
                  <a:cs typeface="Inter SemiBold"/>
                </a:defRPr>
              </a:lvl6pPr>
              <a:lvl7pPr algn="l">
                <a:defRPr sz="982" b="0" i="0" kern="0" spc="0">
                  <a:solidFill>
                    <a:srgbClr val="0A2540"/>
                  </a:solidFill>
                  <a:latin typeface="Inter SemiBold"/>
                  <a:ea typeface="Inter SemiBold"/>
                  <a:cs typeface="Inter SemiBold"/>
                </a:defRPr>
              </a:lvl7pPr>
              <a:lvl8pPr algn="l">
                <a:defRPr sz="982" b="0" i="0" kern="0" spc="0">
                  <a:solidFill>
                    <a:srgbClr val="0A2540"/>
                  </a:solidFill>
                  <a:latin typeface="Inter SemiBold"/>
                  <a:ea typeface="Inter SemiBold"/>
                  <a:cs typeface="Inter SemiBold"/>
                </a:defRPr>
              </a:lvl8pPr>
              <a:lvl9pPr algn="l">
                <a:defRPr sz="982" b="0" i="0" kern="0" spc="0">
                  <a:solidFill>
                    <a:srgbClr val="0A2540"/>
                  </a:solidFill>
                  <a:latin typeface="Inter SemiBold"/>
                  <a:ea typeface="Inter SemiBold"/>
                  <a:cs typeface="Inter SemiBold"/>
                </a:defRPr>
              </a:lvl9pPr>
            </a:lstStyle>
            <a:p>
              <a:pPr algn="l">
                <a:lnSpc>
                  <a:spcPct val="100000"/>
                </a:lnSpc>
                <a:buNone/>
                <a:defRPr sz="982" b="0" i="0" kern="0" spc="0">
                  <a:solidFill>
                    <a:srgbClr val="0A2540"/>
                  </a:solidFill>
                  <a:latin typeface="Inter SemiBold"/>
                  <a:ea typeface="Inter SemiBold"/>
                  <a:cs typeface="Inter SemiBold"/>
                </a:defRPr>
              </a:pPr>
              <a:r>
                <a:rPr sz="982" b="0" i="0" kern="0" spc="0">
                  <a:solidFill>
                    <a:srgbClr val="0A2540"/>
                  </a:solidFill>
                  <a:latin typeface="Inter SemiBold"/>
                  <a:ea typeface="Inter SemiBold"/>
                  <a:cs typeface="Inter SemiBold"/>
                </a:rPr>
                <a:t>a</a:t>
              </a:r>
            </a:p>
          </p:txBody>
        </p:sp>
        <p:sp>
          <p:nvSpPr>
            <p:cNvPr id="114" name="s22 text 55">
              <a:extLst>
                <a:ext uri="{FF2B5EF4-FFF2-40B4-BE49-F238E27FC236}">
                  <a16:creationId xmlns:a16="http://schemas.microsoft.com/office/drawing/2014/main" id="{4EA0197F-26D5-4C1A-B09A-84884BA7B7E1}"/>
                </a:ext>
              </a:extLst>
            </p:cNvPr>
            <p:cNvSpPr>
              <a:spLocks noGrp="1"/>
            </p:cNvSpPr>
            <p:nvPr/>
          </p:nvSpPr>
          <p:spPr>
            <a:xfrm rot="-5400000">
              <a:off x="1178347" y="3277921"/>
              <a:ext cx="124658" cy="173457"/>
            </a:xfrm>
            <a:prstGeom prst="rect">
              <a:avLst/>
            </a:prstGeom>
            <a:noFill/>
            <a:ln w="0">
              <a:noFill/>
              <a:prstDash val="solid"/>
            </a:ln>
          </p:spPr>
          <p:txBody>
            <a:bodyPr wrap="none" lIns="0" tIns="0" rIns="0" bIns="0" anchor="t">
              <a:noAutofit/>
            </a:bodyPr>
            <a:lstStyle>
              <a:defPPr algn="l">
                <a:defRPr sz="982" b="0" i="0" kern="0" spc="0">
                  <a:solidFill>
                    <a:srgbClr val="0A2540"/>
                  </a:solidFill>
                  <a:latin typeface="Inter SemiBold"/>
                  <a:ea typeface="Inter SemiBold"/>
                  <a:cs typeface="Inter SemiBold"/>
                </a:defRPr>
              </a:defPPr>
              <a:lvl1pPr algn="l">
                <a:defRPr sz="982" b="0" i="0" kern="0" spc="0">
                  <a:solidFill>
                    <a:srgbClr val="0A2540"/>
                  </a:solidFill>
                  <a:latin typeface="Inter SemiBold"/>
                  <a:ea typeface="Inter SemiBold"/>
                  <a:cs typeface="Inter SemiBold"/>
                </a:defRPr>
              </a:lvl1pPr>
              <a:lvl2pPr algn="l">
                <a:defRPr sz="982" b="0" i="0" kern="0" spc="0">
                  <a:solidFill>
                    <a:srgbClr val="0A2540"/>
                  </a:solidFill>
                  <a:latin typeface="Inter SemiBold"/>
                  <a:ea typeface="Inter SemiBold"/>
                  <a:cs typeface="Inter SemiBold"/>
                </a:defRPr>
              </a:lvl2pPr>
              <a:lvl3pPr algn="l">
                <a:defRPr sz="982" b="0" i="0" kern="0" spc="0">
                  <a:solidFill>
                    <a:srgbClr val="0A2540"/>
                  </a:solidFill>
                  <a:latin typeface="Inter SemiBold"/>
                  <a:ea typeface="Inter SemiBold"/>
                  <a:cs typeface="Inter SemiBold"/>
                </a:defRPr>
              </a:lvl3pPr>
              <a:lvl4pPr algn="l">
                <a:defRPr sz="982" b="0" i="0" kern="0" spc="0">
                  <a:solidFill>
                    <a:srgbClr val="0A2540"/>
                  </a:solidFill>
                  <a:latin typeface="Inter SemiBold"/>
                  <a:ea typeface="Inter SemiBold"/>
                  <a:cs typeface="Inter SemiBold"/>
                </a:defRPr>
              </a:lvl4pPr>
              <a:lvl5pPr algn="l">
                <a:defRPr sz="982" b="0" i="0" kern="0" spc="0">
                  <a:solidFill>
                    <a:srgbClr val="0A2540"/>
                  </a:solidFill>
                  <a:latin typeface="Inter SemiBold"/>
                  <a:ea typeface="Inter SemiBold"/>
                  <a:cs typeface="Inter SemiBold"/>
                </a:defRPr>
              </a:lvl5pPr>
              <a:lvl6pPr algn="l">
                <a:defRPr sz="982" b="0" i="0" kern="0" spc="0">
                  <a:solidFill>
                    <a:srgbClr val="0A2540"/>
                  </a:solidFill>
                  <a:latin typeface="Inter SemiBold"/>
                  <a:ea typeface="Inter SemiBold"/>
                  <a:cs typeface="Inter SemiBold"/>
                </a:defRPr>
              </a:lvl6pPr>
              <a:lvl7pPr algn="l">
                <a:defRPr sz="982" b="0" i="0" kern="0" spc="0">
                  <a:solidFill>
                    <a:srgbClr val="0A2540"/>
                  </a:solidFill>
                  <a:latin typeface="Inter SemiBold"/>
                  <a:ea typeface="Inter SemiBold"/>
                  <a:cs typeface="Inter SemiBold"/>
                </a:defRPr>
              </a:lvl7pPr>
              <a:lvl8pPr algn="l">
                <a:defRPr sz="982" b="0" i="0" kern="0" spc="0">
                  <a:solidFill>
                    <a:srgbClr val="0A2540"/>
                  </a:solidFill>
                  <a:latin typeface="Inter SemiBold"/>
                  <a:ea typeface="Inter SemiBold"/>
                  <a:cs typeface="Inter SemiBold"/>
                </a:defRPr>
              </a:lvl8pPr>
              <a:lvl9pPr algn="l">
                <a:defRPr sz="982" b="0" i="0" kern="0" spc="0">
                  <a:solidFill>
                    <a:srgbClr val="0A2540"/>
                  </a:solidFill>
                  <a:latin typeface="Inter SemiBold"/>
                  <a:ea typeface="Inter SemiBold"/>
                  <a:cs typeface="Inter SemiBold"/>
                </a:defRPr>
              </a:lvl9pPr>
            </a:lstStyle>
            <a:p>
              <a:pPr algn="l">
                <a:lnSpc>
                  <a:spcPct val="100000"/>
                </a:lnSpc>
                <a:buNone/>
                <a:defRPr sz="982" b="0" i="0" kern="0" spc="0">
                  <a:solidFill>
                    <a:srgbClr val="0A2540"/>
                  </a:solidFill>
                  <a:latin typeface="Inter SemiBold"/>
                  <a:ea typeface="Inter SemiBold"/>
                  <a:cs typeface="Inter SemiBold"/>
                </a:defRPr>
              </a:pPr>
              <a:r>
                <a:rPr sz="982" b="0" i="0" kern="0" spc="0">
                  <a:solidFill>
                    <a:srgbClr val="0A2540"/>
                  </a:solidFill>
                  <a:latin typeface="Inter SemiBold"/>
                  <a:ea typeface="Inter SemiBold"/>
                  <a:cs typeface="Inter SemiBold"/>
                </a:rPr>
                <a:t>t</a:t>
              </a:r>
            </a:p>
          </p:txBody>
        </p:sp>
        <p:sp>
          <p:nvSpPr>
            <p:cNvPr id="115" name="s22 text 56">
              <a:extLst>
                <a:ext uri="{FF2B5EF4-FFF2-40B4-BE49-F238E27FC236}">
                  <a16:creationId xmlns:a16="http://schemas.microsoft.com/office/drawing/2014/main" id="{AFD87659-C533-45D0-A8EF-17520C0C25DD}"/>
                </a:ext>
              </a:extLst>
            </p:cNvPr>
            <p:cNvSpPr>
              <a:spLocks noGrp="1"/>
            </p:cNvSpPr>
            <p:nvPr/>
          </p:nvSpPr>
          <p:spPr>
            <a:xfrm rot="-5400000">
              <a:off x="1178347" y="3220265"/>
              <a:ext cx="124658" cy="173457"/>
            </a:xfrm>
            <a:prstGeom prst="rect">
              <a:avLst/>
            </a:prstGeom>
            <a:noFill/>
            <a:ln w="0">
              <a:noFill/>
              <a:prstDash val="solid"/>
            </a:ln>
          </p:spPr>
          <p:txBody>
            <a:bodyPr wrap="none" lIns="0" tIns="0" rIns="0" bIns="0" anchor="t">
              <a:noAutofit/>
            </a:bodyPr>
            <a:lstStyle>
              <a:defPPr algn="l">
                <a:defRPr sz="982" b="0" i="0" kern="0" spc="0">
                  <a:solidFill>
                    <a:srgbClr val="0A2540"/>
                  </a:solidFill>
                  <a:latin typeface="Inter SemiBold"/>
                  <a:ea typeface="Inter SemiBold"/>
                  <a:cs typeface="Inter SemiBold"/>
                </a:defRPr>
              </a:defPPr>
              <a:lvl1pPr algn="l">
                <a:defRPr sz="982" b="0" i="0" kern="0" spc="0">
                  <a:solidFill>
                    <a:srgbClr val="0A2540"/>
                  </a:solidFill>
                  <a:latin typeface="Inter SemiBold"/>
                  <a:ea typeface="Inter SemiBold"/>
                  <a:cs typeface="Inter SemiBold"/>
                </a:defRPr>
              </a:lvl1pPr>
              <a:lvl2pPr algn="l">
                <a:defRPr sz="982" b="0" i="0" kern="0" spc="0">
                  <a:solidFill>
                    <a:srgbClr val="0A2540"/>
                  </a:solidFill>
                  <a:latin typeface="Inter SemiBold"/>
                  <a:ea typeface="Inter SemiBold"/>
                  <a:cs typeface="Inter SemiBold"/>
                </a:defRPr>
              </a:lvl2pPr>
              <a:lvl3pPr algn="l">
                <a:defRPr sz="982" b="0" i="0" kern="0" spc="0">
                  <a:solidFill>
                    <a:srgbClr val="0A2540"/>
                  </a:solidFill>
                  <a:latin typeface="Inter SemiBold"/>
                  <a:ea typeface="Inter SemiBold"/>
                  <a:cs typeface="Inter SemiBold"/>
                </a:defRPr>
              </a:lvl3pPr>
              <a:lvl4pPr algn="l">
                <a:defRPr sz="982" b="0" i="0" kern="0" spc="0">
                  <a:solidFill>
                    <a:srgbClr val="0A2540"/>
                  </a:solidFill>
                  <a:latin typeface="Inter SemiBold"/>
                  <a:ea typeface="Inter SemiBold"/>
                  <a:cs typeface="Inter SemiBold"/>
                </a:defRPr>
              </a:lvl4pPr>
              <a:lvl5pPr algn="l">
                <a:defRPr sz="982" b="0" i="0" kern="0" spc="0">
                  <a:solidFill>
                    <a:srgbClr val="0A2540"/>
                  </a:solidFill>
                  <a:latin typeface="Inter SemiBold"/>
                  <a:ea typeface="Inter SemiBold"/>
                  <a:cs typeface="Inter SemiBold"/>
                </a:defRPr>
              </a:lvl5pPr>
              <a:lvl6pPr algn="l">
                <a:defRPr sz="982" b="0" i="0" kern="0" spc="0">
                  <a:solidFill>
                    <a:srgbClr val="0A2540"/>
                  </a:solidFill>
                  <a:latin typeface="Inter SemiBold"/>
                  <a:ea typeface="Inter SemiBold"/>
                  <a:cs typeface="Inter SemiBold"/>
                </a:defRPr>
              </a:lvl6pPr>
              <a:lvl7pPr algn="l">
                <a:defRPr sz="982" b="0" i="0" kern="0" spc="0">
                  <a:solidFill>
                    <a:srgbClr val="0A2540"/>
                  </a:solidFill>
                  <a:latin typeface="Inter SemiBold"/>
                  <a:ea typeface="Inter SemiBold"/>
                  <a:cs typeface="Inter SemiBold"/>
                </a:defRPr>
              </a:lvl7pPr>
              <a:lvl8pPr algn="l">
                <a:defRPr sz="982" b="0" i="0" kern="0" spc="0">
                  <a:solidFill>
                    <a:srgbClr val="0A2540"/>
                  </a:solidFill>
                  <a:latin typeface="Inter SemiBold"/>
                  <a:ea typeface="Inter SemiBold"/>
                  <a:cs typeface="Inter SemiBold"/>
                </a:defRPr>
              </a:lvl8pPr>
              <a:lvl9pPr algn="l">
                <a:defRPr sz="982" b="0" i="0" kern="0" spc="0">
                  <a:solidFill>
                    <a:srgbClr val="0A2540"/>
                  </a:solidFill>
                  <a:latin typeface="Inter SemiBold"/>
                  <a:ea typeface="Inter SemiBold"/>
                  <a:cs typeface="Inter SemiBold"/>
                </a:defRPr>
              </a:lvl9pPr>
            </a:lstStyle>
            <a:p>
              <a:pPr algn="l">
                <a:lnSpc>
                  <a:spcPct val="100000"/>
                </a:lnSpc>
                <a:buNone/>
                <a:defRPr sz="982" b="0" i="0" kern="0" spc="0">
                  <a:solidFill>
                    <a:srgbClr val="0A2540"/>
                  </a:solidFill>
                  <a:latin typeface="Inter SemiBold"/>
                  <a:ea typeface="Inter SemiBold"/>
                  <a:cs typeface="Inter SemiBold"/>
                </a:defRPr>
              </a:pPr>
              <a:r>
                <a:rPr sz="982" b="0" i="0" kern="0" spc="0">
                  <a:solidFill>
                    <a:srgbClr val="0A2540"/>
                  </a:solidFill>
                  <a:latin typeface="Inter SemiBold"/>
                  <a:ea typeface="Inter SemiBold"/>
                  <a:cs typeface="Inter SemiBold"/>
                </a:rPr>
                <a:t>o</a:t>
              </a:r>
            </a:p>
          </p:txBody>
        </p:sp>
        <p:sp>
          <p:nvSpPr>
            <p:cNvPr id="116" name="s22 text 57">
              <a:extLst>
                <a:ext uri="{FF2B5EF4-FFF2-40B4-BE49-F238E27FC236}">
                  <a16:creationId xmlns:a16="http://schemas.microsoft.com/office/drawing/2014/main" id="{18716868-ED9E-4432-BAD6-5C0C0886ED9F}"/>
                </a:ext>
              </a:extLst>
            </p:cNvPr>
            <p:cNvSpPr>
              <a:spLocks noGrp="1"/>
            </p:cNvSpPr>
            <p:nvPr/>
          </p:nvSpPr>
          <p:spPr>
            <a:xfrm rot="-5400000">
              <a:off x="1178347" y="3158675"/>
              <a:ext cx="124658" cy="173457"/>
            </a:xfrm>
            <a:prstGeom prst="rect">
              <a:avLst/>
            </a:prstGeom>
            <a:noFill/>
            <a:ln w="0">
              <a:noFill/>
              <a:prstDash val="solid"/>
            </a:ln>
          </p:spPr>
          <p:txBody>
            <a:bodyPr wrap="none" lIns="0" tIns="0" rIns="0" bIns="0" anchor="t">
              <a:noAutofit/>
            </a:bodyPr>
            <a:lstStyle>
              <a:defPPr algn="l">
                <a:defRPr sz="982" b="0" i="0" kern="0" spc="0">
                  <a:solidFill>
                    <a:srgbClr val="0A2540"/>
                  </a:solidFill>
                  <a:latin typeface="Inter SemiBold"/>
                  <a:ea typeface="Inter SemiBold"/>
                  <a:cs typeface="Inter SemiBold"/>
                </a:defRPr>
              </a:defPPr>
              <a:lvl1pPr algn="l">
                <a:defRPr sz="982" b="0" i="0" kern="0" spc="0">
                  <a:solidFill>
                    <a:srgbClr val="0A2540"/>
                  </a:solidFill>
                  <a:latin typeface="Inter SemiBold"/>
                  <a:ea typeface="Inter SemiBold"/>
                  <a:cs typeface="Inter SemiBold"/>
                </a:defRPr>
              </a:lvl1pPr>
              <a:lvl2pPr algn="l">
                <a:defRPr sz="982" b="0" i="0" kern="0" spc="0">
                  <a:solidFill>
                    <a:srgbClr val="0A2540"/>
                  </a:solidFill>
                  <a:latin typeface="Inter SemiBold"/>
                  <a:ea typeface="Inter SemiBold"/>
                  <a:cs typeface="Inter SemiBold"/>
                </a:defRPr>
              </a:lvl2pPr>
              <a:lvl3pPr algn="l">
                <a:defRPr sz="982" b="0" i="0" kern="0" spc="0">
                  <a:solidFill>
                    <a:srgbClr val="0A2540"/>
                  </a:solidFill>
                  <a:latin typeface="Inter SemiBold"/>
                  <a:ea typeface="Inter SemiBold"/>
                  <a:cs typeface="Inter SemiBold"/>
                </a:defRPr>
              </a:lvl3pPr>
              <a:lvl4pPr algn="l">
                <a:defRPr sz="982" b="0" i="0" kern="0" spc="0">
                  <a:solidFill>
                    <a:srgbClr val="0A2540"/>
                  </a:solidFill>
                  <a:latin typeface="Inter SemiBold"/>
                  <a:ea typeface="Inter SemiBold"/>
                  <a:cs typeface="Inter SemiBold"/>
                </a:defRPr>
              </a:lvl4pPr>
              <a:lvl5pPr algn="l">
                <a:defRPr sz="982" b="0" i="0" kern="0" spc="0">
                  <a:solidFill>
                    <a:srgbClr val="0A2540"/>
                  </a:solidFill>
                  <a:latin typeface="Inter SemiBold"/>
                  <a:ea typeface="Inter SemiBold"/>
                  <a:cs typeface="Inter SemiBold"/>
                </a:defRPr>
              </a:lvl5pPr>
              <a:lvl6pPr algn="l">
                <a:defRPr sz="982" b="0" i="0" kern="0" spc="0">
                  <a:solidFill>
                    <a:srgbClr val="0A2540"/>
                  </a:solidFill>
                  <a:latin typeface="Inter SemiBold"/>
                  <a:ea typeface="Inter SemiBold"/>
                  <a:cs typeface="Inter SemiBold"/>
                </a:defRPr>
              </a:lvl6pPr>
              <a:lvl7pPr algn="l">
                <a:defRPr sz="982" b="0" i="0" kern="0" spc="0">
                  <a:solidFill>
                    <a:srgbClr val="0A2540"/>
                  </a:solidFill>
                  <a:latin typeface="Inter SemiBold"/>
                  <a:ea typeface="Inter SemiBold"/>
                  <a:cs typeface="Inter SemiBold"/>
                </a:defRPr>
              </a:lvl7pPr>
              <a:lvl8pPr algn="l">
                <a:defRPr sz="982" b="0" i="0" kern="0" spc="0">
                  <a:solidFill>
                    <a:srgbClr val="0A2540"/>
                  </a:solidFill>
                  <a:latin typeface="Inter SemiBold"/>
                  <a:ea typeface="Inter SemiBold"/>
                  <a:cs typeface="Inter SemiBold"/>
                </a:defRPr>
              </a:lvl8pPr>
              <a:lvl9pPr algn="l">
                <a:defRPr sz="982" b="0" i="0" kern="0" spc="0">
                  <a:solidFill>
                    <a:srgbClr val="0A2540"/>
                  </a:solidFill>
                  <a:latin typeface="Inter SemiBold"/>
                  <a:ea typeface="Inter SemiBold"/>
                  <a:cs typeface="Inter SemiBold"/>
                </a:defRPr>
              </a:lvl9pPr>
            </a:lstStyle>
            <a:p>
              <a:pPr algn="l">
                <a:lnSpc>
                  <a:spcPct val="100000"/>
                </a:lnSpc>
                <a:buNone/>
                <a:defRPr sz="982" b="0" i="0" kern="0" spc="0">
                  <a:solidFill>
                    <a:srgbClr val="0A2540"/>
                  </a:solidFill>
                  <a:latin typeface="Inter SemiBold"/>
                  <a:ea typeface="Inter SemiBold"/>
                  <a:cs typeface="Inter SemiBold"/>
                </a:defRPr>
              </a:pPr>
              <a:r>
                <a:rPr sz="982" b="0" i="0" kern="0" spc="0">
                  <a:solidFill>
                    <a:srgbClr val="0A2540"/>
                  </a:solidFill>
                  <a:latin typeface="Inter SemiBold"/>
                  <a:ea typeface="Inter SemiBold"/>
                  <a:cs typeface="Inter SemiBold"/>
                </a:rPr>
                <a:t>r</a:t>
              </a:r>
            </a:p>
          </p:txBody>
        </p:sp>
        <p:sp>
          <p:nvSpPr>
            <p:cNvPr id="117" name="s22 text 58">
              <a:extLst>
                <a:ext uri="{FF2B5EF4-FFF2-40B4-BE49-F238E27FC236}">
                  <a16:creationId xmlns:a16="http://schemas.microsoft.com/office/drawing/2014/main" id="{D991FB6C-BB00-4DD4-BA7C-83363672BCFE}"/>
                </a:ext>
              </a:extLst>
            </p:cNvPr>
            <p:cNvSpPr>
              <a:spLocks noGrp="1"/>
            </p:cNvSpPr>
            <p:nvPr/>
          </p:nvSpPr>
          <p:spPr>
            <a:xfrm rot="-5400000">
              <a:off x="1178347" y="3111766"/>
              <a:ext cx="124658" cy="173457"/>
            </a:xfrm>
            <a:prstGeom prst="rect">
              <a:avLst/>
            </a:prstGeom>
            <a:noFill/>
            <a:ln w="0">
              <a:noFill/>
              <a:prstDash val="solid"/>
            </a:ln>
          </p:spPr>
          <p:txBody>
            <a:bodyPr wrap="none" lIns="0" tIns="0" rIns="0" bIns="0" anchor="t">
              <a:noAutofit/>
            </a:bodyPr>
            <a:lstStyle>
              <a:defPPr algn="l">
                <a:defRPr sz="982" b="0" i="0" kern="0" spc="0">
                  <a:solidFill>
                    <a:srgbClr val="0A2540"/>
                  </a:solidFill>
                  <a:latin typeface="Inter SemiBold"/>
                  <a:ea typeface="Inter SemiBold"/>
                  <a:cs typeface="Inter SemiBold"/>
                </a:defRPr>
              </a:defPPr>
              <a:lvl1pPr algn="l">
                <a:defRPr sz="982" b="0" i="0" kern="0" spc="0">
                  <a:solidFill>
                    <a:srgbClr val="0A2540"/>
                  </a:solidFill>
                  <a:latin typeface="Inter SemiBold"/>
                  <a:ea typeface="Inter SemiBold"/>
                  <a:cs typeface="Inter SemiBold"/>
                </a:defRPr>
              </a:lvl1pPr>
              <a:lvl2pPr algn="l">
                <a:defRPr sz="982" b="0" i="0" kern="0" spc="0">
                  <a:solidFill>
                    <a:srgbClr val="0A2540"/>
                  </a:solidFill>
                  <a:latin typeface="Inter SemiBold"/>
                  <a:ea typeface="Inter SemiBold"/>
                  <a:cs typeface="Inter SemiBold"/>
                </a:defRPr>
              </a:lvl2pPr>
              <a:lvl3pPr algn="l">
                <a:defRPr sz="982" b="0" i="0" kern="0" spc="0">
                  <a:solidFill>
                    <a:srgbClr val="0A2540"/>
                  </a:solidFill>
                  <a:latin typeface="Inter SemiBold"/>
                  <a:ea typeface="Inter SemiBold"/>
                  <a:cs typeface="Inter SemiBold"/>
                </a:defRPr>
              </a:lvl3pPr>
              <a:lvl4pPr algn="l">
                <a:defRPr sz="982" b="0" i="0" kern="0" spc="0">
                  <a:solidFill>
                    <a:srgbClr val="0A2540"/>
                  </a:solidFill>
                  <a:latin typeface="Inter SemiBold"/>
                  <a:ea typeface="Inter SemiBold"/>
                  <a:cs typeface="Inter SemiBold"/>
                </a:defRPr>
              </a:lvl4pPr>
              <a:lvl5pPr algn="l">
                <a:defRPr sz="982" b="0" i="0" kern="0" spc="0">
                  <a:solidFill>
                    <a:srgbClr val="0A2540"/>
                  </a:solidFill>
                  <a:latin typeface="Inter SemiBold"/>
                  <a:ea typeface="Inter SemiBold"/>
                  <a:cs typeface="Inter SemiBold"/>
                </a:defRPr>
              </a:lvl5pPr>
              <a:lvl6pPr algn="l">
                <a:defRPr sz="982" b="0" i="0" kern="0" spc="0">
                  <a:solidFill>
                    <a:srgbClr val="0A2540"/>
                  </a:solidFill>
                  <a:latin typeface="Inter SemiBold"/>
                  <a:ea typeface="Inter SemiBold"/>
                  <a:cs typeface="Inter SemiBold"/>
                </a:defRPr>
              </a:lvl6pPr>
              <a:lvl7pPr algn="l">
                <a:defRPr sz="982" b="0" i="0" kern="0" spc="0">
                  <a:solidFill>
                    <a:srgbClr val="0A2540"/>
                  </a:solidFill>
                  <a:latin typeface="Inter SemiBold"/>
                  <a:ea typeface="Inter SemiBold"/>
                  <a:cs typeface="Inter SemiBold"/>
                </a:defRPr>
              </a:lvl7pPr>
              <a:lvl8pPr algn="l">
                <a:defRPr sz="982" b="0" i="0" kern="0" spc="0">
                  <a:solidFill>
                    <a:srgbClr val="0A2540"/>
                  </a:solidFill>
                  <a:latin typeface="Inter SemiBold"/>
                  <a:ea typeface="Inter SemiBold"/>
                  <a:cs typeface="Inter SemiBold"/>
                </a:defRPr>
              </a:lvl8pPr>
              <a:lvl9pPr algn="l">
                <a:defRPr sz="982" b="0" i="0" kern="0" spc="0">
                  <a:solidFill>
                    <a:srgbClr val="0A2540"/>
                  </a:solidFill>
                  <a:latin typeface="Inter SemiBold"/>
                  <a:ea typeface="Inter SemiBold"/>
                  <a:cs typeface="Inter SemiBold"/>
                </a:defRPr>
              </a:lvl9pPr>
            </a:lstStyle>
            <a:p>
              <a:pPr algn="l">
                <a:lnSpc>
                  <a:spcPct val="100000"/>
                </a:lnSpc>
                <a:buNone/>
                <a:defRPr sz="982" b="0" i="0" kern="0" spc="0">
                  <a:solidFill>
                    <a:srgbClr val="0A2540"/>
                  </a:solidFill>
                  <a:latin typeface="Inter SemiBold"/>
                  <a:ea typeface="Inter SemiBold"/>
                  <a:cs typeface="Inter SemiBold"/>
                </a:defRPr>
              </a:pPr>
              <a:r>
                <a:rPr sz="982" b="0" i="0" kern="0" spc="0">
                  <a:solidFill>
                    <a:srgbClr val="0A2540"/>
                  </a:solidFill>
                  <a:latin typeface="Inter SemiBold"/>
                  <a:ea typeface="Inter SemiBold"/>
                  <a:cs typeface="Inter SemiBold"/>
                </a:rPr>
                <a:t>)</a:t>
              </a:r>
            </a:p>
          </p:txBody>
        </p:sp>
        <p:sp>
          <p:nvSpPr>
            <p:cNvPr id="118" name="s22 text 59 halo">
              <a:extLst>
                <a:ext uri="{FF2B5EF4-FFF2-40B4-BE49-F238E27FC236}">
                  <a16:creationId xmlns:a16="http://schemas.microsoft.com/office/drawing/2014/main" id="{C2AE5413-831E-4949-B4D0-0DF5F54BAA4A}"/>
                </a:ext>
              </a:extLst>
            </p:cNvPr>
            <p:cNvSpPr>
              <a:spLocks noGrp="1"/>
            </p:cNvSpPr>
            <p:nvPr/>
          </p:nvSpPr>
          <p:spPr>
            <a:xfrm>
              <a:off x="3197506" y="2410073"/>
              <a:ext cx="213417" cy="264608"/>
            </a:xfrm>
            <a:prstGeom prst="rect">
              <a:avLst/>
            </a:prstGeom>
            <a:noFill/>
            <a:ln w="0">
              <a:noFill/>
              <a:prstDash val="solid"/>
            </a:ln>
          </p:spPr>
          <p:txBody>
            <a:bodyPr wrap="none" lIns="0" tIns="0" rIns="0" bIns="0" anchor="t">
              <a:noAutofit/>
            </a:bodyPr>
            <a:lstStyle>
              <a:defPPr algn="l">
                <a:defRPr sz="1497" b="1" i="0" kern="0" spc="0">
                  <a:ln w="39387">
                    <a:solidFill>
                      <a:srgbClr val="FFFFFF"/>
                    </a:solidFill>
                    <a:prstDash val="solid"/>
                  </a:ln>
                  <a:solidFill>
                    <a:srgbClr val="FFFFFF"/>
                  </a:solidFill>
                  <a:latin typeface="Inter"/>
                  <a:ea typeface="Inter"/>
                  <a:cs typeface="Inter"/>
                </a:defRPr>
              </a:defPPr>
              <a:lvl1pPr algn="l">
                <a:defRPr sz="1497" b="1" i="0" kern="0" spc="0">
                  <a:ln w="39387">
                    <a:solidFill>
                      <a:srgbClr val="FFFFFF"/>
                    </a:solidFill>
                    <a:prstDash val="solid"/>
                  </a:ln>
                  <a:solidFill>
                    <a:srgbClr val="FFFFFF"/>
                  </a:solidFill>
                  <a:latin typeface="Inter"/>
                  <a:ea typeface="Inter"/>
                  <a:cs typeface="Inter"/>
                </a:defRPr>
              </a:lvl1pPr>
              <a:lvl2pPr algn="l">
                <a:defRPr sz="1497" b="1" i="0" kern="0" spc="0">
                  <a:ln w="39387">
                    <a:solidFill>
                      <a:srgbClr val="FFFFFF"/>
                    </a:solidFill>
                    <a:prstDash val="solid"/>
                  </a:ln>
                  <a:solidFill>
                    <a:srgbClr val="FFFFFF"/>
                  </a:solidFill>
                  <a:latin typeface="Inter"/>
                  <a:ea typeface="Inter"/>
                  <a:cs typeface="Inter"/>
                </a:defRPr>
              </a:lvl2pPr>
              <a:lvl3pPr algn="l">
                <a:defRPr sz="1497" b="1" i="0" kern="0" spc="0">
                  <a:ln w="39387">
                    <a:solidFill>
                      <a:srgbClr val="FFFFFF"/>
                    </a:solidFill>
                    <a:prstDash val="solid"/>
                  </a:ln>
                  <a:solidFill>
                    <a:srgbClr val="FFFFFF"/>
                  </a:solidFill>
                  <a:latin typeface="Inter"/>
                  <a:ea typeface="Inter"/>
                  <a:cs typeface="Inter"/>
                </a:defRPr>
              </a:lvl3pPr>
              <a:lvl4pPr algn="l">
                <a:defRPr sz="1497" b="1" i="0" kern="0" spc="0">
                  <a:ln w="39387">
                    <a:solidFill>
                      <a:srgbClr val="FFFFFF"/>
                    </a:solidFill>
                    <a:prstDash val="solid"/>
                  </a:ln>
                  <a:solidFill>
                    <a:srgbClr val="FFFFFF"/>
                  </a:solidFill>
                  <a:latin typeface="Inter"/>
                  <a:ea typeface="Inter"/>
                  <a:cs typeface="Inter"/>
                </a:defRPr>
              </a:lvl4pPr>
              <a:lvl5pPr algn="l">
                <a:defRPr sz="1497" b="1" i="0" kern="0" spc="0">
                  <a:ln w="39387">
                    <a:solidFill>
                      <a:srgbClr val="FFFFFF"/>
                    </a:solidFill>
                    <a:prstDash val="solid"/>
                  </a:ln>
                  <a:solidFill>
                    <a:srgbClr val="FFFFFF"/>
                  </a:solidFill>
                  <a:latin typeface="Inter"/>
                  <a:ea typeface="Inter"/>
                  <a:cs typeface="Inter"/>
                </a:defRPr>
              </a:lvl5pPr>
              <a:lvl6pPr algn="l">
                <a:defRPr sz="1497" b="1" i="0" kern="0" spc="0">
                  <a:ln w="39387">
                    <a:solidFill>
                      <a:srgbClr val="FFFFFF"/>
                    </a:solidFill>
                    <a:prstDash val="solid"/>
                  </a:ln>
                  <a:solidFill>
                    <a:srgbClr val="FFFFFF"/>
                  </a:solidFill>
                  <a:latin typeface="Inter"/>
                  <a:ea typeface="Inter"/>
                  <a:cs typeface="Inter"/>
                </a:defRPr>
              </a:lvl6pPr>
              <a:lvl7pPr algn="l">
                <a:defRPr sz="1497" b="1" i="0" kern="0" spc="0">
                  <a:ln w="39387">
                    <a:solidFill>
                      <a:srgbClr val="FFFFFF"/>
                    </a:solidFill>
                    <a:prstDash val="solid"/>
                  </a:ln>
                  <a:solidFill>
                    <a:srgbClr val="FFFFFF"/>
                  </a:solidFill>
                  <a:latin typeface="Inter"/>
                  <a:ea typeface="Inter"/>
                  <a:cs typeface="Inter"/>
                </a:defRPr>
              </a:lvl7pPr>
              <a:lvl8pPr algn="l">
                <a:defRPr sz="1497" b="1" i="0" kern="0" spc="0">
                  <a:ln w="39387">
                    <a:solidFill>
                      <a:srgbClr val="FFFFFF"/>
                    </a:solidFill>
                    <a:prstDash val="solid"/>
                  </a:ln>
                  <a:solidFill>
                    <a:srgbClr val="FFFFFF"/>
                  </a:solidFill>
                  <a:latin typeface="Inter"/>
                  <a:ea typeface="Inter"/>
                  <a:cs typeface="Inter"/>
                </a:defRPr>
              </a:lvl8pPr>
              <a:lvl9pPr algn="l">
                <a:defRPr sz="1497" b="1" i="0" kern="0" spc="0">
                  <a:ln w="39387">
                    <a:solidFill>
                      <a:srgbClr val="FFFFFF"/>
                    </a:solidFill>
                    <a:prstDash val="solid"/>
                  </a:ln>
                  <a:solidFill>
                    <a:srgbClr val="FFFFFF"/>
                  </a:solidFill>
                  <a:latin typeface="Inter"/>
                  <a:ea typeface="Inter"/>
                  <a:cs typeface="Inter"/>
                </a:defRPr>
              </a:lvl9pPr>
            </a:lstStyle>
            <a:p>
              <a:pPr algn="l">
                <a:lnSpc>
                  <a:spcPct val="100000"/>
                </a:lnSpc>
                <a:buNone/>
                <a:defRPr sz="1497" b="1" i="0" kern="0" spc="0">
                  <a:solidFill>
                    <a:srgbClr val="FFFFFF"/>
                  </a:solidFill>
                  <a:latin typeface="Inter"/>
                  <a:ea typeface="Inter"/>
                  <a:cs typeface="Inter"/>
                </a:defRPr>
              </a:pPr>
              <a:r>
                <a:rPr sz="1497" b="1" i="0" kern="0" spc="0">
                  <a:ln w="39387">
                    <a:solidFill>
                      <a:srgbClr val="FFFFFF"/>
                    </a:solidFill>
                    <a:prstDash val="solid"/>
                  </a:ln>
                  <a:solidFill>
                    <a:srgbClr val="FFFFFF"/>
                  </a:solidFill>
                  <a:latin typeface="Inter"/>
                  <a:ea typeface="Inter"/>
                  <a:cs typeface="Inter"/>
                </a:rPr>
                <a:t>D</a:t>
              </a:r>
            </a:p>
          </p:txBody>
        </p:sp>
        <p:sp>
          <p:nvSpPr>
            <p:cNvPr id="119" name="s22 text 59">
              <a:extLst>
                <a:ext uri="{FF2B5EF4-FFF2-40B4-BE49-F238E27FC236}">
                  <a16:creationId xmlns:a16="http://schemas.microsoft.com/office/drawing/2014/main" id="{DD60023A-36A6-4CE7-8606-7445847753C8}"/>
                </a:ext>
              </a:extLst>
            </p:cNvPr>
            <p:cNvSpPr>
              <a:spLocks noGrp="1"/>
            </p:cNvSpPr>
            <p:nvPr/>
          </p:nvSpPr>
          <p:spPr>
            <a:xfrm>
              <a:off x="3197506" y="2410073"/>
              <a:ext cx="213417" cy="264608"/>
            </a:xfrm>
            <a:prstGeom prst="rect">
              <a:avLst/>
            </a:prstGeom>
            <a:noFill/>
            <a:ln w="0">
              <a:noFill/>
              <a:prstDash val="solid"/>
            </a:ln>
          </p:spPr>
          <p:txBody>
            <a:bodyPr wrap="none" lIns="0" tIns="0" rIns="0" bIns="0" anchor="t">
              <a:noAutofit/>
            </a:bodyPr>
            <a:lstStyle>
              <a:defPPr algn="l">
                <a:defRPr sz="1497" b="1" i="0" kern="0" spc="0">
                  <a:solidFill>
                    <a:srgbClr val="0A2540"/>
                  </a:solidFill>
                  <a:latin typeface="Inter"/>
                  <a:ea typeface="Inter"/>
                  <a:cs typeface="Inter"/>
                </a:defRPr>
              </a:defPPr>
              <a:lvl1pPr algn="l">
                <a:defRPr sz="1497" b="1" i="0" kern="0" spc="0">
                  <a:solidFill>
                    <a:srgbClr val="0A2540"/>
                  </a:solidFill>
                  <a:latin typeface="Inter"/>
                  <a:ea typeface="Inter"/>
                  <a:cs typeface="Inter"/>
                </a:defRPr>
              </a:lvl1pPr>
              <a:lvl2pPr algn="l">
                <a:defRPr sz="1497" b="1" i="0" kern="0" spc="0">
                  <a:solidFill>
                    <a:srgbClr val="0A2540"/>
                  </a:solidFill>
                  <a:latin typeface="Inter"/>
                  <a:ea typeface="Inter"/>
                  <a:cs typeface="Inter"/>
                </a:defRPr>
              </a:lvl2pPr>
              <a:lvl3pPr algn="l">
                <a:defRPr sz="1497" b="1" i="0" kern="0" spc="0">
                  <a:solidFill>
                    <a:srgbClr val="0A2540"/>
                  </a:solidFill>
                  <a:latin typeface="Inter"/>
                  <a:ea typeface="Inter"/>
                  <a:cs typeface="Inter"/>
                </a:defRPr>
              </a:lvl3pPr>
              <a:lvl4pPr algn="l">
                <a:defRPr sz="1497" b="1" i="0" kern="0" spc="0">
                  <a:solidFill>
                    <a:srgbClr val="0A2540"/>
                  </a:solidFill>
                  <a:latin typeface="Inter"/>
                  <a:ea typeface="Inter"/>
                  <a:cs typeface="Inter"/>
                </a:defRPr>
              </a:lvl4pPr>
              <a:lvl5pPr algn="l">
                <a:defRPr sz="1497" b="1" i="0" kern="0" spc="0">
                  <a:solidFill>
                    <a:srgbClr val="0A2540"/>
                  </a:solidFill>
                  <a:latin typeface="Inter"/>
                  <a:ea typeface="Inter"/>
                  <a:cs typeface="Inter"/>
                </a:defRPr>
              </a:lvl5pPr>
              <a:lvl6pPr algn="l">
                <a:defRPr sz="1497" b="1" i="0" kern="0" spc="0">
                  <a:solidFill>
                    <a:srgbClr val="0A2540"/>
                  </a:solidFill>
                  <a:latin typeface="Inter"/>
                  <a:ea typeface="Inter"/>
                  <a:cs typeface="Inter"/>
                </a:defRPr>
              </a:lvl6pPr>
              <a:lvl7pPr algn="l">
                <a:defRPr sz="1497" b="1" i="0" kern="0" spc="0">
                  <a:solidFill>
                    <a:srgbClr val="0A2540"/>
                  </a:solidFill>
                  <a:latin typeface="Inter"/>
                  <a:ea typeface="Inter"/>
                  <a:cs typeface="Inter"/>
                </a:defRPr>
              </a:lvl7pPr>
              <a:lvl8pPr algn="l">
                <a:defRPr sz="1497" b="1" i="0" kern="0" spc="0">
                  <a:solidFill>
                    <a:srgbClr val="0A2540"/>
                  </a:solidFill>
                  <a:latin typeface="Inter"/>
                  <a:ea typeface="Inter"/>
                  <a:cs typeface="Inter"/>
                </a:defRPr>
              </a:lvl8pPr>
              <a:lvl9pPr algn="l">
                <a:defRPr sz="1497" b="1" i="0" kern="0" spc="0">
                  <a:solidFill>
                    <a:srgbClr val="0A2540"/>
                  </a:solidFill>
                  <a:latin typeface="Inter"/>
                  <a:ea typeface="Inter"/>
                  <a:cs typeface="Inter"/>
                </a:defRPr>
              </a:lvl9pPr>
            </a:lstStyle>
            <a:p>
              <a:pPr algn="l">
                <a:lnSpc>
                  <a:spcPct val="100000"/>
                </a:lnSpc>
                <a:buNone/>
                <a:defRPr sz="1497" b="1" i="0" kern="0" spc="0">
                  <a:solidFill>
                    <a:srgbClr val="0A2540"/>
                  </a:solidFill>
                  <a:latin typeface="Inter"/>
                  <a:ea typeface="Inter"/>
                  <a:cs typeface="Inter"/>
                </a:defRPr>
              </a:pPr>
              <a:r>
                <a:rPr sz="1497" b="1" i="0" kern="0" spc="0">
                  <a:solidFill>
                    <a:srgbClr val="0A2540"/>
                  </a:solidFill>
                  <a:latin typeface="Inter"/>
                  <a:ea typeface="Inter"/>
                  <a:cs typeface="Inter"/>
                </a:rPr>
                <a:t>D</a:t>
              </a:r>
            </a:p>
          </p:txBody>
        </p:sp>
        <p:sp>
          <p:nvSpPr>
            <p:cNvPr id="120" name="s22 text 60 halo">
              <a:extLst>
                <a:ext uri="{FF2B5EF4-FFF2-40B4-BE49-F238E27FC236}">
                  <a16:creationId xmlns:a16="http://schemas.microsoft.com/office/drawing/2014/main" id="{43C568B4-9241-41C3-AC81-6473140C1B31}"/>
                </a:ext>
              </a:extLst>
            </p:cNvPr>
            <p:cNvSpPr>
              <a:spLocks noGrp="1"/>
            </p:cNvSpPr>
            <p:nvPr/>
          </p:nvSpPr>
          <p:spPr>
            <a:xfrm>
              <a:off x="5733314" y="2410073"/>
              <a:ext cx="200585" cy="264608"/>
            </a:xfrm>
            <a:prstGeom prst="rect">
              <a:avLst/>
            </a:prstGeom>
            <a:noFill/>
            <a:ln w="0">
              <a:noFill/>
              <a:prstDash val="solid"/>
            </a:ln>
          </p:spPr>
          <p:txBody>
            <a:bodyPr wrap="none" lIns="0" tIns="0" rIns="0" bIns="0" anchor="t">
              <a:noAutofit/>
            </a:bodyPr>
            <a:lstStyle>
              <a:defPPr algn="l">
                <a:defRPr sz="1497" b="1" i="0" kern="0" spc="0">
                  <a:ln w="39387">
                    <a:solidFill>
                      <a:srgbClr val="FFFFFF"/>
                    </a:solidFill>
                    <a:prstDash val="solid"/>
                  </a:ln>
                  <a:solidFill>
                    <a:srgbClr val="FFFFFF"/>
                  </a:solidFill>
                  <a:latin typeface="Inter"/>
                  <a:ea typeface="Inter"/>
                  <a:cs typeface="Inter"/>
                </a:defRPr>
              </a:defPPr>
              <a:lvl1pPr algn="l">
                <a:defRPr sz="1497" b="1" i="0" kern="0" spc="0">
                  <a:ln w="39387">
                    <a:solidFill>
                      <a:srgbClr val="FFFFFF"/>
                    </a:solidFill>
                    <a:prstDash val="solid"/>
                  </a:ln>
                  <a:solidFill>
                    <a:srgbClr val="FFFFFF"/>
                  </a:solidFill>
                  <a:latin typeface="Inter"/>
                  <a:ea typeface="Inter"/>
                  <a:cs typeface="Inter"/>
                </a:defRPr>
              </a:lvl1pPr>
              <a:lvl2pPr algn="l">
                <a:defRPr sz="1497" b="1" i="0" kern="0" spc="0">
                  <a:ln w="39387">
                    <a:solidFill>
                      <a:srgbClr val="FFFFFF"/>
                    </a:solidFill>
                    <a:prstDash val="solid"/>
                  </a:ln>
                  <a:solidFill>
                    <a:srgbClr val="FFFFFF"/>
                  </a:solidFill>
                  <a:latin typeface="Inter"/>
                  <a:ea typeface="Inter"/>
                  <a:cs typeface="Inter"/>
                </a:defRPr>
              </a:lvl2pPr>
              <a:lvl3pPr algn="l">
                <a:defRPr sz="1497" b="1" i="0" kern="0" spc="0">
                  <a:ln w="39387">
                    <a:solidFill>
                      <a:srgbClr val="FFFFFF"/>
                    </a:solidFill>
                    <a:prstDash val="solid"/>
                  </a:ln>
                  <a:solidFill>
                    <a:srgbClr val="FFFFFF"/>
                  </a:solidFill>
                  <a:latin typeface="Inter"/>
                  <a:ea typeface="Inter"/>
                  <a:cs typeface="Inter"/>
                </a:defRPr>
              </a:lvl3pPr>
              <a:lvl4pPr algn="l">
                <a:defRPr sz="1497" b="1" i="0" kern="0" spc="0">
                  <a:ln w="39387">
                    <a:solidFill>
                      <a:srgbClr val="FFFFFF"/>
                    </a:solidFill>
                    <a:prstDash val="solid"/>
                  </a:ln>
                  <a:solidFill>
                    <a:srgbClr val="FFFFFF"/>
                  </a:solidFill>
                  <a:latin typeface="Inter"/>
                  <a:ea typeface="Inter"/>
                  <a:cs typeface="Inter"/>
                </a:defRPr>
              </a:lvl4pPr>
              <a:lvl5pPr algn="l">
                <a:defRPr sz="1497" b="1" i="0" kern="0" spc="0">
                  <a:ln w="39387">
                    <a:solidFill>
                      <a:srgbClr val="FFFFFF"/>
                    </a:solidFill>
                    <a:prstDash val="solid"/>
                  </a:ln>
                  <a:solidFill>
                    <a:srgbClr val="FFFFFF"/>
                  </a:solidFill>
                  <a:latin typeface="Inter"/>
                  <a:ea typeface="Inter"/>
                  <a:cs typeface="Inter"/>
                </a:defRPr>
              </a:lvl5pPr>
              <a:lvl6pPr algn="l">
                <a:defRPr sz="1497" b="1" i="0" kern="0" spc="0">
                  <a:ln w="39387">
                    <a:solidFill>
                      <a:srgbClr val="FFFFFF"/>
                    </a:solidFill>
                    <a:prstDash val="solid"/>
                  </a:ln>
                  <a:solidFill>
                    <a:srgbClr val="FFFFFF"/>
                  </a:solidFill>
                  <a:latin typeface="Inter"/>
                  <a:ea typeface="Inter"/>
                  <a:cs typeface="Inter"/>
                </a:defRPr>
              </a:lvl6pPr>
              <a:lvl7pPr algn="l">
                <a:defRPr sz="1497" b="1" i="0" kern="0" spc="0">
                  <a:ln w="39387">
                    <a:solidFill>
                      <a:srgbClr val="FFFFFF"/>
                    </a:solidFill>
                    <a:prstDash val="solid"/>
                  </a:ln>
                  <a:solidFill>
                    <a:srgbClr val="FFFFFF"/>
                  </a:solidFill>
                  <a:latin typeface="Inter"/>
                  <a:ea typeface="Inter"/>
                  <a:cs typeface="Inter"/>
                </a:defRPr>
              </a:lvl7pPr>
              <a:lvl8pPr algn="l">
                <a:defRPr sz="1497" b="1" i="0" kern="0" spc="0">
                  <a:ln w="39387">
                    <a:solidFill>
                      <a:srgbClr val="FFFFFF"/>
                    </a:solidFill>
                    <a:prstDash val="solid"/>
                  </a:ln>
                  <a:solidFill>
                    <a:srgbClr val="FFFFFF"/>
                  </a:solidFill>
                  <a:latin typeface="Inter"/>
                  <a:ea typeface="Inter"/>
                  <a:cs typeface="Inter"/>
                </a:defRPr>
              </a:lvl8pPr>
              <a:lvl9pPr algn="l">
                <a:defRPr sz="1497" b="1" i="0" kern="0" spc="0">
                  <a:ln w="39387">
                    <a:solidFill>
                      <a:srgbClr val="FFFFFF"/>
                    </a:solidFill>
                    <a:prstDash val="solid"/>
                  </a:ln>
                  <a:solidFill>
                    <a:srgbClr val="FFFFFF"/>
                  </a:solidFill>
                  <a:latin typeface="Inter"/>
                  <a:ea typeface="Inter"/>
                  <a:cs typeface="Inter"/>
                </a:defRPr>
              </a:lvl9pPr>
            </a:lstStyle>
            <a:p>
              <a:pPr algn="l">
                <a:lnSpc>
                  <a:spcPct val="100000"/>
                </a:lnSpc>
                <a:buNone/>
                <a:defRPr sz="1497" b="1" i="0" kern="0" spc="0">
                  <a:solidFill>
                    <a:srgbClr val="FFFFFF"/>
                  </a:solidFill>
                  <a:latin typeface="Inter"/>
                  <a:ea typeface="Inter"/>
                  <a:cs typeface="Inter"/>
                </a:defRPr>
              </a:pPr>
              <a:r>
                <a:rPr sz="1497" b="1" i="0" kern="0" spc="0">
                  <a:ln w="39387">
                    <a:solidFill>
                      <a:srgbClr val="FFFFFF"/>
                    </a:solidFill>
                    <a:prstDash val="solid"/>
                  </a:ln>
                  <a:solidFill>
                    <a:srgbClr val="FFFFFF"/>
                  </a:solidFill>
                  <a:latin typeface="Inter"/>
                  <a:ea typeface="Inter"/>
                  <a:cs typeface="Inter"/>
                </a:rPr>
                <a:t>S</a:t>
              </a:r>
            </a:p>
          </p:txBody>
        </p:sp>
        <p:sp>
          <p:nvSpPr>
            <p:cNvPr id="121" name="s22 text 60">
              <a:extLst>
                <a:ext uri="{FF2B5EF4-FFF2-40B4-BE49-F238E27FC236}">
                  <a16:creationId xmlns:a16="http://schemas.microsoft.com/office/drawing/2014/main" id="{1D4DC012-5C93-4363-92DE-375255F8D3ED}"/>
                </a:ext>
              </a:extLst>
            </p:cNvPr>
            <p:cNvSpPr>
              <a:spLocks noGrp="1"/>
            </p:cNvSpPr>
            <p:nvPr/>
          </p:nvSpPr>
          <p:spPr>
            <a:xfrm>
              <a:off x="5733314" y="2410073"/>
              <a:ext cx="200585" cy="264608"/>
            </a:xfrm>
            <a:prstGeom prst="rect">
              <a:avLst/>
            </a:prstGeom>
            <a:noFill/>
            <a:ln w="0">
              <a:noFill/>
              <a:prstDash val="solid"/>
            </a:ln>
          </p:spPr>
          <p:txBody>
            <a:bodyPr wrap="none" lIns="0" tIns="0" rIns="0" bIns="0" anchor="t">
              <a:noAutofit/>
            </a:bodyPr>
            <a:lstStyle>
              <a:defPPr algn="l">
                <a:defRPr sz="1497" b="1" i="0" kern="0" spc="0">
                  <a:solidFill>
                    <a:srgbClr val="0A2540"/>
                  </a:solidFill>
                  <a:latin typeface="Inter"/>
                  <a:ea typeface="Inter"/>
                  <a:cs typeface="Inter"/>
                </a:defRPr>
              </a:defPPr>
              <a:lvl1pPr algn="l">
                <a:defRPr sz="1497" b="1" i="0" kern="0" spc="0">
                  <a:solidFill>
                    <a:srgbClr val="0A2540"/>
                  </a:solidFill>
                  <a:latin typeface="Inter"/>
                  <a:ea typeface="Inter"/>
                  <a:cs typeface="Inter"/>
                </a:defRPr>
              </a:lvl1pPr>
              <a:lvl2pPr algn="l">
                <a:defRPr sz="1497" b="1" i="0" kern="0" spc="0">
                  <a:solidFill>
                    <a:srgbClr val="0A2540"/>
                  </a:solidFill>
                  <a:latin typeface="Inter"/>
                  <a:ea typeface="Inter"/>
                  <a:cs typeface="Inter"/>
                </a:defRPr>
              </a:lvl2pPr>
              <a:lvl3pPr algn="l">
                <a:defRPr sz="1497" b="1" i="0" kern="0" spc="0">
                  <a:solidFill>
                    <a:srgbClr val="0A2540"/>
                  </a:solidFill>
                  <a:latin typeface="Inter"/>
                  <a:ea typeface="Inter"/>
                  <a:cs typeface="Inter"/>
                </a:defRPr>
              </a:lvl3pPr>
              <a:lvl4pPr algn="l">
                <a:defRPr sz="1497" b="1" i="0" kern="0" spc="0">
                  <a:solidFill>
                    <a:srgbClr val="0A2540"/>
                  </a:solidFill>
                  <a:latin typeface="Inter"/>
                  <a:ea typeface="Inter"/>
                  <a:cs typeface="Inter"/>
                </a:defRPr>
              </a:lvl4pPr>
              <a:lvl5pPr algn="l">
                <a:defRPr sz="1497" b="1" i="0" kern="0" spc="0">
                  <a:solidFill>
                    <a:srgbClr val="0A2540"/>
                  </a:solidFill>
                  <a:latin typeface="Inter"/>
                  <a:ea typeface="Inter"/>
                  <a:cs typeface="Inter"/>
                </a:defRPr>
              </a:lvl5pPr>
              <a:lvl6pPr algn="l">
                <a:defRPr sz="1497" b="1" i="0" kern="0" spc="0">
                  <a:solidFill>
                    <a:srgbClr val="0A2540"/>
                  </a:solidFill>
                  <a:latin typeface="Inter"/>
                  <a:ea typeface="Inter"/>
                  <a:cs typeface="Inter"/>
                </a:defRPr>
              </a:lvl6pPr>
              <a:lvl7pPr algn="l">
                <a:defRPr sz="1497" b="1" i="0" kern="0" spc="0">
                  <a:solidFill>
                    <a:srgbClr val="0A2540"/>
                  </a:solidFill>
                  <a:latin typeface="Inter"/>
                  <a:ea typeface="Inter"/>
                  <a:cs typeface="Inter"/>
                </a:defRPr>
              </a:lvl7pPr>
              <a:lvl8pPr algn="l">
                <a:defRPr sz="1497" b="1" i="0" kern="0" spc="0">
                  <a:solidFill>
                    <a:srgbClr val="0A2540"/>
                  </a:solidFill>
                  <a:latin typeface="Inter"/>
                  <a:ea typeface="Inter"/>
                  <a:cs typeface="Inter"/>
                </a:defRPr>
              </a:lvl8pPr>
              <a:lvl9pPr algn="l">
                <a:defRPr sz="1497" b="1" i="0" kern="0" spc="0">
                  <a:solidFill>
                    <a:srgbClr val="0A2540"/>
                  </a:solidFill>
                  <a:latin typeface="Inter"/>
                  <a:ea typeface="Inter"/>
                  <a:cs typeface="Inter"/>
                </a:defRPr>
              </a:lvl9pPr>
            </a:lstStyle>
            <a:p>
              <a:pPr algn="l">
                <a:lnSpc>
                  <a:spcPct val="100000"/>
                </a:lnSpc>
                <a:buNone/>
                <a:defRPr sz="1497" b="1" i="0" kern="0" spc="0">
                  <a:solidFill>
                    <a:srgbClr val="0A2540"/>
                  </a:solidFill>
                  <a:latin typeface="Inter"/>
                  <a:ea typeface="Inter"/>
                  <a:cs typeface="Inter"/>
                </a:defRPr>
              </a:pPr>
              <a:r>
                <a:rPr sz="1497" b="1" i="0" kern="0" spc="0">
                  <a:solidFill>
                    <a:srgbClr val="0A2540"/>
                  </a:solidFill>
                  <a:latin typeface="Inter"/>
                  <a:ea typeface="Inter"/>
                  <a:cs typeface="Inter"/>
                </a:rPr>
                <a:t>S</a:t>
              </a:r>
            </a:p>
          </p:txBody>
        </p:sp>
        <p:sp>
          <p:nvSpPr>
            <p:cNvPr id="122" name="s22 text 61 halo">
              <a:extLst>
                <a:ext uri="{FF2B5EF4-FFF2-40B4-BE49-F238E27FC236}">
                  <a16:creationId xmlns:a16="http://schemas.microsoft.com/office/drawing/2014/main" id="{BA3228FA-4F40-4778-B76D-776630F56D37}"/>
                </a:ext>
              </a:extLst>
            </p:cNvPr>
            <p:cNvSpPr>
              <a:spLocks noGrp="1"/>
            </p:cNvSpPr>
            <p:nvPr/>
          </p:nvSpPr>
          <p:spPr>
            <a:xfrm>
              <a:off x="6224335" y="3833696"/>
              <a:ext cx="235743" cy="313017"/>
            </a:xfrm>
            <a:prstGeom prst="rect">
              <a:avLst/>
            </a:prstGeom>
            <a:noFill/>
            <a:ln w="0">
              <a:noFill/>
              <a:prstDash val="solid"/>
            </a:ln>
          </p:spPr>
          <p:txBody>
            <a:bodyPr wrap="none" lIns="0" tIns="0" rIns="0" bIns="0" anchor="t">
              <a:noAutofit/>
            </a:bodyPr>
            <a:lstStyle>
              <a:defPPr algn="l">
                <a:defRPr sz="1771" b="1" i="0" kern="0" spc="0">
                  <a:ln w="39387">
                    <a:solidFill>
                      <a:srgbClr val="FFFFFF"/>
                    </a:solidFill>
                    <a:prstDash val="solid"/>
                  </a:ln>
                  <a:solidFill>
                    <a:srgbClr val="FFFFFF"/>
                  </a:solidFill>
                  <a:latin typeface="Inter"/>
                  <a:ea typeface="Inter"/>
                  <a:cs typeface="Inter"/>
                </a:defRPr>
              </a:defPPr>
              <a:lvl1pPr algn="l">
                <a:defRPr sz="1771" b="1" i="0" kern="0" spc="0">
                  <a:ln w="39387">
                    <a:solidFill>
                      <a:srgbClr val="FFFFFF"/>
                    </a:solidFill>
                    <a:prstDash val="solid"/>
                  </a:ln>
                  <a:solidFill>
                    <a:srgbClr val="FFFFFF"/>
                  </a:solidFill>
                  <a:latin typeface="Inter"/>
                  <a:ea typeface="Inter"/>
                  <a:cs typeface="Inter"/>
                </a:defRPr>
              </a:lvl1pPr>
              <a:lvl2pPr algn="l">
                <a:defRPr sz="1771" b="1" i="0" kern="0" spc="0">
                  <a:ln w="39387">
                    <a:solidFill>
                      <a:srgbClr val="FFFFFF"/>
                    </a:solidFill>
                    <a:prstDash val="solid"/>
                  </a:ln>
                  <a:solidFill>
                    <a:srgbClr val="FFFFFF"/>
                  </a:solidFill>
                  <a:latin typeface="Inter"/>
                  <a:ea typeface="Inter"/>
                  <a:cs typeface="Inter"/>
                </a:defRPr>
              </a:lvl2pPr>
              <a:lvl3pPr algn="l">
                <a:defRPr sz="1771" b="1" i="0" kern="0" spc="0">
                  <a:ln w="39387">
                    <a:solidFill>
                      <a:srgbClr val="FFFFFF"/>
                    </a:solidFill>
                    <a:prstDash val="solid"/>
                  </a:ln>
                  <a:solidFill>
                    <a:srgbClr val="FFFFFF"/>
                  </a:solidFill>
                  <a:latin typeface="Inter"/>
                  <a:ea typeface="Inter"/>
                  <a:cs typeface="Inter"/>
                </a:defRPr>
              </a:lvl3pPr>
              <a:lvl4pPr algn="l">
                <a:defRPr sz="1771" b="1" i="0" kern="0" spc="0">
                  <a:ln w="39387">
                    <a:solidFill>
                      <a:srgbClr val="FFFFFF"/>
                    </a:solidFill>
                    <a:prstDash val="solid"/>
                  </a:ln>
                  <a:solidFill>
                    <a:srgbClr val="FFFFFF"/>
                  </a:solidFill>
                  <a:latin typeface="Inter"/>
                  <a:ea typeface="Inter"/>
                  <a:cs typeface="Inter"/>
                </a:defRPr>
              </a:lvl4pPr>
              <a:lvl5pPr algn="l">
                <a:defRPr sz="1771" b="1" i="0" kern="0" spc="0">
                  <a:ln w="39387">
                    <a:solidFill>
                      <a:srgbClr val="FFFFFF"/>
                    </a:solidFill>
                    <a:prstDash val="solid"/>
                  </a:ln>
                  <a:solidFill>
                    <a:srgbClr val="FFFFFF"/>
                  </a:solidFill>
                  <a:latin typeface="Inter"/>
                  <a:ea typeface="Inter"/>
                  <a:cs typeface="Inter"/>
                </a:defRPr>
              </a:lvl5pPr>
              <a:lvl6pPr algn="l">
                <a:defRPr sz="1771" b="1" i="0" kern="0" spc="0">
                  <a:ln w="39387">
                    <a:solidFill>
                      <a:srgbClr val="FFFFFF"/>
                    </a:solidFill>
                    <a:prstDash val="solid"/>
                  </a:ln>
                  <a:solidFill>
                    <a:srgbClr val="FFFFFF"/>
                  </a:solidFill>
                  <a:latin typeface="Inter"/>
                  <a:ea typeface="Inter"/>
                  <a:cs typeface="Inter"/>
                </a:defRPr>
              </a:lvl6pPr>
              <a:lvl7pPr algn="l">
                <a:defRPr sz="1771" b="1" i="0" kern="0" spc="0">
                  <a:ln w="39387">
                    <a:solidFill>
                      <a:srgbClr val="FFFFFF"/>
                    </a:solidFill>
                    <a:prstDash val="solid"/>
                  </a:ln>
                  <a:solidFill>
                    <a:srgbClr val="FFFFFF"/>
                  </a:solidFill>
                  <a:latin typeface="Inter"/>
                  <a:ea typeface="Inter"/>
                  <a:cs typeface="Inter"/>
                </a:defRPr>
              </a:lvl7pPr>
              <a:lvl8pPr algn="l">
                <a:defRPr sz="1771" b="1" i="0" kern="0" spc="0">
                  <a:ln w="39387">
                    <a:solidFill>
                      <a:srgbClr val="FFFFFF"/>
                    </a:solidFill>
                    <a:prstDash val="solid"/>
                  </a:ln>
                  <a:solidFill>
                    <a:srgbClr val="FFFFFF"/>
                  </a:solidFill>
                  <a:latin typeface="Inter"/>
                  <a:ea typeface="Inter"/>
                  <a:cs typeface="Inter"/>
                </a:defRPr>
              </a:lvl8pPr>
              <a:lvl9pPr algn="l">
                <a:defRPr sz="1771" b="1" i="0" kern="0" spc="0">
                  <a:ln w="39387">
                    <a:solidFill>
                      <a:srgbClr val="FFFFFF"/>
                    </a:solidFill>
                    <a:prstDash val="solid"/>
                  </a:ln>
                  <a:solidFill>
                    <a:srgbClr val="FFFFFF"/>
                  </a:solidFill>
                  <a:latin typeface="Inter"/>
                  <a:ea typeface="Inter"/>
                  <a:cs typeface="Inter"/>
                </a:defRPr>
              </a:lvl9pPr>
            </a:lstStyle>
            <a:p>
              <a:pPr algn="l">
                <a:lnSpc>
                  <a:spcPct val="100000"/>
                </a:lnSpc>
                <a:buNone/>
                <a:defRPr sz="1771" b="1" i="0" kern="0" spc="0">
                  <a:solidFill>
                    <a:srgbClr val="FFFFFF"/>
                  </a:solidFill>
                  <a:latin typeface="Inter"/>
                  <a:ea typeface="Inter"/>
                  <a:cs typeface="Inter"/>
                </a:defRPr>
              </a:pPr>
              <a:r>
                <a:rPr sz="1771" b="1" i="0" kern="0" spc="0">
                  <a:ln w="39387">
                    <a:solidFill>
                      <a:srgbClr val="FFFFFF"/>
                    </a:solidFill>
                    <a:prstDash val="solid"/>
                  </a:ln>
                  <a:solidFill>
                    <a:srgbClr val="FFFFFF"/>
                  </a:solidFill>
                  <a:latin typeface="Inter"/>
                  <a:ea typeface="Inter"/>
                  <a:cs typeface="Inter"/>
                </a:rPr>
                <a:t>P</a:t>
              </a:r>
            </a:p>
          </p:txBody>
        </p:sp>
        <p:sp>
          <p:nvSpPr>
            <p:cNvPr id="123" name="s22 text 61">
              <a:extLst>
                <a:ext uri="{FF2B5EF4-FFF2-40B4-BE49-F238E27FC236}">
                  <a16:creationId xmlns:a16="http://schemas.microsoft.com/office/drawing/2014/main" id="{57707573-6268-4471-8F4E-51CAFA8ECF29}"/>
                </a:ext>
              </a:extLst>
            </p:cNvPr>
            <p:cNvSpPr>
              <a:spLocks noGrp="1"/>
            </p:cNvSpPr>
            <p:nvPr/>
          </p:nvSpPr>
          <p:spPr>
            <a:xfrm>
              <a:off x="6224335" y="3833696"/>
              <a:ext cx="235743" cy="313017"/>
            </a:xfrm>
            <a:prstGeom prst="rect">
              <a:avLst/>
            </a:prstGeom>
            <a:noFill/>
            <a:ln w="0">
              <a:noFill/>
              <a:prstDash val="solid"/>
            </a:ln>
          </p:spPr>
          <p:txBody>
            <a:bodyPr wrap="none" lIns="0" tIns="0" rIns="0" bIns="0" anchor="t">
              <a:noAutofit/>
            </a:bodyPr>
            <a:lstStyle>
              <a:defPPr algn="l">
                <a:defRPr sz="1771" b="1" i="0" kern="0" spc="0">
                  <a:solidFill>
                    <a:srgbClr val="0A2540"/>
                  </a:solidFill>
                  <a:latin typeface="Inter"/>
                  <a:ea typeface="Inter"/>
                  <a:cs typeface="Inter"/>
                </a:defRPr>
              </a:defPPr>
              <a:lvl1pPr algn="l">
                <a:defRPr sz="1771" b="1" i="0" kern="0" spc="0">
                  <a:solidFill>
                    <a:srgbClr val="0A2540"/>
                  </a:solidFill>
                  <a:latin typeface="Inter"/>
                  <a:ea typeface="Inter"/>
                  <a:cs typeface="Inter"/>
                </a:defRPr>
              </a:lvl1pPr>
              <a:lvl2pPr algn="l">
                <a:defRPr sz="1771" b="1" i="0" kern="0" spc="0">
                  <a:solidFill>
                    <a:srgbClr val="0A2540"/>
                  </a:solidFill>
                  <a:latin typeface="Inter"/>
                  <a:ea typeface="Inter"/>
                  <a:cs typeface="Inter"/>
                </a:defRPr>
              </a:lvl2pPr>
              <a:lvl3pPr algn="l">
                <a:defRPr sz="1771" b="1" i="0" kern="0" spc="0">
                  <a:solidFill>
                    <a:srgbClr val="0A2540"/>
                  </a:solidFill>
                  <a:latin typeface="Inter"/>
                  <a:ea typeface="Inter"/>
                  <a:cs typeface="Inter"/>
                </a:defRPr>
              </a:lvl3pPr>
              <a:lvl4pPr algn="l">
                <a:defRPr sz="1771" b="1" i="0" kern="0" spc="0">
                  <a:solidFill>
                    <a:srgbClr val="0A2540"/>
                  </a:solidFill>
                  <a:latin typeface="Inter"/>
                  <a:ea typeface="Inter"/>
                  <a:cs typeface="Inter"/>
                </a:defRPr>
              </a:lvl4pPr>
              <a:lvl5pPr algn="l">
                <a:defRPr sz="1771" b="1" i="0" kern="0" spc="0">
                  <a:solidFill>
                    <a:srgbClr val="0A2540"/>
                  </a:solidFill>
                  <a:latin typeface="Inter"/>
                  <a:ea typeface="Inter"/>
                  <a:cs typeface="Inter"/>
                </a:defRPr>
              </a:lvl5pPr>
              <a:lvl6pPr algn="l">
                <a:defRPr sz="1771" b="1" i="0" kern="0" spc="0">
                  <a:solidFill>
                    <a:srgbClr val="0A2540"/>
                  </a:solidFill>
                  <a:latin typeface="Inter"/>
                  <a:ea typeface="Inter"/>
                  <a:cs typeface="Inter"/>
                </a:defRPr>
              </a:lvl6pPr>
              <a:lvl7pPr algn="l">
                <a:defRPr sz="1771" b="1" i="0" kern="0" spc="0">
                  <a:solidFill>
                    <a:srgbClr val="0A2540"/>
                  </a:solidFill>
                  <a:latin typeface="Inter"/>
                  <a:ea typeface="Inter"/>
                  <a:cs typeface="Inter"/>
                </a:defRPr>
              </a:lvl7pPr>
              <a:lvl8pPr algn="l">
                <a:defRPr sz="1771" b="1" i="0" kern="0" spc="0">
                  <a:solidFill>
                    <a:srgbClr val="0A2540"/>
                  </a:solidFill>
                  <a:latin typeface="Inter"/>
                  <a:ea typeface="Inter"/>
                  <a:cs typeface="Inter"/>
                </a:defRPr>
              </a:lvl8pPr>
              <a:lvl9pPr algn="l">
                <a:defRPr sz="1771" b="1" i="0" kern="0" spc="0">
                  <a:solidFill>
                    <a:srgbClr val="0A2540"/>
                  </a:solidFill>
                  <a:latin typeface="Inter"/>
                  <a:ea typeface="Inter"/>
                  <a:cs typeface="Inter"/>
                </a:defRPr>
              </a:lvl9pPr>
            </a:lstStyle>
            <a:p>
              <a:pPr algn="l">
                <a:lnSpc>
                  <a:spcPct val="100000"/>
                </a:lnSpc>
                <a:buNone/>
                <a:defRPr sz="1771" b="1" i="0" kern="0" spc="0">
                  <a:solidFill>
                    <a:srgbClr val="0A2540"/>
                  </a:solidFill>
                  <a:latin typeface="Inter"/>
                  <a:ea typeface="Inter"/>
                  <a:cs typeface="Inter"/>
                </a:defRPr>
              </a:pPr>
              <a:r>
                <a:rPr sz="1771" b="1" i="0" kern="0" spc="0">
                  <a:solidFill>
                    <a:srgbClr val="0A2540"/>
                  </a:solidFill>
                  <a:latin typeface="Inter"/>
                  <a:ea typeface="Inter"/>
                  <a:cs typeface="Inter"/>
                </a:rPr>
                <a:t>P</a:t>
              </a:r>
            </a:p>
          </p:txBody>
        </p:sp>
        <p:sp>
          <p:nvSpPr>
            <p:cNvPr id="124" name="s22 text 62 halo">
              <a:extLst>
                <a:ext uri="{FF2B5EF4-FFF2-40B4-BE49-F238E27FC236}">
                  <a16:creationId xmlns:a16="http://schemas.microsoft.com/office/drawing/2014/main" id="{FE160D4C-5B1B-45BB-BE33-8B577D33270B}"/>
                </a:ext>
              </a:extLst>
            </p:cNvPr>
            <p:cNvSpPr>
              <a:spLocks noGrp="1"/>
            </p:cNvSpPr>
            <p:nvPr/>
          </p:nvSpPr>
          <p:spPr>
            <a:xfrm>
              <a:off x="6332050" y="3973903"/>
              <a:ext cx="146816" cy="163417"/>
            </a:xfrm>
            <a:prstGeom prst="rect">
              <a:avLst/>
            </a:prstGeom>
            <a:noFill/>
            <a:ln w="0">
              <a:noFill/>
              <a:prstDash val="solid"/>
            </a:ln>
          </p:spPr>
          <p:txBody>
            <a:bodyPr wrap="none" lIns="0" tIns="0" rIns="0" bIns="0" anchor="t">
              <a:noAutofit/>
            </a:bodyPr>
            <a:lstStyle>
              <a:defPPr algn="l">
                <a:defRPr sz="925" b="1" i="0" kern="0" spc="0">
                  <a:ln w="39387">
                    <a:solidFill>
                      <a:srgbClr val="FFFFFF"/>
                    </a:solidFill>
                    <a:prstDash val="solid"/>
                  </a:ln>
                  <a:solidFill>
                    <a:srgbClr val="FFFFFF"/>
                  </a:solidFill>
                  <a:latin typeface="Inter"/>
                  <a:ea typeface="Inter"/>
                  <a:cs typeface="Inter"/>
                </a:defRPr>
              </a:defPPr>
              <a:lvl1pPr algn="l">
                <a:defRPr sz="925" b="1" i="0" kern="0" spc="0">
                  <a:ln w="39387">
                    <a:solidFill>
                      <a:srgbClr val="FFFFFF"/>
                    </a:solidFill>
                    <a:prstDash val="solid"/>
                  </a:ln>
                  <a:solidFill>
                    <a:srgbClr val="FFFFFF"/>
                  </a:solidFill>
                  <a:latin typeface="Inter"/>
                  <a:ea typeface="Inter"/>
                  <a:cs typeface="Inter"/>
                </a:defRPr>
              </a:lvl1pPr>
              <a:lvl2pPr algn="l">
                <a:defRPr sz="925" b="1" i="0" kern="0" spc="0">
                  <a:ln w="39387">
                    <a:solidFill>
                      <a:srgbClr val="FFFFFF"/>
                    </a:solidFill>
                    <a:prstDash val="solid"/>
                  </a:ln>
                  <a:solidFill>
                    <a:srgbClr val="FFFFFF"/>
                  </a:solidFill>
                  <a:latin typeface="Inter"/>
                  <a:ea typeface="Inter"/>
                  <a:cs typeface="Inter"/>
                </a:defRPr>
              </a:lvl2pPr>
              <a:lvl3pPr algn="l">
                <a:defRPr sz="925" b="1" i="0" kern="0" spc="0">
                  <a:ln w="39387">
                    <a:solidFill>
                      <a:srgbClr val="FFFFFF"/>
                    </a:solidFill>
                    <a:prstDash val="solid"/>
                  </a:ln>
                  <a:solidFill>
                    <a:srgbClr val="FFFFFF"/>
                  </a:solidFill>
                  <a:latin typeface="Inter"/>
                  <a:ea typeface="Inter"/>
                  <a:cs typeface="Inter"/>
                </a:defRPr>
              </a:lvl3pPr>
              <a:lvl4pPr algn="l">
                <a:defRPr sz="925" b="1" i="0" kern="0" spc="0">
                  <a:ln w="39387">
                    <a:solidFill>
                      <a:srgbClr val="FFFFFF"/>
                    </a:solidFill>
                    <a:prstDash val="solid"/>
                  </a:ln>
                  <a:solidFill>
                    <a:srgbClr val="FFFFFF"/>
                  </a:solidFill>
                  <a:latin typeface="Inter"/>
                  <a:ea typeface="Inter"/>
                  <a:cs typeface="Inter"/>
                </a:defRPr>
              </a:lvl4pPr>
              <a:lvl5pPr algn="l">
                <a:defRPr sz="925" b="1" i="0" kern="0" spc="0">
                  <a:ln w="39387">
                    <a:solidFill>
                      <a:srgbClr val="FFFFFF"/>
                    </a:solidFill>
                    <a:prstDash val="solid"/>
                  </a:ln>
                  <a:solidFill>
                    <a:srgbClr val="FFFFFF"/>
                  </a:solidFill>
                  <a:latin typeface="Inter"/>
                  <a:ea typeface="Inter"/>
                  <a:cs typeface="Inter"/>
                </a:defRPr>
              </a:lvl5pPr>
              <a:lvl6pPr algn="l">
                <a:defRPr sz="925" b="1" i="0" kern="0" spc="0">
                  <a:ln w="39387">
                    <a:solidFill>
                      <a:srgbClr val="FFFFFF"/>
                    </a:solidFill>
                    <a:prstDash val="solid"/>
                  </a:ln>
                  <a:solidFill>
                    <a:srgbClr val="FFFFFF"/>
                  </a:solidFill>
                  <a:latin typeface="Inter"/>
                  <a:ea typeface="Inter"/>
                  <a:cs typeface="Inter"/>
                </a:defRPr>
              </a:lvl6pPr>
              <a:lvl7pPr algn="l">
                <a:defRPr sz="925" b="1" i="0" kern="0" spc="0">
                  <a:ln w="39387">
                    <a:solidFill>
                      <a:srgbClr val="FFFFFF"/>
                    </a:solidFill>
                    <a:prstDash val="solid"/>
                  </a:ln>
                  <a:solidFill>
                    <a:srgbClr val="FFFFFF"/>
                  </a:solidFill>
                  <a:latin typeface="Inter"/>
                  <a:ea typeface="Inter"/>
                  <a:cs typeface="Inter"/>
                </a:defRPr>
              </a:lvl7pPr>
              <a:lvl8pPr algn="l">
                <a:defRPr sz="925" b="1" i="0" kern="0" spc="0">
                  <a:ln w="39387">
                    <a:solidFill>
                      <a:srgbClr val="FFFFFF"/>
                    </a:solidFill>
                    <a:prstDash val="solid"/>
                  </a:ln>
                  <a:solidFill>
                    <a:srgbClr val="FFFFFF"/>
                  </a:solidFill>
                  <a:latin typeface="Inter"/>
                  <a:ea typeface="Inter"/>
                  <a:cs typeface="Inter"/>
                </a:defRPr>
              </a:lvl8pPr>
              <a:lvl9pPr algn="l">
                <a:defRPr sz="925" b="1" i="0" kern="0" spc="0">
                  <a:ln w="39387">
                    <a:solidFill>
                      <a:srgbClr val="FFFFFF"/>
                    </a:solidFill>
                    <a:prstDash val="solid"/>
                  </a:ln>
                  <a:solidFill>
                    <a:srgbClr val="FFFFFF"/>
                  </a:solidFill>
                  <a:latin typeface="Inter"/>
                  <a:ea typeface="Inter"/>
                  <a:cs typeface="Inter"/>
                </a:defRPr>
              </a:lvl9pPr>
            </a:lstStyle>
            <a:p>
              <a:pPr algn="l">
                <a:lnSpc>
                  <a:spcPct val="100000"/>
                </a:lnSpc>
                <a:buNone/>
                <a:defRPr sz="925" b="1" i="0" kern="0" spc="0">
                  <a:solidFill>
                    <a:srgbClr val="FFFFFF"/>
                  </a:solidFill>
                  <a:latin typeface="Inter"/>
                  <a:ea typeface="Inter"/>
                  <a:cs typeface="Inter"/>
                </a:defRPr>
              </a:pPr>
              <a:r>
                <a:rPr sz="925" b="1" i="0" kern="0" spc="0">
                  <a:ln w="39387">
                    <a:solidFill>
                      <a:srgbClr val="FFFFFF"/>
                    </a:solidFill>
                    <a:prstDash val="solid"/>
                  </a:ln>
                  <a:solidFill>
                    <a:srgbClr val="FFFFFF"/>
                  </a:solidFill>
                  <a:latin typeface="Inter"/>
                  <a:ea typeface="Inter"/>
                  <a:cs typeface="Inter"/>
                </a:rPr>
                <a:t>w</a:t>
              </a:r>
            </a:p>
          </p:txBody>
        </p:sp>
        <p:sp>
          <p:nvSpPr>
            <p:cNvPr id="125" name="s22 text 62">
              <a:extLst>
                <a:ext uri="{FF2B5EF4-FFF2-40B4-BE49-F238E27FC236}">
                  <a16:creationId xmlns:a16="http://schemas.microsoft.com/office/drawing/2014/main" id="{609B78B0-752F-4CEC-80A8-C0439FCB34EE}"/>
                </a:ext>
              </a:extLst>
            </p:cNvPr>
            <p:cNvSpPr>
              <a:spLocks noGrp="1"/>
            </p:cNvSpPr>
            <p:nvPr/>
          </p:nvSpPr>
          <p:spPr>
            <a:xfrm>
              <a:off x="6332050" y="3973903"/>
              <a:ext cx="146816" cy="163417"/>
            </a:xfrm>
            <a:prstGeom prst="rect">
              <a:avLst/>
            </a:prstGeom>
            <a:noFill/>
            <a:ln w="0">
              <a:noFill/>
              <a:prstDash val="solid"/>
            </a:ln>
          </p:spPr>
          <p:txBody>
            <a:bodyPr wrap="none" lIns="0" tIns="0" rIns="0" bIns="0" anchor="t">
              <a:noAutofit/>
            </a:bodyPr>
            <a:lstStyle>
              <a:defPPr algn="l">
                <a:defRPr sz="925" b="1" i="0" kern="0" spc="0">
                  <a:solidFill>
                    <a:srgbClr val="0A2540"/>
                  </a:solidFill>
                  <a:latin typeface="Inter"/>
                  <a:ea typeface="Inter"/>
                  <a:cs typeface="Inter"/>
                </a:defRPr>
              </a:defPPr>
              <a:lvl1pPr algn="l">
                <a:defRPr sz="925" b="1" i="0" kern="0" spc="0">
                  <a:solidFill>
                    <a:srgbClr val="0A2540"/>
                  </a:solidFill>
                  <a:latin typeface="Inter"/>
                  <a:ea typeface="Inter"/>
                  <a:cs typeface="Inter"/>
                </a:defRPr>
              </a:lvl1pPr>
              <a:lvl2pPr algn="l">
                <a:defRPr sz="925" b="1" i="0" kern="0" spc="0">
                  <a:solidFill>
                    <a:srgbClr val="0A2540"/>
                  </a:solidFill>
                  <a:latin typeface="Inter"/>
                  <a:ea typeface="Inter"/>
                  <a:cs typeface="Inter"/>
                </a:defRPr>
              </a:lvl2pPr>
              <a:lvl3pPr algn="l">
                <a:defRPr sz="925" b="1" i="0" kern="0" spc="0">
                  <a:solidFill>
                    <a:srgbClr val="0A2540"/>
                  </a:solidFill>
                  <a:latin typeface="Inter"/>
                  <a:ea typeface="Inter"/>
                  <a:cs typeface="Inter"/>
                </a:defRPr>
              </a:lvl3pPr>
              <a:lvl4pPr algn="l">
                <a:defRPr sz="925" b="1" i="0" kern="0" spc="0">
                  <a:solidFill>
                    <a:srgbClr val="0A2540"/>
                  </a:solidFill>
                  <a:latin typeface="Inter"/>
                  <a:ea typeface="Inter"/>
                  <a:cs typeface="Inter"/>
                </a:defRPr>
              </a:lvl4pPr>
              <a:lvl5pPr algn="l">
                <a:defRPr sz="925" b="1" i="0" kern="0" spc="0">
                  <a:solidFill>
                    <a:srgbClr val="0A2540"/>
                  </a:solidFill>
                  <a:latin typeface="Inter"/>
                  <a:ea typeface="Inter"/>
                  <a:cs typeface="Inter"/>
                </a:defRPr>
              </a:lvl5pPr>
              <a:lvl6pPr algn="l">
                <a:defRPr sz="925" b="1" i="0" kern="0" spc="0">
                  <a:solidFill>
                    <a:srgbClr val="0A2540"/>
                  </a:solidFill>
                  <a:latin typeface="Inter"/>
                  <a:ea typeface="Inter"/>
                  <a:cs typeface="Inter"/>
                </a:defRPr>
              </a:lvl6pPr>
              <a:lvl7pPr algn="l">
                <a:defRPr sz="925" b="1" i="0" kern="0" spc="0">
                  <a:solidFill>
                    <a:srgbClr val="0A2540"/>
                  </a:solidFill>
                  <a:latin typeface="Inter"/>
                  <a:ea typeface="Inter"/>
                  <a:cs typeface="Inter"/>
                </a:defRPr>
              </a:lvl7pPr>
              <a:lvl8pPr algn="l">
                <a:defRPr sz="925" b="1" i="0" kern="0" spc="0">
                  <a:solidFill>
                    <a:srgbClr val="0A2540"/>
                  </a:solidFill>
                  <a:latin typeface="Inter"/>
                  <a:ea typeface="Inter"/>
                  <a:cs typeface="Inter"/>
                </a:defRPr>
              </a:lvl8pPr>
              <a:lvl9pPr algn="l">
                <a:defRPr sz="925" b="1" i="0" kern="0" spc="0">
                  <a:solidFill>
                    <a:srgbClr val="0A2540"/>
                  </a:solidFill>
                  <a:latin typeface="Inter"/>
                  <a:ea typeface="Inter"/>
                  <a:cs typeface="Inter"/>
                </a:defRPr>
              </a:lvl9pPr>
            </a:lstStyle>
            <a:p>
              <a:pPr algn="l">
                <a:lnSpc>
                  <a:spcPct val="100000"/>
                </a:lnSpc>
                <a:buNone/>
                <a:defRPr sz="925" b="1" i="0" kern="0" spc="0">
                  <a:solidFill>
                    <a:srgbClr val="0A2540"/>
                  </a:solidFill>
                  <a:latin typeface="Inter"/>
                  <a:ea typeface="Inter"/>
                  <a:cs typeface="Inter"/>
                </a:defRPr>
              </a:pPr>
              <a:r>
                <a:rPr sz="925" b="1" i="0" kern="0" spc="0">
                  <a:solidFill>
                    <a:srgbClr val="0A2540"/>
                  </a:solidFill>
                  <a:latin typeface="Inter"/>
                  <a:ea typeface="Inter"/>
                  <a:cs typeface="Inter"/>
                </a:rPr>
                <a:t>w</a:t>
              </a:r>
            </a:p>
          </p:txBody>
        </p:sp>
        <p:sp>
          <p:nvSpPr>
            <p:cNvPr id="126" name="s22 text 63 halo">
              <a:extLst>
                <a:ext uri="{FF2B5EF4-FFF2-40B4-BE49-F238E27FC236}">
                  <a16:creationId xmlns:a16="http://schemas.microsoft.com/office/drawing/2014/main" id="{D534F035-E0A0-4F06-8326-ED2F635C4BD2}"/>
                </a:ext>
              </a:extLst>
            </p:cNvPr>
            <p:cNvSpPr>
              <a:spLocks noGrp="1"/>
            </p:cNvSpPr>
            <p:nvPr/>
          </p:nvSpPr>
          <p:spPr>
            <a:xfrm>
              <a:off x="6404827" y="3833696"/>
              <a:ext cx="744541" cy="313017"/>
            </a:xfrm>
            <a:prstGeom prst="rect">
              <a:avLst/>
            </a:prstGeom>
            <a:noFill/>
            <a:ln w="0">
              <a:noFill/>
              <a:prstDash val="solid"/>
            </a:ln>
          </p:spPr>
          <p:txBody>
            <a:bodyPr wrap="none" lIns="0" tIns="0" rIns="0" bIns="0" anchor="t">
              <a:noAutofit/>
            </a:bodyPr>
            <a:lstStyle>
              <a:defPPr algn="l">
                <a:defRPr sz="1771" b="1" i="0" kern="0" spc="-8">
                  <a:ln w="39387">
                    <a:solidFill>
                      <a:srgbClr val="FFFFFF"/>
                    </a:solidFill>
                    <a:prstDash val="solid"/>
                  </a:ln>
                  <a:solidFill>
                    <a:srgbClr val="FFFFFF"/>
                  </a:solidFill>
                  <a:latin typeface="Inter"/>
                  <a:ea typeface="Inter"/>
                  <a:cs typeface="Inter"/>
                </a:defRPr>
              </a:defPPr>
              <a:lvl1pPr algn="l">
                <a:defRPr sz="1771" b="1" i="0" kern="0" spc="-8">
                  <a:ln w="39387">
                    <a:solidFill>
                      <a:srgbClr val="FFFFFF"/>
                    </a:solidFill>
                    <a:prstDash val="solid"/>
                  </a:ln>
                  <a:solidFill>
                    <a:srgbClr val="FFFFFF"/>
                  </a:solidFill>
                  <a:latin typeface="Inter"/>
                  <a:ea typeface="Inter"/>
                  <a:cs typeface="Inter"/>
                </a:defRPr>
              </a:lvl1pPr>
              <a:lvl2pPr algn="l">
                <a:defRPr sz="1771" b="1" i="0" kern="0" spc="-8">
                  <a:ln w="39387">
                    <a:solidFill>
                      <a:srgbClr val="FFFFFF"/>
                    </a:solidFill>
                    <a:prstDash val="solid"/>
                  </a:ln>
                  <a:solidFill>
                    <a:srgbClr val="FFFFFF"/>
                  </a:solidFill>
                  <a:latin typeface="Inter"/>
                  <a:ea typeface="Inter"/>
                  <a:cs typeface="Inter"/>
                </a:defRPr>
              </a:lvl2pPr>
              <a:lvl3pPr algn="l">
                <a:defRPr sz="1771" b="1" i="0" kern="0" spc="-8">
                  <a:ln w="39387">
                    <a:solidFill>
                      <a:srgbClr val="FFFFFF"/>
                    </a:solidFill>
                    <a:prstDash val="solid"/>
                  </a:ln>
                  <a:solidFill>
                    <a:srgbClr val="FFFFFF"/>
                  </a:solidFill>
                  <a:latin typeface="Inter"/>
                  <a:ea typeface="Inter"/>
                  <a:cs typeface="Inter"/>
                </a:defRPr>
              </a:lvl3pPr>
              <a:lvl4pPr algn="l">
                <a:defRPr sz="1771" b="1" i="0" kern="0" spc="-8">
                  <a:ln w="39387">
                    <a:solidFill>
                      <a:srgbClr val="FFFFFF"/>
                    </a:solidFill>
                    <a:prstDash val="solid"/>
                  </a:ln>
                  <a:solidFill>
                    <a:srgbClr val="FFFFFF"/>
                  </a:solidFill>
                  <a:latin typeface="Inter"/>
                  <a:ea typeface="Inter"/>
                  <a:cs typeface="Inter"/>
                </a:defRPr>
              </a:lvl4pPr>
              <a:lvl5pPr algn="l">
                <a:defRPr sz="1771" b="1" i="0" kern="0" spc="-8">
                  <a:ln w="39387">
                    <a:solidFill>
                      <a:srgbClr val="FFFFFF"/>
                    </a:solidFill>
                    <a:prstDash val="solid"/>
                  </a:ln>
                  <a:solidFill>
                    <a:srgbClr val="FFFFFF"/>
                  </a:solidFill>
                  <a:latin typeface="Inter"/>
                  <a:ea typeface="Inter"/>
                  <a:cs typeface="Inter"/>
                </a:defRPr>
              </a:lvl5pPr>
              <a:lvl6pPr algn="l">
                <a:defRPr sz="1771" b="1" i="0" kern="0" spc="-8">
                  <a:ln w="39387">
                    <a:solidFill>
                      <a:srgbClr val="FFFFFF"/>
                    </a:solidFill>
                    <a:prstDash val="solid"/>
                  </a:ln>
                  <a:solidFill>
                    <a:srgbClr val="FFFFFF"/>
                  </a:solidFill>
                  <a:latin typeface="Inter"/>
                  <a:ea typeface="Inter"/>
                  <a:cs typeface="Inter"/>
                </a:defRPr>
              </a:lvl6pPr>
              <a:lvl7pPr algn="l">
                <a:defRPr sz="1771" b="1" i="0" kern="0" spc="-8">
                  <a:ln w="39387">
                    <a:solidFill>
                      <a:srgbClr val="FFFFFF"/>
                    </a:solidFill>
                    <a:prstDash val="solid"/>
                  </a:ln>
                  <a:solidFill>
                    <a:srgbClr val="FFFFFF"/>
                  </a:solidFill>
                  <a:latin typeface="Inter"/>
                  <a:ea typeface="Inter"/>
                  <a:cs typeface="Inter"/>
                </a:defRPr>
              </a:lvl7pPr>
              <a:lvl8pPr algn="l">
                <a:defRPr sz="1771" b="1" i="0" kern="0" spc="-8">
                  <a:ln w="39387">
                    <a:solidFill>
                      <a:srgbClr val="FFFFFF"/>
                    </a:solidFill>
                    <a:prstDash val="solid"/>
                  </a:ln>
                  <a:solidFill>
                    <a:srgbClr val="FFFFFF"/>
                  </a:solidFill>
                  <a:latin typeface="Inter"/>
                  <a:ea typeface="Inter"/>
                  <a:cs typeface="Inter"/>
                </a:defRPr>
              </a:lvl8pPr>
              <a:lvl9pPr algn="l">
                <a:defRPr sz="1771" b="1" i="0" kern="0" spc="-8">
                  <a:ln w="39387">
                    <a:solidFill>
                      <a:srgbClr val="FFFFFF"/>
                    </a:solidFill>
                    <a:prstDash val="solid"/>
                  </a:ln>
                  <a:solidFill>
                    <a:srgbClr val="FFFFFF"/>
                  </a:solidFill>
                  <a:latin typeface="Inter"/>
                  <a:ea typeface="Inter"/>
                  <a:cs typeface="Inter"/>
                </a:defRPr>
              </a:lvl9pPr>
            </a:lstStyle>
            <a:p>
              <a:pPr algn="l">
                <a:lnSpc>
                  <a:spcPct val="100000"/>
                </a:lnSpc>
                <a:buNone/>
                <a:defRPr sz="1771" b="1" i="0" kern="0" spc="-8">
                  <a:solidFill>
                    <a:srgbClr val="FFFFFF"/>
                  </a:solidFill>
                  <a:latin typeface="Inter"/>
                  <a:ea typeface="Inter"/>
                  <a:cs typeface="Inter"/>
                </a:defRPr>
              </a:pPr>
              <a:r>
                <a:rPr sz="1771" b="1" i="0" kern="0" spc="-8">
                  <a:ln w="39387">
                    <a:solidFill>
                      <a:srgbClr val="FFFFFF"/>
                    </a:solidFill>
                    <a:prstDash val="solid"/>
                  </a:ln>
                  <a:solidFill>
                    <a:srgbClr val="FFFFFF"/>
                  </a:solidFill>
                  <a:latin typeface="Inter"/>
                  <a:ea typeface="Inter"/>
                  <a:cs typeface="Inter"/>
                </a:rPr>
                <a:t>= 300</a:t>
              </a:r>
            </a:p>
          </p:txBody>
        </p:sp>
        <p:sp>
          <p:nvSpPr>
            <p:cNvPr id="127" name="s22 text 63">
              <a:extLst>
                <a:ext uri="{FF2B5EF4-FFF2-40B4-BE49-F238E27FC236}">
                  <a16:creationId xmlns:a16="http://schemas.microsoft.com/office/drawing/2014/main" id="{D0B3A3A9-ED10-4985-8365-D97FA5984CA4}"/>
                </a:ext>
              </a:extLst>
            </p:cNvPr>
            <p:cNvSpPr>
              <a:spLocks noGrp="1"/>
            </p:cNvSpPr>
            <p:nvPr/>
          </p:nvSpPr>
          <p:spPr>
            <a:xfrm>
              <a:off x="6404827" y="3833696"/>
              <a:ext cx="744541" cy="313017"/>
            </a:xfrm>
            <a:prstGeom prst="rect">
              <a:avLst/>
            </a:prstGeom>
            <a:noFill/>
            <a:ln w="0">
              <a:noFill/>
              <a:prstDash val="solid"/>
            </a:ln>
          </p:spPr>
          <p:txBody>
            <a:bodyPr wrap="none" lIns="0" tIns="0" rIns="0" bIns="0" anchor="t">
              <a:noAutofit/>
            </a:bodyPr>
            <a:lstStyle>
              <a:defPPr algn="l">
                <a:defRPr sz="1771" b="1" i="0" kern="0" spc="-8">
                  <a:solidFill>
                    <a:srgbClr val="0A2540"/>
                  </a:solidFill>
                  <a:latin typeface="Inter"/>
                  <a:ea typeface="Inter"/>
                  <a:cs typeface="Inter"/>
                </a:defRPr>
              </a:defPPr>
              <a:lvl1pPr algn="l">
                <a:defRPr sz="1771" b="1" i="0" kern="0" spc="-8">
                  <a:solidFill>
                    <a:srgbClr val="0A2540"/>
                  </a:solidFill>
                  <a:latin typeface="Inter"/>
                  <a:ea typeface="Inter"/>
                  <a:cs typeface="Inter"/>
                </a:defRPr>
              </a:lvl1pPr>
              <a:lvl2pPr algn="l">
                <a:defRPr sz="1771" b="1" i="0" kern="0" spc="-8">
                  <a:solidFill>
                    <a:srgbClr val="0A2540"/>
                  </a:solidFill>
                  <a:latin typeface="Inter"/>
                  <a:ea typeface="Inter"/>
                  <a:cs typeface="Inter"/>
                </a:defRPr>
              </a:lvl2pPr>
              <a:lvl3pPr algn="l">
                <a:defRPr sz="1771" b="1" i="0" kern="0" spc="-8">
                  <a:solidFill>
                    <a:srgbClr val="0A2540"/>
                  </a:solidFill>
                  <a:latin typeface="Inter"/>
                  <a:ea typeface="Inter"/>
                  <a:cs typeface="Inter"/>
                </a:defRPr>
              </a:lvl3pPr>
              <a:lvl4pPr algn="l">
                <a:defRPr sz="1771" b="1" i="0" kern="0" spc="-8">
                  <a:solidFill>
                    <a:srgbClr val="0A2540"/>
                  </a:solidFill>
                  <a:latin typeface="Inter"/>
                  <a:ea typeface="Inter"/>
                  <a:cs typeface="Inter"/>
                </a:defRPr>
              </a:lvl4pPr>
              <a:lvl5pPr algn="l">
                <a:defRPr sz="1771" b="1" i="0" kern="0" spc="-8">
                  <a:solidFill>
                    <a:srgbClr val="0A2540"/>
                  </a:solidFill>
                  <a:latin typeface="Inter"/>
                  <a:ea typeface="Inter"/>
                  <a:cs typeface="Inter"/>
                </a:defRPr>
              </a:lvl5pPr>
              <a:lvl6pPr algn="l">
                <a:defRPr sz="1771" b="1" i="0" kern="0" spc="-8">
                  <a:solidFill>
                    <a:srgbClr val="0A2540"/>
                  </a:solidFill>
                  <a:latin typeface="Inter"/>
                  <a:ea typeface="Inter"/>
                  <a:cs typeface="Inter"/>
                </a:defRPr>
              </a:lvl6pPr>
              <a:lvl7pPr algn="l">
                <a:defRPr sz="1771" b="1" i="0" kern="0" spc="-8">
                  <a:solidFill>
                    <a:srgbClr val="0A2540"/>
                  </a:solidFill>
                  <a:latin typeface="Inter"/>
                  <a:ea typeface="Inter"/>
                  <a:cs typeface="Inter"/>
                </a:defRPr>
              </a:lvl7pPr>
              <a:lvl8pPr algn="l">
                <a:defRPr sz="1771" b="1" i="0" kern="0" spc="-8">
                  <a:solidFill>
                    <a:srgbClr val="0A2540"/>
                  </a:solidFill>
                  <a:latin typeface="Inter"/>
                  <a:ea typeface="Inter"/>
                  <a:cs typeface="Inter"/>
                </a:defRPr>
              </a:lvl8pPr>
              <a:lvl9pPr algn="l">
                <a:defRPr sz="1771" b="1" i="0" kern="0" spc="-8">
                  <a:solidFill>
                    <a:srgbClr val="0A2540"/>
                  </a:solidFill>
                  <a:latin typeface="Inter"/>
                  <a:ea typeface="Inter"/>
                  <a:cs typeface="Inter"/>
                </a:defRPr>
              </a:lvl9pPr>
            </a:lstStyle>
            <a:p>
              <a:pPr algn="l">
                <a:lnSpc>
                  <a:spcPct val="100000"/>
                </a:lnSpc>
                <a:buNone/>
                <a:defRPr sz="1771" b="1" i="0" kern="0" spc="-8">
                  <a:solidFill>
                    <a:srgbClr val="0A2540"/>
                  </a:solidFill>
                  <a:latin typeface="Inter"/>
                  <a:ea typeface="Inter"/>
                  <a:cs typeface="Inter"/>
                </a:defRPr>
              </a:pPr>
              <a:r>
                <a:rPr sz="1771" b="1" i="0" kern="0" spc="-8">
                  <a:solidFill>
                    <a:srgbClr val="0A2540"/>
                  </a:solidFill>
                  <a:latin typeface="Inter"/>
                  <a:ea typeface="Inter"/>
                  <a:cs typeface="Inter"/>
                </a:rPr>
                <a:t>= 300</a:t>
              </a:r>
            </a:p>
          </p:txBody>
        </p:sp>
        <p:sp>
          <p:nvSpPr>
            <p:cNvPr id="128" name="s22 text 64 halo">
              <a:extLst>
                <a:ext uri="{FF2B5EF4-FFF2-40B4-BE49-F238E27FC236}">
                  <a16:creationId xmlns:a16="http://schemas.microsoft.com/office/drawing/2014/main" id="{926A25C1-9A27-4E58-901F-CA80B8B547A5}"/>
                </a:ext>
              </a:extLst>
            </p:cNvPr>
            <p:cNvSpPr>
              <a:spLocks noGrp="1"/>
            </p:cNvSpPr>
            <p:nvPr/>
          </p:nvSpPr>
          <p:spPr>
            <a:xfrm>
              <a:off x="5885007" y="3439785"/>
              <a:ext cx="235743" cy="313017"/>
            </a:xfrm>
            <a:prstGeom prst="rect">
              <a:avLst/>
            </a:prstGeom>
            <a:noFill/>
            <a:ln w="0">
              <a:noFill/>
              <a:prstDash val="solid"/>
            </a:ln>
          </p:spPr>
          <p:txBody>
            <a:bodyPr wrap="none" lIns="0" tIns="0" rIns="0" bIns="0" anchor="t">
              <a:noAutofit/>
            </a:bodyPr>
            <a:lstStyle>
              <a:defPPr algn="l">
                <a:defRPr sz="1771" b="1" i="0" kern="0" spc="0">
                  <a:ln w="39387">
                    <a:solidFill>
                      <a:srgbClr val="FFFFFF"/>
                    </a:solidFill>
                    <a:prstDash val="solid"/>
                  </a:ln>
                  <a:solidFill>
                    <a:srgbClr val="FFFFFF"/>
                  </a:solidFill>
                  <a:latin typeface="Inter"/>
                  <a:ea typeface="Inter"/>
                  <a:cs typeface="Inter"/>
                </a:defRPr>
              </a:defPPr>
              <a:lvl1pPr algn="l">
                <a:defRPr sz="1771" b="1" i="0" kern="0" spc="0">
                  <a:ln w="39387">
                    <a:solidFill>
                      <a:srgbClr val="FFFFFF"/>
                    </a:solidFill>
                    <a:prstDash val="solid"/>
                  </a:ln>
                  <a:solidFill>
                    <a:srgbClr val="FFFFFF"/>
                  </a:solidFill>
                  <a:latin typeface="Inter"/>
                  <a:ea typeface="Inter"/>
                  <a:cs typeface="Inter"/>
                </a:defRPr>
              </a:lvl1pPr>
              <a:lvl2pPr algn="l">
                <a:defRPr sz="1771" b="1" i="0" kern="0" spc="0">
                  <a:ln w="39387">
                    <a:solidFill>
                      <a:srgbClr val="FFFFFF"/>
                    </a:solidFill>
                    <a:prstDash val="solid"/>
                  </a:ln>
                  <a:solidFill>
                    <a:srgbClr val="FFFFFF"/>
                  </a:solidFill>
                  <a:latin typeface="Inter"/>
                  <a:ea typeface="Inter"/>
                  <a:cs typeface="Inter"/>
                </a:defRPr>
              </a:lvl2pPr>
              <a:lvl3pPr algn="l">
                <a:defRPr sz="1771" b="1" i="0" kern="0" spc="0">
                  <a:ln w="39387">
                    <a:solidFill>
                      <a:srgbClr val="FFFFFF"/>
                    </a:solidFill>
                    <a:prstDash val="solid"/>
                  </a:ln>
                  <a:solidFill>
                    <a:srgbClr val="FFFFFF"/>
                  </a:solidFill>
                  <a:latin typeface="Inter"/>
                  <a:ea typeface="Inter"/>
                  <a:cs typeface="Inter"/>
                </a:defRPr>
              </a:lvl3pPr>
              <a:lvl4pPr algn="l">
                <a:defRPr sz="1771" b="1" i="0" kern="0" spc="0">
                  <a:ln w="39387">
                    <a:solidFill>
                      <a:srgbClr val="FFFFFF"/>
                    </a:solidFill>
                    <a:prstDash val="solid"/>
                  </a:ln>
                  <a:solidFill>
                    <a:srgbClr val="FFFFFF"/>
                  </a:solidFill>
                  <a:latin typeface="Inter"/>
                  <a:ea typeface="Inter"/>
                  <a:cs typeface="Inter"/>
                </a:defRPr>
              </a:lvl4pPr>
              <a:lvl5pPr algn="l">
                <a:defRPr sz="1771" b="1" i="0" kern="0" spc="0">
                  <a:ln w="39387">
                    <a:solidFill>
                      <a:srgbClr val="FFFFFF"/>
                    </a:solidFill>
                    <a:prstDash val="solid"/>
                  </a:ln>
                  <a:solidFill>
                    <a:srgbClr val="FFFFFF"/>
                  </a:solidFill>
                  <a:latin typeface="Inter"/>
                  <a:ea typeface="Inter"/>
                  <a:cs typeface="Inter"/>
                </a:defRPr>
              </a:lvl5pPr>
              <a:lvl6pPr algn="l">
                <a:defRPr sz="1771" b="1" i="0" kern="0" spc="0">
                  <a:ln w="39387">
                    <a:solidFill>
                      <a:srgbClr val="FFFFFF"/>
                    </a:solidFill>
                    <a:prstDash val="solid"/>
                  </a:ln>
                  <a:solidFill>
                    <a:srgbClr val="FFFFFF"/>
                  </a:solidFill>
                  <a:latin typeface="Inter"/>
                  <a:ea typeface="Inter"/>
                  <a:cs typeface="Inter"/>
                </a:defRPr>
              </a:lvl6pPr>
              <a:lvl7pPr algn="l">
                <a:defRPr sz="1771" b="1" i="0" kern="0" spc="0">
                  <a:ln w="39387">
                    <a:solidFill>
                      <a:srgbClr val="FFFFFF"/>
                    </a:solidFill>
                    <a:prstDash val="solid"/>
                  </a:ln>
                  <a:solidFill>
                    <a:srgbClr val="FFFFFF"/>
                  </a:solidFill>
                  <a:latin typeface="Inter"/>
                  <a:ea typeface="Inter"/>
                  <a:cs typeface="Inter"/>
                </a:defRPr>
              </a:lvl7pPr>
              <a:lvl8pPr algn="l">
                <a:defRPr sz="1771" b="1" i="0" kern="0" spc="0">
                  <a:ln w="39387">
                    <a:solidFill>
                      <a:srgbClr val="FFFFFF"/>
                    </a:solidFill>
                    <a:prstDash val="solid"/>
                  </a:ln>
                  <a:solidFill>
                    <a:srgbClr val="FFFFFF"/>
                  </a:solidFill>
                  <a:latin typeface="Inter"/>
                  <a:ea typeface="Inter"/>
                  <a:cs typeface="Inter"/>
                </a:defRPr>
              </a:lvl8pPr>
              <a:lvl9pPr algn="l">
                <a:defRPr sz="1771" b="1" i="0" kern="0" spc="0">
                  <a:ln w="39387">
                    <a:solidFill>
                      <a:srgbClr val="FFFFFF"/>
                    </a:solidFill>
                    <a:prstDash val="solid"/>
                  </a:ln>
                  <a:solidFill>
                    <a:srgbClr val="FFFFFF"/>
                  </a:solidFill>
                  <a:latin typeface="Inter"/>
                  <a:ea typeface="Inter"/>
                  <a:cs typeface="Inter"/>
                </a:defRPr>
              </a:lvl9pPr>
            </a:lstStyle>
            <a:p>
              <a:pPr algn="l">
                <a:lnSpc>
                  <a:spcPct val="100000"/>
                </a:lnSpc>
                <a:buNone/>
                <a:defRPr sz="1771" b="1" i="0" kern="0" spc="0">
                  <a:solidFill>
                    <a:srgbClr val="FFFFFF"/>
                  </a:solidFill>
                  <a:latin typeface="Inter"/>
                  <a:ea typeface="Inter"/>
                  <a:cs typeface="Inter"/>
                </a:defRPr>
              </a:pPr>
              <a:r>
                <a:rPr sz="1771" b="1" i="0" kern="0" spc="0">
                  <a:ln w="39387">
                    <a:solidFill>
                      <a:srgbClr val="FFFFFF"/>
                    </a:solidFill>
                    <a:prstDash val="solid"/>
                  </a:ln>
                  <a:solidFill>
                    <a:srgbClr val="FFFFFF"/>
                  </a:solidFill>
                  <a:latin typeface="Inter"/>
                  <a:ea typeface="Inter"/>
                  <a:cs typeface="Inter"/>
                </a:rPr>
                <a:t>P</a:t>
              </a:r>
            </a:p>
          </p:txBody>
        </p:sp>
        <p:sp>
          <p:nvSpPr>
            <p:cNvPr id="129" name="s22 text 64">
              <a:extLst>
                <a:ext uri="{FF2B5EF4-FFF2-40B4-BE49-F238E27FC236}">
                  <a16:creationId xmlns:a16="http://schemas.microsoft.com/office/drawing/2014/main" id="{40F2A355-7EE9-4BD7-A15A-EF26ADCDAC2D}"/>
                </a:ext>
              </a:extLst>
            </p:cNvPr>
            <p:cNvSpPr>
              <a:spLocks noGrp="1"/>
            </p:cNvSpPr>
            <p:nvPr/>
          </p:nvSpPr>
          <p:spPr>
            <a:xfrm>
              <a:off x="5885007" y="3439785"/>
              <a:ext cx="235743" cy="313017"/>
            </a:xfrm>
            <a:prstGeom prst="rect">
              <a:avLst/>
            </a:prstGeom>
            <a:noFill/>
            <a:ln w="0">
              <a:noFill/>
              <a:prstDash val="solid"/>
            </a:ln>
          </p:spPr>
          <p:txBody>
            <a:bodyPr wrap="none" lIns="0" tIns="0" rIns="0" bIns="0" anchor="t">
              <a:noAutofit/>
            </a:bodyPr>
            <a:lstStyle>
              <a:defPPr algn="l">
                <a:defRPr sz="1771" b="1" i="0" kern="0" spc="0">
                  <a:solidFill>
                    <a:srgbClr val="0A2540"/>
                  </a:solidFill>
                  <a:latin typeface="Inter"/>
                  <a:ea typeface="Inter"/>
                  <a:cs typeface="Inter"/>
                </a:defRPr>
              </a:defPPr>
              <a:lvl1pPr algn="l">
                <a:defRPr sz="1771" b="1" i="0" kern="0" spc="0">
                  <a:solidFill>
                    <a:srgbClr val="0A2540"/>
                  </a:solidFill>
                  <a:latin typeface="Inter"/>
                  <a:ea typeface="Inter"/>
                  <a:cs typeface="Inter"/>
                </a:defRPr>
              </a:lvl1pPr>
              <a:lvl2pPr algn="l">
                <a:defRPr sz="1771" b="1" i="0" kern="0" spc="0">
                  <a:solidFill>
                    <a:srgbClr val="0A2540"/>
                  </a:solidFill>
                  <a:latin typeface="Inter"/>
                  <a:ea typeface="Inter"/>
                  <a:cs typeface="Inter"/>
                </a:defRPr>
              </a:lvl2pPr>
              <a:lvl3pPr algn="l">
                <a:defRPr sz="1771" b="1" i="0" kern="0" spc="0">
                  <a:solidFill>
                    <a:srgbClr val="0A2540"/>
                  </a:solidFill>
                  <a:latin typeface="Inter"/>
                  <a:ea typeface="Inter"/>
                  <a:cs typeface="Inter"/>
                </a:defRPr>
              </a:lvl3pPr>
              <a:lvl4pPr algn="l">
                <a:defRPr sz="1771" b="1" i="0" kern="0" spc="0">
                  <a:solidFill>
                    <a:srgbClr val="0A2540"/>
                  </a:solidFill>
                  <a:latin typeface="Inter"/>
                  <a:ea typeface="Inter"/>
                  <a:cs typeface="Inter"/>
                </a:defRPr>
              </a:lvl4pPr>
              <a:lvl5pPr algn="l">
                <a:defRPr sz="1771" b="1" i="0" kern="0" spc="0">
                  <a:solidFill>
                    <a:srgbClr val="0A2540"/>
                  </a:solidFill>
                  <a:latin typeface="Inter"/>
                  <a:ea typeface="Inter"/>
                  <a:cs typeface="Inter"/>
                </a:defRPr>
              </a:lvl5pPr>
              <a:lvl6pPr algn="l">
                <a:defRPr sz="1771" b="1" i="0" kern="0" spc="0">
                  <a:solidFill>
                    <a:srgbClr val="0A2540"/>
                  </a:solidFill>
                  <a:latin typeface="Inter"/>
                  <a:ea typeface="Inter"/>
                  <a:cs typeface="Inter"/>
                </a:defRPr>
              </a:lvl6pPr>
              <a:lvl7pPr algn="l">
                <a:defRPr sz="1771" b="1" i="0" kern="0" spc="0">
                  <a:solidFill>
                    <a:srgbClr val="0A2540"/>
                  </a:solidFill>
                  <a:latin typeface="Inter"/>
                  <a:ea typeface="Inter"/>
                  <a:cs typeface="Inter"/>
                </a:defRPr>
              </a:lvl7pPr>
              <a:lvl8pPr algn="l">
                <a:defRPr sz="1771" b="1" i="0" kern="0" spc="0">
                  <a:solidFill>
                    <a:srgbClr val="0A2540"/>
                  </a:solidFill>
                  <a:latin typeface="Inter"/>
                  <a:ea typeface="Inter"/>
                  <a:cs typeface="Inter"/>
                </a:defRPr>
              </a:lvl8pPr>
              <a:lvl9pPr algn="l">
                <a:defRPr sz="1771" b="1" i="0" kern="0" spc="0">
                  <a:solidFill>
                    <a:srgbClr val="0A2540"/>
                  </a:solidFill>
                  <a:latin typeface="Inter"/>
                  <a:ea typeface="Inter"/>
                  <a:cs typeface="Inter"/>
                </a:defRPr>
              </a:lvl9pPr>
            </a:lstStyle>
            <a:p>
              <a:pPr algn="l">
                <a:lnSpc>
                  <a:spcPct val="100000"/>
                </a:lnSpc>
                <a:buNone/>
                <a:defRPr sz="1771" b="1" i="0" kern="0" spc="0">
                  <a:solidFill>
                    <a:srgbClr val="0A2540"/>
                  </a:solidFill>
                  <a:latin typeface="Inter"/>
                  <a:ea typeface="Inter"/>
                  <a:cs typeface="Inter"/>
                </a:defRPr>
              </a:pPr>
              <a:r>
                <a:rPr sz="1771" b="1" i="0" kern="0" spc="0">
                  <a:solidFill>
                    <a:srgbClr val="0A2540"/>
                  </a:solidFill>
                  <a:latin typeface="Inter"/>
                  <a:ea typeface="Inter"/>
                  <a:cs typeface="Inter"/>
                </a:rPr>
                <a:t>P</a:t>
              </a:r>
            </a:p>
          </p:txBody>
        </p:sp>
        <p:sp>
          <p:nvSpPr>
            <p:cNvPr id="130" name="s22 text 65 halo">
              <a:extLst>
                <a:ext uri="{FF2B5EF4-FFF2-40B4-BE49-F238E27FC236}">
                  <a16:creationId xmlns:a16="http://schemas.microsoft.com/office/drawing/2014/main" id="{E4450034-E3D3-4C58-B6DE-0E97A7D3C6C3}"/>
                </a:ext>
              </a:extLst>
            </p:cNvPr>
            <p:cNvSpPr>
              <a:spLocks noGrp="1"/>
            </p:cNvSpPr>
            <p:nvPr/>
          </p:nvSpPr>
          <p:spPr>
            <a:xfrm>
              <a:off x="5992610" y="3579992"/>
              <a:ext cx="146816" cy="163417"/>
            </a:xfrm>
            <a:prstGeom prst="rect">
              <a:avLst/>
            </a:prstGeom>
            <a:noFill/>
            <a:ln w="0">
              <a:noFill/>
              <a:prstDash val="solid"/>
            </a:ln>
          </p:spPr>
          <p:txBody>
            <a:bodyPr wrap="none" lIns="0" tIns="0" rIns="0" bIns="0" anchor="t">
              <a:noAutofit/>
            </a:bodyPr>
            <a:lstStyle>
              <a:defPPr algn="l">
                <a:defRPr sz="925" b="1" i="0" kern="0" spc="0">
                  <a:ln w="39387">
                    <a:solidFill>
                      <a:srgbClr val="FFFFFF"/>
                    </a:solidFill>
                    <a:prstDash val="solid"/>
                  </a:ln>
                  <a:solidFill>
                    <a:srgbClr val="FFFFFF"/>
                  </a:solidFill>
                  <a:latin typeface="Inter"/>
                  <a:ea typeface="Inter"/>
                  <a:cs typeface="Inter"/>
                </a:defRPr>
              </a:defPPr>
              <a:lvl1pPr algn="l">
                <a:defRPr sz="925" b="1" i="0" kern="0" spc="0">
                  <a:ln w="39387">
                    <a:solidFill>
                      <a:srgbClr val="FFFFFF"/>
                    </a:solidFill>
                    <a:prstDash val="solid"/>
                  </a:ln>
                  <a:solidFill>
                    <a:srgbClr val="FFFFFF"/>
                  </a:solidFill>
                  <a:latin typeface="Inter"/>
                  <a:ea typeface="Inter"/>
                  <a:cs typeface="Inter"/>
                </a:defRPr>
              </a:lvl1pPr>
              <a:lvl2pPr algn="l">
                <a:defRPr sz="925" b="1" i="0" kern="0" spc="0">
                  <a:ln w="39387">
                    <a:solidFill>
                      <a:srgbClr val="FFFFFF"/>
                    </a:solidFill>
                    <a:prstDash val="solid"/>
                  </a:ln>
                  <a:solidFill>
                    <a:srgbClr val="FFFFFF"/>
                  </a:solidFill>
                  <a:latin typeface="Inter"/>
                  <a:ea typeface="Inter"/>
                  <a:cs typeface="Inter"/>
                </a:defRPr>
              </a:lvl2pPr>
              <a:lvl3pPr algn="l">
                <a:defRPr sz="925" b="1" i="0" kern="0" spc="0">
                  <a:ln w="39387">
                    <a:solidFill>
                      <a:srgbClr val="FFFFFF"/>
                    </a:solidFill>
                    <a:prstDash val="solid"/>
                  </a:ln>
                  <a:solidFill>
                    <a:srgbClr val="FFFFFF"/>
                  </a:solidFill>
                  <a:latin typeface="Inter"/>
                  <a:ea typeface="Inter"/>
                  <a:cs typeface="Inter"/>
                </a:defRPr>
              </a:lvl3pPr>
              <a:lvl4pPr algn="l">
                <a:defRPr sz="925" b="1" i="0" kern="0" spc="0">
                  <a:ln w="39387">
                    <a:solidFill>
                      <a:srgbClr val="FFFFFF"/>
                    </a:solidFill>
                    <a:prstDash val="solid"/>
                  </a:ln>
                  <a:solidFill>
                    <a:srgbClr val="FFFFFF"/>
                  </a:solidFill>
                  <a:latin typeface="Inter"/>
                  <a:ea typeface="Inter"/>
                  <a:cs typeface="Inter"/>
                </a:defRPr>
              </a:lvl4pPr>
              <a:lvl5pPr algn="l">
                <a:defRPr sz="925" b="1" i="0" kern="0" spc="0">
                  <a:ln w="39387">
                    <a:solidFill>
                      <a:srgbClr val="FFFFFF"/>
                    </a:solidFill>
                    <a:prstDash val="solid"/>
                  </a:ln>
                  <a:solidFill>
                    <a:srgbClr val="FFFFFF"/>
                  </a:solidFill>
                  <a:latin typeface="Inter"/>
                  <a:ea typeface="Inter"/>
                  <a:cs typeface="Inter"/>
                </a:defRPr>
              </a:lvl5pPr>
              <a:lvl6pPr algn="l">
                <a:defRPr sz="925" b="1" i="0" kern="0" spc="0">
                  <a:ln w="39387">
                    <a:solidFill>
                      <a:srgbClr val="FFFFFF"/>
                    </a:solidFill>
                    <a:prstDash val="solid"/>
                  </a:ln>
                  <a:solidFill>
                    <a:srgbClr val="FFFFFF"/>
                  </a:solidFill>
                  <a:latin typeface="Inter"/>
                  <a:ea typeface="Inter"/>
                  <a:cs typeface="Inter"/>
                </a:defRPr>
              </a:lvl6pPr>
              <a:lvl7pPr algn="l">
                <a:defRPr sz="925" b="1" i="0" kern="0" spc="0">
                  <a:ln w="39387">
                    <a:solidFill>
                      <a:srgbClr val="FFFFFF"/>
                    </a:solidFill>
                    <a:prstDash val="solid"/>
                  </a:ln>
                  <a:solidFill>
                    <a:srgbClr val="FFFFFF"/>
                  </a:solidFill>
                  <a:latin typeface="Inter"/>
                  <a:ea typeface="Inter"/>
                  <a:cs typeface="Inter"/>
                </a:defRPr>
              </a:lvl7pPr>
              <a:lvl8pPr algn="l">
                <a:defRPr sz="925" b="1" i="0" kern="0" spc="0">
                  <a:ln w="39387">
                    <a:solidFill>
                      <a:srgbClr val="FFFFFF"/>
                    </a:solidFill>
                    <a:prstDash val="solid"/>
                  </a:ln>
                  <a:solidFill>
                    <a:srgbClr val="FFFFFF"/>
                  </a:solidFill>
                  <a:latin typeface="Inter"/>
                  <a:ea typeface="Inter"/>
                  <a:cs typeface="Inter"/>
                </a:defRPr>
              </a:lvl8pPr>
              <a:lvl9pPr algn="l">
                <a:defRPr sz="925" b="1" i="0" kern="0" spc="0">
                  <a:ln w="39387">
                    <a:solidFill>
                      <a:srgbClr val="FFFFFF"/>
                    </a:solidFill>
                    <a:prstDash val="solid"/>
                  </a:ln>
                  <a:solidFill>
                    <a:srgbClr val="FFFFFF"/>
                  </a:solidFill>
                  <a:latin typeface="Inter"/>
                  <a:ea typeface="Inter"/>
                  <a:cs typeface="Inter"/>
                </a:defRPr>
              </a:lvl9pPr>
            </a:lstStyle>
            <a:p>
              <a:pPr algn="l">
                <a:lnSpc>
                  <a:spcPct val="100000"/>
                </a:lnSpc>
                <a:buNone/>
                <a:defRPr sz="925" b="1" i="0" kern="0" spc="0">
                  <a:solidFill>
                    <a:srgbClr val="FFFFFF"/>
                  </a:solidFill>
                  <a:latin typeface="Inter"/>
                  <a:ea typeface="Inter"/>
                  <a:cs typeface="Inter"/>
                </a:defRPr>
              </a:pPr>
              <a:r>
                <a:rPr sz="925" b="1" i="0" kern="0" spc="0">
                  <a:ln w="39387">
                    <a:solidFill>
                      <a:srgbClr val="FFFFFF"/>
                    </a:solidFill>
                    <a:prstDash val="solid"/>
                  </a:ln>
                  <a:solidFill>
                    <a:srgbClr val="FFFFFF"/>
                  </a:solidFill>
                  <a:latin typeface="Inter"/>
                  <a:ea typeface="Inter"/>
                  <a:cs typeface="Inter"/>
                </a:rPr>
                <a:t>w</a:t>
              </a:r>
            </a:p>
          </p:txBody>
        </p:sp>
        <p:sp>
          <p:nvSpPr>
            <p:cNvPr id="131" name="s22 text 65">
              <a:extLst>
                <a:ext uri="{FF2B5EF4-FFF2-40B4-BE49-F238E27FC236}">
                  <a16:creationId xmlns:a16="http://schemas.microsoft.com/office/drawing/2014/main" id="{8E76E070-EB1B-4760-ABB5-938B5740C543}"/>
                </a:ext>
              </a:extLst>
            </p:cNvPr>
            <p:cNvSpPr>
              <a:spLocks noGrp="1"/>
            </p:cNvSpPr>
            <p:nvPr/>
          </p:nvSpPr>
          <p:spPr>
            <a:xfrm>
              <a:off x="5992610" y="3579992"/>
              <a:ext cx="146816" cy="163417"/>
            </a:xfrm>
            <a:prstGeom prst="rect">
              <a:avLst/>
            </a:prstGeom>
            <a:noFill/>
            <a:ln w="0">
              <a:noFill/>
              <a:prstDash val="solid"/>
            </a:ln>
          </p:spPr>
          <p:txBody>
            <a:bodyPr wrap="none" lIns="0" tIns="0" rIns="0" bIns="0" anchor="t">
              <a:noAutofit/>
            </a:bodyPr>
            <a:lstStyle>
              <a:defPPr algn="l">
                <a:defRPr sz="925" b="1" i="0" kern="0" spc="0">
                  <a:solidFill>
                    <a:srgbClr val="0A2540"/>
                  </a:solidFill>
                  <a:latin typeface="Inter"/>
                  <a:ea typeface="Inter"/>
                  <a:cs typeface="Inter"/>
                </a:defRPr>
              </a:defPPr>
              <a:lvl1pPr algn="l">
                <a:defRPr sz="925" b="1" i="0" kern="0" spc="0">
                  <a:solidFill>
                    <a:srgbClr val="0A2540"/>
                  </a:solidFill>
                  <a:latin typeface="Inter"/>
                  <a:ea typeface="Inter"/>
                  <a:cs typeface="Inter"/>
                </a:defRPr>
              </a:lvl1pPr>
              <a:lvl2pPr algn="l">
                <a:defRPr sz="925" b="1" i="0" kern="0" spc="0">
                  <a:solidFill>
                    <a:srgbClr val="0A2540"/>
                  </a:solidFill>
                  <a:latin typeface="Inter"/>
                  <a:ea typeface="Inter"/>
                  <a:cs typeface="Inter"/>
                </a:defRPr>
              </a:lvl2pPr>
              <a:lvl3pPr algn="l">
                <a:defRPr sz="925" b="1" i="0" kern="0" spc="0">
                  <a:solidFill>
                    <a:srgbClr val="0A2540"/>
                  </a:solidFill>
                  <a:latin typeface="Inter"/>
                  <a:ea typeface="Inter"/>
                  <a:cs typeface="Inter"/>
                </a:defRPr>
              </a:lvl3pPr>
              <a:lvl4pPr algn="l">
                <a:defRPr sz="925" b="1" i="0" kern="0" spc="0">
                  <a:solidFill>
                    <a:srgbClr val="0A2540"/>
                  </a:solidFill>
                  <a:latin typeface="Inter"/>
                  <a:ea typeface="Inter"/>
                  <a:cs typeface="Inter"/>
                </a:defRPr>
              </a:lvl4pPr>
              <a:lvl5pPr algn="l">
                <a:defRPr sz="925" b="1" i="0" kern="0" spc="0">
                  <a:solidFill>
                    <a:srgbClr val="0A2540"/>
                  </a:solidFill>
                  <a:latin typeface="Inter"/>
                  <a:ea typeface="Inter"/>
                  <a:cs typeface="Inter"/>
                </a:defRPr>
              </a:lvl5pPr>
              <a:lvl6pPr algn="l">
                <a:defRPr sz="925" b="1" i="0" kern="0" spc="0">
                  <a:solidFill>
                    <a:srgbClr val="0A2540"/>
                  </a:solidFill>
                  <a:latin typeface="Inter"/>
                  <a:ea typeface="Inter"/>
                  <a:cs typeface="Inter"/>
                </a:defRPr>
              </a:lvl6pPr>
              <a:lvl7pPr algn="l">
                <a:defRPr sz="925" b="1" i="0" kern="0" spc="0">
                  <a:solidFill>
                    <a:srgbClr val="0A2540"/>
                  </a:solidFill>
                  <a:latin typeface="Inter"/>
                  <a:ea typeface="Inter"/>
                  <a:cs typeface="Inter"/>
                </a:defRPr>
              </a:lvl7pPr>
              <a:lvl8pPr algn="l">
                <a:defRPr sz="925" b="1" i="0" kern="0" spc="0">
                  <a:solidFill>
                    <a:srgbClr val="0A2540"/>
                  </a:solidFill>
                  <a:latin typeface="Inter"/>
                  <a:ea typeface="Inter"/>
                  <a:cs typeface="Inter"/>
                </a:defRPr>
              </a:lvl8pPr>
              <a:lvl9pPr algn="l">
                <a:defRPr sz="925" b="1" i="0" kern="0" spc="0">
                  <a:solidFill>
                    <a:srgbClr val="0A2540"/>
                  </a:solidFill>
                  <a:latin typeface="Inter"/>
                  <a:ea typeface="Inter"/>
                  <a:cs typeface="Inter"/>
                </a:defRPr>
              </a:lvl9pPr>
            </a:lstStyle>
            <a:p>
              <a:pPr algn="l">
                <a:lnSpc>
                  <a:spcPct val="100000"/>
                </a:lnSpc>
                <a:buNone/>
                <a:defRPr sz="925" b="1" i="0" kern="0" spc="0">
                  <a:solidFill>
                    <a:srgbClr val="0A2540"/>
                  </a:solidFill>
                  <a:latin typeface="Inter"/>
                  <a:ea typeface="Inter"/>
                  <a:cs typeface="Inter"/>
                </a:defRPr>
              </a:pPr>
              <a:r>
                <a:rPr sz="925" b="1" i="0" kern="0" spc="0">
                  <a:solidFill>
                    <a:srgbClr val="0A2540"/>
                  </a:solidFill>
                  <a:latin typeface="Inter"/>
                  <a:ea typeface="Inter"/>
                  <a:cs typeface="Inter"/>
                </a:rPr>
                <a:t>w</a:t>
              </a:r>
            </a:p>
          </p:txBody>
        </p:sp>
        <p:sp>
          <p:nvSpPr>
            <p:cNvPr id="132" name="s22 text 66 halo">
              <a:extLst>
                <a:ext uri="{FF2B5EF4-FFF2-40B4-BE49-F238E27FC236}">
                  <a16:creationId xmlns:a16="http://schemas.microsoft.com/office/drawing/2014/main" id="{FBC6009C-1CAB-4CAC-A130-D96CD7582172}"/>
                </a:ext>
              </a:extLst>
            </p:cNvPr>
            <p:cNvSpPr>
              <a:spLocks noGrp="1"/>
            </p:cNvSpPr>
            <p:nvPr/>
          </p:nvSpPr>
          <p:spPr>
            <a:xfrm>
              <a:off x="6065499" y="3439785"/>
              <a:ext cx="1093060" cy="313017"/>
            </a:xfrm>
            <a:prstGeom prst="rect">
              <a:avLst/>
            </a:prstGeom>
            <a:noFill/>
            <a:ln w="0">
              <a:noFill/>
              <a:prstDash val="solid"/>
            </a:ln>
          </p:spPr>
          <p:txBody>
            <a:bodyPr wrap="none" lIns="0" tIns="0" rIns="0" bIns="0" anchor="t">
              <a:noAutofit/>
            </a:bodyPr>
            <a:lstStyle>
              <a:defPPr algn="l">
                <a:defRPr sz="1771" b="1" i="0" kern="0" spc="-8">
                  <a:ln w="39387">
                    <a:solidFill>
                      <a:srgbClr val="FFFFFF"/>
                    </a:solidFill>
                    <a:prstDash val="solid"/>
                  </a:ln>
                  <a:solidFill>
                    <a:srgbClr val="FFFFFF"/>
                  </a:solidFill>
                  <a:latin typeface="Inter"/>
                  <a:ea typeface="Inter"/>
                  <a:cs typeface="Inter"/>
                </a:defRPr>
              </a:defPPr>
              <a:lvl1pPr algn="l">
                <a:defRPr sz="1771" b="1" i="0" kern="0" spc="-8">
                  <a:ln w="39387">
                    <a:solidFill>
                      <a:srgbClr val="FFFFFF"/>
                    </a:solidFill>
                    <a:prstDash val="solid"/>
                  </a:ln>
                  <a:solidFill>
                    <a:srgbClr val="FFFFFF"/>
                  </a:solidFill>
                  <a:latin typeface="Inter"/>
                  <a:ea typeface="Inter"/>
                  <a:cs typeface="Inter"/>
                </a:defRPr>
              </a:lvl1pPr>
              <a:lvl2pPr algn="l">
                <a:defRPr sz="1771" b="1" i="0" kern="0" spc="-8">
                  <a:ln w="39387">
                    <a:solidFill>
                      <a:srgbClr val="FFFFFF"/>
                    </a:solidFill>
                    <a:prstDash val="solid"/>
                  </a:ln>
                  <a:solidFill>
                    <a:srgbClr val="FFFFFF"/>
                  </a:solidFill>
                  <a:latin typeface="Inter"/>
                  <a:ea typeface="Inter"/>
                  <a:cs typeface="Inter"/>
                </a:defRPr>
              </a:lvl2pPr>
              <a:lvl3pPr algn="l">
                <a:defRPr sz="1771" b="1" i="0" kern="0" spc="-8">
                  <a:ln w="39387">
                    <a:solidFill>
                      <a:srgbClr val="FFFFFF"/>
                    </a:solidFill>
                    <a:prstDash val="solid"/>
                  </a:ln>
                  <a:solidFill>
                    <a:srgbClr val="FFFFFF"/>
                  </a:solidFill>
                  <a:latin typeface="Inter"/>
                  <a:ea typeface="Inter"/>
                  <a:cs typeface="Inter"/>
                </a:defRPr>
              </a:lvl3pPr>
              <a:lvl4pPr algn="l">
                <a:defRPr sz="1771" b="1" i="0" kern="0" spc="-8">
                  <a:ln w="39387">
                    <a:solidFill>
                      <a:srgbClr val="FFFFFF"/>
                    </a:solidFill>
                    <a:prstDash val="solid"/>
                  </a:ln>
                  <a:solidFill>
                    <a:srgbClr val="FFFFFF"/>
                  </a:solidFill>
                  <a:latin typeface="Inter"/>
                  <a:ea typeface="Inter"/>
                  <a:cs typeface="Inter"/>
                </a:defRPr>
              </a:lvl4pPr>
              <a:lvl5pPr algn="l">
                <a:defRPr sz="1771" b="1" i="0" kern="0" spc="-8">
                  <a:ln w="39387">
                    <a:solidFill>
                      <a:srgbClr val="FFFFFF"/>
                    </a:solidFill>
                    <a:prstDash val="solid"/>
                  </a:ln>
                  <a:solidFill>
                    <a:srgbClr val="FFFFFF"/>
                  </a:solidFill>
                  <a:latin typeface="Inter"/>
                  <a:ea typeface="Inter"/>
                  <a:cs typeface="Inter"/>
                </a:defRPr>
              </a:lvl5pPr>
              <a:lvl6pPr algn="l">
                <a:defRPr sz="1771" b="1" i="0" kern="0" spc="-8">
                  <a:ln w="39387">
                    <a:solidFill>
                      <a:srgbClr val="FFFFFF"/>
                    </a:solidFill>
                    <a:prstDash val="solid"/>
                  </a:ln>
                  <a:solidFill>
                    <a:srgbClr val="FFFFFF"/>
                  </a:solidFill>
                  <a:latin typeface="Inter"/>
                  <a:ea typeface="Inter"/>
                  <a:cs typeface="Inter"/>
                </a:defRPr>
              </a:lvl6pPr>
              <a:lvl7pPr algn="l">
                <a:defRPr sz="1771" b="1" i="0" kern="0" spc="-8">
                  <a:ln w="39387">
                    <a:solidFill>
                      <a:srgbClr val="FFFFFF"/>
                    </a:solidFill>
                    <a:prstDash val="solid"/>
                  </a:ln>
                  <a:solidFill>
                    <a:srgbClr val="FFFFFF"/>
                  </a:solidFill>
                  <a:latin typeface="Inter"/>
                  <a:ea typeface="Inter"/>
                  <a:cs typeface="Inter"/>
                </a:defRPr>
              </a:lvl7pPr>
              <a:lvl8pPr algn="l">
                <a:defRPr sz="1771" b="1" i="0" kern="0" spc="-8">
                  <a:ln w="39387">
                    <a:solidFill>
                      <a:srgbClr val="FFFFFF"/>
                    </a:solidFill>
                    <a:prstDash val="solid"/>
                  </a:ln>
                  <a:solidFill>
                    <a:srgbClr val="FFFFFF"/>
                  </a:solidFill>
                  <a:latin typeface="Inter"/>
                  <a:ea typeface="Inter"/>
                  <a:cs typeface="Inter"/>
                </a:defRPr>
              </a:lvl8pPr>
              <a:lvl9pPr algn="l">
                <a:defRPr sz="1771" b="1" i="0" kern="0" spc="-8">
                  <a:ln w="39387">
                    <a:solidFill>
                      <a:srgbClr val="FFFFFF"/>
                    </a:solidFill>
                    <a:prstDash val="solid"/>
                  </a:ln>
                  <a:solidFill>
                    <a:srgbClr val="FFFFFF"/>
                  </a:solidFill>
                  <a:latin typeface="Inter"/>
                  <a:ea typeface="Inter"/>
                  <a:cs typeface="Inter"/>
                </a:defRPr>
              </a:lvl9pPr>
            </a:lstStyle>
            <a:p>
              <a:pPr algn="l">
                <a:lnSpc>
                  <a:spcPct val="100000"/>
                </a:lnSpc>
                <a:buNone/>
                <a:defRPr sz="1771" b="1" i="0" kern="0" spc="-8">
                  <a:solidFill>
                    <a:srgbClr val="FFFFFF"/>
                  </a:solidFill>
                  <a:latin typeface="Inter"/>
                  <a:ea typeface="Inter"/>
                  <a:cs typeface="Inter"/>
                </a:defRPr>
              </a:pPr>
              <a:r>
                <a:rPr sz="1771" b="1" i="0" kern="0" spc="-8">
                  <a:ln w="39387">
                    <a:solidFill>
                      <a:srgbClr val="FFFFFF"/>
                    </a:solidFill>
                    <a:prstDash val="solid"/>
                  </a:ln>
                  <a:solidFill>
                    <a:srgbClr val="FFFFFF"/>
                  </a:solidFill>
                  <a:latin typeface="Inter"/>
                  <a:ea typeface="Inter"/>
                  <a:cs typeface="Inter"/>
                </a:rPr>
                <a:t>+ t = 400</a:t>
              </a:r>
            </a:p>
          </p:txBody>
        </p:sp>
        <p:sp>
          <p:nvSpPr>
            <p:cNvPr id="133" name="s22 text 66">
              <a:extLst>
                <a:ext uri="{FF2B5EF4-FFF2-40B4-BE49-F238E27FC236}">
                  <a16:creationId xmlns:a16="http://schemas.microsoft.com/office/drawing/2014/main" id="{8138C7DE-27C0-476E-B868-A4128B07480D}"/>
                </a:ext>
              </a:extLst>
            </p:cNvPr>
            <p:cNvSpPr>
              <a:spLocks noGrp="1"/>
            </p:cNvSpPr>
            <p:nvPr/>
          </p:nvSpPr>
          <p:spPr>
            <a:xfrm>
              <a:off x="6065499" y="3439785"/>
              <a:ext cx="1093060" cy="313017"/>
            </a:xfrm>
            <a:prstGeom prst="rect">
              <a:avLst/>
            </a:prstGeom>
            <a:noFill/>
            <a:ln w="0">
              <a:noFill/>
              <a:prstDash val="solid"/>
            </a:ln>
          </p:spPr>
          <p:txBody>
            <a:bodyPr wrap="none" lIns="0" tIns="0" rIns="0" bIns="0" anchor="t">
              <a:noAutofit/>
            </a:bodyPr>
            <a:lstStyle>
              <a:defPPr algn="l">
                <a:defRPr sz="1771" b="1" i="0" kern="0" spc="-8">
                  <a:solidFill>
                    <a:srgbClr val="0A2540"/>
                  </a:solidFill>
                  <a:latin typeface="Inter"/>
                  <a:ea typeface="Inter"/>
                  <a:cs typeface="Inter"/>
                </a:defRPr>
              </a:defPPr>
              <a:lvl1pPr algn="l">
                <a:defRPr sz="1771" b="1" i="0" kern="0" spc="-8">
                  <a:solidFill>
                    <a:srgbClr val="0A2540"/>
                  </a:solidFill>
                  <a:latin typeface="Inter"/>
                  <a:ea typeface="Inter"/>
                  <a:cs typeface="Inter"/>
                </a:defRPr>
              </a:lvl1pPr>
              <a:lvl2pPr algn="l">
                <a:defRPr sz="1771" b="1" i="0" kern="0" spc="-8">
                  <a:solidFill>
                    <a:srgbClr val="0A2540"/>
                  </a:solidFill>
                  <a:latin typeface="Inter"/>
                  <a:ea typeface="Inter"/>
                  <a:cs typeface="Inter"/>
                </a:defRPr>
              </a:lvl2pPr>
              <a:lvl3pPr algn="l">
                <a:defRPr sz="1771" b="1" i="0" kern="0" spc="-8">
                  <a:solidFill>
                    <a:srgbClr val="0A2540"/>
                  </a:solidFill>
                  <a:latin typeface="Inter"/>
                  <a:ea typeface="Inter"/>
                  <a:cs typeface="Inter"/>
                </a:defRPr>
              </a:lvl3pPr>
              <a:lvl4pPr algn="l">
                <a:defRPr sz="1771" b="1" i="0" kern="0" spc="-8">
                  <a:solidFill>
                    <a:srgbClr val="0A2540"/>
                  </a:solidFill>
                  <a:latin typeface="Inter"/>
                  <a:ea typeface="Inter"/>
                  <a:cs typeface="Inter"/>
                </a:defRPr>
              </a:lvl4pPr>
              <a:lvl5pPr algn="l">
                <a:defRPr sz="1771" b="1" i="0" kern="0" spc="-8">
                  <a:solidFill>
                    <a:srgbClr val="0A2540"/>
                  </a:solidFill>
                  <a:latin typeface="Inter"/>
                  <a:ea typeface="Inter"/>
                  <a:cs typeface="Inter"/>
                </a:defRPr>
              </a:lvl5pPr>
              <a:lvl6pPr algn="l">
                <a:defRPr sz="1771" b="1" i="0" kern="0" spc="-8">
                  <a:solidFill>
                    <a:srgbClr val="0A2540"/>
                  </a:solidFill>
                  <a:latin typeface="Inter"/>
                  <a:ea typeface="Inter"/>
                  <a:cs typeface="Inter"/>
                </a:defRPr>
              </a:lvl6pPr>
              <a:lvl7pPr algn="l">
                <a:defRPr sz="1771" b="1" i="0" kern="0" spc="-8">
                  <a:solidFill>
                    <a:srgbClr val="0A2540"/>
                  </a:solidFill>
                  <a:latin typeface="Inter"/>
                  <a:ea typeface="Inter"/>
                  <a:cs typeface="Inter"/>
                </a:defRPr>
              </a:lvl7pPr>
              <a:lvl8pPr algn="l">
                <a:defRPr sz="1771" b="1" i="0" kern="0" spc="-8">
                  <a:solidFill>
                    <a:srgbClr val="0A2540"/>
                  </a:solidFill>
                  <a:latin typeface="Inter"/>
                  <a:ea typeface="Inter"/>
                  <a:cs typeface="Inter"/>
                </a:defRPr>
              </a:lvl8pPr>
              <a:lvl9pPr algn="l">
                <a:defRPr sz="1771" b="1" i="0" kern="0" spc="-8">
                  <a:solidFill>
                    <a:srgbClr val="0A2540"/>
                  </a:solidFill>
                  <a:latin typeface="Inter"/>
                  <a:ea typeface="Inter"/>
                  <a:cs typeface="Inter"/>
                </a:defRPr>
              </a:lvl9pPr>
            </a:lstStyle>
            <a:p>
              <a:pPr algn="l">
                <a:lnSpc>
                  <a:spcPct val="100000"/>
                </a:lnSpc>
                <a:buNone/>
                <a:defRPr sz="1771" b="1" i="0" kern="0" spc="-8">
                  <a:solidFill>
                    <a:srgbClr val="0A2540"/>
                  </a:solidFill>
                  <a:latin typeface="Inter"/>
                  <a:ea typeface="Inter"/>
                  <a:cs typeface="Inter"/>
                </a:defRPr>
              </a:pPr>
              <a:r>
                <a:rPr sz="1771" b="1" i="0" kern="0" spc="-8">
                  <a:solidFill>
                    <a:srgbClr val="0A2540"/>
                  </a:solidFill>
                  <a:latin typeface="Inter"/>
                  <a:ea typeface="Inter"/>
                  <a:cs typeface="Inter"/>
                </a:rPr>
                <a:t>+ t = 400</a:t>
              </a:r>
            </a:p>
          </p:txBody>
        </p:sp>
        <p:sp>
          <p:nvSpPr>
            <p:cNvPr id="134" name="s22 text 67">
              <a:extLst>
                <a:ext uri="{FF2B5EF4-FFF2-40B4-BE49-F238E27FC236}">
                  <a16:creationId xmlns:a16="http://schemas.microsoft.com/office/drawing/2014/main" id="{C3E83E1C-7C80-45E2-850B-85AA867E9769}"/>
                </a:ext>
              </a:extLst>
            </p:cNvPr>
            <p:cNvSpPr>
              <a:spLocks noGrp="1"/>
            </p:cNvSpPr>
            <p:nvPr/>
          </p:nvSpPr>
          <p:spPr>
            <a:xfrm>
              <a:off x="4400335" y="3846369"/>
              <a:ext cx="186461" cy="226836"/>
            </a:xfrm>
            <a:prstGeom prst="rect">
              <a:avLst/>
            </a:prstGeom>
            <a:noFill/>
            <a:ln w="0">
              <a:noFill/>
              <a:prstDash val="solid"/>
            </a:ln>
          </p:spPr>
          <p:txBody>
            <a:bodyPr wrap="none" lIns="0" tIns="0" rIns="0" bIns="0" anchor="t">
              <a:noAutofit/>
            </a:bodyPr>
            <a:lstStyle>
              <a:defPPr algn="l">
                <a:defRPr sz="1284" b="0" i="0" kern="0" spc="0">
                  <a:solidFill>
                    <a:srgbClr val="FFFFFF"/>
                  </a:solidFill>
                  <a:latin typeface="Inter ExtraBold"/>
                  <a:ea typeface="Inter ExtraBold"/>
                  <a:cs typeface="Inter ExtraBold"/>
                </a:defRPr>
              </a:defPPr>
              <a:lvl1pPr algn="l">
                <a:defRPr sz="1284" b="0" i="0" kern="0" spc="0">
                  <a:solidFill>
                    <a:srgbClr val="FFFFFF"/>
                  </a:solidFill>
                  <a:latin typeface="Inter ExtraBold"/>
                  <a:ea typeface="Inter ExtraBold"/>
                  <a:cs typeface="Inter ExtraBold"/>
                </a:defRPr>
              </a:lvl1pPr>
              <a:lvl2pPr algn="l">
                <a:defRPr sz="1284" b="0" i="0" kern="0" spc="0">
                  <a:solidFill>
                    <a:srgbClr val="FFFFFF"/>
                  </a:solidFill>
                  <a:latin typeface="Inter ExtraBold"/>
                  <a:ea typeface="Inter ExtraBold"/>
                  <a:cs typeface="Inter ExtraBold"/>
                </a:defRPr>
              </a:lvl2pPr>
              <a:lvl3pPr algn="l">
                <a:defRPr sz="1284" b="0" i="0" kern="0" spc="0">
                  <a:solidFill>
                    <a:srgbClr val="FFFFFF"/>
                  </a:solidFill>
                  <a:latin typeface="Inter ExtraBold"/>
                  <a:ea typeface="Inter ExtraBold"/>
                  <a:cs typeface="Inter ExtraBold"/>
                </a:defRPr>
              </a:lvl3pPr>
              <a:lvl4pPr algn="l">
                <a:defRPr sz="1284" b="0" i="0" kern="0" spc="0">
                  <a:solidFill>
                    <a:srgbClr val="FFFFFF"/>
                  </a:solidFill>
                  <a:latin typeface="Inter ExtraBold"/>
                  <a:ea typeface="Inter ExtraBold"/>
                  <a:cs typeface="Inter ExtraBold"/>
                </a:defRPr>
              </a:lvl4pPr>
              <a:lvl5pPr algn="l">
                <a:defRPr sz="1284" b="0" i="0" kern="0" spc="0">
                  <a:solidFill>
                    <a:srgbClr val="FFFFFF"/>
                  </a:solidFill>
                  <a:latin typeface="Inter ExtraBold"/>
                  <a:ea typeface="Inter ExtraBold"/>
                  <a:cs typeface="Inter ExtraBold"/>
                </a:defRPr>
              </a:lvl5pPr>
              <a:lvl6pPr algn="l">
                <a:defRPr sz="1284" b="0" i="0" kern="0" spc="0">
                  <a:solidFill>
                    <a:srgbClr val="FFFFFF"/>
                  </a:solidFill>
                  <a:latin typeface="Inter ExtraBold"/>
                  <a:ea typeface="Inter ExtraBold"/>
                  <a:cs typeface="Inter ExtraBold"/>
                </a:defRPr>
              </a:lvl6pPr>
              <a:lvl7pPr algn="l">
                <a:defRPr sz="1284" b="0" i="0" kern="0" spc="0">
                  <a:solidFill>
                    <a:srgbClr val="FFFFFF"/>
                  </a:solidFill>
                  <a:latin typeface="Inter ExtraBold"/>
                  <a:ea typeface="Inter ExtraBold"/>
                  <a:cs typeface="Inter ExtraBold"/>
                </a:defRPr>
              </a:lvl7pPr>
              <a:lvl8pPr algn="l">
                <a:defRPr sz="1284" b="0" i="0" kern="0" spc="0">
                  <a:solidFill>
                    <a:srgbClr val="FFFFFF"/>
                  </a:solidFill>
                  <a:latin typeface="Inter ExtraBold"/>
                  <a:ea typeface="Inter ExtraBold"/>
                  <a:cs typeface="Inter ExtraBold"/>
                </a:defRPr>
              </a:lvl8pPr>
              <a:lvl9pPr algn="l">
                <a:defRPr sz="1284" b="0" i="0" kern="0" spc="0">
                  <a:solidFill>
                    <a:srgbClr val="FFFFFF"/>
                  </a:solidFill>
                  <a:latin typeface="Inter ExtraBold"/>
                  <a:ea typeface="Inter ExtraBold"/>
                  <a:cs typeface="Inter ExtraBold"/>
                </a:defRPr>
              </a:lvl9pPr>
            </a:lstStyle>
            <a:p>
              <a:pPr algn="l">
                <a:lnSpc>
                  <a:spcPct val="100000"/>
                </a:lnSpc>
                <a:buNone/>
                <a:defRPr sz="1284" b="0" i="0" kern="0" spc="0">
                  <a:solidFill>
                    <a:srgbClr val="FFFFFF"/>
                  </a:solidFill>
                  <a:latin typeface="Inter ExtraBold"/>
                  <a:ea typeface="Inter ExtraBold"/>
                  <a:cs typeface="Inter ExtraBold"/>
                </a:defRPr>
              </a:pPr>
              <a:r>
                <a:rPr sz="1284" b="0" i="0" kern="0" spc="0">
                  <a:solidFill>
                    <a:srgbClr val="FFFFFF"/>
                  </a:solidFill>
                  <a:latin typeface="Inter ExtraBold"/>
                  <a:ea typeface="Inter ExtraBold"/>
                  <a:cs typeface="Inter ExtraBold"/>
                </a:rPr>
                <a:t>C</a:t>
              </a:r>
            </a:p>
          </p:txBody>
        </p:sp>
        <p:sp>
          <p:nvSpPr>
            <p:cNvPr id="135" name="s22 text 68 halo">
              <a:extLst>
                <a:ext uri="{FF2B5EF4-FFF2-40B4-BE49-F238E27FC236}">
                  <a16:creationId xmlns:a16="http://schemas.microsoft.com/office/drawing/2014/main" id="{21D25787-7E54-4837-96E1-2F6B2B091A80}"/>
                </a:ext>
              </a:extLst>
            </p:cNvPr>
            <p:cNvSpPr>
              <a:spLocks noGrp="1"/>
            </p:cNvSpPr>
            <p:nvPr/>
          </p:nvSpPr>
          <p:spPr>
            <a:xfrm>
              <a:off x="5286272" y="4123913"/>
              <a:ext cx="1014736" cy="201587"/>
            </a:xfrm>
            <a:prstGeom prst="rect">
              <a:avLst/>
            </a:prstGeom>
            <a:noFill/>
            <a:ln w="0">
              <a:noFill/>
              <a:prstDash val="solid"/>
            </a:ln>
          </p:spPr>
          <p:txBody>
            <a:bodyPr wrap="none" lIns="0" tIns="0" rIns="0" bIns="0" anchor="t">
              <a:noAutofit/>
            </a:bodyPr>
            <a:lstStyle>
              <a:defPPr algn="l">
                <a:defRPr sz="1141" b="1" i="0" kern="0" spc="-9">
                  <a:ln w="39387">
                    <a:solidFill>
                      <a:srgbClr val="FFFFFF"/>
                    </a:solidFill>
                    <a:prstDash val="solid"/>
                  </a:ln>
                  <a:solidFill>
                    <a:srgbClr val="FFFFFF"/>
                  </a:solidFill>
                  <a:latin typeface="Inter"/>
                  <a:ea typeface="Inter"/>
                  <a:cs typeface="Inter"/>
                </a:defRPr>
              </a:defPPr>
              <a:lvl1pPr algn="l">
                <a:defRPr sz="1141" b="1" i="0" kern="0" spc="-9">
                  <a:ln w="39387">
                    <a:solidFill>
                      <a:srgbClr val="FFFFFF"/>
                    </a:solidFill>
                    <a:prstDash val="solid"/>
                  </a:ln>
                  <a:solidFill>
                    <a:srgbClr val="FFFFFF"/>
                  </a:solidFill>
                  <a:latin typeface="Inter"/>
                  <a:ea typeface="Inter"/>
                  <a:cs typeface="Inter"/>
                </a:defRPr>
              </a:lvl1pPr>
              <a:lvl2pPr algn="l">
                <a:defRPr sz="1141" b="1" i="0" kern="0" spc="-9">
                  <a:ln w="39387">
                    <a:solidFill>
                      <a:srgbClr val="FFFFFF"/>
                    </a:solidFill>
                    <a:prstDash val="solid"/>
                  </a:ln>
                  <a:solidFill>
                    <a:srgbClr val="FFFFFF"/>
                  </a:solidFill>
                  <a:latin typeface="Inter"/>
                  <a:ea typeface="Inter"/>
                  <a:cs typeface="Inter"/>
                </a:defRPr>
              </a:lvl2pPr>
              <a:lvl3pPr algn="l">
                <a:defRPr sz="1141" b="1" i="0" kern="0" spc="-9">
                  <a:ln w="39387">
                    <a:solidFill>
                      <a:srgbClr val="FFFFFF"/>
                    </a:solidFill>
                    <a:prstDash val="solid"/>
                  </a:ln>
                  <a:solidFill>
                    <a:srgbClr val="FFFFFF"/>
                  </a:solidFill>
                  <a:latin typeface="Inter"/>
                  <a:ea typeface="Inter"/>
                  <a:cs typeface="Inter"/>
                </a:defRPr>
              </a:lvl3pPr>
              <a:lvl4pPr algn="l">
                <a:defRPr sz="1141" b="1" i="0" kern="0" spc="-9">
                  <a:ln w="39387">
                    <a:solidFill>
                      <a:srgbClr val="FFFFFF"/>
                    </a:solidFill>
                    <a:prstDash val="solid"/>
                  </a:ln>
                  <a:solidFill>
                    <a:srgbClr val="FFFFFF"/>
                  </a:solidFill>
                  <a:latin typeface="Inter"/>
                  <a:ea typeface="Inter"/>
                  <a:cs typeface="Inter"/>
                </a:defRPr>
              </a:lvl4pPr>
              <a:lvl5pPr algn="l">
                <a:defRPr sz="1141" b="1" i="0" kern="0" spc="-9">
                  <a:ln w="39387">
                    <a:solidFill>
                      <a:srgbClr val="FFFFFF"/>
                    </a:solidFill>
                    <a:prstDash val="solid"/>
                  </a:ln>
                  <a:solidFill>
                    <a:srgbClr val="FFFFFF"/>
                  </a:solidFill>
                  <a:latin typeface="Inter"/>
                  <a:ea typeface="Inter"/>
                  <a:cs typeface="Inter"/>
                </a:defRPr>
              </a:lvl5pPr>
              <a:lvl6pPr algn="l">
                <a:defRPr sz="1141" b="1" i="0" kern="0" spc="-9">
                  <a:ln w="39387">
                    <a:solidFill>
                      <a:srgbClr val="FFFFFF"/>
                    </a:solidFill>
                    <a:prstDash val="solid"/>
                  </a:ln>
                  <a:solidFill>
                    <a:srgbClr val="FFFFFF"/>
                  </a:solidFill>
                  <a:latin typeface="Inter"/>
                  <a:ea typeface="Inter"/>
                  <a:cs typeface="Inter"/>
                </a:defRPr>
              </a:lvl6pPr>
              <a:lvl7pPr algn="l">
                <a:defRPr sz="1141" b="1" i="0" kern="0" spc="-9">
                  <a:ln w="39387">
                    <a:solidFill>
                      <a:srgbClr val="FFFFFF"/>
                    </a:solidFill>
                    <a:prstDash val="solid"/>
                  </a:ln>
                  <a:solidFill>
                    <a:srgbClr val="FFFFFF"/>
                  </a:solidFill>
                  <a:latin typeface="Inter"/>
                  <a:ea typeface="Inter"/>
                  <a:cs typeface="Inter"/>
                </a:defRPr>
              </a:lvl7pPr>
              <a:lvl8pPr algn="l">
                <a:defRPr sz="1141" b="1" i="0" kern="0" spc="-9">
                  <a:ln w="39387">
                    <a:solidFill>
                      <a:srgbClr val="FFFFFF"/>
                    </a:solidFill>
                    <a:prstDash val="solid"/>
                  </a:ln>
                  <a:solidFill>
                    <a:srgbClr val="FFFFFF"/>
                  </a:solidFill>
                  <a:latin typeface="Inter"/>
                  <a:ea typeface="Inter"/>
                  <a:cs typeface="Inter"/>
                </a:defRPr>
              </a:lvl8pPr>
              <a:lvl9pPr algn="l">
                <a:defRPr sz="1141" b="1" i="0" kern="0" spc="-9">
                  <a:ln w="39387">
                    <a:solidFill>
                      <a:srgbClr val="FFFFFF"/>
                    </a:solidFill>
                    <a:prstDash val="solid"/>
                  </a:ln>
                  <a:solidFill>
                    <a:srgbClr val="FFFFFF"/>
                  </a:solidFill>
                  <a:latin typeface="Inter"/>
                  <a:ea typeface="Inter"/>
                  <a:cs typeface="Inter"/>
                </a:defRPr>
              </a:lvl9pPr>
            </a:lstStyle>
            <a:p>
              <a:pPr algn="l">
                <a:lnSpc>
                  <a:spcPct val="100000"/>
                </a:lnSpc>
                <a:buNone/>
                <a:defRPr sz="1141" b="1" i="0" kern="0" spc="-9">
                  <a:solidFill>
                    <a:srgbClr val="FFFFFF"/>
                  </a:solidFill>
                  <a:latin typeface="Inter"/>
                  <a:ea typeface="Inter"/>
                  <a:cs typeface="Inter"/>
                </a:defRPr>
              </a:pPr>
              <a:r>
                <a:rPr sz="1141" b="1" i="0" kern="0" spc="-9">
                  <a:ln w="39387">
                    <a:solidFill>
                      <a:srgbClr val="FFFFFF"/>
                    </a:solidFill>
                    <a:prstDash val="solid"/>
                  </a:ln>
                  <a:solidFill>
                    <a:srgbClr val="FFFFFF"/>
                  </a:solidFill>
                  <a:latin typeface="Inter"/>
                  <a:ea typeface="Inter"/>
                  <a:cs typeface="Inter"/>
                </a:rPr>
                <a:t>tariff revenue</a:t>
              </a:r>
            </a:p>
          </p:txBody>
        </p:sp>
        <p:sp>
          <p:nvSpPr>
            <p:cNvPr id="136" name="s22 text 68">
              <a:extLst>
                <a:ext uri="{FF2B5EF4-FFF2-40B4-BE49-F238E27FC236}">
                  <a16:creationId xmlns:a16="http://schemas.microsoft.com/office/drawing/2014/main" id="{0AC3ADA8-B32C-44E7-B32C-1DE4C7F91AD3}"/>
                </a:ext>
              </a:extLst>
            </p:cNvPr>
            <p:cNvSpPr>
              <a:spLocks noGrp="1"/>
            </p:cNvSpPr>
            <p:nvPr/>
          </p:nvSpPr>
          <p:spPr>
            <a:xfrm>
              <a:off x="5286272" y="4123913"/>
              <a:ext cx="1014736" cy="201587"/>
            </a:xfrm>
            <a:prstGeom prst="rect">
              <a:avLst/>
            </a:prstGeom>
            <a:noFill/>
            <a:ln w="0">
              <a:noFill/>
              <a:prstDash val="solid"/>
            </a:ln>
          </p:spPr>
          <p:txBody>
            <a:bodyPr wrap="none" lIns="0" tIns="0" rIns="0" bIns="0" anchor="t">
              <a:noAutofit/>
            </a:bodyPr>
            <a:lstStyle>
              <a:defPPr algn="l">
                <a:defRPr sz="1141" b="1" i="0" kern="0" spc="-9">
                  <a:solidFill>
                    <a:srgbClr val="D97706"/>
                  </a:solidFill>
                  <a:latin typeface="Inter"/>
                  <a:ea typeface="Inter"/>
                  <a:cs typeface="Inter"/>
                </a:defRPr>
              </a:defPPr>
              <a:lvl1pPr algn="l">
                <a:defRPr sz="1141" b="1" i="0" kern="0" spc="-9">
                  <a:solidFill>
                    <a:srgbClr val="D97706"/>
                  </a:solidFill>
                  <a:latin typeface="Inter"/>
                  <a:ea typeface="Inter"/>
                  <a:cs typeface="Inter"/>
                </a:defRPr>
              </a:lvl1pPr>
              <a:lvl2pPr algn="l">
                <a:defRPr sz="1141" b="1" i="0" kern="0" spc="-9">
                  <a:solidFill>
                    <a:srgbClr val="D97706"/>
                  </a:solidFill>
                  <a:latin typeface="Inter"/>
                  <a:ea typeface="Inter"/>
                  <a:cs typeface="Inter"/>
                </a:defRPr>
              </a:lvl2pPr>
              <a:lvl3pPr algn="l">
                <a:defRPr sz="1141" b="1" i="0" kern="0" spc="-9">
                  <a:solidFill>
                    <a:srgbClr val="D97706"/>
                  </a:solidFill>
                  <a:latin typeface="Inter"/>
                  <a:ea typeface="Inter"/>
                  <a:cs typeface="Inter"/>
                </a:defRPr>
              </a:lvl3pPr>
              <a:lvl4pPr algn="l">
                <a:defRPr sz="1141" b="1" i="0" kern="0" spc="-9">
                  <a:solidFill>
                    <a:srgbClr val="D97706"/>
                  </a:solidFill>
                  <a:latin typeface="Inter"/>
                  <a:ea typeface="Inter"/>
                  <a:cs typeface="Inter"/>
                </a:defRPr>
              </a:lvl4pPr>
              <a:lvl5pPr algn="l">
                <a:defRPr sz="1141" b="1" i="0" kern="0" spc="-9">
                  <a:solidFill>
                    <a:srgbClr val="D97706"/>
                  </a:solidFill>
                  <a:latin typeface="Inter"/>
                  <a:ea typeface="Inter"/>
                  <a:cs typeface="Inter"/>
                </a:defRPr>
              </a:lvl5pPr>
              <a:lvl6pPr algn="l">
                <a:defRPr sz="1141" b="1" i="0" kern="0" spc="-9">
                  <a:solidFill>
                    <a:srgbClr val="D97706"/>
                  </a:solidFill>
                  <a:latin typeface="Inter"/>
                  <a:ea typeface="Inter"/>
                  <a:cs typeface="Inter"/>
                </a:defRPr>
              </a:lvl6pPr>
              <a:lvl7pPr algn="l">
                <a:defRPr sz="1141" b="1" i="0" kern="0" spc="-9">
                  <a:solidFill>
                    <a:srgbClr val="D97706"/>
                  </a:solidFill>
                  <a:latin typeface="Inter"/>
                  <a:ea typeface="Inter"/>
                  <a:cs typeface="Inter"/>
                </a:defRPr>
              </a:lvl7pPr>
              <a:lvl8pPr algn="l">
                <a:defRPr sz="1141" b="1" i="0" kern="0" spc="-9">
                  <a:solidFill>
                    <a:srgbClr val="D97706"/>
                  </a:solidFill>
                  <a:latin typeface="Inter"/>
                  <a:ea typeface="Inter"/>
                  <a:cs typeface="Inter"/>
                </a:defRPr>
              </a:lvl8pPr>
              <a:lvl9pPr algn="l">
                <a:defRPr sz="1141" b="1" i="0" kern="0" spc="-9">
                  <a:solidFill>
                    <a:srgbClr val="D97706"/>
                  </a:solidFill>
                  <a:latin typeface="Inter"/>
                  <a:ea typeface="Inter"/>
                  <a:cs typeface="Inter"/>
                </a:defRPr>
              </a:lvl9pPr>
            </a:lstStyle>
            <a:p>
              <a:pPr algn="l">
                <a:lnSpc>
                  <a:spcPct val="100000"/>
                </a:lnSpc>
                <a:buNone/>
                <a:defRPr sz="1141" b="1" i="0" kern="0" spc="-9">
                  <a:solidFill>
                    <a:srgbClr val="D97706"/>
                  </a:solidFill>
                  <a:latin typeface="Inter"/>
                  <a:ea typeface="Inter"/>
                  <a:cs typeface="Inter"/>
                </a:defRPr>
              </a:pPr>
              <a:r>
                <a:rPr sz="1141" b="1" i="0" kern="0" spc="-9">
                  <a:solidFill>
                    <a:srgbClr val="D97706"/>
                  </a:solidFill>
                  <a:latin typeface="Inter"/>
                  <a:ea typeface="Inter"/>
                  <a:cs typeface="Inter"/>
                </a:rPr>
                <a:t>tariff revenue</a:t>
              </a:r>
            </a:p>
          </p:txBody>
        </p:sp>
        <p:sp>
          <p:nvSpPr>
            <p:cNvPr id="137" name="s22 text 69 halo">
              <a:extLst>
                <a:ext uri="{FF2B5EF4-FFF2-40B4-BE49-F238E27FC236}">
                  <a16:creationId xmlns:a16="http://schemas.microsoft.com/office/drawing/2014/main" id="{AF9B70DC-2F01-4987-B757-AE6D444A2DA0}"/>
                </a:ext>
              </a:extLst>
            </p:cNvPr>
            <p:cNvSpPr>
              <a:spLocks noGrp="1"/>
            </p:cNvSpPr>
            <p:nvPr/>
          </p:nvSpPr>
          <p:spPr>
            <a:xfrm>
              <a:off x="1543728" y="3296800"/>
              <a:ext cx="1443457" cy="201587"/>
            </a:xfrm>
            <a:prstGeom prst="rect">
              <a:avLst/>
            </a:prstGeom>
            <a:noFill/>
            <a:ln w="0">
              <a:noFill/>
              <a:prstDash val="solid"/>
            </a:ln>
          </p:spPr>
          <p:txBody>
            <a:bodyPr wrap="none" lIns="0" tIns="0" rIns="0" bIns="0" anchor="t">
              <a:noAutofit/>
            </a:bodyPr>
            <a:lstStyle>
              <a:defPPr algn="l">
                <a:defRPr sz="1141" b="1" i="0" kern="0" spc="-9">
                  <a:ln w="39387">
                    <a:solidFill>
                      <a:srgbClr val="FFFFFF"/>
                    </a:solidFill>
                    <a:prstDash val="solid"/>
                  </a:ln>
                  <a:solidFill>
                    <a:srgbClr val="FFFFFF"/>
                  </a:solidFill>
                  <a:latin typeface="Inter"/>
                  <a:ea typeface="Inter"/>
                  <a:cs typeface="Inter"/>
                </a:defRPr>
              </a:defPPr>
              <a:lvl1pPr algn="l">
                <a:defRPr sz="1141" b="1" i="0" kern="0" spc="-9">
                  <a:ln w="39387">
                    <a:solidFill>
                      <a:srgbClr val="FFFFFF"/>
                    </a:solidFill>
                    <a:prstDash val="solid"/>
                  </a:ln>
                  <a:solidFill>
                    <a:srgbClr val="FFFFFF"/>
                  </a:solidFill>
                  <a:latin typeface="Inter"/>
                  <a:ea typeface="Inter"/>
                  <a:cs typeface="Inter"/>
                </a:defRPr>
              </a:lvl1pPr>
              <a:lvl2pPr algn="l">
                <a:defRPr sz="1141" b="1" i="0" kern="0" spc="-9">
                  <a:ln w="39387">
                    <a:solidFill>
                      <a:srgbClr val="FFFFFF"/>
                    </a:solidFill>
                    <a:prstDash val="solid"/>
                  </a:ln>
                  <a:solidFill>
                    <a:srgbClr val="FFFFFF"/>
                  </a:solidFill>
                  <a:latin typeface="Inter"/>
                  <a:ea typeface="Inter"/>
                  <a:cs typeface="Inter"/>
                </a:defRPr>
              </a:lvl2pPr>
              <a:lvl3pPr algn="l">
                <a:defRPr sz="1141" b="1" i="0" kern="0" spc="-9">
                  <a:ln w="39387">
                    <a:solidFill>
                      <a:srgbClr val="FFFFFF"/>
                    </a:solidFill>
                    <a:prstDash val="solid"/>
                  </a:ln>
                  <a:solidFill>
                    <a:srgbClr val="FFFFFF"/>
                  </a:solidFill>
                  <a:latin typeface="Inter"/>
                  <a:ea typeface="Inter"/>
                  <a:cs typeface="Inter"/>
                </a:defRPr>
              </a:lvl3pPr>
              <a:lvl4pPr algn="l">
                <a:defRPr sz="1141" b="1" i="0" kern="0" spc="-9">
                  <a:ln w="39387">
                    <a:solidFill>
                      <a:srgbClr val="FFFFFF"/>
                    </a:solidFill>
                    <a:prstDash val="solid"/>
                  </a:ln>
                  <a:solidFill>
                    <a:srgbClr val="FFFFFF"/>
                  </a:solidFill>
                  <a:latin typeface="Inter"/>
                  <a:ea typeface="Inter"/>
                  <a:cs typeface="Inter"/>
                </a:defRPr>
              </a:lvl4pPr>
              <a:lvl5pPr algn="l">
                <a:defRPr sz="1141" b="1" i="0" kern="0" spc="-9">
                  <a:ln w="39387">
                    <a:solidFill>
                      <a:srgbClr val="FFFFFF"/>
                    </a:solidFill>
                    <a:prstDash val="solid"/>
                  </a:ln>
                  <a:solidFill>
                    <a:srgbClr val="FFFFFF"/>
                  </a:solidFill>
                  <a:latin typeface="Inter"/>
                  <a:ea typeface="Inter"/>
                  <a:cs typeface="Inter"/>
                </a:defRPr>
              </a:lvl5pPr>
              <a:lvl6pPr algn="l">
                <a:defRPr sz="1141" b="1" i="0" kern="0" spc="-9">
                  <a:ln w="39387">
                    <a:solidFill>
                      <a:srgbClr val="FFFFFF"/>
                    </a:solidFill>
                    <a:prstDash val="solid"/>
                  </a:ln>
                  <a:solidFill>
                    <a:srgbClr val="FFFFFF"/>
                  </a:solidFill>
                  <a:latin typeface="Inter"/>
                  <a:ea typeface="Inter"/>
                  <a:cs typeface="Inter"/>
                </a:defRPr>
              </a:lvl6pPr>
              <a:lvl7pPr algn="l">
                <a:defRPr sz="1141" b="1" i="0" kern="0" spc="-9">
                  <a:ln w="39387">
                    <a:solidFill>
                      <a:srgbClr val="FFFFFF"/>
                    </a:solidFill>
                    <a:prstDash val="solid"/>
                  </a:ln>
                  <a:solidFill>
                    <a:srgbClr val="FFFFFF"/>
                  </a:solidFill>
                  <a:latin typeface="Inter"/>
                  <a:ea typeface="Inter"/>
                  <a:cs typeface="Inter"/>
                </a:defRPr>
              </a:lvl7pPr>
              <a:lvl8pPr algn="l">
                <a:defRPr sz="1141" b="1" i="0" kern="0" spc="-9">
                  <a:ln w="39387">
                    <a:solidFill>
                      <a:srgbClr val="FFFFFF"/>
                    </a:solidFill>
                    <a:prstDash val="solid"/>
                  </a:ln>
                  <a:solidFill>
                    <a:srgbClr val="FFFFFF"/>
                  </a:solidFill>
                  <a:latin typeface="Inter"/>
                  <a:ea typeface="Inter"/>
                  <a:cs typeface="Inter"/>
                </a:defRPr>
              </a:lvl8pPr>
              <a:lvl9pPr algn="l">
                <a:defRPr sz="1141" b="1" i="0" kern="0" spc="-9">
                  <a:ln w="39387">
                    <a:solidFill>
                      <a:srgbClr val="FFFFFF"/>
                    </a:solidFill>
                    <a:prstDash val="solid"/>
                  </a:ln>
                  <a:solidFill>
                    <a:srgbClr val="FFFFFF"/>
                  </a:solidFill>
                  <a:latin typeface="Inter"/>
                  <a:ea typeface="Inter"/>
                  <a:cs typeface="Inter"/>
                </a:defRPr>
              </a:lvl9pPr>
            </a:lstStyle>
            <a:p>
              <a:pPr algn="l">
                <a:lnSpc>
                  <a:spcPct val="100000"/>
                </a:lnSpc>
                <a:buNone/>
                <a:defRPr sz="1141" b="1" i="0" kern="0" spc="-9">
                  <a:solidFill>
                    <a:srgbClr val="FFFFFF"/>
                  </a:solidFill>
                  <a:latin typeface="Inter"/>
                  <a:ea typeface="Inter"/>
                  <a:cs typeface="Inter"/>
                </a:defRPr>
              </a:pPr>
              <a:r>
                <a:rPr sz="1141" b="1" i="0" kern="0" spc="-9">
                  <a:ln w="39387">
                    <a:solidFill>
                      <a:srgbClr val="FFFFFF"/>
                    </a:solidFill>
                    <a:prstDash val="solid"/>
                  </a:ln>
                  <a:solidFill>
                    <a:srgbClr val="FFFFFF"/>
                  </a:solidFill>
                  <a:latin typeface="Inter"/>
                  <a:ea typeface="Inter"/>
                  <a:cs typeface="Inter"/>
                </a:rPr>
                <a:t>A gain to producers</a:t>
              </a:r>
            </a:p>
          </p:txBody>
        </p:sp>
        <p:sp>
          <p:nvSpPr>
            <p:cNvPr id="138" name="s22 text 69">
              <a:extLst>
                <a:ext uri="{FF2B5EF4-FFF2-40B4-BE49-F238E27FC236}">
                  <a16:creationId xmlns:a16="http://schemas.microsoft.com/office/drawing/2014/main" id="{8C1F69C0-AD9A-4DC0-87F9-E93F08B95BA7}"/>
                </a:ext>
              </a:extLst>
            </p:cNvPr>
            <p:cNvSpPr>
              <a:spLocks noGrp="1"/>
            </p:cNvSpPr>
            <p:nvPr/>
          </p:nvSpPr>
          <p:spPr>
            <a:xfrm>
              <a:off x="1543728" y="3296800"/>
              <a:ext cx="1443457" cy="201587"/>
            </a:xfrm>
            <a:prstGeom prst="rect">
              <a:avLst/>
            </a:prstGeom>
            <a:noFill/>
            <a:ln w="0">
              <a:noFill/>
              <a:prstDash val="solid"/>
            </a:ln>
          </p:spPr>
          <p:txBody>
            <a:bodyPr wrap="none" lIns="0" tIns="0" rIns="0" bIns="0" anchor="t">
              <a:noAutofit/>
            </a:bodyPr>
            <a:lstStyle>
              <a:defPPr algn="l">
                <a:defRPr sz="1141" b="1" i="0" kern="0" spc="-9">
                  <a:solidFill>
                    <a:srgbClr val="0E9F6E"/>
                  </a:solidFill>
                  <a:latin typeface="Inter"/>
                  <a:ea typeface="Inter"/>
                  <a:cs typeface="Inter"/>
                </a:defRPr>
              </a:defPPr>
              <a:lvl1pPr algn="l">
                <a:defRPr sz="1141" b="1" i="0" kern="0" spc="-9">
                  <a:solidFill>
                    <a:srgbClr val="0E9F6E"/>
                  </a:solidFill>
                  <a:latin typeface="Inter"/>
                  <a:ea typeface="Inter"/>
                  <a:cs typeface="Inter"/>
                </a:defRPr>
              </a:lvl1pPr>
              <a:lvl2pPr algn="l">
                <a:defRPr sz="1141" b="1" i="0" kern="0" spc="-9">
                  <a:solidFill>
                    <a:srgbClr val="0E9F6E"/>
                  </a:solidFill>
                  <a:latin typeface="Inter"/>
                  <a:ea typeface="Inter"/>
                  <a:cs typeface="Inter"/>
                </a:defRPr>
              </a:lvl2pPr>
              <a:lvl3pPr algn="l">
                <a:defRPr sz="1141" b="1" i="0" kern="0" spc="-9">
                  <a:solidFill>
                    <a:srgbClr val="0E9F6E"/>
                  </a:solidFill>
                  <a:latin typeface="Inter"/>
                  <a:ea typeface="Inter"/>
                  <a:cs typeface="Inter"/>
                </a:defRPr>
              </a:lvl3pPr>
              <a:lvl4pPr algn="l">
                <a:defRPr sz="1141" b="1" i="0" kern="0" spc="-9">
                  <a:solidFill>
                    <a:srgbClr val="0E9F6E"/>
                  </a:solidFill>
                  <a:latin typeface="Inter"/>
                  <a:ea typeface="Inter"/>
                  <a:cs typeface="Inter"/>
                </a:defRPr>
              </a:lvl4pPr>
              <a:lvl5pPr algn="l">
                <a:defRPr sz="1141" b="1" i="0" kern="0" spc="-9">
                  <a:solidFill>
                    <a:srgbClr val="0E9F6E"/>
                  </a:solidFill>
                  <a:latin typeface="Inter"/>
                  <a:ea typeface="Inter"/>
                  <a:cs typeface="Inter"/>
                </a:defRPr>
              </a:lvl5pPr>
              <a:lvl6pPr algn="l">
                <a:defRPr sz="1141" b="1" i="0" kern="0" spc="-9">
                  <a:solidFill>
                    <a:srgbClr val="0E9F6E"/>
                  </a:solidFill>
                  <a:latin typeface="Inter"/>
                  <a:ea typeface="Inter"/>
                  <a:cs typeface="Inter"/>
                </a:defRPr>
              </a:lvl6pPr>
              <a:lvl7pPr algn="l">
                <a:defRPr sz="1141" b="1" i="0" kern="0" spc="-9">
                  <a:solidFill>
                    <a:srgbClr val="0E9F6E"/>
                  </a:solidFill>
                  <a:latin typeface="Inter"/>
                  <a:ea typeface="Inter"/>
                  <a:cs typeface="Inter"/>
                </a:defRPr>
              </a:lvl7pPr>
              <a:lvl8pPr algn="l">
                <a:defRPr sz="1141" b="1" i="0" kern="0" spc="-9">
                  <a:solidFill>
                    <a:srgbClr val="0E9F6E"/>
                  </a:solidFill>
                  <a:latin typeface="Inter"/>
                  <a:ea typeface="Inter"/>
                  <a:cs typeface="Inter"/>
                </a:defRPr>
              </a:lvl8pPr>
              <a:lvl9pPr algn="l">
                <a:defRPr sz="1141" b="1" i="0" kern="0" spc="-9">
                  <a:solidFill>
                    <a:srgbClr val="0E9F6E"/>
                  </a:solidFill>
                  <a:latin typeface="Inter"/>
                  <a:ea typeface="Inter"/>
                  <a:cs typeface="Inter"/>
                </a:defRPr>
              </a:lvl9pPr>
            </a:lstStyle>
            <a:p>
              <a:pPr algn="l">
                <a:lnSpc>
                  <a:spcPct val="100000"/>
                </a:lnSpc>
                <a:buNone/>
                <a:defRPr sz="1141" b="1" i="0" kern="0" spc="-9">
                  <a:solidFill>
                    <a:srgbClr val="0E9F6E"/>
                  </a:solidFill>
                  <a:latin typeface="Inter"/>
                  <a:ea typeface="Inter"/>
                  <a:cs typeface="Inter"/>
                </a:defRPr>
              </a:pPr>
              <a:r>
                <a:rPr sz="1141" b="1" i="0" kern="0" spc="-9">
                  <a:solidFill>
                    <a:srgbClr val="0E9F6E"/>
                  </a:solidFill>
                  <a:latin typeface="Inter"/>
                  <a:ea typeface="Inter"/>
                  <a:cs typeface="Inter"/>
                </a:rPr>
                <a:t>A gain to producers</a:t>
              </a:r>
            </a:p>
          </p:txBody>
        </p:sp>
        <p:sp>
          <p:nvSpPr>
            <p:cNvPr id="139" name="s22 text 70 halo">
              <a:extLst>
                <a:ext uri="{FF2B5EF4-FFF2-40B4-BE49-F238E27FC236}">
                  <a16:creationId xmlns:a16="http://schemas.microsoft.com/office/drawing/2014/main" id="{808A4DA1-D118-4245-8624-15C5280A439F}"/>
                </a:ext>
              </a:extLst>
            </p:cNvPr>
            <p:cNvSpPr>
              <a:spLocks noGrp="1"/>
            </p:cNvSpPr>
            <p:nvPr/>
          </p:nvSpPr>
          <p:spPr>
            <a:xfrm>
              <a:off x="3537504" y="4482328"/>
              <a:ext cx="1481842" cy="201587"/>
            </a:xfrm>
            <a:prstGeom prst="rect">
              <a:avLst/>
            </a:prstGeom>
            <a:noFill/>
            <a:ln w="0">
              <a:noFill/>
              <a:prstDash val="solid"/>
            </a:ln>
          </p:spPr>
          <p:txBody>
            <a:bodyPr wrap="none" lIns="0" tIns="0" rIns="0" bIns="0" anchor="t">
              <a:noAutofit/>
            </a:bodyPr>
            <a:lstStyle>
              <a:defPPr algn="l">
                <a:defRPr sz="1141" b="1" i="0" kern="0" spc="-9">
                  <a:ln w="39387">
                    <a:solidFill>
                      <a:srgbClr val="FFFFFF"/>
                    </a:solidFill>
                    <a:prstDash val="solid"/>
                  </a:ln>
                  <a:solidFill>
                    <a:srgbClr val="FFFFFF"/>
                  </a:solidFill>
                  <a:latin typeface="Inter"/>
                  <a:ea typeface="Inter"/>
                  <a:cs typeface="Inter"/>
                </a:defRPr>
              </a:defPPr>
              <a:lvl1pPr algn="l">
                <a:defRPr sz="1141" b="1" i="0" kern="0" spc="-9">
                  <a:ln w="39387">
                    <a:solidFill>
                      <a:srgbClr val="FFFFFF"/>
                    </a:solidFill>
                    <a:prstDash val="solid"/>
                  </a:ln>
                  <a:solidFill>
                    <a:srgbClr val="FFFFFF"/>
                  </a:solidFill>
                  <a:latin typeface="Inter"/>
                  <a:ea typeface="Inter"/>
                  <a:cs typeface="Inter"/>
                </a:defRPr>
              </a:lvl1pPr>
              <a:lvl2pPr algn="l">
                <a:defRPr sz="1141" b="1" i="0" kern="0" spc="-9">
                  <a:ln w="39387">
                    <a:solidFill>
                      <a:srgbClr val="FFFFFF"/>
                    </a:solidFill>
                    <a:prstDash val="solid"/>
                  </a:ln>
                  <a:solidFill>
                    <a:srgbClr val="FFFFFF"/>
                  </a:solidFill>
                  <a:latin typeface="Inter"/>
                  <a:ea typeface="Inter"/>
                  <a:cs typeface="Inter"/>
                </a:defRPr>
              </a:lvl2pPr>
              <a:lvl3pPr algn="l">
                <a:defRPr sz="1141" b="1" i="0" kern="0" spc="-9">
                  <a:ln w="39387">
                    <a:solidFill>
                      <a:srgbClr val="FFFFFF"/>
                    </a:solidFill>
                    <a:prstDash val="solid"/>
                  </a:ln>
                  <a:solidFill>
                    <a:srgbClr val="FFFFFF"/>
                  </a:solidFill>
                  <a:latin typeface="Inter"/>
                  <a:ea typeface="Inter"/>
                  <a:cs typeface="Inter"/>
                </a:defRPr>
              </a:lvl3pPr>
              <a:lvl4pPr algn="l">
                <a:defRPr sz="1141" b="1" i="0" kern="0" spc="-9">
                  <a:ln w="39387">
                    <a:solidFill>
                      <a:srgbClr val="FFFFFF"/>
                    </a:solidFill>
                    <a:prstDash val="solid"/>
                  </a:ln>
                  <a:solidFill>
                    <a:srgbClr val="FFFFFF"/>
                  </a:solidFill>
                  <a:latin typeface="Inter"/>
                  <a:ea typeface="Inter"/>
                  <a:cs typeface="Inter"/>
                </a:defRPr>
              </a:lvl4pPr>
              <a:lvl5pPr algn="l">
                <a:defRPr sz="1141" b="1" i="0" kern="0" spc="-9">
                  <a:ln w="39387">
                    <a:solidFill>
                      <a:srgbClr val="FFFFFF"/>
                    </a:solidFill>
                    <a:prstDash val="solid"/>
                  </a:ln>
                  <a:solidFill>
                    <a:srgbClr val="FFFFFF"/>
                  </a:solidFill>
                  <a:latin typeface="Inter"/>
                  <a:ea typeface="Inter"/>
                  <a:cs typeface="Inter"/>
                </a:defRPr>
              </a:lvl5pPr>
              <a:lvl6pPr algn="l">
                <a:defRPr sz="1141" b="1" i="0" kern="0" spc="-9">
                  <a:ln w="39387">
                    <a:solidFill>
                      <a:srgbClr val="FFFFFF"/>
                    </a:solidFill>
                    <a:prstDash val="solid"/>
                  </a:ln>
                  <a:solidFill>
                    <a:srgbClr val="FFFFFF"/>
                  </a:solidFill>
                  <a:latin typeface="Inter"/>
                  <a:ea typeface="Inter"/>
                  <a:cs typeface="Inter"/>
                </a:defRPr>
              </a:lvl6pPr>
              <a:lvl7pPr algn="l">
                <a:defRPr sz="1141" b="1" i="0" kern="0" spc="-9">
                  <a:ln w="39387">
                    <a:solidFill>
                      <a:srgbClr val="FFFFFF"/>
                    </a:solidFill>
                    <a:prstDash val="solid"/>
                  </a:ln>
                  <a:solidFill>
                    <a:srgbClr val="FFFFFF"/>
                  </a:solidFill>
                  <a:latin typeface="Inter"/>
                  <a:ea typeface="Inter"/>
                  <a:cs typeface="Inter"/>
                </a:defRPr>
              </a:lvl7pPr>
              <a:lvl8pPr algn="l">
                <a:defRPr sz="1141" b="1" i="0" kern="0" spc="-9">
                  <a:ln w="39387">
                    <a:solidFill>
                      <a:srgbClr val="FFFFFF"/>
                    </a:solidFill>
                    <a:prstDash val="solid"/>
                  </a:ln>
                  <a:solidFill>
                    <a:srgbClr val="FFFFFF"/>
                  </a:solidFill>
                  <a:latin typeface="Inter"/>
                  <a:ea typeface="Inter"/>
                  <a:cs typeface="Inter"/>
                </a:defRPr>
              </a:lvl8pPr>
              <a:lvl9pPr algn="l">
                <a:defRPr sz="1141" b="1" i="0" kern="0" spc="-9">
                  <a:ln w="39387">
                    <a:solidFill>
                      <a:srgbClr val="FFFFFF"/>
                    </a:solidFill>
                    <a:prstDash val="solid"/>
                  </a:ln>
                  <a:solidFill>
                    <a:srgbClr val="FFFFFF"/>
                  </a:solidFill>
                  <a:latin typeface="Inter"/>
                  <a:ea typeface="Inter"/>
                  <a:cs typeface="Inter"/>
                </a:defRPr>
              </a:lvl9pPr>
            </a:lstStyle>
            <a:p>
              <a:pPr algn="l">
                <a:lnSpc>
                  <a:spcPct val="100000"/>
                </a:lnSpc>
                <a:buNone/>
                <a:defRPr sz="1141" b="1" i="0" kern="0" spc="-9">
                  <a:solidFill>
                    <a:srgbClr val="FFFFFF"/>
                  </a:solidFill>
                  <a:latin typeface="Inter"/>
                  <a:ea typeface="Inter"/>
                  <a:cs typeface="Inter"/>
                </a:defRPr>
              </a:pPr>
              <a:r>
                <a:rPr sz="1141" b="1" i="0" kern="0" spc="-9">
                  <a:ln w="39387">
                    <a:solidFill>
                      <a:srgbClr val="FFFFFF"/>
                    </a:solidFill>
                    <a:prstDash val="solid"/>
                  </a:ln>
                  <a:solidFill>
                    <a:srgbClr val="FFFFFF"/>
                  </a:solidFill>
                  <a:latin typeface="Inter"/>
                  <a:ea typeface="Inter"/>
                  <a:cs typeface="Inter"/>
                </a:rPr>
                <a:t>B loss to consumers</a:t>
              </a:r>
            </a:p>
          </p:txBody>
        </p:sp>
        <p:sp>
          <p:nvSpPr>
            <p:cNvPr id="140" name="s22 text 70">
              <a:extLst>
                <a:ext uri="{FF2B5EF4-FFF2-40B4-BE49-F238E27FC236}">
                  <a16:creationId xmlns:a16="http://schemas.microsoft.com/office/drawing/2014/main" id="{EBF50E16-ADAA-485D-979B-5B7670EF3952}"/>
                </a:ext>
              </a:extLst>
            </p:cNvPr>
            <p:cNvSpPr>
              <a:spLocks noGrp="1"/>
            </p:cNvSpPr>
            <p:nvPr/>
          </p:nvSpPr>
          <p:spPr>
            <a:xfrm>
              <a:off x="3537504" y="4482328"/>
              <a:ext cx="1481842" cy="201587"/>
            </a:xfrm>
            <a:prstGeom prst="rect">
              <a:avLst/>
            </a:prstGeom>
            <a:noFill/>
            <a:ln w="0">
              <a:noFill/>
              <a:prstDash val="solid"/>
            </a:ln>
          </p:spPr>
          <p:txBody>
            <a:bodyPr wrap="none" lIns="0" tIns="0" rIns="0" bIns="0" anchor="t">
              <a:noAutofit/>
            </a:bodyPr>
            <a:lstStyle>
              <a:defPPr algn="l">
                <a:defRPr sz="1141" b="1" i="0" kern="0" spc="-9">
                  <a:solidFill>
                    <a:srgbClr val="1D4ED8"/>
                  </a:solidFill>
                  <a:latin typeface="Inter"/>
                  <a:ea typeface="Inter"/>
                  <a:cs typeface="Inter"/>
                </a:defRPr>
              </a:defPPr>
              <a:lvl1pPr algn="l">
                <a:defRPr sz="1141" b="1" i="0" kern="0" spc="-9">
                  <a:solidFill>
                    <a:srgbClr val="1D4ED8"/>
                  </a:solidFill>
                  <a:latin typeface="Inter"/>
                  <a:ea typeface="Inter"/>
                  <a:cs typeface="Inter"/>
                </a:defRPr>
              </a:lvl1pPr>
              <a:lvl2pPr algn="l">
                <a:defRPr sz="1141" b="1" i="0" kern="0" spc="-9">
                  <a:solidFill>
                    <a:srgbClr val="1D4ED8"/>
                  </a:solidFill>
                  <a:latin typeface="Inter"/>
                  <a:ea typeface="Inter"/>
                  <a:cs typeface="Inter"/>
                </a:defRPr>
              </a:lvl2pPr>
              <a:lvl3pPr algn="l">
                <a:defRPr sz="1141" b="1" i="0" kern="0" spc="-9">
                  <a:solidFill>
                    <a:srgbClr val="1D4ED8"/>
                  </a:solidFill>
                  <a:latin typeface="Inter"/>
                  <a:ea typeface="Inter"/>
                  <a:cs typeface="Inter"/>
                </a:defRPr>
              </a:lvl3pPr>
              <a:lvl4pPr algn="l">
                <a:defRPr sz="1141" b="1" i="0" kern="0" spc="-9">
                  <a:solidFill>
                    <a:srgbClr val="1D4ED8"/>
                  </a:solidFill>
                  <a:latin typeface="Inter"/>
                  <a:ea typeface="Inter"/>
                  <a:cs typeface="Inter"/>
                </a:defRPr>
              </a:lvl4pPr>
              <a:lvl5pPr algn="l">
                <a:defRPr sz="1141" b="1" i="0" kern="0" spc="-9">
                  <a:solidFill>
                    <a:srgbClr val="1D4ED8"/>
                  </a:solidFill>
                  <a:latin typeface="Inter"/>
                  <a:ea typeface="Inter"/>
                  <a:cs typeface="Inter"/>
                </a:defRPr>
              </a:lvl5pPr>
              <a:lvl6pPr algn="l">
                <a:defRPr sz="1141" b="1" i="0" kern="0" spc="-9">
                  <a:solidFill>
                    <a:srgbClr val="1D4ED8"/>
                  </a:solidFill>
                  <a:latin typeface="Inter"/>
                  <a:ea typeface="Inter"/>
                  <a:cs typeface="Inter"/>
                </a:defRPr>
              </a:lvl6pPr>
              <a:lvl7pPr algn="l">
                <a:defRPr sz="1141" b="1" i="0" kern="0" spc="-9">
                  <a:solidFill>
                    <a:srgbClr val="1D4ED8"/>
                  </a:solidFill>
                  <a:latin typeface="Inter"/>
                  <a:ea typeface="Inter"/>
                  <a:cs typeface="Inter"/>
                </a:defRPr>
              </a:lvl7pPr>
              <a:lvl8pPr algn="l">
                <a:defRPr sz="1141" b="1" i="0" kern="0" spc="-9">
                  <a:solidFill>
                    <a:srgbClr val="1D4ED8"/>
                  </a:solidFill>
                  <a:latin typeface="Inter"/>
                  <a:ea typeface="Inter"/>
                  <a:cs typeface="Inter"/>
                </a:defRPr>
              </a:lvl8pPr>
              <a:lvl9pPr algn="l">
                <a:defRPr sz="1141" b="1" i="0" kern="0" spc="-9">
                  <a:solidFill>
                    <a:srgbClr val="1D4ED8"/>
                  </a:solidFill>
                  <a:latin typeface="Inter"/>
                  <a:ea typeface="Inter"/>
                  <a:cs typeface="Inter"/>
                </a:defRPr>
              </a:lvl9pPr>
            </a:lstStyle>
            <a:p>
              <a:pPr algn="l">
                <a:lnSpc>
                  <a:spcPct val="100000"/>
                </a:lnSpc>
                <a:buNone/>
                <a:defRPr sz="1141" b="1" i="0" kern="0" spc="-9">
                  <a:solidFill>
                    <a:srgbClr val="1D4ED8"/>
                  </a:solidFill>
                  <a:latin typeface="Inter"/>
                  <a:ea typeface="Inter"/>
                  <a:cs typeface="Inter"/>
                </a:defRPr>
              </a:pPr>
              <a:r>
                <a:rPr sz="1141" b="1" i="0" kern="0" spc="-9">
                  <a:solidFill>
                    <a:srgbClr val="1D4ED8"/>
                  </a:solidFill>
                  <a:latin typeface="Inter"/>
                  <a:ea typeface="Inter"/>
                  <a:cs typeface="Inter"/>
                </a:rPr>
                <a:t>B loss to consumers</a:t>
              </a:r>
            </a:p>
          </p:txBody>
        </p:sp>
        <p:sp>
          <p:nvSpPr>
            <p:cNvPr id="141" name="s22 text 71 halo">
              <a:extLst>
                <a:ext uri="{FF2B5EF4-FFF2-40B4-BE49-F238E27FC236}">
                  <a16:creationId xmlns:a16="http://schemas.microsoft.com/office/drawing/2014/main" id="{69DCE8A0-8031-4443-B930-DD8BB11E4095}"/>
                </a:ext>
              </a:extLst>
            </p:cNvPr>
            <p:cNvSpPr>
              <a:spLocks noGrp="1"/>
            </p:cNvSpPr>
            <p:nvPr/>
          </p:nvSpPr>
          <p:spPr>
            <a:xfrm>
              <a:off x="3439724" y="4202717"/>
              <a:ext cx="530200" cy="201587"/>
            </a:xfrm>
            <a:prstGeom prst="rect">
              <a:avLst/>
            </a:prstGeom>
            <a:noFill/>
            <a:ln w="0">
              <a:noFill/>
              <a:prstDash val="solid"/>
            </a:ln>
          </p:spPr>
          <p:txBody>
            <a:bodyPr wrap="none" lIns="0" tIns="0" rIns="0" bIns="0" anchor="t">
              <a:noAutofit/>
            </a:bodyPr>
            <a:lstStyle>
              <a:defPPr algn="l">
                <a:defRPr sz="1141" b="1" i="0" kern="0" spc="-9">
                  <a:ln w="39387">
                    <a:solidFill>
                      <a:srgbClr val="FFFFFF"/>
                    </a:solidFill>
                    <a:prstDash val="solid"/>
                  </a:ln>
                  <a:solidFill>
                    <a:srgbClr val="FFFFFF"/>
                  </a:solidFill>
                  <a:latin typeface="Inter"/>
                  <a:ea typeface="Inter"/>
                  <a:cs typeface="Inter"/>
                </a:defRPr>
              </a:defPPr>
              <a:lvl1pPr algn="l">
                <a:defRPr sz="1141" b="1" i="0" kern="0" spc="-9">
                  <a:ln w="39387">
                    <a:solidFill>
                      <a:srgbClr val="FFFFFF"/>
                    </a:solidFill>
                    <a:prstDash val="solid"/>
                  </a:ln>
                  <a:solidFill>
                    <a:srgbClr val="FFFFFF"/>
                  </a:solidFill>
                  <a:latin typeface="Inter"/>
                  <a:ea typeface="Inter"/>
                  <a:cs typeface="Inter"/>
                </a:defRPr>
              </a:lvl1pPr>
              <a:lvl2pPr algn="l">
                <a:defRPr sz="1141" b="1" i="0" kern="0" spc="-9">
                  <a:ln w="39387">
                    <a:solidFill>
                      <a:srgbClr val="FFFFFF"/>
                    </a:solidFill>
                    <a:prstDash val="solid"/>
                  </a:ln>
                  <a:solidFill>
                    <a:srgbClr val="FFFFFF"/>
                  </a:solidFill>
                  <a:latin typeface="Inter"/>
                  <a:ea typeface="Inter"/>
                  <a:cs typeface="Inter"/>
                </a:defRPr>
              </a:lvl2pPr>
              <a:lvl3pPr algn="l">
                <a:defRPr sz="1141" b="1" i="0" kern="0" spc="-9">
                  <a:ln w="39387">
                    <a:solidFill>
                      <a:srgbClr val="FFFFFF"/>
                    </a:solidFill>
                    <a:prstDash val="solid"/>
                  </a:ln>
                  <a:solidFill>
                    <a:srgbClr val="FFFFFF"/>
                  </a:solidFill>
                  <a:latin typeface="Inter"/>
                  <a:ea typeface="Inter"/>
                  <a:cs typeface="Inter"/>
                </a:defRPr>
              </a:lvl3pPr>
              <a:lvl4pPr algn="l">
                <a:defRPr sz="1141" b="1" i="0" kern="0" spc="-9">
                  <a:ln w="39387">
                    <a:solidFill>
                      <a:srgbClr val="FFFFFF"/>
                    </a:solidFill>
                    <a:prstDash val="solid"/>
                  </a:ln>
                  <a:solidFill>
                    <a:srgbClr val="FFFFFF"/>
                  </a:solidFill>
                  <a:latin typeface="Inter"/>
                  <a:ea typeface="Inter"/>
                  <a:cs typeface="Inter"/>
                </a:defRPr>
              </a:lvl4pPr>
              <a:lvl5pPr algn="l">
                <a:defRPr sz="1141" b="1" i="0" kern="0" spc="-9">
                  <a:ln w="39387">
                    <a:solidFill>
                      <a:srgbClr val="FFFFFF"/>
                    </a:solidFill>
                    <a:prstDash val="solid"/>
                  </a:ln>
                  <a:solidFill>
                    <a:srgbClr val="FFFFFF"/>
                  </a:solidFill>
                  <a:latin typeface="Inter"/>
                  <a:ea typeface="Inter"/>
                  <a:cs typeface="Inter"/>
                </a:defRPr>
              </a:lvl5pPr>
              <a:lvl6pPr algn="l">
                <a:defRPr sz="1141" b="1" i="0" kern="0" spc="-9">
                  <a:ln w="39387">
                    <a:solidFill>
                      <a:srgbClr val="FFFFFF"/>
                    </a:solidFill>
                    <a:prstDash val="solid"/>
                  </a:ln>
                  <a:solidFill>
                    <a:srgbClr val="FFFFFF"/>
                  </a:solidFill>
                  <a:latin typeface="Inter"/>
                  <a:ea typeface="Inter"/>
                  <a:cs typeface="Inter"/>
                </a:defRPr>
              </a:lvl6pPr>
              <a:lvl7pPr algn="l">
                <a:defRPr sz="1141" b="1" i="0" kern="0" spc="-9">
                  <a:ln w="39387">
                    <a:solidFill>
                      <a:srgbClr val="FFFFFF"/>
                    </a:solidFill>
                    <a:prstDash val="solid"/>
                  </a:ln>
                  <a:solidFill>
                    <a:srgbClr val="FFFFFF"/>
                  </a:solidFill>
                  <a:latin typeface="Inter"/>
                  <a:ea typeface="Inter"/>
                  <a:cs typeface="Inter"/>
                </a:defRPr>
              </a:lvl7pPr>
              <a:lvl8pPr algn="l">
                <a:defRPr sz="1141" b="1" i="0" kern="0" spc="-9">
                  <a:ln w="39387">
                    <a:solidFill>
                      <a:srgbClr val="FFFFFF"/>
                    </a:solidFill>
                    <a:prstDash val="solid"/>
                  </a:ln>
                  <a:solidFill>
                    <a:srgbClr val="FFFFFF"/>
                  </a:solidFill>
                  <a:latin typeface="Inter"/>
                  <a:ea typeface="Inter"/>
                  <a:cs typeface="Inter"/>
                </a:defRPr>
              </a:lvl8pPr>
              <a:lvl9pPr algn="l">
                <a:defRPr sz="1141" b="1" i="0" kern="0" spc="-9">
                  <a:ln w="39387">
                    <a:solidFill>
                      <a:srgbClr val="FFFFFF"/>
                    </a:solidFill>
                    <a:prstDash val="solid"/>
                  </a:ln>
                  <a:solidFill>
                    <a:srgbClr val="FFFFFF"/>
                  </a:solidFill>
                  <a:latin typeface="Inter"/>
                  <a:ea typeface="Inter"/>
                  <a:cs typeface="Inter"/>
                </a:defRPr>
              </a:lvl9pPr>
            </a:lstStyle>
            <a:p>
              <a:pPr algn="l">
                <a:lnSpc>
                  <a:spcPct val="100000"/>
                </a:lnSpc>
                <a:buNone/>
                <a:defRPr sz="1141" b="1" i="0" kern="0" spc="-9">
                  <a:solidFill>
                    <a:srgbClr val="FFFFFF"/>
                  </a:solidFill>
                  <a:latin typeface="Inter"/>
                  <a:ea typeface="Inter"/>
                  <a:cs typeface="Inter"/>
                </a:defRPr>
              </a:pPr>
              <a:r>
                <a:rPr sz="1141" b="1" i="0" kern="0" spc="-9">
                  <a:ln w="39387">
                    <a:solidFill>
                      <a:srgbClr val="FFFFFF"/>
                    </a:solidFill>
                    <a:prstDash val="solid"/>
                  </a:ln>
                  <a:solidFill>
                    <a:srgbClr val="FFFFFF"/>
                  </a:solidFill>
                  <a:latin typeface="Inter"/>
                  <a:ea typeface="Inter"/>
                  <a:cs typeface="Inter"/>
                </a:rPr>
                <a:t>D DWL</a:t>
              </a:r>
            </a:p>
          </p:txBody>
        </p:sp>
        <p:sp>
          <p:nvSpPr>
            <p:cNvPr id="142" name="s22 text 71">
              <a:extLst>
                <a:ext uri="{FF2B5EF4-FFF2-40B4-BE49-F238E27FC236}">
                  <a16:creationId xmlns:a16="http://schemas.microsoft.com/office/drawing/2014/main" id="{28F39CE0-9BB9-4F59-B8CD-E05FA14904B0}"/>
                </a:ext>
              </a:extLst>
            </p:cNvPr>
            <p:cNvSpPr>
              <a:spLocks noGrp="1"/>
            </p:cNvSpPr>
            <p:nvPr/>
          </p:nvSpPr>
          <p:spPr>
            <a:xfrm>
              <a:off x="3439724" y="4202717"/>
              <a:ext cx="530200" cy="201587"/>
            </a:xfrm>
            <a:prstGeom prst="rect">
              <a:avLst/>
            </a:prstGeom>
            <a:noFill/>
            <a:ln w="0">
              <a:noFill/>
              <a:prstDash val="solid"/>
            </a:ln>
          </p:spPr>
          <p:txBody>
            <a:bodyPr wrap="none" lIns="0" tIns="0" rIns="0" bIns="0" anchor="t">
              <a:noAutofit/>
            </a:bodyPr>
            <a:lstStyle>
              <a:defPPr algn="l">
                <a:defRPr sz="1141" b="1" i="0" kern="0" spc="-9">
                  <a:solidFill>
                    <a:srgbClr val="DC2626"/>
                  </a:solidFill>
                  <a:latin typeface="Inter"/>
                  <a:ea typeface="Inter"/>
                  <a:cs typeface="Inter"/>
                </a:defRPr>
              </a:defPPr>
              <a:lvl1pPr algn="l">
                <a:defRPr sz="1141" b="1" i="0" kern="0" spc="-9">
                  <a:solidFill>
                    <a:srgbClr val="DC2626"/>
                  </a:solidFill>
                  <a:latin typeface="Inter"/>
                  <a:ea typeface="Inter"/>
                  <a:cs typeface="Inter"/>
                </a:defRPr>
              </a:lvl1pPr>
              <a:lvl2pPr algn="l">
                <a:defRPr sz="1141" b="1" i="0" kern="0" spc="-9">
                  <a:solidFill>
                    <a:srgbClr val="DC2626"/>
                  </a:solidFill>
                  <a:latin typeface="Inter"/>
                  <a:ea typeface="Inter"/>
                  <a:cs typeface="Inter"/>
                </a:defRPr>
              </a:lvl2pPr>
              <a:lvl3pPr algn="l">
                <a:defRPr sz="1141" b="1" i="0" kern="0" spc="-9">
                  <a:solidFill>
                    <a:srgbClr val="DC2626"/>
                  </a:solidFill>
                  <a:latin typeface="Inter"/>
                  <a:ea typeface="Inter"/>
                  <a:cs typeface="Inter"/>
                </a:defRPr>
              </a:lvl3pPr>
              <a:lvl4pPr algn="l">
                <a:defRPr sz="1141" b="1" i="0" kern="0" spc="-9">
                  <a:solidFill>
                    <a:srgbClr val="DC2626"/>
                  </a:solidFill>
                  <a:latin typeface="Inter"/>
                  <a:ea typeface="Inter"/>
                  <a:cs typeface="Inter"/>
                </a:defRPr>
              </a:lvl4pPr>
              <a:lvl5pPr algn="l">
                <a:defRPr sz="1141" b="1" i="0" kern="0" spc="-9">
                  <a:solidFill>
                    <a:srgbClr val="DC2626"/>
                  </a:solidFill>
                  <a:latin typeface="Inter"/>
                  <a:ea typeface="Inter"/>
                  <a:cs typeface="Inter"/>
                </a:defRPr>
              </a:lvl5pPr>
              <a:lvl6pPr algn="l">
                <a:defRPr sz="1141" b="1" i="0" kern="0" spc="-9">
                  <a:solidFill>
                    <a:srgbClr val="DC2626"/>
                  </a:solidFill>
                  <a:latin typeface="Inter"/>
                  <a:ea typeface="Inter"/>
                  <a:cs typeface="Inter"/>
                </a:defRPr>
              </a:lvl6pPr>
              <a:lvl7pPr algn="l">
                <a:defRPr sz="1141" b="1" i="0" kern="0" spc="-9">
                  <a:solidFill>
                    <a:srgbClr val="DC2626"/>
                  </a:solidFill>
                  <a:latin typeface="Inter"/>
                  <a:ea typeface="Inter"/>
                  <a:cs typeface="Inter"/>
                </a:defRPr>
              </a:lvl7pPr>
              <a:lvl8pPr algn="l">
                <a:defRPr sz="1141" b="1" i="0" kern="0" spc="-9">
                  <a:solidFill>
                    <a:srgbClr val="DC2626"/>
                  </a:solidFill>
                  <a:latin typeface="Inter"/>
                  <a:ea typeface="Inter"/>
                  <a:cs typeface="Inter"/>
                </a:defRPr>
              </a:lvl8pPr>
              <a:lvl9pPr algn="l">
                <a:defRPr sz="1141" b="1" i="0" kern="0" spc="-9">
                  <a:solidFill>
                    <a:srgbClr val="DC2626"/>
                  </a:solidFill>
                  <a:latin typeface="Inter"/>
                  <a:ea typeface="Inter"/>
                  <a:cs typeface="Inter"/>
                </a:defRPr>
              </a:lvl9pPr>
            </a:lstStyle>
            <a:p>
              <a:pPr algn="l">
                <a:lnSpc>
                  <a:spcPct val="100000"/>
                </a:lnSpc>
                <a:buNone/>
                <a:defRPr sz="1141" b="1" i="0" kern="0" spc="-9">
                  <a:solidFill>
                    <a:srgbClr val="DC2626"/>
                  </a:solidFill>
                  <a:latin typeface="Inter"/>
                  <a:ea typeface="Inter"/>
                  <a:cs typeface="Inter"/>
                </a:defRPr>
              </a:pPr>
              <a:r>
                <a:rPr sz="1141" b="1" i="0" kern="0" spc="-9">
                  <a:solidFill>
                    <a:srgbClr val="DC2626"/>
                  </a:solidFill>
                  <a:latin typeface="Inter"/>
                  <a:ea typeface="Inter"/>
                  <a:cs typeface="Inter"/>
                </a:rPr>
                <a:t>D DWL</a:t>
              </a:r>
            </a:p>
          </p:txBody>
        </p:sp>
        <p:sp>
          <p:nvSpPr>
            <p:cNvPr id="143" name="s22 text 72 halo">
              <a:extLst>
                <a:ext uri="{FF2B5EF4-FFF2-40B4-BE49-F238E27FC236}">
                  <a16:creationId xmlns:a16="http://schemas.microsoft.com/office/drawing/2014/main" id="{3F6290FB-1FC4-428C-9008-6F4B7048601F}"/>
                </a:ext>
              </a:extLst>
            </p:cNvPr>
            <p:cNvSpPr>
              <a:spLocks noGrp="1"/>
            </p:cNvSpPr>
            <p:nvPr/>
          </p:nvSpPr>
          <p:spPr>
            <a:xfrm>
              <a:off x="5043384" y="4399617"/>
              <a:ext cx="530200" cy="201587"/>
            </a:xfrm>
            <a:prstGeom prst="rect">
              <a:avLst/>
            </a:prstGeom>
            <a:noFill/>
            <a:ln w="0">
              <a:noFill/>
              <a:prstDash val="solid"/>
            </a:ln>
          </p:spPr>
          <p:txBody>
            <a:bodyPr wrap="none" lIns="0" tIns="0" rIns="0" bIns="0" anchor="t">
              <a:noAutofit/>
            </a:bodyPr>
            <a:lstStyle>
              <a:defPPr algn="l">
                <a:defRPr sz="1141" b="1" i="0" kern="0" spc="-9">
                  <a:ln w="39387">
                    <a:solidFill>
                      <a:srgbClr val="FFFFFF"/>
                    </a:solidFill>
                    <a:prstDash val="solid"/>
                  </a:ln>
                  <a:solidFill>
                    <a:srgbClr val="FFFFFF"/>
                  </a:solidFill>
                  <a:latin typeface="Inter"/>
                  <a:ea typeface="Inter"/>
                  <a:cs typeface="Inter"/>
                </a:defRPr>
              </a:defPPr>
              <a:lvl1pPr algn="l">
                <a:defRPr sz="1141" b="1" i="0" kern="0" spc="-9">
                  <a:ln w="39387">
                    <a:solidFill>
                      <a:srgbClr val="FFFFFF"/>
                    </a:solidFill>
                    <a:prstDash val="solid"/>
                  </a:ln>
                  <a:solidFill>
                    <a:srgbClr val="FFFFFF"/>
                  </a:solidFill>
                  <a:latin typeface="Inter"/>
                  <a:ea typeface="Inter"/>
                  <a:cs typeface="Inter"/>
                </a:defRPr>
              </a:lvl1pPr>
              <a:lvl2pPr algn="l">
                <a:defRPr sz="1141" b="1" i="0" kern="0" spc="-9">
                  <a:ln w="39387">
                    <a:solidFill>
                      <a:srgbClr val="FFFFFF"/>
                    </a:solidFill>
                    <a:prstDash val="solid"/>
                  </a:ln>
                  <a:solidFill>
                    <a:srgbClr val="FFFFFF"/>
                  </a:solidFill>
                  <a:latin typeface="Inter"/>
                  <a:ea typeface="Inter"/>
                  <a:cs typeface="Inter"/>
                </a:defRPr>
              </a:lvl2pPr>
              <a:lvl3pPr algn="l">
                <a:defRPr sz="1141" b="1" i="0" kern="0" spc="-9">
                  <a:ln w="39387">
                    <a:solidFill>
                      <a:srgbClr val="FFFFFF"/>
                    </a:solidFill>
                    <a:prstDash val="solid"/>
                  </a:ln>
                  <a:solidFill>
                    <a:srgbClr val="FFFFFF"/>
                  </a:solidFill>
                  <a:latin typeface="Inter"/>
                  <a:ea typeface="Inter"/>
                  <a:cs typeface="Inter"/>
                </a:defRPr>
              </a:lvl3pPr>
              <a:lvl4pPr algn="l">
                <a:defRPr sz="1141" b="1" i="0" kern="0" spc="-9">
                  <a:ln w="39387">
                    <a:solidFill>
                      <a:srgbClr val="FFFFFF"/>
                    </a:solidFill>
                    <a:prstDash val="solid"/>
                  </a:ln>
                  <a:solidFill>
                    <a:srgbClr val="FFFFFF"/>
                  </a:solidFill>
                  <a:latin typeface="Inter"/>
                  <a:ea typeface="Inter"/>
                  <a:cs typeface="Inter"/>
                </a:defRPr>
              </a:lvl4pPr>
              <a:lvl5pPr algn="l">
                <a:defRPr sz="1141" b="1" i="0" kern="0" spc="-9">
                  <a:ln w="39387">
                    <a:solidFill>
                      <a:srgbClr val="FFFFFF"/>
                    </a:solidFill>
                    <a:prstDash val="solid"/>
                  </a:ln>
                  <a:solidFill>
                    <a:srgbClr val="FFFFFF"/>
                  </a:solidFill>
                  <a:latin typeface="Inter"/>
                  <a:ea typeface="Inter"/>
                  <a:cs typeface="Inter"/>
                </a:defRPr>
              </a:lvl5pPr>
              <a:lvl6pPr algn="l">
                <a:defRPr sz="1141" b="1" i="0" kern="0" spc="-9">
                  <a:ln w="39387">
                    <a:solidFill>
                      <a:srgbClr val="FFFFFF"/>
                    </a:solidFill>
                    <a:prstDash val="solid"/>
                  </a:ln>
                  <a:solidFill>
                    <a:srgbClr val="FFFFFF"/>
                  </a:solidFill>
                  <a:latin typeface="Inter"/>
                  <a:ea typeface="Inter"/>
                  <a:cs typeface="Inter"/>
                </a:defRPr>
              </a:lvl6pPr>
              <a:lvl7pPr algn="l">
                <a:defRPr sz="1141" b="1" i="0" kern="0" spc="-9">
                  <a:ln w="39387">
                    <a:solidFill>
                      <a:srgbClr val="FFFFFF"/>
                    </a:solidFill>
                    <a:prstDash val="solid"/>
                  </a:ln>
                  <a:solidFill>
                    <a:srgbClr val="FFFFFF"/>
                  </a:solidFill>
                  <a:latin typeface="Inter"/>
                  <a:ea typeface="Inter"/>
                  <a:cs typeface="Inter"/>
                </a:defRPr>
              </a:lvl7pPr>
              <a:lvl8pPr algn="l">
                <a:defRPr sz="1141" b="1" i="0" kern="0" spc="-9">
                  <a:ln w="39387">
                    <a:solidFill>
                      <a:srgbClr val="FFFFFF"/>
                    </a:solidFill>
                    <a:prstDash val="solid"/>
                  </a:ln>
                  <a:solidFill>
                    <a:srgbClr val="FFFFFF"/>
                  </a:solidFill>
                  <a:latin typeface="Inter"/>
                  <a:ea typeface="Inter"/>
                  <a:cs typeface="Inter"/>
                </a:defRPr>
              </a:lvl8pPr>
              <a:lvl9pPr algn="l">
                <a:defRPr sz="1141" b="1" i="0" kern="0" spc="-9">
                  <a:ln w="39387">
                    <a:solidFill>
                      <a:srgbClr val="FFFFFF"/>
                    </a:solidFill>
                    <a:prstDash val="solid"/>
                  </a:ln>
                  <a:solidFill>
                    <a:srgbClr val="FFFFFF"/>
                  </a:solidFill>
                  <a:latin typeface="Inter"/>
                  <a:ea typeface="Inter"/>
                  <a:cs typeface="Inter"/>
                </a:defRPr>
              </a:lvl9pPr>
            </a:lstStyle>
            <a:p>
              <a:pPr algn="l">
                <a:lnSpc>
                  <a:spcPct val="100000"/>
                </a:lnSpc>
                <a:buNone/>
                <a:defRPr sz="1141" b="1" i="0" kern="0" spc="-9">
                  <a:solidFill>
                    <a:srgbClr val="FFFFFF"/>
                  </a:solidFill>
                  <a:latin typeface="Inter"/>
                  <a:ea typeface="Inter"/>
                  <a:cs typeface="Inter"/>
                </a:defRPr>
              </a:pPr>
              <a:r>
                <a:rPr sz="1141" b="1" i="0" kern="0" spc="-9">
                  <a:ln w="39387">
                    <a:solidFill>
                      <a:srgbClr val="FFFFFF"/>
                    </a:solidFill>
                    <a:prstDash val="solid"/>
                  </a:ln>
                  <a:solidFill>
                    <a:srgbClr val="FFFFFF"/>
                  </a:solidFill>
                  <a:latin typeface="Inter"/>
                  <a:ea typeface="Inter"/>
                  <a:cs typeface="Inter"/>
                </a:rPr>
                <a:t>D DWL</a:t>
              </a:r>
            </a:p>
          </p:txBody>
        </p:sp>
        <p:sp>
          <p:nvSpPr>
            <p:cNvPr id="144" name="s22 text 72">
              <a:extLst>
                <a:ext uri="{FF2B5EF4-FFF2-40B4-BE49-F238E27FC236}">
                  <a16:creationId xmlns:a16="http://schemas.microsoft.com/office/drawing/2014/main" id="{3752E10E-0A3D-4F09-99F9-7D1FA264651C}"/>
                </a:ext>
              </a:extLst>
            </p:cNvPr>
            <p:cNvSpPr>
              <a:spLocks noGrp="1"/>
            </p:cNvSpPr>
            <p:nvPr/>
          </p:nvSpPr>
          <p:spPr>
            <a:xfrm>
              <a:off x="5043384" y="4399617"/>
              <a:ext cx="530200" cy="201587"/>
            </a:xfrm>
            <a:prstGeom prst="rect">
              <a:avLst/>
            </a:prstGeom>
            <a:noFill/>
            <a:ln w="0">
              <a:noFill/>
              <a:prstDash val="solid"/>
            </a:ln>
          </p:spPr>
          <p:txBody>
            <a:bodyPr wrap="none" lIns="0" tIns="0" rIns="0" bIns="0" anchor="t">
              <a:noAutofit/>
            </a:bodyPr>
            <a:lstStyle>
              <a:defPPr algn="l">
                <a:defRPr sz="1141" b="1" i="0" kern="0" spc="-9">
                  <a:solidFill>
                    <a:srgbClr val="DC2626"/>
                  </a:solidFill>
                  <a:latin typeface="Inter"/>
                  <a:ea typeface="Inter"/>
                  <a:cs typeface="Inter"/>
                </a:defRPr>
              </a:defPPr>
              <a:lvl1pPr algn="l">
                <a:defRPr sz="1141" b="1" i="0" kern="0" spc="-9">
                  <a:solidFill>
                    <a:srgbClr val="DC2626"/>
                  </a:solidFill>
                  <a:latin typeface="Inter"/>
                  <a:ea typeface="Inter"/>
                  <a:cs typeface="Inter"/>
                </a:defRPr>
              </a:lvl1pPr>
              <a:lvl2pPr algn="l">
                <a:defRPr sz="1141" b="1" i="0" kern="0" spc="-9">
                  <a:solidFill>
                    <a:srgbClr val="DC2626"/>
                  </a:solidFill>
                  <a:latin typeface="Inter"/>
                  <a:ea typeface="Inter"/>
                  <a:cs typeface="Inter"/>
                </a:defRPr>
              </a:lvl2pPr>
              <a:lvl3pPr algn="l">
                <a:defRPr sz="1141" b="1" i="0" kern="0" spc="-9">
                  <a:solidFill>
                    <a:srgbClr val="DC2626"/>
                  </a:solidFill>
                  <a:latin typeface="Inter"/>
                  <a:ea typeface="Inter"/>
                  <a:cs typeface="Inter"/>
                </a:defRPr>
              </a:lvl3pPr>
              <a:lvl4pPr algn="l">
                <a:defRPr sz="1141" b="1" i="0" kern="0" spc="-9">
                  <a:solidFill>
                    <a:srgbClr val="DC2626"/>
                  </a:solidFill>
                  <a:latin typeface="Inter"/>
                  <a:ea typeface="Inter"/>
                  <a:cs typeface="Inter"/>
                </a:defRPr>
              </a:lvl4pPr>
              <a:lvl5pPr algn="l">
                <a:defRPr sz="1141" b="1" i="0" kern="0" spc="-9">
                  <a:solidFill>
                    <a:srgbClr val="DC2626"/>
                  </a:solidFill>
                  <a:latin typeface="Inter"/>
                  <a:ea typeface="Inter"/>
                  <a:cs typeface="Inter"/>
                </a:defRPr>
              </a:lvl5pPr>
              <a:lvl6pPr algn="l">
                <a:defRPr sz="1141" b="1" i="0" kern="0" spc="-9">
                  <a:solidFill>
                    <a:srgbClr val="DC2626"/>
                  </a:solidFill>
                  <a:latin typeface="Inter"/>
                  <a:ea typeface="Inter"/>
                  <a:cs typeface="Inter"/>
                </a:defRPr>
              </a:lvl6pPr>
              <a:lvl7pPr algn="l">
                <a:defRPr sz="1141" b="1" i="0" kern="0" spc="-9">
                  <a:solidFill>
                    <a:srgbClr val="DC2626"/>
                  </a:solidFill>
                  <a:latin typeface="Inter"/>
                  <a:ea typeface="Inter"/>
                  <a:cs typeface="Inter"/>
                </a:defRPr>
              </a:lvl7pPr>
              <a:lvl8pPr algn="l">
                <a:defRPr sz="1141" b="1" i="0" kern="0" spc="-9">
                  <a:solidFill>
                    <a:srgbClr val="DC2626"/>
                  </a:solidFill>
                  <a:latin typeface="Inter"/>
                  <a:ea typeface="Inter"/>
                  <a:cs typeface="Inter"/>
                </a:defRPr>
              </a:lvl8pPr>
              <a:lvl9pPr algn="l">
                <a:defRPr sz="1141" b="1" i="0" kern="0" spc="-9">
                  <a:solidFill>
                    <a:srgbClr val="DC2626"/>
                  </a:solidFill>
                  <a:latin typeface="Inter"/>
                  <a:ea typeface="Inter"/>
                  <a:cs typeface="Inter"/>
                </a:defRPr>
              </a:lvl9pPr>
            </a:lstStyle>
            <a:p>
              <a:pPr algn="l">
                <a:lnSpc>
                  <a:spcPct val="100000"/>
                </a:lnSpc>
                <a:buNone/>
                <a:defRPr sz="1141" b="1" i="0" kern="0" spc="-9">
                  <a:solidFill>
                    <a:srgbClr val="DC2626"/>
                  </a:solidFill>
                  <a:latin typeface="Inter"/>
                  <a:ea typeface="Inter"/>
                  <a:cs typeface="Inter"/>
                </a:defRPr>
              </a:pPr>
              <a:r>
                <a:rPr sz="1141" b="1" i="0" kern="0" spc="-9">
                  <a:solidFill>
                    <a:srgbClr val="DC2626"/>
                  </a:solidFill>
                  <a:latin typeface="Inter"/>
                  <a:ea typeface="Inter"/>
                  <a:cs typeface="Inter"/>
                </a:rPr>
                <a:t>D DWL</a:t>
              </a:r>
            </a:p>
          </p:txBody>
        </p:sp>
        <p:sp>
          <p:nvSpPr>
            <p:cNvPr id="145" name="s22 text 73 halo">
              <a:extLst>
                <a:ext uri="{FF2B5EF4-FFF2-40B4-BE49-F238E27FC236}">
                  <a16:creationId xmlns:a16="http://schemas.microsoft.com/office/drawing/2014/main" id="{D1C3F37B-13E7-4FD5-8819-C7538683CA13}"/>
                </a:ext>
              </a:extLst>
            </p:cNvPr>
            <p:cNvSpPr>
              <a:spLocks noGrp="1"/>
            </p:cNvSpPr>
            <p:nvPr/>
          </p:nvSpPr>
          <p:spPr>
            <a:xfrm>
              <a:off x="3537281" y="5101504"/>
              <a:ext cx="448685" cy="189063"/>
            </a:xfrm>
            <a:prstGeom prst="rect">
              <a:avLst/>
            </a:prstGeom>
            <a:noFill/>
            <a:ln w="0">
              <a:noFill/>
              <a:prstDash val="solid"/>
            </a:ln>
          </p:spPr>
          <p:txBody>
            <a:bodyPr wrap="none" lIns="0" tIns="0" rIns="0" bIns="0" anchor="t">
              <a:noAutofit/>
            </a:bodyPr>
            <a:lstStyle>
              <a:defPPr algn="l">
                <a:defRPr sz="1070" b="0" i="0" kern="0" spc="-8">
                  <a:ln w="39387">
                    <a:solidFill>
                      <a:srgbClr val="FFFFFF"/>
                    </a:solidFill>
                    <a:prstDash val="solid"/>
                  </a:ln>
                  <a:solidFill>
                    <a:srgbClr val="FFFFFF"/>
                  </a:solidFill>
                  <a:latin typeface="Inter SemiBold"/>
                  <a:ea typeface="Inter SemiBold"/>
                  <a:cs typeface="Inter SemiBold"/>
                </a:defRPr>
              </a:defPPr>
              <a:lvl1pPr algn="l">
                <a:defRPr sz="1070" b="0" i="0" kern="0" spc="-8">
                  <a:ln w="39387">
                    <a:solidFill>
                      <a:srgbClr val="FFFFFF"/>
                    </a:solidFill>
                    <a:prstDash val="solid"/>
                  </a:ln>
                  <a:solidFill>
                    <a:srgbClr val="FFFFFF"/>
                  </a:solidFill>
                  <a:latin typeface="Inter SemiBold"/>
                  <a:ea typeface="Inter SemiBold"/>
                  <a:cs typeface="Inter SemiBold"/>
                </a:defRPr>
              </a:lvl1pPr>
              <a:lvl2pPr algn="l">
                <a:defRPr sz="1070" b="0" i="0" kern="0" spc="-8">
                  <a:ln w="39387">
                    <a:solidFill>
                      <a:srgbClr val="FFFFFF"/>
                    </a:solidFill>
                    <a:prstDash val="solid"/>
                  </a:ln>
                  <a:solidFill>
                    <a:srgbClr val="FFFFFF"/>
                  </a:solidFill>
                  <a:latin typeface="Inter SemiBold"/>
                  <a:ea typeface="Inter SemiBold"/>
                  <a:cs typeface="Inter SemiBold"/>
                </a:defRPr>
              </a:lvl2pPr>
              <a:lvl3pPr algn="l">
                <a:defRPr sz="1070" b="0" i="0" kern="0" spc="-8">
                  <a:ln w="39387">
                    <a:solidFill>
                      <a:srgbClr val="FFFFFF"/>
                    </a:solidFill>
                    <a:prstDash val="solid"/>
                  </a:ln>
                  <a:solidFill>
                    <a:srgbClr val="FFFFFF"/>
                  </a:solidFill>
                  <a:latin typeface="Inter SemiBold"/>
                  <a:ea typeface="Inter SemiBold"/>
                  <a:cs typeface="Inter SemiBold"/>
                </a:defRPr>
              </a:lvl3pPr>
              <a:lvl4pPr algn="l">
                <a:defRPr sz="1070" b="0" i="0" kern="0" spc="-8">
                  <a:ln w="39387">
                    <a:solidFill>
                      <a:srgbClr val="FFFFFF"/>
                    </a:solidFill>
                    <a:prstDash val="solid"/>
                  </a:ln>
                  <a:solidFill>
                    <a:srgbClr val="FFFFFF"/>
                  </a:solidFill>
                  <a:latin typeface="Inter SemiBold"/>
                  <a:ea typeface="Inter SemiBold"/>
                  <a:cs typeface="Inter SemiBold"/>
                </a:defRPr>
              </a:lvl4pPr>
              <a:lvl5pPr algn="l">
                <a:defRPr sz="1070" b="0" i="0" kern="0" spc="-8">
                  <a:ln w="39387">
                    <a:solidFill>
                      <a:srgbClr val="FFFFFF"/>
                    </a:solidFill>
                    <a:prstDash val="solid"/>
                  </a:ln>
                  <a:solidFill>
                    <a:srgbClr val="FFFFFF"/>
                  </a:solidFill>
                  <a:latin typeface="Inter SemiBold"/>
                  <a:ea typeface="Inter SemiBold"/>
                  <a:cs typeface="Inter SemiBold"/>
                </a:defRPr>
              </a:lvl5pPr>
              <a:lvl6pPr algn="l">
                <a:defRPr sz="1070" b="0" i="0" kern="0" spc="-8">
                  <a:ln w="39387">
                    <a:solidFill>
                      <a:srgbClr val="FFFFFF"/>
                    </a:solidFill>
                    <a:prstDash val="solid"/>
                  </a:ln>
                  <a:solidFill>
                    <a:srgbClr val="FFFFFF"/>
                  </a:solidFill>
                  <a:latin typeface="Inter SemiBold"/>
                  <a:ea typeface="Inter SemiBold"/>
                  <a:cs typeface="Inter SemiBold"/>
                </a:defRPr>
              </a:lvl6pPr>
              <a:lvl7pPr algn="l">
                <a:defRPr sz="1070" b="0" i="0" kern="0" spc="-8">
                  <a:ln w="39387">
                    <a:solidFill>
                      <a:srgbClr val="FFFFFF"/>
                    </a:solidFill>
                    <a:prstDash val="solid"/>
                  </a:ln>
                  <a:solidFill>
                    <a:srgbClr val="FFFFFF"/>
                  </a:solidFill>
                  <a:latin typeface="Inter SemiBold"/>
                  <a:ea typeface="Inter SemiBold"/>
                  <a:cs typeface="Inter SemiBold"/>
                </a:defRPr>
              </a:lvl7pPr>
              <a:lvl8pPr algn="l">
                <a:defRPr sz="1070" b="0" i="0" kern="0" spc="-8">
                  <a:ln w="39387">
                    <a:solidFill>
                      <a:srgbClr val="FFFFFF"/>
                    </a:solidFill>
                    <a:prstDash val="solid"/>
                  </a:ln>
                  <a:solidFill>
                    <a:srgbClr val="FFFFFF"/>
                  </a:solidFill>
                  <a:latin typeface="Inter SemiBold"/>
                  <a:ea typeface="Inter SemiBold"/>
                  <a:cs typeface="Inter SemiBold"/>
                </a:defRPr>
              </a:lvl8pPr>
              <a:lvl9pPr algn="l">
                <a:defRPr sz="1070" b="0" i="0" kern="0" spc="-8">
                  <a:ln w="39387">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070" b="0" i="0" kern="0" spc="-8">
                  <a:solidFill>
                    <a:srgbClr val="FFFFFF"/>
                  </a:solidFill>
                  <a:latin typeface="Inter SemiBold"/>
                  <a:ea typeface="Inter SemiBold"/>
                  <a:cs typeface="Inter SemiBold"/>
                </a:defRPr>
              </a:pPr>
              <a:r>
                <a:rPr sz="1070" b="0" i="0" kern="0" spc="-8">
                  <a:ln w="39387">
                    <a:solidFill>
                      <a:srgbClr val="FFFFFF"/>
                    </a:solidFill>
                    <a:prstDash val="solid"/>
                  </a:ln>
                  <a:solidFill>
                    <a:srgbClr val="FFFFFF"/>
                  </a:solidFill>
                  <a:latin typeface="Inter SemiBold"/>
                  <a:ea typeface="Inter SemiBold"/>
                  <a:cs typeface="Inter SemiBold"/>
                </a:rPr>
                <a:t>4,000</a:t>
              </a:r>
            </a:p>
          </p:txBody>
        </p:sp>
        <p:sp>
          <p:nvSpPr>
            <p:cNvPr id="146" name="s22 text 73">
              <a:extLst>
                <a:ext uri="{FF2B5EF4-FFF2-40B4-BE49-F238E27FC236}">
                  <a16:creationId xmlns:a16="http://schemas.microsoft.com/office/drawing/2014/main" id="{8CF8DEF6-477F-4C77-8CF4-4B58AD58B671}"/>
                </a:ext>
              </a:extLst>
            </p:cNvPr>
            <p:cNvSpPr>
              <a:spLocks noGrp="1"/>
            </p:cNvSpPr>
            <p:nvPr/>
          </p:nvSpPr>
          <p:spPr>
            <a:xfrm>
              <a:off x="3537281" y="5101504"/>
              <a:ext cx="448685" cy="189063"/>
            </a:xfrm>
            <a:prstGeom prst="rect">
              <a:avLst/>
            </a:prstGeom>
            <a:noFill/>
            <a:ln w="0">
              <a:noFill/>
              <a:prstDash val="solid"/>
            </a:ln>
          </p:spPr>
          <p:txBody>
            <a:bodyPr wrap="none" lIns="0" tIns="0" rIns="0" bIns="0" anchor="t">
              <a:noAutofit/>
            </a:bodyPr>
            <a:lstStyle>
              <a:defPPr algn="l">
                <a:defRPr sz="1070" b="0" i="0" kern="0" spc="-8">
                  <a:solidFill>
                    <a:srgbClr val="7B8BA0"/>
                  </a:solidFill>
                  <a:latin typeface="Inter SemiBold"/>
                  <a:ea typeface="Inter SemiBold"/>
                  <a:cs typeface="Inter SemiBold"/>
                </a:defRPr>
              </a:defPPr>
              <a:lvl1pPr algn="l">
                <a:defRPr sz="1070" b="0" i="0" kern="0" spc="-8">
                  <a:solidFill>
                    <a:srgbClr val="7B8BA0"/>
                  </a:solidFill>
                  <a:latin typeface="Inter SemiBold"/>
                  <a:ea typeface="Inter SemiBold"/>
                  <a:cs typeface="Inter SemiBold"/>
                </a:defRPr>
              </a:lvl1pPr>
              <a:lvl2pPr algn="l">
                <a:defRPr sz="1070" b="0" i="0" kern="0" spc="-8">
                  <a:solidFill>
                    <a:srgbClr val="7B8BA0"/>
                  </a:solidFill>
                  <a:latin typeface="Inter SemiBold"/>
                  <a:ea typeface="Inter SemiBold"/>
                  <a:cs typeface="Inter SemiBold"/>
                </a:defRPr>
              </a:lvl2pPr>
              <a:lvl3pPr algn="l">
                <a:defRPr sz="1070" b="0" i="0" kern="0" spc="-8">
                  <a:solidFill>
                    <a:srgbClr val="7B8BA0"/>
                  </a:solidFill>
                  <a:latin typeface="Inter SemiBold"/>
                  <a:ea typeface="Inter SemiBold"/>
                  <a:cs typeface="Inter SemiBold"/>
                </a:defRPr>
              </a:lvl3pPr>
              <a:lvl4pPr algn="l">
                <a:defRPr sz="1070" b="0" i="0" kern="0" spc="-8">
                  <a:solidFill>
                    <a:srgbClr val="7B8BA0"/>
                  </a:solidFill>
                  <a:latin typeface="Inter SemiBold"/>
                  <a:ea typeface="Inter SemiBold"/>
                  <a:cs typeface="Inter SemiBold"/>
                </a:defRPr>
              </a:lvl4pPr>
              <a:lvl5pPr algn="l">
                <a:defRPr sz="1070" b="0" i="0" kern="0" spc="-8">
                  <a:solidFill>
                    <a:srgbClr val="7B8BA0"/>
                  </a:solidFill>
                  <a:latin typeface="Inter SemiBold"/>
                  <a:ea typeface="Inter SemiBold"/>
                  <a:cs typeface="Inter SemiBold"/>
                </a:defRPr>
              </a:lvl5pPr>
              <a:lvl6pPr algn="l">
                <a:defRPr sz="1070" b="0" i="0" kern="0" spc="-8">
                  <a:solidFill>
                    <a:srgbClr val="7B8BA0"/>
                  </a:solidFill>
                  <a:latin typeface="Inter SemiBold"/>
                  <a:ea typeface="Inter SemiBold"/>
                  <a:cs typeface="Inter SemiBold"/>
                </a:defRPr>
              </a:lvl6pPr>
              <a:lvl7pPr algn="l">
                <a:defRPr sz="1070" b="0" i="0" kern="0" spc="-8">
                  <a:solidFill>
                    <a:srgbClr val="7B8BA0"/>
                  </a:solidFill>
                  <a:latin typeface="Inter SemiBold"/>
                  <a:ea typeface="Inter SemiBold"/>
                  <a:cs typeface="Inter SemiBold"/>
                </a:defRPr>
              </a:lvl7pPr>
              <a:lvl8pPr algn="l">
                <a:defRPr sz="1070" b="0" i="0" kern="0" spc="-8">
                  <a:solidFill>
                    <a:srgbClr val="7B8BA0"/>
                  </a:solidFill>
                  <a:latin typeface="Inter SemiBold"/>
                  <a:ea typeface="Inter SemiBold"/>
                  <a:cs typeface="Inter SemiBold"/>
                </a:defRPr>
              </a:lvl8pPr>
              <a:lvl9pPr algn="l">
                <a:defRPr sz="1070" b="0" i="0" kern="0" spc="-8">
                  <a:solidFill>
                    <a:srgbClr val="7B8BA0"/>
                  </a:solidFill>
                  <a:latin typeface="Inter SemiBold"/>
                  <a:ea typeface="Inter SemiBold"/>
                  <a:cs typeface="Inter SemiBold"/>
                </a:defRPr>
              </a:lvl9pPr>
            </a:lstStyle>
            <a:p>
              <a:pPr algn="l">
                <a:lnSpc>
                  <a:spcPct val="100000"/>
                </a:lnSpc>
                <a:buNone/>
                <a:defRPr sz="1070" b="0" i="0" kern="0" spc="-8">
                  <a:solidFill>
                    <a:srgbClr val="7B8BA0"/>
                  </a:solidFill>
                  <a:latin typeface="Inter SemiBold"/>
                  <a:ea typeface="Inter SemiBold"/>
                  <a:cs typeface="Inter SemiBold"/>
                </a:defRPr>
              </a:pPr>
              <a:r>
                <a:rPr sz="1070" b="0" i="0" kern="0" spc="-8">
                  <a:solidFill>
                    <a:srgbClr val="7B8BA0"/>
                  </a:solidFill>
                  <a:latin typeface="Inter SemiBold"/>
                  <a:ea typeface="Inter SemiBold"/>
                  <a:cs typeface="Inter SemiBold"/>
                </a:rPr>
                <a:t>4,000</a:t>
              </a:r>
            </a:p>
          </p:txBody>
        </p:sp>
        <p:sp>
          <p:nvSpPr>
            <p:cNvPr id="147" name="s22 text 74 halo">
              <a:extLst>
                <a:ext uri="{FF2B5EF4-FFF2-40B4-BE49-F238E27FC236}">
                  <a16:creationId xmlns:a16="http://schemas.microsoft.com/office/drawing/2014/main" id="{4AE03EB9-33B7-49C8-B96D-BA9D9EAD45CB}"/>
                </a:ext>
              </a:extLst>
            </p:cNvPr>
            <p:cNvSpPr>
              <a:spLocks noGrp="1"/>
            </p:cNvSpPr>
            <p:nvPr/>
          </p:nvSpPr>
          <p:spPr>
            <a:xfrm>
              <a:off x="4026070" y="5101504"/>
              <a:ext cx="442684" cy="189063"/>
            </a:xfrm>
            <a:prstGeom prst="rect">
              <a:avLst/>
            </a:prstGeom>
            <a:noFill/>
            <a:ln w="0">
              <a:noFill/>
              <a:prstDash val="solid"/>
            </a:ln>
          </p:spPr>
          <p:txBody>
            <a:bodyPr wrap="none" lIns="0" tIns="0" rIns="0" bIns="0" anchor="t">
              <a:noAutofit/>
            </a:bodyPr>
            <a:lstStyle>
              <a:defPPr algn="l">
                <a:defRPr sz="1070" b="0" i="0" kern="0" spc="-8">
                  <a:ln w="39387">
                    <a:solidFill>
                      <a:srgbClr val="FFFFFF"/>
                    </a:solidFill>
                    <a:prstDash val="solid"/>
                  </a:ln>
                  <a:solidFill>
                    <a:srgbClr val="FFFFFF"/>
                  </a:solidFill>
                  <a:latin typeface="Inter SemiBold"/>
                  <a:ea typeface="Inter SemiBold"/>
                  <a:cs typeface="Inter SemiBold"/>
                </a:defRPr>
              </a:defPPr>
              <a:lvl1pPr algn="l">
                <a:defRPr sz="1070" b="0" i="0" kern="0" spc="-8">
                  <a:ln w="39387">
                    <a:solidFill>
                      <a:srgbClr val="FFFFFF"/>
                    </a:solidFill>
                    <a:prstDash val="solid"/>
                  </a:ln>
                  <a:solidFill>
                    <a:srgbClr val="FFFFFF"/>
                  </a:solidFill>
                  <a:latin typeface="Inter SemiBold"/>
                  <a:ea typeface="Inter SemiBold"/>
                  <a:cs typeface="Inter SemiBold"/>
                </a:defRPr>
              </a:lvl1pPr>
              <a:lvl2pPr algn="l">
                <a:defRPr sz="1070" b="0" i="0" kern="0" spc="-8">
                  <a:ln w="39387">
                    <a:solidFill>
                      <a:srgbClr val="FFFFFF"/>
                    </a:solidFill>
                    <a:prstDash val="solid"/>
                  </a:ln>
                  <a:solidFill>
                    <a:srgbClr val="FFFFFF"/>
                  </a:solidFill>
                  <a:latin typeface="Inter SemiBold"/>
                  <a:ea typeface="Inter SemiBold"/>
                  <a:cs typeface="Inter SemiBold"/>
                </a:defRPr>
              </a:lvl2pPr>
              <a:lvl3pPr algn="l">
                <a:defRPr sz="1070" b="0" i="0" kern="0" spc="-8">
                  <a:ln w="39387">
                    <a:solidFill>
                      <a:srgbClr val="FFFFFF"/>
                    </a:solidFill>
                    <a:prstDash val="solid"/>
                  </a:ln>
                  <a:solidFill>
                    <a:srgbClr val="FFFFFF"/>
                  </a:solidFill>
                  <a:latin typeface="Inter SemiBold"/>
                  <a:ea typeface="Inter SemiBold"/>
                  <a:cs typeface="Inter SemiBold"/>
                </a:defRPr>
              </a:lvl3pPr>
              <a:lvl4pPr algn="l">
                <a:defRPr sz="1070" b="0" i="0" kern="0" spc="-8">
                  <a:ln w="39387">
                    <a:solidFill>
                      <a:srgbClr val="FFFFFF"/>
                    </a:solidFill>
                    <a:prstDash val="solid"/>
                  </a:ln>
                  <a:solidFill>
                    <a:srgbClr val="FFFFFF"/>
                  </a:solidFill>
                  <a:latin typeface="Inter SemiBold"/>
                  <a:ea typeface="Inter SemiBold"/>
                  <a:cs typeface="Inter SemiBold"/>
                </a:defRPr>
              </a:lvl4pPr>
              <a:lvl5pPr algn="l">
                <a:defRPr sz="1070" b="0" i="0" kern="0" spc="-8">
                  <a:ln w="39387">
                    <a:solidFill>
                      <a:srgbClr val="FFFFFF"/>
                    </a:solidFill>
                    <a:prstDash val="solid"/>
                  </a:ln>
                  <a:solidFill>
                    <a:srgbClr val="FFFFFF"/>
                  </a:solidFill>
                  <a:latin typeface="Inter SemiBold"/>
                  <a:ea typeface="Inter SemiBold"/>
                  <a:cs typeface="Inter SemiBold"/>
                </a:defRPr>
              </a:lvl5pPr>
              <a:lvl6pPr algn="l">
                <a:defRPr sz="1070" b="0" i="0" kern="0" spc="-8">
                  <a:ln w="39387">
                    <a:solidFill>
                      <a:srgbClr val="FFFFFF"/>
                    </a:solidFill>
                    <a:prstDash val="solid"/>
                  </a:ln>
                  <a:solidFill>
                    <a:srgbClr val="FFFFFF"/>
                  </a:solidFill>
                  <a:latin typeface="Inter SemiBold"/>
                  <a:ea typeface="Inter SemiBold"/>
                  <a:cs typeface="Inter SemiBold"/>
                </a:defRPr>
              </a:lvl6pPr>
              <a:lvl7pPr algn="l">
                <a:defRPr sz="1070" b="0" i="0" kern="0" spc="-8">
                  <a:ln w="39387">
                    <a:solidFill>
                      <a:srgbClr val="FFFFFF"/>
                    </a:solidFill>
                    <a:prstDash val="solid"/>
                  </a:ln>
                  <a:solidFill>
                    <a:srgbClr val="FFFFFF"/>
                  </a:solidFill>
                  <a:latin typeface="Inter SemiBold"/>
                  <a:ea typeface="Inter SemiBold"/>
                  <a:cs typeface="Inter SemiBold"/>
                </a:defRPr>
              </a:lvl7pPr>
              <a:lvl8pPr algn="l">
                <a:defRPr sz="1070" b="0" i="0" kern="0" spc="-8">
                  <a:ln w="39387">
                    <a:solidFill>
                      <a:srgbClr val="FFFFFF"/>
                    </a:solidFill>
                    <a:prstDash val="solid"/>
                  </a:ln>
                  <a:solidFill>
                    <a:srgbClr val="FFFFFF"/>
                  </a:solidFill>
                  <a:latin typeface="Inter SemiBold"/>
                  <a:ea typeface="Inter SemiBold"/>
                  <a:cs typeface="Inter SemiBold"/>
                </a:defRPr>
              </a:lvl8pPr>
              <a:lvl9pPr algn="l">
                <a:defRPr sz="1070" b="0" i="0" kern="0" spc="-8">
                  <a:ln w="39387">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070" b="0" i="0" kern="0" spc="-8">
                  <a:solidFill>
                    <a:srgbClr val="FFFFFF"/>
                  </a:solidFill>
                  <a:latin typeface="Inter SemiBold"/>
                  <a:ea typeface="Inter SemiBold"/>
                  <a:cs typeface="Inter SemiBold"/>
                </a:defRPr>
              </a:pPr>
              <a:r>
                <a:rPr sz="1070" b="0" i="0" kern="0" spc="-8">
                  <a:ln w="39387">
                    <a:solidFill>
                      <a:srgbClr val="FFFFFF"/>
                    </a:solidFill>
                    <a:prstDash val="solid"/>
                  </a:ln>
                  <a:solidFill>
                    <a:srgbClr val="FFFFFF"/>
                  </a:solidFill>
                  <a:latin typeface="Inter SemiBold"/>
                  <a:ea typeface="Inter SemiBold"/>
                  <a:cs typeface="Inter SemiBold"/>
                </a:rPr>
                <a:t>5,000</a:t>
              </a:r>
            </a:p>
          </p:txBody>
        </p:sp>
        <p:sp>
          <p:nvSpPr>
            <p:cNvPr id="148" name="s22 text 74">
              <a:extLst>
                <a:ext uri="{FF2B5EF4-FFF2-40B4-BE49-F238E27FC236}">
                  <a16:creationId xmlns:a16="http://schemas.microsoft.com/office/drawing/2014/main" id="{937F6C2C-B4C2-4321-8C09-7B86C3072FB1}"/>
                </a:ext>
              </a:extLst>
            </p:cNvPr>
            <p:cNvSpPr>
              <a:spLocks noGrp="1"/>
            </p:cNvSpPr>
            <p:nvPr/>
          </p:nvSpPr>
          <p:spPr>
            <a:xfrm>
              <a:off x="4026070" y="5101504"/>
              <a:ext cx="442684" cy="189063"/>
            </a:xfrm>
            <a:prstGeom prst="rect">
              <a:avLst/>
            </a:prstGeom>
            <a:noFill/>
            <a:ln w="0">
              <a:noFill/>
              <a:prstDash val="solid"/>
            </a:ln>
          </p:spPr>
          <p:txBody>
            <a:bodyPr wrap="none" lIns="0" tIns="0" rIns="0" bIns="0" anchor="t">
              <a:noAutofit/>
            </a:bodyPr>
            <a:lstStyle>
              <a:defPPr algn="l">
                <a:defRPr sz="1070" b="0" i="0" kern="0" spc="-8">
                  <a:solidFill>
                    <a:srgbClr val="7B8BA0"/>
                  </a:solidFill>
                  <a:latin typeface="Inter SemiBold"/>
                  <a:ea typeface="Inter SemiBold"/>
                  <a:cs typeface="Inter SemiBold"/>
                </a:defRPr>
              </a:defPPr>
              <a:lvl1pPr algn="l">
                <a:defRPr sz="1070" b="0" i="0" kern="0" spc="-8">
                  <a:solidFill>
                    <a:srgbClr val="7B8BA0"/>
                  </a:solidFill>
                  <a:latin typeface="Inter SemiBold"/>
                  <a:ea typeface="Inter SemiBold"/>
                  <a:cs typeface="Inter SemiBold"/>
                </a:defRPr>
              </a:lvl1pPr>
              <a:lvl2pPr algn="l">
                <a:defRPr sz="1070" b="0" i="0" kern="0" spc="-8">
                  <a:solidFill>
                    <a:srgbClr val="7B8BA0"/>
                  </a:solidFill>
                  <a:latin typeface="Inter SemiBold"/>
                  <a:ea typeface="Inter SemiBold"/>
                  <a:cs typeface="Inter SemiBold"/>
                </a:defRPr>
              </a:lvl2pPr>
              <a:lvl3pPr algn="l">
                <a:defRPr sz="1070" b="0" i="0" kern="0" spc="-8">
                  <a:solidFill>
                    <a:srgbClr val="7B8BA0"/>
                  </a:solidFill>
                  <a:latin typeface="Inter SemiBold"/>
                  <a:ea typeface="Inter SemiBold"/>
                  <a:cs typeface="Inter SemiBold"/>
                </a:defRPr>
              </a:lvl3pPr>
              <a:lvl4pPr algn="l">
                <a:defRPr sz="1070" b="0" i="0" kern="0" spc="-8">
                  <a:solidFill>
                    <a:srgbClr val="7B8BA0"/>
                  </a:solidFill>
                  <a:latin typeface="Inter SemiBold"/>
                  <a:ea typeface="Inter SemiBold"/>
                  <a:cs typeface="Inter SemiBold"/>
                </a:defRPr>
              </a:lvl4pPr>
              <a:lvl5pPr algn="l">
                <a:defRPr sz="1070" b="0" i="0" kern="0" spc="-8">
                  <a:solidFill>
                    <a:srgbClr val="7B8BA0"/>
                  </a:solidFill>
                  <a:latin typeface="Inter SemiBold"/>
                  <a:ea typeface="Inter SemiBold"/>
                  <a:cs typeface="Inter SemiBold"/>
                </a:defRPr>
              </a:lvl5pPr>
              <a:lvl6pPr algn="l">
                <a:defRPr sz="1070" b="0" i="0" kern="0" spc="-8">
                  <a:solidFill>
                    <a:srgbClr val="7B8BA0"/>
                  </a:solidFill>
                  <a:latin typeface="Inter SemiBold"/>
                  <a:ea typeface="Inter SemiBold"/>
                  <a:cs typeface="Inter SemiBold"/>
                </a:defRPr>
              </a:lvl6pPr>
              <a:lvl7pPr algn="l">
                <a:defRPr sz="1070" b="0" i="0" kern="0" spc="-8">
                  <a:solidFill>
                    <a:srgbClr val="7B8BA0"/>
                  </a:solidFill>
                  <a:latin typeface="Inter SemiBold"/>
                  <a:ea typeface="Inter SemiBold"/>
                  <a:cs typeface="Inter SemiBold"/>
                </a:defRPr>
              </a:lvl7pPr>
              <a:lvl8pPr algn="l">
                <a:defRPr sz="1070" b="0" i="0" kern="0" spc="-8">
                  <a:solidFill>
                    <a:srgbClr val="7B8BA0"/>
                  </a:solidFill>
                  <a:latin typeface="Inter SemiBold"/>
                  <a:ea typeface="Inter SemiBold"/>
                  <a:cs typeface="Inter SemiBold"/>
                </a:defRPr>
              </a:lvl8pPr>
              <a:lvl9pPr algn="l">
                <a:defRPr sz="1070" b="0" i="0" kern="0" spc="-8">
                  <a:solidFill>
                    <a:srgbClr val="7B8BA0"/>
                  </a:solidFill>
                  <a:latin typeface="Inter SemiBold"/>
                  <a:ea typeface="Inter SemiBold"/>
                  <a:cs typeface="Inter SemiBold"/>
                </a:defRPr>
              </a:lvl9pPr>
            </a:lstStyle>
            <a:p>
              <a:pPr algn="l">
                <a:lnSpc>
                  <a:spcPct val="100000"/>
                </a:lnSpc>
                <a:buNone/>
                <a:defRPr sz="1070" b="0" i="0" kern="0" spc="-8">
                  <a:solidFill>
                    <a:srgbClr val="7B8BA0"/>
                  </a:solidFill>
                  <a:latin typeface="Inter SemiBold"/>
                  <a:ea typeface="Inter SemiBold"/>
                  <a:cs typeface="Inter SemiBold"/>
                </a:defRPr>
              </a:pPr>
              <a:r>
                <a:rPr sz="1070" b="0" i="0" kern="0" spc="-8">
                  <a:solidFill>
                    <a:srgbClr val="7B8BA0"/>
                  </a:solidFill>
                  <a:latin typeface="Inter SemiBold"/>
                  <a:ea typeface="Inter SemiBold"/>
                  <a:cs typeface="Inter SemiBold"/>
                </a:rPr>
                <a:t>5,000</a:t>
              </a:r>
            </a:p>
          </p:txBody>
        </p:sp>
        <p:sp>
          <p:nvSpPr>
            <p:cNvPr id="149" name="s22 text 75 halo">
              <a:extLst>
                <a:ext uri="{FF2B5EF4-FFF2-40B4-BE49-F238E27FC236}">
                  <a16:creationId xmlns:a16="http://schemas.microsoft.com/office/drawing/2014/main" id="{8CC58A41-7280-4C29-A53C-C3BE9E98441A}"/>
                </a:ext>
              </a:extLst>
            </p:cNvPr>
            <p:cNvSpPr>
              <a:spLocks noGrp="1"/>
            </p:cNvSpPr>
            <p:nvPr/>
          </p:nvSpPr>
          <p:spPr>
            <a:xfrm>
              <a:off x="4510505" y="5101504"/>
              <a:ext cx="445446" cy="189063"/>
            </a:xfrm>
            <a:prstGeom prst="rect">
              <a:avLst/>
            </a:prstGeom>
            <a:noFill/>
            <a:ln w="0">
              <a:noFill/>
              <a:prstDash val="solid"/>
            </a:ln>
          </p:spPr>
          <p:txBody>
            <a:bodyPr wrap="none" lIns="0" tIns="0" rIns="0" bIns="0" anchor="t">
              <a:noAutofit/>
            </a:bodyPr>
            <a:lstStyle>
              <a:defPPr algn="l">
                <a:defRPr sz="1070" b="0" i="0" kern="0" spc="-8">
                  <a:ln w="39387">
                    <a:solidFill>
                      <a:srgbClr val="FFFFFF"/>
                    </a:solidFill>
                    <a:prstDash val="solid"/>
                  </a:ln>
                  <a:solidFill>
                    <a:srgbClr val="FFFFFF"/>
                  </a:solidFill>
                  <a:latin typeface="Inter SemiBold"/>
                  <a:ea typeface="Inter SemiBold"/>
                  <a:cs typeface="Inter SemiBold"/>
                </a:defRPr>
              </a:defPPr>
              <a:lvl1pPr algn="l">
                <a:defRPr sz="1070" b="0" i="0" kern="0" spc="-8">
                  <a:ln w="39387">
                    <a:solidFill>
                      <a:srgbClr val="FFFFFF"/>
                    </a:solidFill>
                    <a:prstDash val="solid"/>
                  </a:ln>
                  <a:solidFill>
                    <a:srgbClr val="FFFFFF"/>
                  </a:solidFill>
                  <a:latin typeface="Inter SemiBold"/>
                  <a:ea typeface="Inter SemiBold"/>
                  <a:cs typeface="Inter SemiBold"/>
                </a:defRPr>
              </a:lvl1pPr>
              <a:lvl2pPr algn="l">
                <a:defRPr sz="1070" b="0" i="0" kern="0" spc="-8">
                  <a:ln w="39387">
                    <a:solidFill>
                      <a:srgbClr val="FFFFFF"/>
                    </a:solidFill>
                    <a:prstDash val="solid"/>
                  </a:ln>
                  <a:solidFill>
                    <a:srgbClr val="FFFFFF"/>
                  </a:solidFill>
                  <a:latin typeface="Inter SemiBold"/>
                  <a:ea typeface="Inter SemiBold"/>
                  <a:cs typeface="Inter SemiBold"/>
                </a:defRPr>
              </a:lvl2pPr>
              <a:lvl3pPr algn="l">
                <a:defRPr sz="1070" b="0" i="0" kern="0" spc="-8">
                  <a:ln w="39387">
                    <a:solidFill>
                      <a:srgbClr val="FFFFFF"/>
                    </a:solidFill>
                    <a:prstDash val="solid"/>
                  </a:ln>
                  <a:solidFill>
                    <a:srgbClr val="FFFFFF"/>
                  </a:solidFill>
                  <a:latin typeface="Inter SemiBold"/>
                  <a:ea typeface="Inter SemiBold"/>
                  <a:cs typeface="Inter SemiBold"/>
                </a:defRPr>
              </a:lvl3pPr>
              <a:lvl4pPr algn="l">
                <a:defRPr sz="1070" b="0" i="0" kern="0" spc="-8">
                  <a:ln w="39387">
                    <a:solidFill>
                      <a:srgbClr val="FFFFFF"/>
                    </a:solidFill>
                    <a:prstDash val="solid"/>
                  </a:ln>
                  <a:solidFill>
                    <a:srgbClr val="FFFFFF"/>
                  </a:solidFill>
                  <a:latin typeface="Inter SemiBold"/>
                  <a:ea typeface="Inter SemiBold"/>
                  <a:cs typeface="Inter SemiBold"/>
                </a:defRPr>
              </a:lvl4pPr>
              <a:lvl5pPr algn="l">
                <a:defRPr sz="1070" b="0" i="0" kern="0" spc="-8">
                  <a:ln w="39387">
                    <a:solidFill>
                      <a:srgbClr val="FFFFFF"/>
                    </a:solidFill>
                    <a:prstDash val="solid"/>
                  </a:ln>
                  <a:solidFill>
                    <a:srgbClr val="FFFFFF"/>
                  </a:solidFill>
                  <a:latin typeface="Inter SemiBold"/>
                  <a:ea typeface="Inter SemiBold"/>
                  <a:cs typeface="Inter SemiBold"/>
                </a:defRPr>
              </a:lvl5pPr>
              <a:lvl6pPr algn="l">
                <a:defRPr sz="1070" b="0" i="0" kern="0" spc="-8">
                  <a:ln w="39387">
                    <a:solidFill>
                      <a:srgbClr val="FFFFFF"/>
                    </a:solidFill>
                    <a:prstDash val="solid"/>
                  </a:ln>
                  <a:solidFill>
                    <a:srgbClr val="FFFFFF"/>
                  </a:solidFill>
                  <a:latin typeface="Inter SemiBold"/>
                  <a:ea typeface="Inter SemiBold"/>
                  <a:cs typeface="Inter SemiBold"/>
                </a:defRPr>
              </a:lvl6pPr>
              <a:lvl7pPr algn="l">
                <a:defRPr sz="1070" b="0" i="0" kern="0" spc="-8">
                  <a:ln w="39387">
                    <a:solidFill>
                      <a:srgbClr val="FFFFFF"/>
                    </a:solidFill>
                    <a:prstDash val="solid"/>
                  </a:ln>
                  <a:solidFill>
                    <a:srgbClr val="FFFFFF"/>
                  </a:solidFill>
                  <a:latin typeface="Inter SemiBold"/>
                  <a:ea typeface="Inter SemiBold"/>
                  <a:cs typeface="Inter SemiBold"/>
                </a:defRPr>
              </a:lvl7pPr>
              <a:lvl8pPr algn="l">
                <a:defRPr sz="1070" b="0" i="0" kern="0" spc="-8">
                  <a:ln w="39387">
                    <a:solidFill>
                      <a:srgbClr val="FFFFFF"/>
                    </a:solidFill>
                    <a:prstDash val="solid"/>
                  </a:ln>
                  <a:solidFill>
                    <a:srgbClr val="FFFFFF"/>
                  </a:solidFill>
                  <a:latin typeface="Inter SemiBold"/>
                  <a:ea typeface="Inter SemiBold"/>
                  <a:cs typeface="Inter SemiBold"/>
                </a:defRPr>
              </a:lvl8pPr>
              <a:lvl9pPr algn="l">
                <a:defRPr sz="1070" b="0" i="0" kern="0" spc="-8">
                  <a:ln w="39387">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070" b="0" i="0" kern="0" spc="-8">
                  <a:solidFill>
                    <a:srgbClr val="FFFFFF"/>
                  </a:solidFill>
                  <a:latin typeface="Inter SemiBold"/>
                  <a:ea typeface="Inter SemiBold"/>
                  <a:cs typeface="Inter SemiBold"/>
                </a:defRPr>
              </a:pPr>
              <a:r>
                <a:rPr sz="1070" b="0" i="0" kern="0" spc="-8">
                  <a:ln w="39387">
                    <a:solidFill>
                      <a:srgbClr val="FFFFFF"/>
                    </a:solidFill>
                    <a:prstDash val="solid"/>
                  </a:ln>
                  <a:solidFill>
                    <a:srgbClr val="FFFFFF"/>
                  </a:solidFill>
                  <a:latin typeface="Inter SemiBold"/>
                  <a:ea typeface="Inter SemiBold"/>
                  <a:cs typeface="Inter SemiBold"/>
                </a:rPr>
                <a:t>6,000</a:t>
              </a:r>
            </a:p>
          </p:txBody>
        </p:sp>
        <p:sp>
          <p:nvSpPr>
            <p:cNvPr id="150" name="s22 text 75">
              <a:extLst>
                <a:ext uri="{FF2B5EF4-FFF2-40B4-BE49-F238E27FC236}">
                  <a16:creationId xmlns:a16="http://schemas.microsoft.com/office/drawing/2014/main" id="{7EE0EFE2-F481-4236-8237-53F355C68335}"/>
                </a:ext>
              </a:extLst>
            </p:cNvPr>
            <p:cNvSpPr>
              <a:spLocks noGrp="1"/>
            </p:cNvSpPr>
            <p:nvPr/>
          </p:nvSpPr>
          <p:spPr>
            <a:xfrm>
              <a:off x="4510505" y="5101504"/>
              <a:ext cx="445446" cy="189063"/>
            </a:xfrm>
            <a:prstGeom prst="rect">
              <a:avLst/>
            </a:prstGeom>
            <a:noFill/>
            <a:ln w="0">
              <a:noFill/>
              <a:prstDash val="solid"/>
            </a:ln>
          </p:spPr>
          <p:txBody>
            <a:bodyPr wrap="none" lIns="0" tIns="0" rIns="0" bIns="0" anchor="t">
              <a:noAutofit/>
            </a:bodyPr>
            <a:lstStyle>
              <a:defPPr algn="l">
                <a:defRPr sz="1070" b="0" i="0" kern="0" spc="-8">
                  <a:solidFill>
                    <a:srgbClr val="7B8BA0"/>
                  </a:solidFill>
                  <a:latin typeface="Inter SemiBold"/>
                  <a:ea typeface="Inter SemiBold"/>
                  <a:cs typeface="Inter SemiBold"/>
                </a:defRPr>
              </a:defPPr>
              <a:lvl1pPr algn="l">
                <a:defRPr sz="1070" b="0" i="0" kern="0" spc="-8">
                  <a:solidFill>
                    <a:srgbClr val="7B8BA0"/>
                  </a:solidFill>
                  <a:latin typeface="Inter SemiBold"/>
                  <a:ea typeface="Inter SemiBold"/>
                  <a:cs typeface="Inter SemiBold"/>
                </a:defRPr>
              </a:lvl1pPr>
              <a:lvl2pPr algn="l">
                <a:defRPr sz="1070" b="0" i="0" kern="0" spc="-8">
                  <a:solidFill>
                    <a:srgbClr val="7B8BA0"/>
                  </a:solidFill>
                  <a:latin typeface="Inter SemiBold"/>
                  <a:ea typeface="Inter SemiBold"/>
                  <a:cs typeface="Inter SemiBold"/>
                </a:defRPr>
              </a:lvl2pPr>
              <a:lvl3pPr algn="l">
                <a:defRPr sz="1070" b="0" i="0" kern="0" spc="-8">
                  <a:solidFill>
                    <a:srgbClr val="7B8BA0"/>
                  </a:solidFill>
                  <a:latin typeface="Inter SemiBold"/>
                  <a:ea typeface="Inter SemiBold"/>
                  <a:cs typeface="Inter SemiBold"/>
                </a:defRPr>
              </a:lvl3pPr>
              <a:lvl4pPr algn="l">
                <a:defRPr sz="1070" b="0" i="0" kern="0" spc="-8">
                  <a:solidFill>
                    <a:srgbClr val="7B8BA0"/>
                  </a:solidFill>
                  <a:latin typeface="Inter SemiBold"/>
                  <a:ea typeface="Inter SemiBold"/>
                  <a:cs typeface="Inter SemiBold"/>
                </a:defRPr>
              </a:lvl4pPr>
              <a:lvl5pPr algn="l">
                <a:defRPr sz="1070" b="0" i="0" kern="0" spc="-8">
                  <a:solidFill>
                    <a:srgbClr val="7B8BA0"/>
                  </a:solidFill>
                  <a:latin typeface="Inter SemiBold"/>
                  <a:ea typeface="Inter SemiBold"/>
                  <a:cs typeface="Inter SemiBold"/>
                </a:defRPr>
              </a:lvl5pPr>
              <a:lvl6pPr algn="l">
                <a:defRPr sz="1070" b="0" i="0" kern="0" spc="-8">
                  <a:solidFill>
                    <a:srgbClr val="7B8BA0"/>
                  </a:solidFill>
                  <a:latin typeface="Inter SemiBold"/>
                  <a:ea typeface="Inter SemiBold"/>
                  <a:cs typeface="Inter SemiBold"/>
                </a:defRPr>
              </a:lvl6pPr>
              <a:lvl7pPr algn="l">
                <a:defRPr sz="1070" b="0" i="0" kern="0" spc="-8">
                  <a:solidFill>
                    <a:srgbClr val="7B8BA0"/>
                  </a:solidFill>
                  <a:latin typeface="Inter SemiBold"/>
                  <a:ea typeface="Inter SemiBold"/>
                  <a:cs typeface="Inter SemiBold"/>
                </a:defRPr>
              </a:lvl7pPr>
              <a:lvl8pPr algn="l">
                <a:defRPr sz="1070" b="0" i="0" kern="0" spc="-8">
                  <a:solidFill>
                    <a:srgbClr val="7B8BA0"/>
                  </a:solidFill>
                  <a:latin typeface="Inter SemiBold"/>
                  <a:ea typeface="Inter SemiBold"/>
                  <a:cs typeface="Inter SemiBold"/>
                </a:defRPr>
              </a:lvl8pPr>
              <a:lvl9pPr algn="l">
                <a:defRPr sz="1070" b="0" i="0" kern="0" spc="-8">
                  <a:solidFill>
                    <a:srgbClr val="7B8BA0"/>
                  </a:solidFill>
                  <a:latin typeface="Inter SemiBold"/>
                  <a:ea typeface="Inter SemiBold"/>
                  <a:cs typeface="Inter SemiBold"/>
                </a:defRPr>
              </a:lvl9pPr>
            </a:lstStyle>
            <a:p>
              <a:pPr algn="l">
                <a:lnSpc>
                  <a:spcPct val="100000"/>
                </a:lnSpc>
                <a:buNone/>
                <a:defRPr sz="1070" b="0" i="0" kern="0" spc="-8">
                  <a:solidFill>
                    <a:srgbClr val="7B8BA0"/>
                  </a:solidFill>
                  <a:latin typeface="Inter SemiBold"/>
                  <a:ea typeface="Inter SemiBold"/>
                  <a:cs typeface="Inter SemiBold"/>
                </a:defRPr>
              </a:pPr>
              <a:r>
                <a:rPr sz="1070" b="0" i="0" kern="0" spc="-8">
                  <a:solidFill>
                    <a:srgbClr val="7B8BA0"/>
                  </a:solidFill>
                  <a:latin typeface="Inter SemiBold"/>
                  <a:ea typeface="Inter SemiBold"/>
                  <a:cs typeface="Inter SemiBold"/>
                </a:rPr>
                <a:t>6,000</a:t>
              </a:r>
            </a:p>
          </p:txBody>
        </p:sp>
        <p:sp>
          <p:nvSpPr>
            <p:cNvPr id="151" name="s22 text 76 halo">
              <a:extLst>
                <a:ext uri="{FF2B5EF4-FFF2-40B4-BE49-F238E27FC236}">
                  <a16:creationId xmlns:a16="http://schemas.microsoft.com/office/drawing/2014/main" id="{158624F6-93A3-4615-88CF-4B7CCB73A621}"/>
                </a:ext>
              </a:extLst>
            </p:cNvPr>
            <p:cNvSpPr>
              <a:spLocks noGrp="1"/>
            </p:cNvSpPr>
            <p:nvPr/>
          </p:nvSpPr>
          <p:spPr>
            <a:xfrm>
              <a:off x="5006884" y="5101504"/>
              <a:ext cx="424110" cy="189063"/>
            </a:xfrm>
            <a:prstGeom prst="rect">
              <a:avLst/>
            </a:prstGeom>
            <a:noFill/>
            <a:ln w="0">
              <a:noFill/>
              <a:prstDash val="solid"/>
            </a:ln>
          </p:spPr>
          <p:txBody>
            <a:bodyPr wrap="none" lIns="0" tIns="0" rIns="0" bIns="0" anchor="t">
              <a:noAutofit/>
            </a:bodyPr>
            <a:lstStyle>
              <a:defPPr algn="l">
                <a:defRPr sz="1070" b="0" i="0" kern="0" spc="-8">
                  <a:ln w="39387">
                    <a:solidFill>
                      <a:srgbClr val="FFFFFF"/>
                    </a:solidFill>
                    <a:prstDash val="solid"/>
                  </a:ln>
                  <a:solidFill>
                    <a:srgbClr val="FFFFFF"/>
                  </a:solidFill>
                  <a:latin typeface="Inter SemiBold"/>
                  <a:ea typeface="Inter SemiBold"/>
                  <a:cs typeface="Inter SemiBold"/>
                </a:defRPr>
              </a:defPPr>
              <a:lvl1pPr algn="l">
                <a:defRPr sz="1070" b="0" i="0" kern="0" spc="-8">
                  <a:ln w="39387">
                    <a:solidFill>
                      <a:srgbClr val="FFFFFF"/>
                    </a:solidFill>
                    <a:prstDash val="solid"/>
                  </a:ln>
                  <a:solidFill>
                    <a:srgbClr val="FFFFFF"/>
                  </a:solidFill>
                  <a:latin typeface="Inter SemiBold"/>
                  <a:ea typeface="Inter SemiBold"/>
                  <a:cs typeface="Inter SemiBold"/>
                </a:defRPr>
              </a:lvl1pPr>
              <a:lvl2pPr algn="l">
                <a:defRPr sz="1070" b="0" i="0" kern="0" spc="-8">
                  <a:ln w="39387">
                    <a:solidFill>
                      <a:srgbClr val="FFFFFF"/>
                    </a:solidFill>
                    <a:prstDash val="solid"/>
                  </a:ln>
                  <a:solidFill>
                    <a:srgbClr val="FFFFFF"/>
                  </a:solidFill>
                  <a:latin typeface="Inter SemiBold"/>
                  <a:ea typeface="Inter SemiBold"/>
                  <a:cs typeface="Inter SemiBold"/>
                </a:defRPr>
              </a:lvl2pPr>
              <a:lvl3pPr algn="l">
                <a:defRPr sz="1070" b="0" i="0" kern="0" spc="-8">
                  <a:ln w="39387">
                    <a:solidFill>
                      <a:srgbClr val="FFFFFF"/>
                    </a:solidFill>
                    <a:prstDash val="solid"/>
                  </a:ln>
                  <a:solidFill>
                    <a:srgbClr val="FFFFFF"/>
                  </a:solidFill>
                  <a:latin typeface="Inter SemiBold"/>
                  <a:ea typeface="Inter SemiBold"/>
                  <a:cs typeface="Inter SemiBold"/>
                </a:defRPr>
              </a:lvl3pPr>
              <a:lvl4pPr algn="l">
                <a:defRPr sz="1070" b="0" i="0" kern="0" spc="-8">
                  <a:ln w="39387">
                    <a:solidFill>
                      <a:srgbClr val="FFFFFF"/>
                    </a:solidFill>
                    <a:prstDash val="solid"/>
                  </a:ln>
                  <a:solidFill>
                    <a:srgbClr val="FFFFFF"/>
                  </a:solidFill>
                  <a:latin typeface="Inter SemiBold"/>
                  <a:ea typeface="Inter SemiBold"/>
                  <a:cs typeface="Inter SemiBold"/>
                </a:defRPr>
              </a:lvl4pPr>
              <a:lvl5pPr algn="l">
                <a:defRPr sz="1070" b="0" i="0" kern="0" spc="-8">
                  <a:ln w="39387">
                    <a:solidFill>
                      <a:srgbClr val="FFFFFF"/>
                    </a:solidFill>
                    <a:prstDash val="solid"/>
                  </a:ln>
                  <a:solidFill>
                    <a:srgbClr val="FFFFFF"/>
                  </a:solidFill>
                  <a:latin typeface="Inter SemiBold"/>
                  <a:ea typeface="Inter SemiBold"/>
                  <a:cs typeface="Inter SemiBold"/>
                </a:defRPr>
              </a:lvl5pPr>
              <a:lvl6pPr algn="l">
                <a:defRPr sz="1070" b="0" i="0" kern="0" spc="-8">
                  <a:ln w="39387">
                    <a:solidFill>
                      <a:srgbClr val="FFFFFF"/>
                    </a:solidFill>
                    <a:prstDash val="solid"/>
                  </a:ln>
                  <a:solidFill>
                    <a:srgbClr val="FFFFFF"/>
                  </a:solidFill>
                  <a:latin typeface="Inter SemiBold"/>
                  <a:ea typeface="Inter SemiBold"/>
                  <a:cs typeface="Inter SemiBold"/>
                </a:defRPr>
              </a:lvl6pPr>
              <a:lvl7pPr algn="l">
                <a:defRPr sz="1070" b="0" i="0" kern="0" spc="-8">
                  <a:ln w="39387">
                    <a:solidFill>
                      <a:srgbClr val="FFFFFF"/>
                    </a:solidFill>
                    <a:prstDash val="solid"/>
                  </a:ln>
                  <a:solidFill>
                    <a:srgbClr val="FFFFFF"/>
                  </a:solidFill>
                  <a:latin typeface="Inter SemiBold"/>
                  <a:ea typeface="Inter SemiBold"/>
                  <a:cs typeface="Inter SemiBold"/>
                </a:defRPr>
              </a:lvl7pPr>
              <a:lvl8pPr algn="l">
                <a:defRPr sz="1070" b="0" i="0" kern="0" spc="-8">
                  <a:ln w="39387">
                    <a:solidFill>
                      <a:srgbClr val="FFFFFF"/>
                    </a:solidFill>
                    <a:prstDash val="solid"/>
                  </a:ln>
                  <a:solidFill>
                    <a:srgbClr val="FFFFFF"/>
                  </a:solidFill>
                  <a:latin typeface="Inter SemiBold"/>
                  <a:ea typeface="Inter SemiBold"/>
                  <a:cs typeface="Inter SemiBold"/>
                </a:defRPr>
              </a:lvl8pPr>
              <a:lvl9pPr algn="l">
                <a:defRPr sz="1070" b="0" i="0" kern="0" spc="-8">
                  <a:ln w="39387">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070" b="0" i="0" kern="0" spc="-8">
                  <a:solidFill>
                    <a:srgbClr val="FFFFFF"/>
                  </a:solidFill>
                  <a:latin typeface="Inter SemiBold"/>
                  <a:ea typeface="Inter SemiBold"/>
                  <a:cs typeface="Inter SemiBold"/>
                </a:defRPr>
              </a:pPr>
              <a:r>
                <a:rPr sz="1070" b="0" i="0" kern="0" spc="-8">
                  <a:ln w="39387">
                    <a:solidFill>
                      <a:srgbClr val="FFFFFF"/>
                    </a:solidFill>
                    <a:prstDash val="solid"/>
                  </a:ln>
                  <a:solidFill>
                    <a:srgbClr val="FFFFFF"/>
                  </a:solidFill>
                  <a:latin typeface="Inter SemiBold"/>
                  <a:ea typeface="Inter SemiBold"/>
                  <a:cs typeface="Inter SemiBold"/>
                </a:rPr>
                <a:t>7,000</a:t>
              </a:r>
            </a:p>
          </p:txBody>
        </p:sp>
        <p:sp>
          <p:nvSpPr>
            <p:cNvPr id="152" name="s22 text 76">
              <a:extLst>
                <a:ext uri="{FF2B5EF4-FFF2-40B4-BE49-F238E27FC236}">
                  <a16:creationId xmlns:a16="http://schemas.microsoft.com/office/drawing/2014/main" id="{4540DEC8-ACD3-4638-9AC5-EDB5EBFDD5C9}"/>
                </a:ext>
              </a:extLst>
            </p:cNvPr>
            <p:cNvSpPr>
              <a:spLocks noGrp="1"/>
            </p:cNvSpPr>
            <p:nvPr/>
          </p:nvSpPr>
          <p:spPr>
            <a:xfrm>
              <a:off x="5006884" y="5101504"/>
              <a:ext cx="424110" cy="189063"/>
            </a:xfrm>
            <a:prstGeom prst="rect">
              <a:avLst/>
            </a:prstGeom>
            <a:noFill/>
            <a:ln w="0">
              <a:noFill/>
              <a:prstDash val="solid"/>
            </a:ln>
          </p:spPr>
          <p:txBody>
            <a:bodyPr wrap="none" lIns="0" tIns="0" rIns="0" bIns="0" anchor="t">
              <a:noAutofit/>
            </a:bodyPr>
            <a:lstStyle>
              <a:defPPr algn="l">
                <a:defRPr sz="1070" b="0" i="0" kern="0" spc="-8">
                  <a:solidFill>
                    <a:srgbClr val="7B8BA0"/>
                  </a:solidFill>
                  <a:latin typeface="Inter SemiBold"/>
                  <a:ea typeface="Inter SemiBold"/>
                  <a:cs typeface="Inter SemiBold"/>
                </a:defRPr>
              </a:defPPr>
              <a:lvl1pPr algn="l">
                <a:defRPr sz="1070" b="0" i="0" kern="0" spc="-8">
                  <a:solidFill>
                    <a:srgbClr val="7B8BA0"/>
                  </a:solidFill>
                  <a:latin typeface="Inter SemiBold"/>
                  <a:ea typeface="Inter SemiBold"/>
                  <a:cs typeface="Inter SemiBold"/>
                </a:defRPr>
              </a:lvl1pPr>
              <a:lvl2pPr algn="l">
                <a:defRPr sz="1070" b="0" i="0" kern="0" spc="-8">
                  <a:solidFill>
                    <a:srgbClr val="7B8BA0"/>
                  </a:solidFill>
                  <a:latin typeface="Inter SemiBold"/>
                  <a:ea typeface="Inter SemiBold"/>
                  <a:cs typeface="Inter SemiBold"/>
                </a:defRPr>
              </a:lvl2pPr>
              <a:lvl3pPr algn="l">
                <a:defRPr sz="1070" b="0" i="0" kern="0" spc="-8">
                  <a:solidFill>
                    <a:srgbClr val="7B8BA0"/>
                  </a:solidFill>
                  <a:latin typeface="Inter SemiBold"/>
                  <a:ea typeface="Inter SemiBold"/>
                  <a:cs typeface="Inter SemiBold"/>
                </a:defRPr>
              </a:lvl3pPr>
              <a:lvl4pPr algn="l">
                <a:defRPr sz="1070" b="0" i="0" kern="0" spc="-8">
                  <a:solidFill>
                    <a:srgbClr val="7B8BA0"/>
                  </a:solidFill>
                  <a:latin typeface="Inter SemiBold"/>
                  <a:ea typeface="Inter SemiBold"/>
                  <a:cs typeface="Inter SemiBold"/>
                </a:defRPr>
              </a:lvl4pPr>
              <a:lvl5pPr algn="l">
                <a:defRPr sz="1070" b="0" i="0" kern="0" spc="-8">
                  <a:solidFill>
                    <a:srgbClr val="7B8BA0"/>
                  </a:solidFill>
                  <a:latin typeface="Inter SemiBold"/>
                  <a:ea typeface="Inter SemiBold"/>
                  <a:cs typeface="Inter SemiBold"/>
                </a:defRPr>
              </a:lvl5pPr>
              <a:lvl6pPr algn="l">
                <a:defRPr sz="1070" b="0" i="0" kern="0" spc="-8">
                  <a:solidFill>
                    <a:srgbClr val="7B8BA0"/>
                  </a:solidFill>
                  <a:latin typeface="Inter SemiBold"/>
                  <a:ea typeface="Inter SemiBold"/>
                  <a:cs typeface="Inter SemiBold"/>
                </a:defRPr>
              </a:lvl6pPr>
              <a:lvl7pPr algn="l">
                <a:defRPr sz="1070" b="0" i="0" kern="0" spc="-8">
                  <a:solidFill>
                    <a:srgbClr val="7B8BA0"/>
                  </a:solidFill>
                  <a:latin typeface="Inter SemiBold"/>
                  <a:ea typeface="Inter SemiBold"/>
                  <a:cs typeface="Inter SemiBold"/>
                </a:defRPr>
              </a:lvl7pPr>
              <a:lvl8pPr algn="l">
                <a:defRPr sz="1070" b="0" i="0" kern="0" spc="-8">
                  <a:solidFill>
                    <a:srgbClr val="7B8BA0"/>
                  </a:solidFill>
                  <a:latin typeface="Inter SemiBold"/>
                  <a:ea typeface="Inter SemiBold"/>
                  <a:cs typeface="Inter SemiBold"/>
                </a:defRPr>
              </a:lvl8pPr>
              <a:lvl9pPr algn="l">
                <a:defRPr sz="1070" b="0" i="0" kern="0" spc="-8">
                  <a:solidFill>
                    <a:srgbClr val="7B8BA0"/>
                  </a:solidFill>
                  <a:latin typeface="Inter SemiBold"/>
                  <a:ea typeface="Inter SemiBold"/>
                  <a:cs typeface="Inter SemiBold"/>
                </a:defRPr>
              </a:lvl9pPr>
            </a:lstStyle>
            <a:p>
              <a:pPr algn="l">
                <a:lnSpc>
                  <a:spcPct val="100000"/>
                </a:lnSpc>
                <a:buNone/>
                <a:defRPr sz="1070" b="0" i="0" kern="0" spc="-8">
                  <a:solidFill>
                    <a:srgbClr val="7B8BA0"/>
                  </a:solidFill>
                  <a:latin typeface="Inter SemiBold"/>
                  <a:ea typeface="Inter SemiBold"/>
                  <a:cs typeface="Inter SemiBold"/>
                </a:defRPr>
              </a:pPr>
              <a:r>
                <a:rPr sz="1070" b="0" i="0" kern="0" spc="-8">
                  <a:solidFill>
                    <a:srgbClr val="7B8BA0"/>
                  </a:solidFill>
                  <a:latin typeface="Inter SemiBold"/>
                  <a:ea typeface="Inter SemiBold"/>
                  <a:cs typeface="Inter SemiBold"/>
                </a:rPr>
                <a:t>7,000</a:t>
              </a:r>
            </a:p>
          </p:txBody>
        </p:sp>
        <p:sp>
          <p:nvSpPr>
            <p:cNvPr id="153" name="s22 text 77 halo">
              <a:extLst>
                <a:ext uri="{FF2B5EF4-FFF2-40B4-BE49-F238E27FC236}">
                  <a16:creationId xmlns:a16="http://schemas.microsoft.com/office/drawing/2014/main" id="{9F6697A5-741F-4EB0-905B-9F829CCF0DA7}"/>
                </a:ext>
              </a:extLst>
            </p:cNvPr>
            <p:cNvSpPr>
              <a:spLocks noGrp="1"/>
            </p:cNvSpPr>
            <p:nvPr/>
          </p:nvSpPr>
          <p:spPr>
            <a:xfrm>
              <a:off x="1263559" y="5907618"/>
              <a:ext cx="1427455" cy="201587"/>
            </a:xfrm>
            <a:prstGeom prst="rect">
              <a:avLst/>
            </a:prstGeom>
            <a:noFill/>
            <a:ln w="0">
              <a:noFill/>
              <a:prstDash val="solid"/>
            </a:ln>
          </p:spPr>
          <p:txBody>
            <a:bodyPr wrap="none" lIns="0" tIns="0" rIns="0" bIns="0" anchor="t">
              <a:noAutofit/>
            </a:bodyPr>
            <a:lstStyle>
              <a:defPPr algn="l">
                <a:defRPr sz="1141" b="0" i="0" kern="0" spc="-9">
                  <a:ln w="39387">
                    <a:solidFill>
                      <a:srgbClr val="FFFFFF"/>
                    </a:solidFill>
                    <a:prstDash val="solid"/>
                  </a:ln>
                  <a:solidFill>
                    <a:srgbClr val="FFFFFF"/>
                  </a:solidFill>
                  <a:latin typeface="Inter SemiBold"/>
                  <a:ea typeface="Inter SemiBold"/>
                  <a:cs typeface="Inter SemiBold"/>
                </a:defRPr>
              </a:defPPr>
              <a:lvl1pPr algn="l">
                <a:defRPr sz="1141" b="0" i="0" kern="0" spc="-9">
                  <a:ln w="39387">
                    <a:solidFill>
                      <a:srgbClr val="FFFFFF"/>
                    </a:solidFill>
                    <a:prstDash val="solid"/>
                  </a:ln>
                  <a:solidFill>
                    <a:srgbClr val="FFFFFF"/>
                  </a:solidFill>
                  <a:latin typeface="Inter SemiBold"/>
                  <a:ea typeface="Inter SemiBold"/>
                  <a:cs typeface="Inter SemiBold"/>
                </a:defRPr>
              </a:lvl1pPr>
              <a:lvl2pPr algn="l">
                <a:defRPr sz="1141" b="0" i="0" kern="0" spc="-9">
                  <a:ln w="39387">
                    <a:solidFill>
                      <a:srgbClr val="FFFFFF"/>
                    </a:solidFill>
                    <a:prstDash val="solid"/>
                  </a:ln>
                  <a:solidFill>
                    <a:srgbClr val="FFFFFF"/>
                  </a:solidFill>
                  <a:latin typeface="Inter SemiBold"/>
                  <a:ea typeface="Inter SemiBold"/>
                  <a:cs typeface="Inter SemiBold"/>
                </a:defRPr>
              </a:lvl2pPr>
              <a:lvl3pPr algn="l">
                <a:defRPr sz="1141" b="0" i="0" kern="0" spc="-9">
                  <a:ln w="39387">
                    <a:solidFill>
                      <a:srgbClr val="FFFFFF"/>
                    </a:solidFill>
                    <a:prstDash val="solid"/>
                  </a:ln>
                  <a:solidFill>
                    <a:srgbClr val="FFFFFF"/>
                  </a:solidFill>
                  <a:latin typeface="Inter SemiBold"/>
                  <a:ea typeface="Inter SemiBold"/>
                  <a:cs typeface="Inter SemiBold"/>
                </a:defRPr>
              </a:lvl3pPr>
              <a:lvl4pPr algn="l">
                <a:defRPr sz="1141" b="0" i="0" kern="0" spc="-9">
                  <a:ln w="39387">
                    <a:solidFill>
                      <a:srgbClr val="FFFFFF"/>
                    </a:solidFill>
                    <a:prstDash val="solid"/>
                  </a:ln>
                  <a:solidFill>
                    <a:srgbClr val="FFFFFF"/>
                  </a:solidFill>
                  <a:latin typeface="Inter SemiBold"/>
                  <a:ea typeface="Inter SemiBold"/>
                  <a:cs typeface="Inter SemiBold"/>
                </a:defRPr>
              </a:lvl4pPr>
              <a:lvl5pPr algn="l">
                <a:defRPr sz="1141" b="0" i="0" kern="0" spc="-9">
                  <a:ln w="39387">
                    <a:solidFill>
                      <a:srgbClr val="FFFFFF"/>
                    </a:solidFill>
                    <a:prstDash val="solid"/>
                  </a:ln>
                  <a:solidFill>
                    <a:srgbClr val="FFFFFF"/>
                  </a:solidFill>
                  <a:latin typeface="Inter SemiBold"/>
                  <a:ea typeface="Inter SemiBold"/>
                  <a:cs typeface="Inter SemiBold"/>
                </a:defRPr>
              </a:lvl5pPr>
              <a:lvl6pPr algn="l">
                <a:defRPr sz="1141" b="0" i="0" kern="0" spc="-9">
                  <a:ln w="39387">
                    <a:solidFill>
                      <a:srgbClr val="FFFFFF"/>
                    </a:solidFill>
                    <a:prstDash val="solid"/>
                  </a:ln>
                  <a:solidFill>
                    <a:srgbClr val="FFFFFF"/>
                  </a:solidFill>
                  <a:latin typeface="Inter SemiBold"/>
                  <a:ea typeface="Inter SemiBold"/>
                  <a:cs typeface="Inter SemiBold"/>
                </a:defRPr>
              </a:lvl6pPr>
              <a:lvl7pPr algn="l">
                <a:defRPr sz="1141" b="0" i="0" kern="0" spc="-9">
                  <a:ln w="39387">
                    <a:solidFill>
                      <a:srgbClr val="FFFFFF"/>
                    </a:solidFill>
                    <a:prstDash val="solid"/>
                  </a:ln>
                  <a:solidFill>
                    <a:srgbClr val="FFFFFF"/>
                  </a:solidFill>
                  <a:latin typeface="Inter SemiBold"/>
                  <a:ea typeface="Inter SemiBold"/>
                  <a:cs typeface="Inter SemiBold"/>
                </a:defRPr>
              </a:lvl7pPr>
              <a:lvl8pPr algn="l">
                <a:defRPr sz="1141" b="0" i="0" kern="0" spc="-9">
                  <a:ln w="39387">
                    <a:solidFill>
                      <a:srgbClr val="FFFFFF"/>
                    </a:solidFill>
                    <a:prstDash val="solid"/>
                  </a:ln>
                  <a:solidFill>
                    <a:srgbClr val="FFFFFF"/>
                  </a:solidFill>
                  <a:latin typeface="Inter SemiBold"/>
                  <a:ea typeface="Inter SemiBold"/>
                  <a:cs typeface="Inter SemiBold"/>
                </a:defRPr>
              </a:lvl8pPr>
              <a:lvl9pPr algn="l">
                <a:defRPr sz="1141" b="0" i="0" kern="0" spc="-9">
                  <a:ln w="39387">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141" b="0" i="0" kern="0" spc="-9">
                  <a:solidFill>
                    <a:srgbClr val="FFFFFF"/>
                  </a:solidFill>
                  <a:latin typeface="Inter SemiBold"/>
                  <a:ea typeface="Inter SemiBold"/>
                  <a:cs typeface="Inter SemiBold"/>
                </a:defRPr>
              </a:pPr>
              <a:r>
                <a:rPr sz="1141" b="0" i="0" kern="0" spc="-9">
                  <a:ln w="39387">
                    <a:solidFill>
                      <a:srgbClr val="FFFFFF"/>
                    </a:solidFill>
                    <a:prstDash val="solid"/>
                  </a:ln>
                  <a:solidFill>
                    <a:srgbClr val="FFFFFF"/>
                  </a:solidFill>
                  <a:latin typeface="Inter SemiBold"/>
                  <a:ea typeface="Inter SemiBold"/>
                  <a:cs typeface="Inter SemiBold"/>
                </a:rPr>
                <a:t>loss to consumers (</a:t>
              </a:r>
            </a:p>
          </p:txBody>
        </p:sp>
        <p:sp>
          <p:nvSpPr>
            <p:cNvPr id="154" name="s22 text 77">
              <a:extLst>
                <a:ext uri="{FF2B5EF4-FFF2-40B4-BE49-F238E27FC236}">
                  <a16:creationId xmlns:a16="http://schemas.microsoft.com/office/drawing/2014/main" id="{43176779-7634-4DC2-A5EE-0248F7EC22FF}"/>
                </a:ext>
              </a:extLst>
            </p:cNvPr>
            <p:cNvSpPr>
              <a:spLocks noGrp="1"/>
            </p:cNvSpPr>
            <p:nvPr/>
          </p:nvSpPr>
          <p:spPr>
            <a:xfrm>
              <a:off x="1263559" y="5907618"/>
              <a:ext cx="1427455" cy="201587"/>
            </a:xfrm>
            <a:prstGeom prst="rect">
              <a:avLst/>
            </a:prstGeom>
            <a:noFill/>
            <a:ln w="0">
              <a:noFill/>
              <a:prstDash val="solid"/>
            </a:ln>
          </p:spPr>
          <p:txBody>
            <a:bodyPr wrap="none" lIns="0" tIns="0" rIns="0" bIns="0" anchor="t">
              <a:noAutofit/>
            </a:bodyPr>
            <a:lstStyle>
              <a:defPPr algn="l">
                <a:defRPr sz="1141" b="0" i="0" kern="0" spc="-9">
                  <a:solidFill>
                    <a:srgbClr val="0A2540"/>
                  </a:solidFill>
                  <a:latin typeface="Inter SemiBold"/>
                  <a:ea typeface="Inter SemiBold"/>
                  <a:cs typeface="Inter SemiBold"/>
                </a:defRPr>
              </a:defPPr>
              <a:lvl1pPr algn="l">
                <a:defRPr sz="1141" b="0" i="0" kern="0" spc="-9">
                  <a:solidFill>
                    <a:srgbClr val="0A2540"/>
                  </a:solidFill>
                  <a:latin typeface="Inter SemiBold"/>
                  <a:ea typeface="Inter SemiBold"/>
                  <a:cs typeface="Inter SemiBold"/>
                </a:defRPr>
              </a:lvl1pPr>
              <a:lvl2pPr algn="l">
                <a:defRPr sz="1141" b="0" i="0" kern="0" spc="-9">
                  <a:solidFill>
                    <a:srgbClr val="0A2540"/>
                  </a:solidFill>
                  <a:latin typeface="Inter SemiBold"/>
                  <a:ea typeface="Inter SemiBold"/>
                  <a:cs typeface="Inter SemiBold"/>
                </a:defRPr>
              </a:lvl2pPr>
              <a:lvl3pPr algn="l">
                <a:defRPr sz="1141" b="0" i="0" kern="0" spc="-9">
                  <a:solidFill>
                    <a:srgbClr val="0A2540"/>
                  </a:solidFill>
                  <a:latin typeface="Inter SemiBold"/>
                  <a:ea typeface="Inter SemiBold"/>
                  <a:cs typeface="Inter SemiBold"/>
                </a:defRPr>
              </a:lvl3pPr>
              <a:lvl4pPr algn="l">
                <a:defRPr sz="1141" b="0" i="0" kern="0" spc="-9">
                  <a:solidFill>
                    <a:srgbClr val="0A2540"/>
                  </a:solidFill>
                  <a:latin typeface="Inter SemiBold"/>
                  <a:ea typeface="Inter SemiBold"/>
                  <a:cs typeface="Inter SemiBold"/>
                </a:defRPr>
              </a:lvl4pPr>
              <a:lvl5pPr algn="l">
                <a:defRPr sz="1141" b="0" i="0" kern="0" spc="-9">
                  <a:solidFill>
                    <a:srgbClr val="0A2540"/>
                  </a:solidFill>
                  <a:latin typeface="Inter SemiBold"/>
                  <a:ea typeface="Inter SemiBold"/>
                  <a:cs typeface="Inter SemiBold"/>
                </a:defRPr>
              </a:lvl5pPr>
              <a:lvl6pPr algn="l">
                <a:defRPr sz="1141" b="0" i="0" kern="0" spc="-9">
                  <a:solidFill>
                    <a:srgbClr val="0A2540"/>
                  </a:solidFill>
                  <a:latin typeface="Inter SemiBold"/>
                  <a:ea typeface="Inter SemiBold"/>
                  <a:cs typeface="Inter SemiBold"/>
                </a:defRPr>
              </a:lvl6pPr>
              <a:lvl7pPr algn="l">
                <a:defRPr sz="1141" b="0" i="0" kern="0" spc="-9">
                  <a:solidFill>
                    <a:srgbClr val="0A2540"/>
                  </a:solidFill>
                  <a:latin typeface="Inter SemiBold"/>
                  <a:ea typeface="Inter SemiBold"/>
                  <a:cs typeface="Inter SemiBold"/>
                </a:defRPr>
              </a:lvl7pPr>
              <a:lvl8pPr algn="l">
                <a:defRPr sz="1141" b="0" i="0" kern="0" spc="-9">
                  <a:solidFill>
                    <a:srgbClr val="0A2540"/>
                  </a:solidFill>
                  <a:latin typeface="Inter SemiBold"/>
                  <a:ea typeface="Inter SemiBold"/>
                  <a:cs typeface="Inter SemiBold"/>
                </a:defRPr>
              </a:lvl8pPr>
              <a:lvl9pPr algn="l">
                <a:defRPr sz="1141" b="0" i="0" kern="0" spc="-9">
                  <a:solidFill>
                    <a:srgbClr val="0A2540"/>
                  </a:solidFill>
                  <a:latin typeface="Inter SemiBold"/>
                  <a:ea typeface="Inter SemiBold"/>
                  <a:cs typeface="Inter SemiBold"/>
                </a:defRPr>
              </a:lvl9pPr>
            </a:lstStyle>
            <a:p>
              <a:pPr algn="l">
                <a:lnSpc>
                  <a:spcPct val="100000"/>
                </a:lnSpc>
                <a:buNone/>
                <a:defRPr sz="1141" b="0" i="0" kern="0" spc="-9">
                  <a:solidFill>
                    <a:srgbClr val="0A2540"/>
                  </a:solidFill>
                  <a:latin typeface="Inter SemiBold"/>
                  <a:ea typeface="Inter SemiBold"/>
                  <a:cs typeface="Inter SemiBold"/>
                </a:defRPr>
              </a:pPr>
              <a:r>
                <a:rPr sz="1141" b="0" i="0" kern="0" spc="-9">
                  <a:solidFill>
                    <a:srgbClr val="0A2540"/>
                  </a:solidFill>
                  <a:latin typeface="Inter SemiBold"/>
                  <a:ea typeface="Inter SemiBold"/>
                  <a:cs typeface="Inter SemiBold"/>
                </a:rPr>
                <a:t>loss to consumers (</a:t>
              </a:r>
            </a:p>
          </p:txBody>
        </p:sp>
        <p:sp>
          <p:nvSpPr>
            <p:cNvPr id="155" name="s22 text 78 halo">
              <a:extLst>
                <a:ext uri="{FF2B5EF4-FFF2-40B4-BE49-F238E27FC236}">
                  <a16:creationId xmlns:a16="http://schemas.microsoft.com/office/drawing/2014/main" id="{9065A966-3900-49E2-B477-E058868FD960}"/>
                </a:ext>
              </a:extLst>
            </p:cNvPr>
            <p:cNvSpPr>
              <a:spLocks noGrp="1"/>
            </p:cNvSpPr>
            <p:nvPr/>
          </p:nvSpPr>
          <p:spPr>
            <a:xfrm>
              <a:off x="2612157" y="5914504"/>
              <a:ext cx="162079" cy="191495"/>
            </a:xfrm>
            <a:prstGeom prst="rect">
              <a:avLst/>
            </a:prstGeom>
            <a:noFill/>
            <a:ln w="0">
              <a:noFill/>
              <a:prstDash val="solid"/>
            </a:ln>
          </p:spPr>
          <p:txBody>
            <a:bodyPr wrap="none" lIns="0" tIns="0" rIns="0" bIns="0" anchor="t">
              <a:noAutofit/>
            </a:bodyPr>
            <a:lstStyle>
              <a:defPPr algn="l">
                <a:defRPr sz="1141" b="1" i="0" kern="0" spc="0">
                  <a:ln w="39387">
                    <a:solidFill>
                      <a:srgbClr val="FFFFFF"/>
                    </a:solidFill>
                    <a:prstDash val="solid"/>
                  </a:ln>
                  <a:solidFill>
                    <a:srgbClr val="FFFFFF"/>
                  </a:solidFill>
                  <a:latin typeface="Arial"/>
                  <a:ea typeface="Arial"/>
                  <a:cs typeface="Arial"/>
                </a:defRPr>
              </a:defPPr>
              <a:lvl1pPr algn="l">
                <a:defRPr sz="1141" b="1" i="0" kern="0" spc="0">
                  <a:ln w="39387">
                    <a:solidFill>
                      <a:srgbClr val="FFFFFF"/>
                    </a:solidFill>
                    <a:prstDash val="solid"/>
                  </a:ln>
                  <a:solidFill>
                    <a:srgbClr val="FFFFFF"/>
                  </a:solidFill>
                  <a:latin typeface="Arial"/>
                  <a:ea typeface="Arial"/>
                  <a:cs typeface="Arial"/>
                </a:defRPr>
              </a:lvl1pPr>
              <a:lvl2pPr algn="l">
                <a:defRPr sz="1141" b="1" i="0" kern="0" spc="0">
                  <a:ln w="39387">
                    <a:solidFill>
                      <a:srgbClr val="FFFFFF"/>
                    </a:solidFill>
                    <a:prstDash val="solid"/>
                  </a:ln>
                  <a:solidFill>
                    <a:srgbClr val="FFFFFF"/>
                  </a:solidFill>
                  <a:latin typeface="Arial"/>
                  <a:ea typeface="Arial"/>
                  <a:cs typeface="Arial"/>
                </a:defRPr>
              </a:lvl2pPr>
              <a:lvl3pPr algn="l">
                <a:defRPr sz="1141" b="1" i="0" kern="0" spc="0">
                  <a:ln w="39387">
                    <a:solidFill>
                      <a:srgbClr val="FFFFFF"/>
                    </a:solidFill>
                    <a:prstDash val="solid"/>
                  </a:ln>
                  <a:solidFill>
                    <a:srgbClr val="FFFFFF"/>
                  </a:solidFill>
                  <a:latin typeface="Arial"/>
                  <a:ea typeface="Arial"/>
                  <a:cs typeface="Arial"/>
                </a:defRPr>
              </a:lvl3pPr>
              <a:lvl4pPr algn="l">
                <a:defRPr sz="1141" b="1" i="0" kern="0" spc="0">
                  <a:ln w="39387">
                    <a:solidFill>
                      <a:srgbClr val="FFFFFF"/>
                    </a:solidFill>
                    <a:prstDash val="solid"/>
                  </a:ln>
                  <a:solidFill>
                    <a:srgbClr val="FFFFFF"/>
                  </a:solidFill>
                  <a:latin typeface="Arial"/>
                  <a:ea typeface="Arial"/>
                  <a:cs typeface="Arial"/>
                </a:defRPr>
              </a:lvl4pPr>
              <a:lvl5pPr algn="l">
                <a:defRPr sz="1141" b="1" i="0" kern="0" spc="0">
                  <a:ln w="39387">
                    <a:solidFill>
                      <a:srgbClr val="FFFFFF"/>
                    </a:solidFill>
                    <a:prstDash val="solid"/>
                  </a:ln>
                  <a:solidFill>
                    <a:srgbClr val="FFFFFF"/>
                  </a:solidFill>
                  <a:latin typeface="Arial"/>
                  <a:ea typeface="Arial"/>
                  <a:cs typeface="Arial"/>
                </a:defRPr>
              </a:lvl5pPr>
              <a:lvl6pPr algn="l">
                <a:defRPr sz="1141" b="1" i="0" kern="0" spc="0">
                  <a:ln w="39387">
                    <a:solidFill>
                      <a:srgbClr val="FFFFFF"/>
                    </a:solidFill>
                    <a:prstDash val="solid"/>
                  </a:ln>
                  <a:solidFill>
                    <a:srgbClr val="FFFFFF"/>
                  </a:solidFill>
                  <a:latin typeface="Arial"/>
                  <a:ea typeface="Arial"/>
                  <a:cs typeface="Arial"/>
                </a:defRPr>
              </a:lvl6pPr>
              <a:lvl7pPr algn="l">
                <a:defRPr sz="1141" b="1" i="0" kern="0" spc="0">
                  <a:ln w="39387">
                    <a:solidFill>
                      <a:srgbClr val="FFFFFF"/>
                    </a:solidFill>
                    <a:prstDash val="solid"/>
                  </a:ln>
                  <a:solidFill>
                    <a:srgbClr val="FFFFFF"/>
                  </a:solidFill>
                  <a:latin typeface="Arial"/>
                  <a:ea typeface="Arial"/>
                  <a:cs typeface="Arial"/>
                </a:defRPr>
              </a:lvl7pPr>
              <a:lvl8pPr algn="l">
                <a:defRPr sz="1141" b="1" i="0" kern="0" spc="0">
                  <a:ln w="39387">
                    <a:solidFill>
                      <a:srgbClr val="FFFFFF"/>
                    </a:solidFill>
                    <a:prstDash val="solid"/>
                  </a:ln>
                  <a:solidFill>
                    <a:srgbClr val="FFFFFF"/>
                  </a:solidFill>
                  <a:latin typeface="Arial"/>
                  <a:ea typeface="Arial"/>
                  <a:cs typeface="Arial"/>
                </a:defRPr>
              </a:lvl8pPr>
              <a:lvl9pPr algn="l">
                <a:defRPr sz="1141" b="1" i="0" kern="0" spc="0">
                  <a:ln w="39387">
                    <a:solidFill>
                      <a:srgbClr val="FFFFFF"/>
                    </a:solidFill>
                    <a:prstDash val="solid"/>
                  </a:ln>
                  <a:solidFill>
                    <a:srgbClr val="FFFFFF"/>
                  </a:solidFill>
                  <a:latin typeface="Arial"/>
                  <a:ea typeface="Arial"/>
                  <a:cs typeface="Arial"/>
                </a:defRPr>
              </a:lvl9pPr>
            </a:lstStyle>
            <a:p>
              <a:pPr algn="l">
                <a:lnSpc>
                  <a:spcPct val="100000"/>
                </a:lnSpc>
                <a:buNone/>
                <a:defRPr sz="1141" b="1" i="0" kern="0" spc="0">
                  <a:solidFill>
                    <a:srgbClr val="FFFFFF"/>
                  </a:solidFill>
                  <a:latin typeface="Arial"/>
                  <a:ea typeface="Arial"/>
                  <a:cs typeface="Arial"/>
                </a:defRPr>
              </a:pPr>
              <a:r>
                <a:rPr sz="1141" b="1" i="0" kern="0" spc="0">
                  <a:ln w="39387">
                    <a:solidFill>
                      <a:srgbClr val="FFFFFF"/>
                    </a:solidFill>
                    <a:prstDash val="solid"/>
                  </a:ln>
                  <a:solidFill>
                    <a:srgbClr val="FFFFFF"/>
                  </a:solidFill>
                  <a:latin typeface="Arial"/>
                  <a:ea typeface="Arial"/>
                  <a:cs typeface="Arial"/>
                </a:rPr>
                <a:t>Δ</a:t>
              </a:r>
            </a:p>
          </p:txBody>
        </p:sp>
        <p:sp>
          <p:nvSpPr>
            <p:cNvPr id="156" name="s22 text 78">
              <a:extLst>
                <a:ext uri="{FF2B5EF4-FFF2-40B4-BE49-F238E27FC236}">
                  <a16:creationId xmlns:a16="http://schemas.microsoft.com/office/drawing/2014/main" id="{EF5B170B-5721-47C3-B098-E1DD66ACE48B}"/>
                </a:ext>
              </a:extLst>
            </p:cNvPr>
            <p:cNvSpPr>
              <a:spLocks noGrp="1"/>
            </p:cNvSpPr>
            <p:nvPr/>
          </p:nvSpPr>
          <p:spPr>
            <a:xfrm>
              <a:off x="2612157" y="5914504"/>
              <a:ext cx="162079" cy="191495"/>
            </a:xfrm>
            <a:prstGeom prst="rect">
              <a:avLst/>
            </a:prstGeom>
            <a:noFill/>
            <a:ln w="0">
              <a:noFill/>
              <a:prstDash val="solid"/>
            </a:ln>
          </p:spPr>
          <p:txBody>
            <a:bodyPr wrap="none" lIns="0" tIns="0" rIns="0" bIns="0" anchor="t">
              <a:noAutofit/>
            </a:bodyPr>
            <a:lstStyle>
              <a:defPPr algn="l">
                <a:defRPr sz="1141" b="1" i="0" kern="0" spc="0">
                  <a:solidFill>
                    <a:srgbClr val="0A2540"/>
                  </a:solidFill>
                  <a:latin typeface="Arial"/>
                  <a:ea typeface="Arial"/>
                  <a:cs typeface="Arial"/>
                </a:defRPr>
              </a:defPPr>
              <a:lvl1pPr algn="l">
                <a:defRPr sz="1141" b="1" i="0" kern="0" spc="0">
                  <a:solidFill>
                    <a:srgbClr val="0A2540"/>
                  </a:solidFill>
                  <a:latin typeface="Arial"/>
                  <a:ea typeface="Arial"/>
                  <a:cs typeface="Arial"/>
                </a:defRPr>
              </a:lvl1pPr>
              <a:lvl2pPr algn="l">
                <a:defRPr sz="1141" b="1" i="0" kern="0" spc="0">
                  <a:solidFill>
                    <a:srgbClr val="0A2540"/>
                  </a:solidFill>
                  <a:latin typeface="Arial"/>
                  <a:ea typeface="Arial"/>
                  <a:cs typeface="Arial"/>
                </a:defRPr>
              </a:lvl2pPr>
              <a:lvl3pPr algn="l">
                <a:defRPr sz="1141" b="1" i="0" kern="0" spc="0">
                  <a:solidFill>
                    <a:srgbClr val="0A2540"/>
                  </a:solidFill>
                  <a:latin typeface="Arial"/>
                  <a:ea typeface="Arial"/>
                  <a:cs typeface="Arial"/>
                </a:defRPr>
              </a:lvl3pPr>
              <a:lvl4pPr algn="l">
                <a:defRPr sz="1141" b="1" i="0" kern="0" spc="0">
                  <a:solidFill>
                    <a:srgbClr val="0A2540"/>
                  </a:solidFill>
                  <a:latin typeface="Arial"/>
                  <a:ea typeface="Arial"/>
                  <a:cs typeface="Arial"/>
                </a:defRPr>
              </a:lvl4pPr>
              <a:lvl5pPr algn="l">
                <a:defRPr sz="1141" b="1" i="0" kern="0" spc="0">
                  <a:solidFill>
                    <a:srgbClr val="0A2540"/>
                  </a:solidFill>
                  <a:latin typeface="Arial"/>
                  <a:ea typeface="Arial"/>
                  <a:cs typeface="Arial"/>
                </a:defRPr>
              </a:lvl5pPr>
              <a:lvl6pPr algn="l">
                <a:defRPr sz="1141" b="1" i="0" kern="0" spc="0">
                  <a:solidFill>
                    <a:srgbClr val="0A2540"/>
                  </a:solidFill>
                  <a:latin typeface="Arial"/>
                  <a:ea typeface="Arial"/>
                  <a:cs typeface="Arial"/>
                </a:defRPr>
              </a:lvl6pPr>
              <a:lvl7pPr algn="l">
                <a:defRPr sz="1141" b="1" i="0" kern="0" spc="0">
                  <a:solidFill>
                    <a:srgbClr val="0A2540"/>
                  </a:solidFill>
                  <a:latin typeface="Arial"/>
                  <a:ea typeface="Arial"/>
                  <a:cs typeface="Arial"/>
                </a:defRPr>
              </a:lvl7pPr>
              <a:lvl8pPr algn="l">
                <a:defRPr sz="1141" b="1" i="0" kern="0" spc="0">
                  <a:solidFill>
                    <a:srgbClr val="0A2540"/>
                  </a:solidFill>
                  <a:latin typeface="Arial"/>
                  <a:ea typeface="Arial"/>
                  <a:cs typeface="Arial"/>
                </a:defRPr>
              </a:lvl8pPr>
              <a:lvl9pPr algn="l">
                <a:defRPr sz="1141" b="1" i="0" kern="0" spc="0">
                  <a:solidFill>
                    <a:srgbClr val="0A2540"/>
                  </a:solidFill>
                  <a:latin typeface="Arial"/>
                  <a:ea typeface="Arial"/>
                  <a:cs typeface="Arial"/>
                </a:defRPr>
              </a:lvl9pPr>
            </a:lstStyle>
            <a:p>
              <a:pPr algn="l">
                <a:lnSpc>
                  <a:spcPct val="100000"/>
                </a:lnSpc>
                <a:buNone/>
                <a:defRPr sz="1141" b="1" i="0" kern="0" spc="0">
                  <a:solidFill>
                    <a:srgbClr val="0A2540"/>
                  </a:solidFill>
                  <a:latin typeface="Arial"/>
                  <a:ea typeface="Arial"/>
                  <a:cs typeface="Arial"/>
                </a:defRPr>
              </a:pPr>
              <a:r>
                <a:rPr sz="1141" b="1" i="0" kern="0" spc="0">
                  <a:solidFill>
                    <a:srgbClr val="0A2540"/>
                  </a:solidFill>
                  <a:latin typeface="Arial"/>
                  <a:ea typeface="Arial"/>
                  <a:cs typeface="Arial"/>
                </a:rPr>
                <a:t>Δ</a:t>
              </a:r>
            </a:p>
          </p:txBody>
        </p:sp>
        <p:sp>
          <p:nvSpPr>
            <p:cNvPr id="157" name="s22 text 79 halo">
              <a:extLst>
                <a:ext uri="{FF2B5EF4-FFF2-40B4-BE49-F238E27FC236}">
                  <a16:creationId xmlns:a16="http://schemas.microsoft.com/office/drawing/2014/main" id="{A1F411CF-2747-4B56-803B-C2646E40322A}"/>
                </a:ext>
              </a:extLst>
            </p:cNvPr>
            <p:cNvSpPr>
              <a:spLocks noGrp="1"/>
            </p:cNvSpPr>
            <p:nvPr/>
          </p:nvSpPr>
          <p:spPr>
            <a:xfrm>
              <a:off x="2715162" y="5907618"/>
              <a:ext cx="312934" cy="201587"/>
            </a:xfrm>
            <a:prstGeom prst="rect">
              <a:avLst/>
            </a:prstGeom>
            <a:noFill/>
            <a:ln w="0">
              <a:noFill/>
              <a:prstDash val="solid"/>
            </a:ln>
          </p:spPr>
          <p:txBody>
            <a:bodyPr wrap="none" lIns="0" tIns="0" rIns="0" bIns="0" anchor="t">
              <a:noAutofit/>
            </a:bodyPr>
            <a:lstStyle>
              <a:defPPr algn="l">
                <a:defRPr sz="1141" b="0" i="0" kern="0" spc="-9">
                  <a:ln w="39387">
                    <a:solidFill>
                      <a:srgbClr val="FFFFFF"/>
                    </a:solidFill>
                    <a:prstDash val="solid"/>
                  </a:ln>
                  <a:solidFill>
                    <a:srgbClr val="FFFFFF"/>
                  </a:solidFill>
                  <a:latin typeface="Inter SemiBold"/>
                  <a:ea typeface="Inter SemiBold"/>
                  <a:cs typeface="Inter SemiBold"/>
                </a:defRPr>
              </a:defPPr>
              <a:lvl1pPr algn="l">
                <a:defRPr sz="1141" b="0" i="0" kern="0" spc="-9">
                  <a:ln w="39387">
                    <a:solidFill>
                      <a:srgbClr val="FFFFFF"/>
                    </a:solidFill>
                    <a:prstDash val="solid"/>
                  </a:ln>
                  <a:solidFill>
                    <a:srgbClr val="FFFFFF"/>
                  </a:solidFill>
                  <a:latin typeface="Inter SemiBold"/>
                  <a:ea typeface="Inter SemiBold"/>
                  <a:cs typeface="Inter SemiBold"/>
                </a:defRPr>
              </a:lvl1pPr>
              <a:lvl2pPr algn="l">
                <a:defRPr sz="1141" b="0" i="0" kern="0" spc="-9">
                  <a:ln w="39387">
                    <a:solidFill>
                      <a:srgbClr val="FFFFFF"/>
                    </a:solidFill>
                    <a:prstDash val="solid"/>
                  </a:ln>
                  <a:solidFill>
                    <a:srgbClr val="FFFFFF"/>
                  </a:solidFill>
                  <a:latin typeface="Inter SemiBold"/>
                  <a:ea typeface="Inter SemiBold"/>
                  <a:cs typeface="Inter SemiBold"/>
                </a:defRPr>
              </a:lvl2pPr>
              <a:lvl3pPr algn="l">
                <a:defRPr sz="1141" b="0" i="0" kern="0" spc="-9">
                  <a:ln w="39387">
                    <a:solidFill>
                      <a:srgbClr val="FFFFFF"/>
                    </a:solidFill>
                    <a:prstDash val="solid"/>
                  </a:ln>
                  <a:solidFill>
                    <a:srgbClr val="FFFFFF"/>
                  </a:solidFill>
                  <a:latin typeface="Inter SemiBold"/>
                  <a:ea typeface="Inter SemiBold"/>
                  <a:cs typeface="Inter SemiBold"/>
                </a:defRPr>
              </a:lvl3pPr>
              <a:lvl4pPr algn="l">
                <a:defRPr sz="1141" b="0" i="0" kern="0" spc="-9">
                  <a:ln w="39387">
                    <a:solidFill>
                      <a:srgbClr val="FFFFFF"/>
                    </a:solidFill>
                    <a:prstDash val="solid"/>
                  </a:ln>
                  <a:solidFill>
                    <a:srgbClr val="FFFFFF"/>
                  </a:solidFill>
                  <a:latin typeface="Inter SemiBold"/>
                  <a:ea typeface="Inter SemiBold"/>
                  <a:cs typeface="Inter SemiBold"/>
                </a:defRPr>
              </a:lvl4pPr>
              <a:lvl5pPr algn="l">
                <a:defRPr sz="1141" b="0" i="0" kern="0" spc="-9">
                  <a:ln w="39387">
                    <a:solidFill>
                      <a:srgbClr val="FFFFFF"/>
                    </a:solidFill>
                    <a:prstDash val="solid"/>
                  </a:ln>
                  <a:solidFill>
                    <a:srgbClr val="FFFFFF"/>
                  </a:solidFill>
                  <a:latin typeface="Inter SemiBold"/>
                  <a:ea typeface="Inter SemiBold"/>
                  <a:cs typeface="Inter SemiBold"/>
                </a:defRPr>
              </a:lvl5pPr>
              <a:lvl6pPr algn="l">
                <a:defRPr sz="1141" b="0" i="0" kern="0" spc="-9">
                  <a:ln w="39387">
                    <a:solidFill>
                      <a:srgbClr val="FFFFFF"/>
                    </a:solidFill>
                    <a:prstDash val="solid"/>
                  </a:ln>
                  <a:solidFill>
                    <a:srgbClr val="FFFFFF"/>
                  </a:solidFill>
                  <a:latin typeface="Inter SemiBold"/>
                  <a:ea typeface="Inter SemiBold"/>
                  <a:cs typeface="Inter SemiBold"/>
                </a:defRPr>
              </a:lvl6pPr>
              <a:lvl7pPr algn="l">
                <a:defRPr sz="1141" b="0" i="0" kern="0" spc="-9">
                  <a:ln w="39387">
                    <a:solidFill>
                      <a:srgbClr val="FFFFFF"/>
                    </a:solidFill>
                    <a:prstDash val="solid"/>
                  </a:ln>
                  <a:solidFill>
                    <a:srgbClr val="FFFFFF"/>
                  </a:solidFill>
                  <a:latin typeface="Inter SemiBold"/>
                  <a:ea typeface="Inter SemiBold"/>
                  <a:cs typeface="Inter SemiBold"/>
                </a:defRPr>
              </a:lvl7pPr>
              <a:lvl8pPr algn="l">
                <a:defRPr sz="1141" b="0" i="0" kern="0" spc="-9">
                  <a:ln w="39387">
                    <a:solidFill>
                      <a:srgbClr val="FFFFFF"/>
                    </a:solidFill>
                    <a:prstDash val="solid"/>
                  </a:ln>
                  <a:solidFill>
                    <a:srgbClr val="FFFFFF"/>
                  </a:solidFill>
                  <a:latin typeface="Inter SemiBold"/>
                  <a:ea typeface="Inter SemiBold"/>
                  <a:cs typeface="Inter SemiBold"/>
                </a:defRPr>
              </a:lvl8pPr>
              <a:lvl9pPr algn="l">
                <a:defRPr sz="1141" b="0" i="0" kern="0" spc="-9">
                  <a:ln w="39387">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141" b="0" i="0" kern="0" spc="-9">
                  <a:solidFill>
                    <a:srgbClr val="FFFFFF"/>
                  </a:solidFill>
                  <a:latin typeface="Inter SemiBold"/>
                  <a:ea typeface="Inter SemiBold"/>
                  <a:cs typeface="Inter SemiBold"/>
                </a:defRPr>
              </a:pPr>
              <a:r>
                <a:rPr sz="1141" b="0" i="0" kern="0" spc="-9">
                  <a:ln w="39387">
                    <a:solidFill>
                      <a:srgbClr val="FFFFFF"/>
                    </a:solidFill>
                    <a:prstDash val="solid"/>
                  </a:ln>
                  <a:solidFill>
                    <a:srgbClr val="FFFFFF"/>
                  </a:solidFill>
                  <a:latin typeface="Inter SemiBold"/>
                  <a:ea typeface="Inter SemiBold"/>
                  <a:cs typeface="Inter SemiBold"/>
                </a:rPr>
                <a:t>CS)</a:t>
              </a:r>
            </a:p>
          </p:txBody>
        </p:sp>
        <p:sp>
          <p:nvSpPr>
            <p:cNvPr id="158" name="s22 text 79">
              <a:extLst>
                <a:ext uri="{FF2B5EF4-FFF2-40B4-BE49-F238E27FC236}">
                  <a16:creationId xmlns:a16="http://schemas.microsoft.com/office/drawing/2014/main" id="{1B23115D-E0BC-4676-9525-E480BA9CE913}"/>
                </a:ext>
              </a:extLst>
            </p:cNvPr>
            <p:cNvSpPr>
              <a:spLocks noGrp="1"/>
            </p:cNvSpPr>
            <p:nvPr/>
          </p:nvSpPr>
          <p:spPr>
            <a:xfrm>
              <a:off x="2715162" y="5907618"/>
              <a:ext cx="312934" cy="201587"/>
            </a:xfrm>
            <a:prstGeom prst="rect">
              <a:avLst/>
            </a:prstGeom>
            <a:noFill/>
            <a:ln w="0">
              <a:noFill/>
              <a:prstDash val="solid"/>
            </a:ln>
          </p:spPr>
          <p:txBody>
            <a:bodyPr wrap="none" lIns="0" tIns="0" rIns="0" bIns="0" anchor="t">
              <a:noAutofit/>
            </a:bodyPr>
            <a:lstStyle>
              <a:defPPr algn="l">
                <a:defRPr sz="1141" b="0" i="0" kern="0" spc="-9">
                  <a:solidFill>
                    <a:srgbClr val="0A2540"/>
                  </a:solidFill>
                  <a:latin typeface="Inter SemiBold"/>
                  <a:ea typeface="Inter SemiBold"/>
                  <a:cs typeface="Inter SemiBold"/>
                </a:defRPr>
              </a:defPPr>
              <a:lvl1pPr algn="l">
                <a:defRPr sz="1141" b="0" i="0" kern="0" spc="-9">
                  <a:solidFill>
                    <a:srgbClr val="0A2540"/>
                  </a:solidFill>
                  <a:latin typeface="Inter SemiBold"/>
                  <a:ea typeface="Inter SemiBold"/>
                  <a:cs typeface="Inter SemiBold"/>
                </a:defRPr>
              </a:lvl1pPr>
              <a:lvl2pPr algn="l">
                <a:defRPr sz="1141" b="0" i="0" kern="0" spc="-9">
                  <a:solidFill>
                    <a:srgbClr val="0A2540"/>
                  </a:solidFill>
                  <a:latin typeface="Inter SemiBold"/>
                  <a:ea typeface="Inter SemiBold"/>
                  <a:cs typeface="Inter SemiBold"/>
                </a:defRPr>
              </a:lvl2pPr>
              <a:lvl3pPr algn="l">
                <a:defRPr sz="1141" b="0" i="0" kern="0" spc="-9">
                  <a:solidFill>
                    <a:srgbClr val="0A2540"/>
                  </a:solidFill>
                  <a:latin typeface="Inter SemiBold"/>
                  <a:ea typeface="Inter SemiBold"/>
                  <a:cs typeface="Inter SemiBold"/>
                </a:defRPr>
              </a:lvl3pPr>
              <a:lvl4pPr algn="l">
                <a:defRPr sz="1141" b="0" i="0" kern="0" spc="-9">
                  <a:solidFill>
                    <a:srgbClr val="0A2540"/>
                  </a:solidFill>
                  <a:latin typeface="Inter SemiBold"/>
                  <a:ea typeface="Inter SemiBold"/>
                  <a:cs typeface="Inter SemiBold"/>
                </a:defRPr>
              </a:lvl4pPr>
              <a:lvl5pPr algn="l">
                <a:defRPr sz="1141" b="0" i="0" kern="0" spc="-9">
                  <a:solidFill>
                    <a:srgbClr val="0A2540"/>
                  </a:solidFill>
                  <a:latin typeface="Inter SemiBold"/>
                  <a:ea typeface="Inter SemiBold"/>
                  <a:cs typeface="Inter SemiBold"/>
                </a:defRPr>
              </a:lvl5pPr>
              <a:lvl6pPr algn="l">
                <a:defRPr sz="1141" b="0" i="0" kern="0" spc="-9">
                  <a:solidFill>
                    <a:srgbClr val="0A2540"/>
                  </a:solidFill>
                  <a:latin typeface="Inter SemiBold"/>
                  <a:ea typeface="Inter SemiBold"/>
                  <a:cs typeface="Inter SemiBold"/>
                </a:defRPr>
              </a:lvl6pPr>
              <a:lvl7pPr algn="l">
                <a:defRPr sz="1141" b="0" i="0" kern="0" spc="-9">
                  <a:solidFill>
                    <a:srgbClr val="0A2540"/>
                  </a:solidFill>
                  <a:latin typeface="Inter SemiBold"/>
                  <a:ea typeface="Inter SemiBold"/>
                  <a:cs typeface="Inter SemiBold"/>
                </a:defRPr>
              </a:lvl7pPr>
              <a:lvl8pPr algn="l">
                <a:defRPr sz="1141" b="0" i="0" kern="0" spc="-9">
                  <a:solidFill>
                    <a:srgbClr val="0A2540"/>
                  </a:solidFill>
                  <a:latin typeface="Inter SemiBold"/>
                  <a:ea typeface="Inter SemiBold"/>
                  <a:cs typeface="Inter SemiBold"/>
                </a:defRPr>
              </a:lvl8pPr>
              <a:lvl9pPr algn="l">
                <a:defRPr sz="1141" b="0" i="0" kern="0" spc="-9">
                  <a:solidFill>
                    <a:srgbClr val="0A2540"/>
                  </a:solidFill>
                  <a:latin typeface="Inter SemiBold"/>
                  <a:ea typeface="Inter SemiBold"/>
                  <a:cs typeface="Inter SemiBold"/>
                </a:defRPr>
              </a:lvl9pPr>
            </a:lstStyle>
            <a:p>
              <a:pPr algn="l">
                <a:lnSpc>
                  <a:spcPct val="100000"/>
                </a:lnSpc>
                <a:buNone/>
                <a:defRPr sz="1141" b="0" i="0" kern="0" spc="-9">
                  <a:solidFill>
                    <a:srgbClr val="0A2540"/>
                  </a:solidFill>
                  <a:latin typeface="Inter SemiBold"/>
                  <a:ea typeface="Inter SemiBold"/>
                  <a:cs typeface="Inter SemiBold"/>
                </a:defRPr>
              </a:pPr>
              <a:r>
                <a:rPr sz="1141" b="0" i="0" kern="0" spc="-9">
                  <a:solidFill>
                    <a:srgbClr val="0A2540"/>
                  </a:solidFill>
                  <a:latin typeface="Inter SemiBold"/>
                  <a:ea typeface="Inter SemiBold"/>
                  <a:cs typeface="Inter SemiBold"/>
                </a:rPr>
                <a:t>CS)</a:t>
              </a:r>
            </a:p>
          </p:txBody>
        </p:sp>
        <p:sp>
          <p:nvSpPr>
            <p:cNvPr id="159" name="s22 text 80 halo">
              <a:extLst>
                <a:ext uri="{FF2B5EF4-FFF2-40B4-BE49-F238E27FC236}">
                  <a16:creationId xmlns:a16="http://schemas.microsoft.com/office/drawing/2014/main" id="{6D6D3AB2-1964-4079-A7BB-8ED0C3B1B9B4}"/>
                </a:ext>
              </a:extLst>
            </p:cNvPr>
            <p:cNvSpPr>
              <a:spLocks noGrp="1"/>
            </p:cNvSpPr>
            <p:nvPr/>
          </p:nvSpPr>
          <p:spPr>
            <a:xfrm>
              <a:off x="3692434" y="5907618"/>
              <a:ext cx="1378972" cy="201587"/>
            </a:xfrm>
            <a:prstGeom prst="rect">
              <a:avLst/>
            </a:prstGeom>
            <a:noFill/>
            <a:ln w="0">
              <a:noFill/>
              <a:prstDash val="solid"/>
            </a:ln>
          </p:spPr>
          <p:txBody>
            <a:bodyPr wrap="none" lIns="0" tIns="0" rIns="0" bIns="0" anchor="t">
              <a:noAutofit/>
            </a:bodyPr>
            <a:lstStyle>
              <a:defPPr algn="l">
                <a:defRPr sz="1141" b="0" i="0" kern="0" spc="-9">
                  <a:ln w="39387">
                    <a:solidFill>
                      <a:srgbClr val="FFFFFF"/>
                    </a:solidFill>
                    <a:prstDash val="solid"/>
                  </a:ln>
                  <a:solidFill>
                    <a:srgbClr val="FFFFFF"/>
                  </a:solidFill>
                  <a:latin typeface="Inter SemiBold"/>
                  <a:ea typeface="Inter SemiBold"/>
                  <a:cs typeface="Inter SemiBold"/>
                </a:defRPr>
              </a:defPPr>
              <a:lvl1pPr algn="l">
                <a:defRPr sz="1141" b="0" i="0" kern="0" spc="-9">
                  <a:ln w="39387">
                    <a:solidFill>
                      <a:srgbClr val="FFFFFF"/>
                    </a:solidFill>
                    <a:prstDash val="solid"/>
                  </a:ln>
                  <a:solidFill>
                    <a:srgbClr val="FFFFFF"/>
                  </a:solidFill>
                  <a:latin typeface="Inter SemiBold"/>
                  <a:ea typeface="Inter SemiBold"/>
                  <a:cs typeface="Inter SemiBold"/>
                </a:defRPr>
              </a:lvl1pPr>
              <a:lvl2pPr algn="l">
                <a:defRPr sz="1141" b="0" i="0" kern="0" spc="-9">
                  <a:ln w="39387">
                    <a:solidFill>
                      <a:srgbClr val="FFFFFF"/>
                    </a:solidFill>
                    <a:prstDash val="solid"/>
                  </a:ln>
                  <a:solidFill>
                    <a:srgbClr val="FFFFFF"/>
                  </a:solidFill>
                  <a:latin typeface="Inter SemiBold"/>
                  <a:ea typeface="Inter SemiBold"/>
                  <a:cs typeface="Inter SemiBold"/>
                </a:defRPr>
              </a:lvl2pPr>
              <a:lvl3pPr algn="l">
                <a:defRPr sz="1141" b="0" i="0" kern="0" spc="-9">
                  <a:ln w="39387">
                    <a:solidFill>
                      <a:srgbClr val="FFFFFF"/>
                    </a:solidFill>
                    <a:prstDash val="solid"/>
                  </a:ln>
                  <a:solidFill>
                    <a:srgbClr val="FFFFFF"/>
                  </a:solidFill>
                  <a:latin typeface="Inter SemiBold"/>
                  <a:ea typeface="Inter SemiBold"/>
                  <a:cs typeface="Inter SemiBold"/>
                </a:defRPr>
              </a:lvl3pPr>
              <a:lvl4pPr algn="l">
                <a:defRPr sz="1141" b="0" i="0" kern="0" spc="-9">
                  <a:ln w="39387">
                    <a:solidFill>
                      <a:srgbClr val="FFFFFF"/>
                    </a:solidFill>
                    <a:prstDash val="solid"/>
                  </a:ln>
                  <a:solidFill>
                    <a:srgbClr val="FFFFFF"/>
                  </a:solidFill>
                  <a:latin typeface="Inter SemiBold"/>
                  <a:ea typeface="Inter SemiBold"/>
                  <a:cs typeface="Inter SemiBold"/>
                </a:defRPr>
              </a:lvl4pPr>
              <a:lvl5pPr algn="l">
                <a:defRPr sz="1141" b="0" i="0" kern="0" spc="-9">
                  <a:ln w="39387">
                    <a:solidFill>
                      <a:srgbClr val="FFFFFF"/>
                    </a:solidFill>
                    <a:prstDash val="solid"/>
                  </a:ln>
                  <a:solidFill>
                    <a:srgbClr val="FFFFFF"/>
                  </a:solidFill>
                  <a:latin typeface="Inter SemiBold"/>
                  <a:ea typeface="Inter SemiBold"/>
                  <a:cs typeface="Inter SemiBold"/>
                </a:defRPr>
              </a:lvl5pPr>
              <a:lvl6pPr algn="l">
                <a:defRPr sz="1141" b="0" i="0" kern="0" spc="-9">
                  <a:ln w="39387">
                    <a:solidFill>
                      <a:srgbClr val="FFFFFF"/>
                    </a:solidFill>
                    <a:prstDash val="solid"/>
                  </a:ln>
                  <a:solidFill>
                    <a:srgbClr val="FFFFFF"/>
                  </a:solidFill>
                  <a:latin typeface="Inter SemiBold"/>
                  <a:ea typeface="Inter SemiBold"/>
                  <a:cs typeface="Inter SemiBold"/>
                </a:defRPr>
              </a:lvl6pPr>
              <a:lvl7pPr algn="l">
                <a:defRPr sz="1141" b="0" i="0" kern="0" spc="-9">
                  <a:ln w="39387">
                    <a:solidFill>
                      <a:srgbClr val="FFFFFF"/>
                    </a:solidFill>
                    <a:prstDash val="solid"/>
                  </a:ln>
                  <a:solidFill>
                    <a:srgbClr val="FFFFFF"/>
                  </a:solidFill>
                  <a:latin typeface="Inter SemiBold"/>
                  <a:ea typeface="Inter SemiBold"/>
                  <a:cs typeface="Inter SemiBold"/>
                </a:defRPr>
              </a:lvl7pPr>
              <a:lvl8pPr algn="l">
                <a:defRPr sz="1141" b="0" i="0" kern="0" spc="-9">
                  <a:ln w="39387">
                    <a:solidFill>
                      <a:srgbClr val="FFFFFF"/>
                    </a:solidFill>
                    <a:prstDash val="solid"/>
                  </a:ln>
                  <a:solidFill>
                    <a:srgbClr val="FFFFFF"/>
                  </a:solidFill>
                  <a:latin typeface="Inter SemiBold"/>
                  <a:ea typeface="Inter SemiBold"/>
                  <a:cs typeface="Inter SemiBold"/>
                </a:defRPr>
              </a:lvl8pPr>
              <a:lvl9pPr algn="l">
                <a:defRPr sz="1141" b="0" i="0" kern="0" spc="-9">
                  <a:ln w="39387">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141" b="0" i="0" kern="0" spc="-9">
                  <a:solidFill>
                    <a:srgbClr val="FFFFFF"/>
                  </a:solidFill>
                  <a:latin typeface="Inter SemiBold"/>
                  <a:ea typeface="Inter SemiBold"/>
                  <a:cs typeface="Inter SemiBold"/>
                </a:defRPr>
              </a:pPr>
              <a:r>
                <a:rPr sz="1141" b="0" i="0" kern="0" spc="-9">
                  <a:ln w="39387">
                    <a:solidFill>
                      <a:srgbClr val="FFFFFF"/>
                    </a:solidFill>
                    <a:prstDash val="solid"/>
                  </a:ln>
                  <a:solidFill>
                    <a:srgbClr val="FFFFFF"/>
                  </a:solidFill>
                  <a:latin typeface="Inter SemiBold"/>
                  <a:ea typeface="Inter SemiBold"/>
                  <a:cs typeface="Inter SemiBold"/>
                </a:rPr>
                <a:t>gain to producers (</a:t>
              </a:r>
            </a:p>
          </p:txBody>
        </p:sp>
        <p:sp>
          <p:nvSpPr>
            <p:cNvPr id="160" name="s22 text 80">
              <a:extLst>
                <a:ext uri="{FF2B5EF4-FFF2-40B4-BE49-F238E27FC236}">
                  <a16:creationId xmlns:a16="http://schemas.microsoft.com/office/drawing/2014/main" id="{0F99D98D-9963-4ABC-BF7C-8BD47F0B083E}"/>
                </a:ext>
              </a:extLst>
            </p:cNvPr>
            <p:cNvSpPr>
              <a:spLocks noGrp="1"/>
            </p:cNvSpPr>
            <p:nvPr/>
          </p:nvSpPr>
          <p:spPr>
            <a:xfrm>
              <a:off x="3692434" y="5907618"/>
              <a:ext cx="1378972" cy="201587"/>
            </a:xfrm>
            <a:prstGeom prst="rect">
              <a:avLst/>
            </a:prstGeom>
            <a:noFill/>
            <a:ln w="0">
              <a:noFill/>
              <a:prstDash val="solid"/>
            </a:ln>
          </p:spPr>
          <p:txBody>
            <a:bodyPr wrap="none" lIns="0" tIns="0" rIns="0" bIns="0" anchor="t">
              <a:noAutofit/>
            </a:bodyPr>
            <a:lstStyle>
              <a:defPPr algn="l">
                <a:defRPr sz="1141" b="0" i="0" kern="0" spc="-9">
                  <a:solidFill>
                    <a:srgbClr val="0A2540"/>
                  </a:solidFill>
                  <a:latin typeface="Inter SemiBold"/>
                  <a:ea typeface="Inter SemiBold"/>
                  <a:cs typeface="Inter SemiBold"/>
                </a:defRPr>
              </a:defPPr>
              <a:lvl1pPr algn="l">
                <a:defRPr sz="1141" b="0" i="0" kern="0" spc="-9">
                  <a:solidFill>
                    <a:srgbClr val="0A2540"/>
                  </a:solidFill>
                  <a:latin typeface="Inter SemiBold"/>
                  <a:ea typeface="Inter SemiBold"/>
                  <a:cs typeface="Inter SemiBold"/>
                </a:defRPr>
              </a:lvl1pPr>
              <a:lvl2pPr algn="l">
                <a:defRPr sz="1141" b="0" i="0" kern="0" spc="-9">
                  <a:solidFill>
                    <a:srgbClr val="0A2540"/>
                  </a:solidFill>
                  <a:latin typeface="Inter SemiBold"/>
                  <a:ea typeface="Inter SemiBold"/>
                  <a:cs typeface="Inter SemiBold"/>
                </a:defRPr>
              </a:lvl2pPr>
              <a:lvl3pPr algn="l">
                <a:defRPr sz="1141" b="0" i="0" kern="0" spc="-9">
                  <a:solidFill>
                    <a:srgbClr val="0A2540"/>
                  </a:solidFill>
                  <a:latin typeface="Inter SemiBold"/>
                  <a:ea typeface="Inter SemiBold"/>
                  <a:cs typeface="Inter SemiBold"/>
                </a:defRPr>
              </a:lvl3pPr>
              <a:lvl4pPr algn="l">
                <a:defRPr sz="1141" b="0" i="0" kern="0" spc="-9">
                  <a:solidFill>
                    <a:srgbClr val="0A2540"/>
                  </a:solidFill>
                  <a:latin typeface="Inter SemiBold"/>
                  <a:ea typeface="Inter SemiBold"/>
                  <a:cs typeface="Inter SemiBold"/>
                </a:defRPr>
              </a:lvl4pPr>
              <a:lvl5pPr algn="l">
                <a:defRPr sz="1141" b="0" i="0" kern="0" spc="-9">
                  <a:solidFill>
                    <a:srgbClr val="0A2540"/>
                  </a:solidFill>
                  <a:latin typeface="Inter SemiBold"/>
                  <a:ea typeface="Inter SemiBold"/>
                  <a:cs typeface="Inter SemiBold"/>
                </a:defRPr>
              </a:lvl5pPr>
              <a:lvl6pPr algn="l">
                <a:defRPr sz="1141" b="0" i="0" kern="0" spc="-9">
                  <a:solidFill>
                    <a:srgbClr val="0A2540"/>
                  </a:solidFill>
                  <a:latin typeface="Inter SemiBold"/>
                  <a:ea typeface="Inter SemiBold"/>
                  <a:cs typeface="Inter SemiBold"/>
                </a:defRPr>
              </a:lvl6pPr>
              <a:lvl7pPr algn="l">
                <a:defRPr sz="1141" b="0" i="0" kern="0" spc="-9">
                  <a:solidFill>
                    <a:srgbClr val="0A2540"/>
                  </a:solidFill>
                  <a:latin typeface="Inter SemiBold"/>
                  <a:ea typeface="Inter SemiBold"/>
                  <a:cs typeface="Inter SemiBold"/>
                </a:defRPr>
              </a:lvl7pPr>
              <a:lvl8pPr algn="l">
                <a:defRPr sz="1141" b="0" i="0" kern="0" spc="-9">
                  <a:solidFill>
                    <a:srgbClr val="0A2540"/>
                  </a:solidFill>
                  <a:latin typeface="Inter SemiBold"/>
                  <a:ea typeface="Inter SemiBold"/>
                  <a:cs typeface="Inter SemiBold"/>
                </a:defRPr>
              </a:lvl8pPr>
              <a:lvl9pPr algn="l">
                <a:defRPr sz="1141" b="0" i="0" kern="0" spc="-9">
                  <a:solidFill>
                    <a:srgbClr val="0A2540"/>
                  </a:solidFill>
                  <a:latin typeface="Inter SemiBold"/>
                  <a:ea typeface="Inter SemiBold"/>
                  <a:cs typeface="Inter SemiBold"/>
                </a:defRPr>
              </a:lvl9pPr>
            </a:lstStyle>
            <a:p>
              <a:pPr algn="l">
                <a:lnSpc>
                  <a:spcPct val="100000"/>
                </a:lnSpc>
                <a:buNone/>
                <a:defRPr sz="1141" b="0" i="0" kern="0" spc="-9">
                  <a:solidFill>
                    <a:srgbClr val="0A2540"/>
                  </a:solidFill>
                  <a:latin typeface="Inter SemiBold"/>
                  <a:ea typeface="Inter SemiBold"/>
                  <a:cs typeface="Inter SemiBold"/>
                </a:defRPr>
              </a:pPr>
              <a:r>
                <a:rPr sz="1141" b="0" i="0" kern="0" spc="-9">
                  <a:solidFill>
                    <a:srgbClr val="0A2540"/>
                  </a:solidFill>
                  <a:latin typeface="Inter SemiBold"/>
                  <a:ea typeface="Inter SemiBold"/>
                  <a:cs typeface="Inter SemiBold"/>
                </a:rPr>
                <a:t>gain to producers (</a:t>
              </a:r>
            </a:p>
          </p:txBody>
        </p:sp>
        <p:sp>
          <p:nvSpPr>
            <p:cNvPr id="161" name="s22 text 81 halo">
              <a:extLst>
                <a:ext uri="{FF2B5EF4-FFF2-40B4-BE49-F238E27FC236}">
                  <a16:creationId xmlns:a16="http://schemas.microsoft.com/office/drawing/2014/main" id="{BFD4894A-8E69-46E5-801E-3A587FB72BFE}"/>
                </a:ext>
              </a:extLst>
            </p:cNvPr>
            <p:cNvSpPr>
              <a:spLocks noGrp="1"/>
            </p:cNvSpPr>
            <p:nvPr/>
          </p:nvSpPr>
          <p:spPr>
            <a:xfrm>
              <a:off x="4992621" y="5914504"/>
              <a:ext cx="162079" cy="191495"/>
            </a:xfrm>
            <a:prstGeom prst="rect">
              <a:avLst/>
            </a:prstGeom>
            <a:noFill/>
            <a:ln w="0">
              <a:noFill/>
              <a:prstDash val="solid"/>
            </a:ln>
          </p:spPr>
          <p:txBody>
            <a:bodyPr wrap="none" lIns="0" tIns="0" rIns="0" bIns="0" anchor="t">
              <a:noAutofit/>
            </a:bodyPr>
            <a:lstStyle>
              <a:defPPr algn="l">
                <a:defRPr sz="1141" b="1" i="0" kern="0" spc="0">
                  <a:ln w="39387">
                    <a:solidFill>
                      <a:srgbClr val="FFFFFF"/>
                    </a:solidFill>
                    <a:prstDash val="solid"/>
                  </a:ln>
                  <a:solidFill>
                    <a:srgbClr val="FFFFFF"/>
                  </a:solidFill>
                  <a:latin typeface="Arial"/>
                  <a:ea typeface="Arial"/>
                  <a:cs typeface="Arial"/>
                </a:defRPr>
              </a:defPPr>
              <a:lvl1pPr algn="l">
                <a:defRPr sz="1141" b="1" i="0" kern="0" spc="0">
                  <a:ln w="39387">
                    <a:solidFill>
                      <a:srgbClr val="FFFFFF"/>
                    </a:solidFill>
                    <a:prstDash val="solid"/>
                  </a:ln>
                  <a:solidFill>
                    <a:srgbClr val="FFFFFF"/>
                  </a:solidFill>
                  <a:latin typeface="Arial"/>
                  <a:ea typeface="Arial"/>
                  <a:cs typeface="Arial"/>
                </a:defRPr>
              </a:lvl1pPr>
              <a:lvl2pPr algn="l">
                <a:defRPr sz="1141" b="1" i="0" kern="0" spc="0">
                  <a:ln w="39387">
                    <a:solidFill>
                      <a:srgbClr val="FFFFFF"/>
                    </a:solidFill>
                    <a:prstDash val="solid"/>
                  </a:ln>
                  <a:solidFill>
                    <a:srgbClr val="FFFFFF"/>
                  </a:solidFill>
                  <a:latin typeface="Arial"/>
                  <a:ea typeface="Arial"/>
                  <a:cs typeface="Arial"/>
                </a:defRPr>
              </a:lvl2pPr>
              <a:lvl3pPr algn="l">
                <a:defRPr sz="1141" b="1" i="0" kern="0" spc="0">
                  <a:ln w="39387">
                    <a:solidFill>
                      <a:srgbClr val="FFFFFF"/>
                    </a:solidFill>
                    <a:prstDash val="solid"/>
                  </a:ln>
                  <a:solidFill>
                    <a:srgbClr val="FFFFFF"/>
                  </a:solidFill>
                  <a:latin typeface="Arial"/>
                  <a:ea typeface="Arial"/>
                  <a:cs typeface="Arial"/>
                </a:defRPr>
              </a:lvl3pPr>
              <a:lvl4pPr algn="l">
                <a:defRPr sz="1141" b="1" i="0" kern="0" spc="0">
                  <a:ln w="39387">
                    <a:solidFill>
                      <a:srgbClr val="FFFFFF"/>
                    </a:solidFill>
                    <a:prstDash val="solid"/>
                  </a:ln>
                  <a:solidFill>
                    <a:srgbClr val="FFFFFF"/>
                  </a:solidFill>
                  <a:latin typeface="Arial"/>
                  <a:ea typeface="Arial"/>
                  <a:cs typeface="Arial"/>
                </a:defRPr>
              </a:lvl4pPr>
              <a:lvl5pPr algn="l">
                <a:defRPr sz="1141" b="1" i="0" kern="0" spc="0">
                  <a:ln w="39387">
                    <a:solidFill>
                      <a:srgbClr val="FFFFFF"/>
                    </a:solidFill>
                    <a:prstDash val="solid"/>
                  </a:ln>
                  <a:solidFill>
                    <a:srgbClr val="FFFFFF"/>
                  </a:solidFill>
                  <a:latin typeface="Arial"/>
                  <a:ea typeface="Arial"/>
                  <a:cs typeface="Arial"/>
                </a:defRPr>
              </a:lvl5pPr>
              <a:lvl6pPr algn="l">
                <a:defRPr sz="1141" b="1" i="0" kern="0" spc="0">
                  <a:ln w="39387">
                    <a:solidFill>
                      <a:srgbClr val="FFFFFF"/>
                    </a:solidFill>
                    <a:prstDash val="solid"/>
                  </a:ln>
                  <a:solidFill>
                    <a:srgbClr val="FFFFFF"/>
                  </a:solidFill>
                  <a:latin typeface="Arial"/>
                  <a:ea typeface="Arial"/>
                  <a:cs typeface="Arial"/>
                </a:defRPr>
              </a:lvl6pPr>
              <a:lvl7pPr algn="l">
                <a:defRPr sz="1141" b="1" i="0" kern="0" spc="0">
                  <a:ln w="39387">
                    <a:solidFill>
                      <a:srgbClr val="FFFFFF"/>
                    </a:solidFill>
                    <a:prstDash val="solid"/>
                  </a:ln>
                  <a:solidFill>
                    <a:srgbClr val="FFFFFF"/>
                  </a:solidFill>
                  <a:latin typeface="Arial"/>
                  <a:ea typeface="Arial"/>
                  <a:cs typeface="Arial"/>
                </a:defRPr>
              </a:lvl7pPr>
              <a:lvl8pPr algn="l">
                <a:defRPr sz="1141" b="1" i="0" kern="0" spc="0">
                  <a:ln w="39387">
                    <a:solidFill>
                      <a:srgbClr val="FFFFFF"/>
                    </a:solidFill>
                    <a:prstDash val="solid"/>
                  </a:ln>
                  <a:solidFill>
                    <a:srgbClr val="FFFFFF"/>
                  </a:solidFill>
                  <a:latin typeface="Arial"/>
                  <a:ea typeface="Arial"/>
                  <a:cs typeface="Arial"/>
                </a:defRPr>
              </a:lvl8pPr>
              <a:lvl9pPr algn="l">
                <a:defRPr sz="1141" b="1" i="0" kern="0" spc="0">
                  <a:ln w="39387">
                    <a:solidFill>
                      <a:srgbClr val="FFFFFF"/>
                    </a:solidFill>
                    <a:prstDash val="solid"/>
                  </a:ln>
                  <a:solidFill>
                    <a:srgbClr val="FFFFFF"/>
                  </a:solidFill>
                  <a:latin typeface="Arial"/>
                  <a:ea typeface="Arial"/>
                  <a:cs typeface="Arial"/>
                </a:defRPr>
              </a:lvl9pPr>
            </a:lstStyle>
            <a:p>
              <a:pPr algn="l">
                <a:lnSpc>
                  <a:spcPct val="100000"/>
                </a:lnSpc>
                <a:buNone/>
                <a:defRPr sz="1141" b="1" i="0" kern="0" spc="0">
                  <a:solidFill>
                    <a:srgbClr val="FFFFFF"/>
                  </a:solidFill>
                  <a:latin typeface="Arial"/>
                  <a:ea typeface="Arial"/>
                  <a:cs typeface="Arial"/>
                </a:defRPr>
              </a:pPr>
              <a:r>
                <a:rPr sz="1141" b="1" i="0" kern="0" spc="0">
                  <a:ln w="39387">
                    <a:solidFill>
                      <a:srgbClr val="FFFFFF"/>
                    </a:solidFill>
                    <a:prstDash val="solid"/>
                  </a:ln>
                  <a:solidFill>
                    <a:srgbClr val="FFFFFF"/>
                  </a:solidFill>
                  <a:latin typeface="Arial"/>
                  <a:ea typeface="Arial"/>
                  <a:cs typeface="Arial"/>
                </a:rPr>
                <a:t>Δ</a:t>
              </a:r>
            </a:p>
          </p:txBody>
        </p:sp>
        <p:sp>
          <p:nvSpPr>
            <p:cNvPr id="162" name="s22 text 81">
              <a:extLst>
                <a:ext uri="{FF2B5EF4-FFF2-40B4-BE49-F238E27FC236}">
                  <a16:creationId xmlns:a16="http://schemas.microsoft.com/office/drawing/2014/main" id="{F05A315F-B029-4A76-8071-CC79B2FE47AA}"/>
                </a:ext>
              </a:extLst>
            </p:cNvPr>
            <p:cNvSpPr>
              <a:spLocks noGrp="1"/>
            </p:cNvSpPr>
            <p:nvPr/>
          </p:nvSpPr>
          <p:spPr>
            <a:xfrm>
              <a:off x="4992621" y="5914504"/>
              <a:ext cx="162079" cy="191495"/>
            </a:xfrm>
            <a:prstGeom prst="rect">
              <a:avLst/>
            </a:prstGeom>
            <a:noFill/>
            <a:ln w="0">
              <a:noFill/>
              <a:prstDash val="solid"/>
            </a:ln>
          </p:spPr>
          <p:txBody>
            <a:bodyPr wrap="none" lIns="0" tIns="0" rIns="0" bIns="0" anchor="t">
              <a:noAutofit/>
            </a:bodyPr>
            <a:lstStyle>
              <a:defPPr algn="l">
                <a:defRPr sz="1141" b="1" i="0" kern="0" spc="0">
                  <a:solidFill>
                    <a:srgbClr val="0A2540"/>
                  </a:solidFill>
                  <a:latin typeface="Arial"/>
                  <a:ea typeface="Arial"/>
                  <a:cs typeface="Arial"/>
                </a:defRPr>
              </a:defPPr>
              <a:lvl1pPr algn="l">
                <a:defRPr sz="1141" b="1" i="0" kern="0" spc="0">
                  <a:solidFill>
                    <a:srgbClr val="0A2540"/>
                  </a:solidFill>
                  <a:latin typeface="Arial"/>
                  <a:ea typeface="Arial"/>
                  <a:cs typeface="Arial"/>
                </a:defRPr>
              </a:lvl1pPr>
              <a:lvl2pPr algn="l">
                <a:defRPr sz="1141" b="1" i="0" kern="0" spc="0">
                  <a:solidFill>
                    <a:srgbClr val="0A2540"/>
                  </a:solidFill>
                  <a:latin typeface="Arial"/>
                  <a:ea typeface="Arial"/>
                  <a:cs typeface="Arial"/>
                </a:defRPr>
              </a:lvl2pPr>
              <a:lvl3pPr algn="l">
                <a:defRPr sz="1141" b="1" i="0" kern="0" spc="0">
                  <a:solidFill>
                    <a:srgbClr val="0A2540"/>
                  </a:solidFill>
                  <a:latin typeface="Arial"/>
                  <a:ea typeface="Arial"/>
                  <a:cs typeface="Arial"/>
                </a:defRPr>
              </a:lvl3pPr>
              <a:lvl4pPr algn="l">
                <a:defRPr sz="1141" b="1" i="0" kern="0" spc="0">
                  <a:solidFill>
                    <a:srgbClr val="0A2540"/>
                  </a:solidFill>
                  <a:latin typeface="Arial"/>
                  <a:ea typeface="Arial"/>
                  <a:cs typeface="Arial"/>
                </a:defRPr>
              </a:lvl4pPr>
              <a:lvl5pPr algn="l">
                <a:defRPr sz="1141" b="1" i="0" kern="0" spc="0">
                  <a:solidFill>
                    <a:srgbClr val="0A2540"/>
                  </a:solidFill>
                  <a:latin typeface="Arial"/>
                  <a:ea typeface="Arial"/>
                  <a:cs typeface="Arial"/>
                </a:defRPr>
              </a:lvl5pPr>
              <a:lvl6pPr algn="l">
                <a:defRPr sz="1141" b="1" i="0" kern="0" spc="0">
                  <a:solidFill>
                    <a:srgbClr val="0A2540"/>
                  </a:solidFill>
                  <a:latin typeface="Arial"/>
                  <a:ea typeface="Arial"/>
                  <a:cs typeface="Arial"/>
                </a:defRPr>
              </a:lvl6pPr>
              <a:lvl7pPr algn="l">
                <a:defRPr sz="1141" b="1" i="0" kern="0" spc="0">
                  <a:solidFill>
                    <a:srgbClr val="0A2540"/>
                  </a:solidFill>
                  <a:latin typeface="Arial"/>
                  <a:ea typeface="Arial"/>
                  <a:cs typeface="Arial"/>
                </a:defRPr>
              </a:lvl7pPr>
              <a:lvl8pPr algn="l">
                <a:defRPr sz="1141" b="1" i="0" kern="0" spc="0">
                  <a:solidFill>
                    <a:srgbClr val="0A2540"/>
                  </a:solidFill>
                  <a:latin typeface="Arial"/>
                  <a:ea typeface="Arial"/>
                  <a:cs typeface="Arial"/>
                </a:defRPr>
              </a:lvl8pPr>
              <a:lvl9pPr algn="l">
                <a:defRPr sz="1141" b="1" i="0" kern="0" spc="0">
                  <a:solidFill>
                    <a:srgbClr val="0A2540"/>
                  </a:solidFill>
                  <a:latin typeface="Arial"/>
                  <a:ea typeface="Arial"/>
                  <a:cs typeface="Arial"/>
                </a:defRPr>
              </a:lvl9pPr>
            </a:lstStyle>
            <a:p>
              <a:pPr algn="l">
                <a:lnSpc>
                  <a:spcPct val="100000"/>
                </a:lnSpc>
                <a:buNone/>
                <a:defRPr sz="1141" b="1" i="0" kern="0" spc="0">
                  <a:solidFill>
                    <a:srgbClr val="0A2540"/>
                  </a:solidFill>
                  <a:latin typeface="Arial"/>
                  <a:ea typeface="Arial"/>
                  <a:cs typeface="Arial"/>
                </a:defRPr>
              </a:pPr>
              <a:r>
                <a:rPr sz="1141" b="1" i="0" kern="0" spc="0">
                  <a:solidFill>
                    <a:srgbClr val="0A2540"/>
                  </a:solidFill>
                  <a:latin typeface="Arial"/>
                  <a:ea typeface="Arial"/>
                  <a:cs typeface="Arial"/>
                </a:rPr>
                <a:t>Δ</a:t>
              </a:r>
            </a:p>
          </p:txBody>
        </p:sp>
        <p:sp>
          <p:nvSpPr>
            <p:cNvPr id="163" name="s22 text 82 halo">
              <a:extLst>
                <a:ext uri="{FF2B5EF4-FFF2-40B4-BE49-F238E27FC236}">
                  <a16:creationId xmlns:a16="http://schemas.microsoft.com/office/drawing/2014/main" id="{FC0A19A1-E72A-463E-B6D9-D76F79793007}"/>
                </a:ext>
              </a:extLst>
            </p:cNvPr>
            <p:cNvSpPr>
              <a:spLocks noGrp="1"/>
            </p:cNvSpPr>
            <p:nvPr/>
          </p:nvSpPr>
          <p:spPr>
            <a:xfrm>
              <a:off x="5095626" y="5907618"/>
              <a:ext cx="299695" cy="201587"/>
            </a:xfrm>
            <a:prstGeom prst="rect">
              <a:avLst/>
            </a:prstGeom>
            <a:noFill/>
            <a:ln w="0">
              <a:noFill/>
              <a:prstDash val="solid"/>
            </a:ln>
          </p:spPr>
          <p:txBody>
            <a:bodyPr wrap="none" lIns="0" tIns="0" rIns="0" bIns="0" anchor="t">
              <a:noAutofit/>
            </a:bodyPr>
            <a:lstStyle>
              <a:defPPr algn="l">
                <a:defRPr sz="1141" b="0" i="0" kern="0" spc="-9">
                  <a:ln w="39387">
                    <a:solidFill>
                      <a:srgbClr val="FFFFFF"/>
                    </a:solidFill>
                    <a:prstDash val="solid"/>
                  </a:ln>
                  <a:solidFill>
                    <a:srgbClr val="FFFFFF"/>
                  </a:solidFill>
                  <a:latin typeface="Inter SemiBold"/>
                  <a:ea typeface="Inter SemiBold"/>
                  <a:cs typeface="Inter SemiBold"/>
                </a:defRPr>
              </a:defPPr>
              <a:lvl1pPr algn="l">
                <a:defRPr sz="1141" b="0" i="0" kern="0" spc="-9">
                  <a:ln w="39387">
                    <a:solidFill>
                      <a:srgbClr val="FFFFFF"/>
                    </a:solidFill>
                    <a:prstDash val="solid"/>
                  </a:ln>
                  <a:solidFill>
                    <a:srgbClr val="FFFFFF"/>
                  </a:solidFill>
                  <a:latin typeface="Inter SemiBold"/>
                  <a:ea typeface="Inter SemiBold"/>
                  <a:cs typeface="Inter SemiBold"/>
                </a:defRPr>
              </a:lvl1pPr>
              <a:lvl2pPr algn="l">
                <a:defRPr sz="1141" b="0" i="0" kern="0" spc="-9">
                  <a:ln w="39387">
                    <a:solidFill>
                      <a:srgbClr val="FFFFFF"/>
                    </a:solidFill>
                    <a:prstDash val="solid"/>
                  </a:ln>
                  <a:solidFill>
                    <a:srgbClr val="FFFFFF"/>
                  </a:solidFill>
                  <a:latin typeface="Inter SemiBold"/>
                  <a:ea typeface="Inter SemiBold"/>
                  <a:cs typeface="Inter SemiBold"/>
                </a:defRPr>
              </a:lvl2pPr>
              <a:lvl3pPr algn="l">
                <a:defRPr sz="1141" b="0" i="0" kern="0" spc="-9">
                  <a:ln w="39387">
                    <a:solidFill>
                      <a:srgbClr val="FFFFFF"/>
                    </a:solidFill>
                    <a:prstDash val="solid"/>
                  </a:ln>
                  <a:solidFill>
                    <a:srgbClr val="FFFFFF"/>
                  </a:solidFill>
                  <a:latin typeface="Inter SemiBold"/>
                  <a:ea typeface="Inter SemiBold"/>
                  <a:cs typeface="Inter SemiBold"/>
                </a:defRPr>
              </a:lvl3pPr>
              <a:lvl4pPr algn="l">
                <a:defRPr sz="1141" b="0" i="0" kern="0" spc="-9">
                  <a:ln w="39387">
                    <a:solidFill>
                      <a:srgbClr val="FFFFFF"/>
                    </a:solidFill>
                    <a:prstDash val="solid"/>
                  </a:ln>
                  <a:solidFill>
                    <a:srgbClr val="FFFFFF"/>
                  </a:solidFill>
                  <a:latin typeface="Inter SemiBold"/>
                  <a:ea typeface="Inter SemiBold"/>
                  <a:cs typeface="Inter SemiBold"/>
                </a:defRPr>
              </a:lvl4pPr>
              <a:lvl5pPr algn="l">
                <a:defRPr sz="1141" b="0" i="0" kern="0" spc="-9">
                  <a:ln w="39387">
                    <a:solidFill>
                      <a:srgbClr val="FFFFFF"/>
                    </a:solidFill>
                    <a:prstDash val="solid"/>
                  </a:ln>
                  <a:solidFill>
                    <a:srgbClr val="FFFFFF"/>
                  </a:solidFill>
                  <a:latin typeface="Inter SemiBold"/>
                  <a:ea typeface="Inter SemiBold"/>
                  <a:cs typeface="Inter SemiBold"/>
                </a:defRPr>
              </a:lvl5pPr>
              <a:lvl6pPr algn="l">
                <a:defRPr sz="1141" b="0" i="0" kern="0" spc="-9">
                  <a:ln w="39387">
                    <a:solidFill>
                      <a:srgbClr val="FFFFFF"/>
                    </a:solidFill>
                    <a:prstDash val="solid"/>
                  </a:ln>
                  <a:solidFill>
                    <a:srgbClr val="FFFFFF"/>
                  </a:solidFill>
                  <a:latin typeface="Inter SemiBold"/>
                  <a:ea typeface="Inter SemiBold"/>
                  <a:cs typeface="Inter SemiBold"/>
                </a:defRPr>
              </a:lvl6pPr>
              <a:lvl7pPr algn="l">
                <a:defRPr sz="1141" b="0" i="0" kern="0" spc="-9">
                  <a:ln w="39387">
                    <a:solidFill>
                      <a:srgbClr val="FFFFFF"/>
                    </a:solidFill>
                    <a:prstDash val="solid"/>
                  </a:ln>
                  <a:solidFill>
                    <a:srgbClr val="FFFFFF"/>
                  </a:solidFill>
                  <a:latin typeface="Inter SemiBold"/>
                  <a:ea typeface="Inter SemiBold"/>
                  <a:cs typeface="Inter SemiBold"/>
                </a:defRPr>
              </a:lvl7pPr>
              <a:lvl8pPr algn="l">
                <a:defRPr sz="1141" b="0" i="0" kern="0" spc="-9">
                  <a:ln w="39387">
                    <a:solidFill>
                      <a:srgbClr val="FFFFFF"/>
                    </a:solidFill>
                    <a:prstDash val="solid"/>
                  </a:ln>
                  <a:solidFill>
                    <a:srgbClr val="FFFFFF"/>
                  </a:solidFill>
                  <a:latin typeface="Inter SemiBold"/>
                  <a:ea typeface="Inter SemiBold"/>
                  <a:cs typeface="Inter SemiBold"/>
                </a:defRPr>
              </a:lvl8pPr>
              <a:lvl9pPr algn="l">
                <a:defRPr sz="1141" b="0" i="0" kern="0" spc="-9">
                  <a:ln w="39387">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141" b="0" i="0" kern="0" spc="-9">
                  <a:solidFill>
                    <a:srgbClr val="FFFFFF"/>
                  </a:solidFill>
                  <a:latin typeface="Inter SemiBold"/>
                  <a:ea typeface="Inter SemiBold"/>
                  <a:cs typeface="Inter SemiBold"/>
                </a:defRPr>
              </a:pPr>
              <a:r>
                <a:rPr sz="1141" b="0" i="0" kern="0" spc="-9">
                  <a:ln w="39387">
                    <a:solidFill>
                      <a:srgbClr val="FFFFFF"/>
                    </a:solidFill>
                    <a:prstDash val="solid"/>
                  </a:ln>
                  <a:solidFill>
                    <a:srgbClr val="FFFFFF"/>
                  </a:solidFill>
                  <a:latin typeface="Inter SemiBold"/>
                  <a:ea typeface="Inter SemiBold"/>
                  <a:cs typeface="Inter SemiBold"/>
                </a:rPr>
                <a:t>PS)</a:t>
              </a:r>
            </a:p>
          </p:txBody>
        </p:sp>
        <p:sp>
          <p:nvSpPr>
            <p:cNvPr id="164" name="s22 text 82">
              <a:extLst>
                <a:ext uri="{FF2B5EF4-FFF2-40B4-BE49-F238E27FC236}">
                  <a16:creationId xmlns:a16="http://schemas.microsoft.com/office/drawing/2014/main" id="{0D69749A-8439-470B-A72A-474655F59C2A}"/>
                </a:ext>
              </a:extLst>
            </p:cNvPr>
            <p:cNvSpPr>
              <a:spLocks noGrp="1"/>
            </p:cNvSpPr>
            <p:nvPr/>
          </p:nvSpPr>
          <p:spPr>
            <a:xfrm>
              <a:off x="5095626" y="5907618"/>
              <a:ext cx="299695" cy="201587"/>
            </a:xfrm>
            <a:prstGeom prst="rect">
              <a:avLst/>
            </a:prstGeom>
            <a:noFill/>
            <a:ln w="0">
              <a:noFill/>
              <a:prstDash val="solid"/>
            </a:ln>
          </p:spPr>
          <p:txBody>
            <a:bodyPr wrap="none" lIns="0" tIns="0" rIns="0" bIns="0" anchor="t">
              <a:noAutofit/>
            </a:bodyPr>
            <a:lstStyle>
              <a:defPPr algn="l">
                <a:defRPr sz="1141" b="0" i="0" kern="0" spc="-9">
                  <a:solidFill>
                    <a:srgbClr val="0A2540"/>
                  </a:solidFill>
                  <a:latin typeface="Inter SemiBold"/>
                  <a:ea typeface="Inter SemiBold"/>
                  <a:cs typeface="Inter SemiBold"/>
                </a:defRPr>
              </a:defPPr>
              <a:lvl1pPr algn="l">
                <a:defRPr sz="1141" b="0" i="0" kern="0" spc="-9">
                  <a:solidFill>
                    <a:srgbClr val="0A2540"/>
                  </a:solidFill>
                  <a:latin typeface="Inter SemiBold"/>
                  <a:ea typeface="Inter SemiBold"/>
                  <a:cs typeface="Inter SemiBold"/>
                </a:defRPr>
              </a:lvl1pPr>
              <a:lvl2pPr algn="l">
                <a:defRPr sz="1141" b="0" i="0" kern="0" spc="-9">
                  <a:solidFill>
                    <a:srgbClr val="0A2540"/>
                  </a:solidFill>
                  <a:latin typeface="Inter SemiBold"/>
                  <a:ea typeface="Inter SemiBold"/>
                  <a:cs typeface="Inter SemiBold"/>
                </a:defRPr>
              </a:lvl2pPr>
              <a:lvl3pPr algn="l">
                <a:defRPr sz="1141" b="0" i="0" kern="0" spc="-9">
                  <a:solidFill>
                    <a:srgbClr val="0A2540"/>
                  </a:solidFill>
                  <a:latin typeface="Inter SemiBold"/>
                  <a:ea typeface="Inter SemiBold"/>
                  <a:cs typeface="Inter SemiBold"/>
                </a:defRPr>
              </a:lvl3pPr>
              <a:lvl4pPr algn="l">
                <a:defRPr sz="1141" b="0" i="0" kern="0" spc="-9">
                  <a:solidFill>
                    <a:srgbClr val="0A2540"/>
                  </a:solidFill>
                  <a:latin typeface="Inter SemiBold"/>
                  <a:ea typeface="Inter SemiBold"/>
                  <a:cs typeface="Inter SemiBold"/>
                </a:defRPr>
              </a:lvl4pPr>
              <a:lvl5pPr algn="l">
                <a:defRPr sz="1141" b="0" i="0" kern="0" spc="-9">
                  <a:solidFill>
                    <a:srgbClr val="0A2540"/>
                  </a:solidFill>
                  <a:latin typeface="Inter SemiBold"/>
                  <a:ea typeface="Inter SemiBold"/>
                  <a:cs typeface="Inter SemiBold"/>
                </a:defRPr>
              </a:lvl5pPr>
              <a:lvl6pPr algn="l">
                <a:defRPr sz="1141" b="0" i="0" kern="0" spc="-9">
                  <a:solidFill>
                    <a:srgbClr val="0A2540"/>
                  </a:solidFill>
                  <a:latin typeface="Inter SemiBold"/>
                  <a:ea typeface="Inter SemiBold"/>
                  <a:cs typeface="Inter SemiBold"/>
                </a:defRPr>
              </a:lvl6pPr>
              <a:lvl7pPr algn="l">
                <a:defRPr sz="1141" b="0" i="0" kern="0" spc="-9">
                  <a:solidFill>
                    <a:srgbClr val="0A2540"/>
                  </a:solidFill>
                  <a:latin typeface="Inter SemiBold"/>
                  <a:ea typeface="Inter SemiBold"/>
                  <a:cs typeface="Inter SemiBold"/>
                </a:defRPr>
              </a:lvl7pPr>
              <a:lvl8pPr algn="l">
                <a:defRPr sz="1141" b="0" i="0" kern="0" spc="-9">
                  <a:solidFill>
                    <a:srgbClr val="0A2540"/>
                  </a:solidFill>
                  <a:latin typeface="Inter SemiBold"/>
                  <a:ea typeface="Inter SemiBold"/>
                  <a:cs typeface="Inter SemiBold"/>
                </a:defRPr>
              </a:lvl8pPr>
              <a:lvl9pPr algn="l">
                <a:defRPr sz="1141" b="0" i="0" kern="0" spc="-9">
                  <a:solidFill>
                    <a:srgbClr val="0A2540"/>
                  </a:solidFill>
                  <a:latin typeface="Inter SemiBold"/>
                  <a:ea typeface="Inter SemiBold"/>
                  <a:cs typeface="Inter SemiBold"/>
                </a:defRPr>
              </a:lvl9pPr>
            </a:lstStyle>
            <a:p>
              <a:pPr algn="l">
                <a:lnSpc>
                  <a:spcPct val="100000"/>
                </a:lnSpc>
                <a:buNone/>
                <a:defRPr sz="1141" b="0" i="0" kern="0" spc="-9">
                  <a:solidFill>
                    <a:srgbClr val="0A2540"/>
                  </a:solidFill>
                  <a:latin typeface="Inter SemiBold"/>
                  <a:ea typeface="Inter SemiBold"/>
                  <a:cs typeface="Inter SemiBold"/>
                </a:defRPr>
              </a:pPr>
              <a:r>
                <a:rPr sz="1141" b="0" i="0" kern="0" spc="-9">
                  <a:solidFill>
                    <a:srgbClr val="0A2540"/>
                  </a:solidFill>
                  <a:latin typeface="Inter SemiBold"/>
                  <a:ea typeface="Inter SemiBold"/>
                  <a:cs typeface="Inter SemiBold"/>
                </a:rPr>
                <a:t>PS)</a:t>
              </a:r>
            </a:p>
          </p:txBody>
        </p:sp>
        <p:sp>
          <p:nvSpPr>
            <p:cNvPr id="165" name="s22 text 83 halo">
              <a:extLst>
                <a:ext uri="{FF2B5EF4-FFF2-40B4-BE49-F238E27FC236}">
                  <a16:creationId xmlns:a16="http://schemas.microsoft.com/office/drawing/2014/main" id="{6543EA5A-119A-4893-B6B6-284CC4FDDA51}"/>
                </a:ext>
              </a:extLst>
            </p:cNvPr>
            <p:cNvSpPr>
              <a:spLocks noGrp="1"/>
            </p:cNvSpPr>
            <p:nvPr/>
          </p:nvSpPr>
          <p:spPr>
            <a:xfrm>
              <a:off x="6318209" y="5907618"/>
              <a:ext cx="1000830" cy="201587"/>
            </a:xfrm>
            <a:prstGeom prst="rect">
              <a:avLst/>
            </a:prstGeom>
            <a:noFill/>
            <a:ln w="0">
              <a:noFill/>
              <a:prstDash val="solid"/>
            </a:ln>
          </p:spPr>
          <p:txBody>
            <a:bodyPr wrap="none" lIns="0" tIns="0" rIns="0" bIns="0" anchor="t">
              <a:noAutofit/>
            </a:bodyPr>
            <a:lstStyle>
              <a:defPPr algn="l">
                <a:defRPr sz="1141" b="0" i="0" kern="0" spc="-9">
                  <a:ln w="39387">
                    <a:solidFill>
                      <a:srgbClr val="FFFFFF"/>
                    </a:solidFill>
                    <a:prstDash val="solid"/>
                  </a:ln>
                  <a:solidFill>
                    <a:srgbClr val="FFFFFF"/>
                  </a:solidFill>
                  <a:latin typeface="Inter SemiBold"/>
                  <a:ea typeface="Inter SemiBold"/>
                  <a:cs typeface="Inter SemiBold"/>
                </a:defRPr>
              </a:defPPr>
              <a:lvl1pPr algn="l">
                <a:defRPr sz="1141" b="0" i="0" kern="0" spc="-9">
                  <a:ln w="39387">
                    <a:solidFill>
                      <a:srgbClr val="FFFFFF"/>
                    </a:solidFill>
                    <a:prstDash val="solid"/>
                  </a:ln>
                  <a:solidFill>
                    <a:srgbClr val="FFFFFF"/>
                  </a:solidFill>
                  <a:latin typeface="Inter SemiBold"/>
                  <a:ea typeface="Inter SemiBold"/>
                  <a:cs typeface="Inter SemiBold"/>
                </a:defRPr>
              </a:lvl1pPr>
              <a:lvl2pPr algn="l">
                <a:defRPr sz="1141" b="0" i="0" kern="0" spc="-9">
                  <a:ln w="39387">
                    <a:solidFill>
                      <a:srgbClr val="FFFFFF"/>
                    </a:solidFill>
                    <a:prstDash val="solid"/>
                  </a:ln>
                  <a:solidFill>
                    <a:srgbClr val="FFFFFF"/>
                  </a:solidFill>
                  <a:latin typeface="Inter SemiBold"/>
                  <a:ea typeface="Inter SemiBold"/>
                  <a:cs typeface="Inter SemiBold"/>
                </a:defRPr>
              </a:lvl2pPr>
              <a:lvl3pPr algn="l">
                <a:defRPr sz="1141" b="0" i="0" kern="0" spc="-9">
                  <a:ln w="39387">
                    <a:solidFill>
                      <a:srgbClr val="FFFFFF"/>
                    </a:solidFill>
                    <a:prstDash val="solid"/>
                  </a:ln>
                  <a:solidFill>
                    <a:srgbClr val="FFFFFF"/>
                  </a:solidFill>
                  <a:latin typeface="Inter SemiBold"/>
                  <a:ea typeface="Inter SemiBold"/>
                  <a:cs typeface="Inter SemiBold"/>
                </a:defRPr>
              </a:lvl3pPr>
              <a:lvl4pPr algn="l">
                <a:defRPr sz="1141" b="0" i="0" kern="0" spc="-9">
                  <a:ln w="39387">
                    <a:solidFill>
                      <a:srgbClr val="FFFFFF"/>
                    </a:solidFill>
                    <a:prstDash val="solid"/>
                  </a:ln>
                  <a:solidFill>
                    <a:srgbClr val="FFFFFF"/>
                  </a:solidFill>
                  <a:latin typeface="Inter SemiBold"/>
                  <a:ea typeface="Inter SemiBold"/>
                  <a:cs typeface="Inter SemiBold"/>
                </a:defRPr>
              </a:lvl4pPr>
              <a:lvl5pPr algn="l">
                <a:defRPr sz="1141" b="0" i="0" kern="0" spc="-9">
                  <a:ln w="39387">
                    <a:solidFill>
                      <a:srgbClr val="FFFFFF"/>
                    </a:solidFill>
                    <a:prstDash val="solid"/>
                  </a:ln>
                  <a:solidFill>
                    <a:srgbClr val="FFFFFF"/>
                  </a:solidFill>
                  <a:latin typeface="Inter SemiBold"/>
                  <a:ea typeface="Inter SemiBold"/>
                  <a:cs typeface="Inter SemiBold"/>
                </a:defRPr>
              </a:lvl5pPr>
              <a:lvl6pPr algn="l">
                <a:defRPr sz="1141" b="0" i="0" kern="0" spc="-9">
                  <a:ln w="39387">
                    <a:solidFill>
                      <a:srgbClr val="FFFFFF"/>
                    </a:solidFill>
                    <a:prstDash val="solid"/>
                  </a:ln>
                  <a:solidFill>
                    <a:srgbClr val="FFFFFF"/>
                  </a:solidFill>
                  <a:latin typeface="Inter SemiBold"/>
                  <a:ea typeface="Inter SemiBold"/>
                  <a:cs typeface="Inter SemiBold"/>
                </a:defRPr>
              </a:lvl6pPr>
              <a:lvl7pPr algn="l">
                <a:defRPr sz="1141" b="0" i="0" kern="0" spc="-9">
                  <a:ln w="39387">
                    <a:solidFill>
                      <a:srgbClr val="FFFFFF"/>
                    </a:solidFill>
                    <a:prstDash val="solid"/>
                  </a:ln>
                  <a:solidFill>
                    <a:srgbClr val="FFFFFF"/>
                  </a:solidFill>
                  <a:latin typeface="Inter SemiBold"/>
                  <a:ea typeface="Inter SemiBold"/>
                  <a:cs typeface="Inter SemiBold"/>
                </a:defRPr>
              </a:lvl7pPr>
              <a:lvl8pPr algn="l">
                <a:defRPr sz="1141" b="0" i="0" kern="0" spc="-9">
                  <a:ln w="39387">
                    <a:solidFill>
                      <a:srgbClr val="FFFFFF"/>
                    </a:solidFill>
                    <a:prstDash val="solid"/>
                  </a:ln>
                  <a:solidFill>
                    <a:srgbClr val="FFFFFF"/>
                  </a:solidFill>
                  <a:latin typeface="Inter SemiBold"/>
                  <a:ea typeface="Inter SemiBold"/>
                  <a:cs typeface="Inter SemiBold"/>
                </a:defRPr>
              </a:lvl8pPr>
              <a:lvl9pPr algn="l">
                <a:defRPr sz="1141" b="0" i="0" kern="0" spc="-9">
                  <a:ln w="39387">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141" b="0" i="0" kern="0" spc="-9">
                  <a:solidFill>
                    <a:srgbClr val="FFFFFF"/>
                  </a:solidFill>
                  <a:latin typeface="Inter SemiBold"/>
                  <a:ea typeface="Inter SemiBold"/>
                  <a:cs typeface="Inter SemiBold"/>
                </a:defRPr>
              </a:pPr>
              <a:r>
                <a:rPr sz="1141" b="0" i="0" kern="0" spc="-9">
                  <a:ln w="39387">
                    <a:solidFill>
                      <a:srgbClr val="FFFFFF"/>
                    </a:solidFill>
                    <a:prstDash val="solid"/>
                  </a:ln>
                  <a:solidFill>
                    <a:srgbClr val="FFFFFF"/>
                  </a:solidFill>
                  <a:latin typeface="Inter SemiBold"/>
                  <a:ea typeface="Inter SemiBold"/>
                  <a:cs typeface="Inter SemiBold"/>
                </a:rPr>
                <a:t>tariff revenue</a:t>
              </a:r>
            </a:p>
          </p:txBody>
        </p:sp>
        <p:sp>
          <p:nvSpPr>
            <p:cNvPr id="166" name="s22 text 83">
              <a:extLst>
                <a:ext uri="{FF2B5EF4-FFF2-40B4-BE49-F238E27FC236}">
                  <a16:creationId xmlns:a16="http://schemas.microsoft.com/office/drawing/2014/main" id="{17D10720-9A3A-41EC-BCD2-766F7AB20FB7}"/>
                </a:ext>
              </a:extLst>
            </p:cNvPr>
            <p:cNvSpPr>
              <a:spLocks noGrp="1"/>
            </p:cNvSpPr>
            <p:nvPr/>
          </p:nvSpPr>
          <p:spPr>
            <a:xfrm>
              <a:off x="6318209" y="5907618"/>
              <a:ext cx="1000830" cy="201587"/>
            </a:xfrm>
            <a:prstGeom prst="rect">
              <a:avLst/>
            </a:prstGeom>
            <a:noFill/>
            <a:ln w="0">
              <a:noFill/>
              <a:prstDash val="solid"/>
            </a:ln>
          </p:spPr>
          <p:txBody>
            <a:bodyPr wrap="none" lIns="0" tIns="0" rIns="0" bIns="0" anchor="t">
              <a:noAutofit/>
            </a:bodyPr>
            <a:lstStyle>
              <a:defPPr algn="l">
                <a:defRPr sz="1141" b="0" i="0" kern="0" spc="-9">
                  <a:solidFill>
                    <a:srgbClr val="0A2540"/>
                  </a:solidFill>
                  <a:latin typeface="Inter SemiBold"/>
                  <a:ea typeface="Inter SemiBold"/>
                  <a:cs typeface="Inter SemiBold"/>
                </a:defRPr>
              </a:defPPr>
              <a:lvl1pPr algn="l">
                <a:defRPr sz="1141" b="0" i="0" kern="0" spc="-9">
                  <a:solidFill>
                    <a:srgbClr val="0A2540"/>
                  </a:solidFill>
                  <a:latin typeface="Inter SemiBold"/>
                  <a:ea typeface="Inter SemiBold"/>
                  <a:cs typeface="Inter SemiBold"/>
                </a:defRPr>
              </a:lvl1pPr>
              <a:lvl2pPr algn="l">
                <a:defRPr sz="1141" b="0" i="0" kern="0" spc="-9">
                  <a:solidFill>
                    <a:srgbClr val="0A2540"/>
                  </a:solidFill>
                  <a:latin typeface="Inter SemiBold"/>
                  <a:ea typeface="Inter SemiBold"/>
                  <a:cs typeface="Inter SemiBold"/>
                </a:defRPr>
              </a:lvl2pPr>
              <a:lvl3pPr algn="l">
                <a:defRPr sz="1141" b="0" i="0" kern="0" spc="-9">
                  <a:solidFill>
                    <a:srgbClr val="0A2540"/>
                  </a:solidFill>
                  <a:latin typeface="Inter SemiBold"/>
                  <a:ea typeface="Inter SemiBold"/>
                  <a:cs typeface="Inter SemiBold"/>
                </a:defRPr>
              </a:lvl3pPr>
              <a:lvl4pPr algn="l">
                <a:defRPr sz="1141" b="0" i="0" kern="0" spc="-9">
                  <a:solidFill>
                    <a:srgbClr val="0A2540"/>
                  </a:solidFill>
                  <a:latin typeface="Inter SemiBold"/>
                  <a:ea typeface="Inter SemiBold"/>
                  <a:cs typeface="Inter SemiBold"/>
                </a:defRPr>
              </a:lvl4pPr>
              <a:lvl5pPr algn="l">
                <a:defRPr sz="1141" b="0" i="0" kern="0" spc="-9">
                  <a:solidFill>
                    <a:srgbClr val="0A2540"/>
                  </a:solidFill>
                  <a:latin typeface="Inter SemiBold"/>
                  <a:ea typeface="Inter SemiBold"/>
                  <a:cs typeface="Inter SemiBold"/>
                </a:defRPr>
              </a:lvl5pPr>
              <a:lvl6pPr algn="l">
                <a:defRPr sz="1141" b="0" i="0" kern="0" spc="-9">
                  <a:solidFill>
                    <a:srgbClr val="0A2540"/>
                  </a:solidFill>
                  <a:latin typeface="Inter SemiBold"/>
                  <a:ea typeface="Inter SemiBold"/>
                  <a:cs typeface="Inter SemiBold"/>
                </a:defRPr>
              </a:lvl6pPr>
              <a:lvl7pPr algn="l">
                <a:defRPr sz="1141" b="0" i="0" kern="0" spc="-9">
                  <a:solidFill>
                    <a:srgbClr val="0A2540"/>
                  </a:solidFill>
                  <a:latin typeface="Inter SemiBold"/>
                  <a:ea typeface="Inter SemiBold"/>
                  <a:cs typeface="Inter SemiBold"/>
                </a:defRPr>
              </a:lvl7pPr>
              <a:lvl8pPr algn="l">
                <a:defRPr sz="1141" b="0" i="0" kern="0" spc="-9">
                  <a:solidFill>
                    <a:srgbClr val="0A2540"/>
                  </a:solidFill>
                  <a:latin typeface="Inter SemiBold"/>
                  <a:ea typeface="Inter SemiBold"/>
                  <a:cs typeface="Inter SemiBold"/>
                </a:defRPr>
              </a:lvl8pPr>
              <a:lvl9pPr algn="l">
                <a:defRPr sz="1141" b="0" i="0" kern="0" spc="-9">
                  <a:solidFill>
                    <a:srgbClr val="0A2540"/>
                  </a:solidFill>
                  <a:latin typeface="Inter SemiBold"/>
                  <a:ea typeface="Inter SemiBold"/>
                  <a:cs typeface="Inter SemiBold"/>
                </a:defRPr>
              </a:lvl9pPr>
            </a:lstStyle>
            <a:p>
              <a:pPr algn="l">
                <a:lnSpc>
                  <a:spcPct val="100000"/>
                </a:lnSpc>
                <a:buNone/>
                <a:defRPr sz="1141" b="0" i="0" kern="0" spc="-9">
                  <a:solidFill>
                    <a:srgbClr val="0A2540"/>
                  </a:solidFill>
                  <a:latin typeface="Inter SemiBold"/>
                  <a:ea typeface="Inter SemiBold"/>
                  <a:cs typeface="Inter SemiBold"/>
                </a:defRPr>
              </a:pPr>
              <a:r>
                <a:rPr sz="1141" b="0" i="0" kern="0" spc="-9">
                  <a:solidFill>
                    <a:srgbClr val="0A2540"/>
                  </a:solidFill>
                  <a:latin typeface="Inter SemiBold"/>
                  <a:ea typeface="Inter SemiBold"/>
                  <a:cs typeface="Inter SemiBold"/>
                </a:rPr>
                <a:t>tariff revenue</a:t>
              </a:r>
            </a:p>
          </p:txBody>
        </p:sp>
        <p:sp>
          <p:nvSpPr>
            <p:cNvPr id="167" name="s22 text 84 halo">
              <a:extLst>
                <a:ext uri="{FF2B5EF4-FFF2-40B4-BE49-F238E27FC236}">
                  <a16:creationId xmlns:a16="http://schemas.microsoft.com/office/drawing/2014/main" id="{08BCC30C-2B68-4301-9AF3-A59265CF6E57}"/>
                </a:ext>
              </a:extLst>
            </p:cNvPr>
            <p:cNvSpPr>
              <a:spLocks noGrp="1"/>
            </p:cNvSpPr>
            <p:nvPr/>
          </p:nvSpPr>
          <p:spPr>
            <a:xfrm>
              <a:off x="1854370" y="6156979"/>
              <a:ext cx="2259844" cy="201587"/>
            </a:xfrm>
            <a:prstGeom prst="rect">
              <a:avLst/>
            </a:prstGeom>
            <a:noFill/>
            <a:ln w="0">
              <a:noFill/>
              <a:prstDash val="solid"/>
            </a:ln>
          </p:spPr>
          <p:txBody>
            <a:bodyPr wrap="none" lIns="0" tIns="0" rIns="0" bIns="0" anchor="t">
              <a:noAutofit/>
            </a:bodyPr>
            <a:lstStyle>
              <a:defPPr algn="l">
                <a:defRPr sz="1141" b="0" i="0" kern="0" spc="-9">
                  <a:ln w="39387">
                    <a:solidFill>
                      <a:srgbClr val="FFFFFF"/>
                    </a:solidFill>
                    <a:prstDash val="solid"/>
                  </a:ln>
                  <a:solidFill>
                    <a:srgbClr val="FFFFFF"/>
                  </a:solidFill>
                  <a:latin typeface="Inter SemiBold"/>
                  <a:ea typeface="Inter SemiBold"/>
                  <a:cs typeface="Inter SemiBold"/>
                </a:defRPr>
              </a:defPPr>
              <a:lvl1pPr algn="l">
                <a:defRPr sz="1141" b="0" i="0" kern="0" spc="-9">
                  <a:ln w="39387">
                    <a:solidFill>
                      <a:srgbClr val="FFFFFF"/>
                    </a:solidFill>
                    <a:prstDash val="solid"/>
                  </a:ln>
                  <a:solidFill>
                    <a:srgbClr val="FFFFFF"/>
                  </a:solidFill>
                  <a:latin typeface="Inter SemiBold"/>
                  <a:ea typeface="Inter SemiBold"/>
                  <a:cs typeface="Inter SemiBold"/>
                </a:defRPr>
              </a:lvl1pPr>
              <a:lvl2pPr algn="l">
                <a:defRPr sz="1141" b="0" i="0" kern="0" spc="-9">
                  <a:ln w="39387">
                    <a:solidFill>
                      <a:srgbClr val="FFFFFF"/>
                    </a:solidFill>
                    <a:prstDash val="solid"/>
                  </a:ln>
                  <a:solidFill>
                    <a:srgbClr val="FFFFFF"/>
                  </a:solidFill>
                  <a:latin typeface="Inter SemiBold"/>
                  <a:ea typeface="Inter SemiBold"/>
                  <a:cs typeface="Inter SemiBold"/>
                </a:defRPr>
              </a:lvl2pPr>
              <a:lvl3pPr algn="l">
                <a:defRPr sz="1141" b="0" i="0" kern="0" spc="-9">
                  <a:ln w="39387">
                    <a:solidFill>
                      <a:srgbClr val="FFFFFF"/>
                    </a:solidFill>
                    <a:prstDash val="solid"/>
                  </a:ln>
                  <a:solidFill>
                    <a:srgbClr val="FFFFFF"/>
                  </a:solidFill>
                  <a:latin typeface="Inter SemiBold"/>
                  <a:ea typeface="Inter SemiBold"/>
                  <a:cs typeface="Inter SemiBold"/>
                </a:defRPr>
              </a:lvl3pPr>
              <a:lvl4pPr algn="l">
                <a:defRPr sz="1141" b="0" i="0" kern="0" spc="-9">
                  <a:ln w="39387">
                    <a:solidFill>
                      <a:srgbClr val="FFFFFF"/>
                    </a:solidFill>
                    <a:prstDash val="solid"/>
                  </a:ln>
                  <a:solidFill>
                    <a:srgbClr val="FFFFFF"/>
                  </a:solidFill>
                  <a:latin typeface="Inter SemiBold"/>
                  <a:ea typeface="Inter SemiBold"/>
                  <a:cs typeface="Inter SemiBold"/>
                </a:defRPr>
              </a:lvl4pPr>
              <a:lvl5pPr algn="l">
                <a:defRPr sz="1141" b="0" i="0" kern="0" spc="-9">
                  <a:ln w="39387">
                    <a:solidFill>
                      <a:srgbClr val="FFFFFF"/>
                    </a:solidFill>
                    <a:prstDash val="solid"/>
                  </a:ln>
                  <a:solidFill>
                    <a:srgbClr val="FFFFFF"/>
                  </a:solidFill>
                  <a:latin typeface="Inter SemiBold"/>
                  <a:ea typeface="Inter SemiBold"/>
                  <a:cs typeface="Inter SemiBold"/>
                </a:defRPr>
              </a:lvl5pPr>
              <a:lvl6pPr algn="l">
                <a:defRPr sz="1141" b="0" i="0" kern="0" spc="-9">
                  <a:ln w="39387">
                    <a:solidFill>
                      <a:srgbClr val="FFFFFF"/>
                    </a:solidFill>
                    <a:prstDash val="solid"/>
                  </a:ln>
                  <a:solidFill>
                    <a:srgbClr val="FFFFFF"/>
                  </a:solidFill>
                  <a:latin typeface="Inter SemiBold"/>
                  <a:ea typeface="Inter SemiBold"/>
                  <a:cs typeface="Inter SemiBold"/>
                </a:defRPr>
              </a:lvl6pPr>
              <a:lvl7pPr algn="l">
                <a:defRPr sz="1141" b="0" i="0" kern="0" spc="-9">
                  <a:ln w="39387">
                    <a:solidFill>
                      <a:srgbClr val="FFFFFF"/>
                    </a:solidFill>
                    <a:prstDash val="solid"/>
                  </a:ln>
                  <a:solidFill>
                    <a:srgbClr val="FFFFFF"/>
                  </a:solidFill>
                  <a:latin typeface="Inter SemiBold"/>
                  <a:ea typeface="Inter SemiBold"/>
                  <a:cs typeface="Inter SemiBold"/>
                </a:defRPr>
              </a:lvl7pPr>
              <a:lvl8pPr algn="l">
                <a:defRPr sz="1141" b="0" i="0" kern="0" spc="-9">
                  <a:ln w="39387">
                    <a:solidFill>
                      <a:srgbClr val="FFFFFF"/>
                    </a:solidFill>
                    <a:prstDash val="solid"/>
                  </a:ln>
                  <a:solidFill>
                    <a:srgbClr val="FFFFFF"/>
                  </a:solidFill>
                  <a:latin typeface="Inter SemiBold"/>
                  <a:ea typeface="Inter SemiBold"/>
                  <a:cs typeface="Inter SemiBold"/>
                </a:defRPr>
              </a:lvl8pPr>
              <a:lvl9pPr algn="l">
                <a:defRPr sz="1141" b="0" i="0" kern="0" spc="-9">
                  <a:ln w="39387">
                    <a:solidFill>
                      <a:srgbClr val="FFFFFF"/>
                    </a:solidFill>
                    <a:prstDash val="solid"/>
                  </a:ln>
                  <a:solidFill>
                    <a:srgbClr val="FFFFFF"/>
                  </a:solidFill>
                  <a:latin typeface="Inter SemiBold"/>
                  <a:ea typeface="Inter SemiBold"/>
                  <a:cs typeface="Inter SemiBold"/>
                </a:defRPr>
              </a:lvl9pPr>
            </a:lstStyle>
            <a:p>
              <a:pPr algn="l">
                <a:lnSpc>
                  <a:spcPct val="100000"/>
                </a:lnSpc>
                <a:buNone/>
                <a:defRPr sz="1141" b="0" i="0" kern="0" spc="-9">
                  <a:solidFill>
                    <a:srgbClr val="FFFFFF"/>
                  </a:solidFill>
                  <a:latin typeface="Inter SemiBold"/>
                  <a:ea typeface="Inter SemiBold"/>
                  <a:cs typeface="Inter SemiBold"/>
                </a:defRPr>
              </a:pPr>
              <a:r>
                <a:rPr sz="1141" b="0" i="0" kern="0" spc="-9">
                  <a:ln w="39387">
                    <a:solidFill>
                      <a:srgbClr val="FFFFFF"/>
                    </a:solidFill>
                    <a:prstDash val="solid"/>
                  </a:ln>
                  <a:solidFill>
                    <a:srgbClr val="FFFFFF"/>
                  </a:solidFill>
                  <a:latin typeface="Inter SemiBold"/>
                  <a:ea typeface="Inter SemiBold"/>
                  <a:cs typeface="Inter SemiBold"/>
                </a:rPr>
                <a:t>deadweight loss (two triangles)</a:t>
              </a:r>
            </a:p>
          </p:txBody>
        </p:sp>
        <p:sp>
          <p:nvSpPr>
            <p:cNvPr id="168" name="s22 text 84">
              <a:extLst>
                <a:ext uri="{FF2B5EF4-FFF2-40B4-BE49-F238E27FC236}">
                  <a16:creationId xmlns:a16="http://schemas.microsoft.com/office/drawing/2014/main" id="{A9CE2539-ECD4-4414-87EA-C4363DF7A9AD}"/>
                </a:ext>
              </a:extLst>
            </p:cNvPr>
            <p:cNvSpPr>
              <a:spLocks noGrp="1"/>
            </p:cNvSpPr>
            <p:nvPr/>
          </p:nvSpPr>
          <p:spPr>
            <a:xfrm>
              <a:off x="1854370" y="6156979"/>
              <a:ext cx="2259844" cy="201587"/>
            </a:xfrm>
            <a:prstGeom prst="rect">
              <a:avLst/>
            </a:prstGeom>
            <a:noFill/>
            <a:ln w="0">
              <a:noFill/>
              <a:prstDash val="solid"/>
            </a:ln>
          </p:spPr>
          <p:txBody>
            <a:bodyPr wrap="none" lIns="0" tIns="0" rIns="0" bIns="0" anchor="t">
              <a:noAutofit/>
            </a:bodyPr>
            <a:lstStyle>
              <a:defPPr algn="l">
                <a:defRPr sz="1141" b="0" i="0" kern="0" spc="-9">
                  <a:solidFill>
                    <a:srgbClr val="0A2540"/>
                  </a:solidFill>
                  <a:latin typeface="Inter SemiBold"/>
                  <a:ea typeface="Inter SemiBold"/>
                  <a:cs typeface="Inter SemiBold"/>
                </a:defRPr>
              </a:defPPr>
              <a:lvl1pPr algn="l">
                <a:defRPr sz="1141" b="0" i="0" kern="0" spc="-9">
                  <a:solidFill>
                    <a:srgbClr val="0A2540"/>
                  </a:solidFill>
                  <a:latin typeface="Inter SemiBold"/>
                  <a:ea typeface="Inter SemiBold"/>
                  <a:cs typeface="Inter SemiBold"/>
                </a:defRPr>
              </a:lvl1pPr>
              <a:lvl2pPr algn="l">
                <a:defRPr sz="1141" b="0" i="0" kern="0" spc="-9">
                  <a:solidFill>
                    <a:srgbClr val="0A2540"/>
                  </a:solidFill>
                  <a:latin typeface="Inter SemiBold"/>
                  <a:ea typeface="Inter SemiBold"/>
                  <a:cs typeface="Inter SemiBold"/>
                </a:defRPr>
              </a:lvl2pPr>
              <a:lvl3pPr algn="l">
                <a:defRPr sz="1141" b="0" i="0" kern="0" spc="-9">
                  <a:solidFill>
                    <a:srgbClr val="0A2540"/>
                  </a:solidFill>
                  <a:latin typeface="Inter SemiBold"/>
                  <a:ea typeface="Inter SemiBold"/>
                  <a:cs typeface="Inter SemiBold"/>
                </a:defRPr>
              </a:lvl3pPr>
              <a:lvl4pPr algn="l">
                <a:defRPr sz="1141" b="0" i="0" kern="0" spc="-9">
                  <a:solidFill>
                    <a:srgbClr val="0A2540"/>
                  </a:solidFill>
                  <a:latin typeface="Inter SemiBold"/>
                  <a:ea typeface="Inter SemiBold"/>
                  <a:cs typeface="Inter SemiBold"/>
                </a:defRPr>
              </a:lvl4pPr>
              <a:lvl5pPr algn="l">
                <a:defRPr sz="1141" b="0" i="0" kern="0" spc="-9">
                  <a:solidFill>
                    <a:srgbClr val="0A2540"/>
                  </a:solidFill>
                  <a:latin typeface="Inter SemiBold"/>
                  <a:ea typeface="Inter SemiBold"/>
                  <a:cs typeface="Inter SemiBold"/>
                </a:defRPr>
              </a:lvl5pPr>
              <a:lvl6pPr algn="l">
                <a:defRPr sz="1141" b="0" i="0" kern="0" spc="-9">
                  <a:solidFill>
                    <a:srgbClr val="0A2540"/>
                  </a:solidFill>
                  <a:latin typeface="Inter SemiBold"/>
                  <a:ea typeface="Inter SemiBold"/>
                  <a:cs typeface="Inter SemiBold"/>
                </a:defRPr>
              </a:lvl6pPr>
              <a:lvl7pPr algn="l">
                <a:defRPr sz="1141" b="0" i="0" kern="0" spc="-9">
                  <a:solidFill>
                    <a:srgbClr val="0A2540"/>
                  </a:solidFill>
                  <a:latin typeface="Inter SemiBold"/>
                  <a:ea typeface="Inter SemiBold"/>
                  <a:cs typeface="Inter SemiBold"/>
                </a:defRPr>
              </a:lvl7pPr>
              <a:lvl8pPr algn="l">
                <a:defRPr sz="1141" b="0" i="0" kern="0" spc="-9">
                  <a:solidFill>
                    <a:srgbClr val="0A2540"/>
                  </a:solidFill>
                  <a:latin typeface="Inter SemiBold"/>
                  <a:ea typeface="Inter SemiBold"/>
                  <a:cs typeface="Inter SemiBold"/>
                </a:defRPr>
              </a:lvl8pPr>
              <a:lvl9pPr algn="l">
                <a:defRPr sz="1141" b="0" i="0" kern="0" spc="-9">
                  <a:solidFill>
                    <a:srgbClr val="0A2540"/>
                  </a:solidFill>
                  <a:latin typeface="Inter SemiBold"/>
                  <a:ea typeface="Inter SemiBold"/>
                  <a:cs typeface="Inter SemiBold"/>
                </a:defRPr>
              </a:lvl9pPr>
            </a:lstStyle>
            <a:p>
              <a:pPr algn="l">
                <a:lnSpc>
                  <a:spcPct val="100000"/>
                </a:lnSpc>
                <a:buNone/>
                <a:defRPr sz="1141" b="0" i="0" kern="0" spc="-9">
                  <a:solidFill>
                    <a:srgbClr val="0A2540"/>
                  </a:solidFill>
                  <a:latin typeface="Inter SemiBold"/>
                  <a:ea typeface="Inter SemiBold"/>
                  <a:cs typeface="Inter SemiBold"/>
                </a:defRPr>
              </a:pPr>
              <a:r>
                <a:rPr sz="1141" b="0" i="0" kern="0" spc="-9">
                  <a:solidFill>
                    <a:srgbClr val="0A2540"/>
                  </a:solidFill>
                  <a:latin typeface="Inter SemiBold"/>
                  <a:ea typeface="Inter SemiBold"/>
                  <a:cs typeface="Inter SemiBold"/>
                </a:rPr>
                <a:t>deadweight loss (two triangles)</a:t>
              </a:r>
            </a:p>
          </p:txBody>
        </p:sp>
        <p:sp>
          <p:nvSpPr>
            <p:cNvPr id="169" name="s22 text 85 halo">
              <a:extLst>
                <a:ext uri="{FF2B5EF4-FFF2-40B4-BE49-F238E27FC236}">
                  <a16:creationId xmlns:a16="http://schemas.microsoft.com/office/drawing/2014/main" id="{168744E1-456E-402B-9381-16E593C244A7}"/>
                </a:ext>
              </a:extLst>
            </p:cNvPr>
            <p:cNvSpPr>
              <a:spLocks noGrp="1"/>
            </p:cNvSpPr>
            <p:nvPr/>
          </p:nvSpPr>
          <p:spPr>
            <a:xfrm>
              <a:off x="4156034" y="6165699"/>
              <a:ext cx="3424485" cy="189063"/>
            </a:xfrm>
            <a:prstGeom prst="rect">
              <a:avLst/>
            </a:prstGeom>
            <a:noFill/>
            <a:ln w="0">
              <a:noFill/>
              <a:prstDash val="solid"/>
            </a:ln>
          </p:spPr>
          <p:txBody>
            <a:bodyPr wrap="none" lIns="0" tIns="0" rIns="0" bIns="0" anchor="t">
              <a:noAutofit/>
            </a:bodyPr>
            <a:lstStyle>
              <a:defPPr algn="l">
                <a:defRPr sz="1070" b="0" i="0" kern="0" spc="-8">
                  <a:ln w="39387">
                    <a:solidFill>
                      <a:srgbClr val="FFFFFF"/>
                    </a:solidFill>
                    <a:prstDash val="solid"/>
                  </a:ln>
                  <a:solidFill>
                    <a:srgbClr val="FFFFFF"/>
                  </a:solidFill>
                  <a:latin typeface="Inter Medium"/>
                  <a:ea typeface="Inter Medium"/>
                  <a:cs typeface="Inter Medium"/>
                </a:defRPr>
              </a:defPPr>
              <a:lvl1pPr algn="l">
                <a:defRPr sz="1070" b="0" i="0" kern="0" spc="-8">
                  <a:ln w="39387">
                    <a:solidFill>
                      <a:srgbClr val="FFFFFF"/>
                    </a:solidFill>
                    <a:prstDash val="solid"/>
                  </a:ln>
                  <a:solidFill>
                    <a:srgbClr val="FFFFFF"/>
                  </a:solidFill>
                  <a:latin typeface="Inter Medium"/>
                  <a:ea typeface="Inter Medium"/>
                  <a:cs typeface="Inter Medium"/>
                </a:defRPr>
              </a:lvl1pPr>
              <a:lvl2pPr algn="l">
                <a:defRPr sz="1070" b="0" i="0" kern="0" spc="-8">
                  <a:ln w="39387">
                    <a:solidFill>
                      <a:srgbClr val="FFFFFF"/>
                    </a:solidFill>
                    <a:prstDash val="solid"/>
                  </a:ln>
                  <a:solidFill>
                    <a:srgbClr val="FFFFFF"/>
                  </a:solidFill>
                  <a:latin typeface="Inter Medium"/>
                  <a:ea typeface="Inter Medium"/>
                  <a:cs typeface="Inter Medium"/>
                </a:defRPr>
              </a:lvl2pPr>
              <a:lvl3pPr algn="l">
                <a:defRPr sz="1070" b="0" i="0" kern="0" spc="-8">
                  <a:ln w="39387">
                    <a:solidFill>
                      <a:srgbClr val="FFFFFF"/>
                    </a:solidFill>
                    <a:prstDash val="solid"/>
                  </a:ln>
                  <a:solidFill>
                    <a:srgbClr val="FFFFFF"/>
                  </a:solidFill>
                  <a:latin typeface="Inter Medium"/>
                  <a:ea typeface="Inter Medium"/>
                  <a:cs typeface="Inter Medium"/>
                </a:defRPr>
              </a:lvl3pPr>
              <a:lvl4pPr algn="l">
                <a:defRPr sz="1070" b="0" i="0" kern="0" spc="-8">
                  <a:ln w="39387">
                    <a:solidFill>
                      <a:srgbClr val="FFFFFF"/>
                    </a:solidFill>
                    <a:prstDash val="solid"/>
                  </a:ln>
                  <a:solidFill>
                    <a:srgbClr val="FFFFFF"/>
                  </a:solidFill>
                  <a:latin typeface="Inter Medium"/>
                  <a:ea typeface="Inter Medium"/>
                  <a:cs typeface="Inter Medium"/>
                </a:defRPr>
              </a:lvl4pPr>
              <a:lvl5pPr algn="l">
                <a:defRPr sz="1070" b="0" i="0" kern="0" spc="-8">
                  <a:ln w="39387">
                    <a:solidFill>
                      <a:srgbClr val="FFFFFF"/>
                    </a:solidFill>
                    <a:prstDash val="solid"/>
                  </a:ln>
                  <a:solidFill>
                    <a:srgbClr val="FFFFFF"/>
                  </a:solidFill>
                  <a:latin typeface="Inter Medium"/>
                  <a:ea typeface="Inter Medium"/>
                  <a:cs typeface="Inter Medium"/>
                </a:defRPr>
              </a:lvl5pPr>
              <a:lvl6pPr algn="l">
                <a:defRPr sz="1070" b="0" i="0" kern="0" spc="-8">
                  <a:ln w="39387">
                    <a:solidFill>
                      <a:srgbClr val="FFFFFF"/>
                    </a:solidFill>
                    <a:prstDash val="solid"/>
                  </a:ln>
                  <a:solidFill>
                    <a:srgbClr val="FFFFFF"/>
                  </a:solidFill>
                  <a:latin typeface="Inter Medium"/>
                  <a:ea typeface="Inter Medium"/>
                  <a:cs typeface="Inter Medium"/>
                </a:defRPr>
              </a:lvl6pPr>
              <a:lvl7pPr algn="l">
                <a:defRPr sz="1070" b="0" i="0" kern="0" spc="-8">
                  <a:ln w="39387">
                    <a:solidFill>
                      <a:srgbClr val="FFFFFF"/>
                    </a:solidFill>
                    <a:prstDash val="solid"/>
                  </a:ln>
                  <a:solidFill>
                    <a:srgbClr val="FFFFFF"/>
                  </a:solidFill>
                  <a:latin typeface="Inter Medium"/>
                  <a:ea typeface="Inter Medium"/>
                  <a:cs typeface="Inter Medium"/>
                </a:defRPr>
              </a:lvl7pPr>
              <a:lvl8pPr algn="l">
                <a:defRPr sz="1070" b="0" i="0" kern="0" spc="-8">
                  <a:ln w="39387">
                    <a:solidFill>
                      <a:srgbClr val="FFFFFF"/>
                    </a:solidFill>
                    <a:prstDash val="solid"/>
                  </a:ln>
                  <a:solidFill>
                    <a:srgbClr val="FFFFFF"/>
                  </a:solidFill>
                  <a:latin typeface="Inter Medium"/>
                  <a:ea typeface="Inter Medium"/>
                  <a:cs typeface="Inter Medium"/>
                </a:defRPr>
              </a:lvl8pPr>
              <a:lvl9pPr algn="l">
                <a:defRPr sz="1070" b="0" i="0" kern="0" spc="-8">
                  <a:ln w="39387">
                    <a:solidFill>
                      <a:srgbClr val="FFFFFF"/>
                    </a:solidFill>
                    <a:prstDash val="solid"/>
                  </a:ln>
                  <a:solidFill>
                    <a:srgbClr val="FFFFFF"/>
                  </a:solidFill>
                  <a:latin typeface="Inter Medium"/>
                  <a:ea typeface="Inter Medium"/>
                  <a:cs typeface="Inter Medium"/>
                </a:defRPr>
              </a:lvl9pPr>
            </a:lstStyle>
            <a:p>
              <a:pPr algn="l">
                <a:lnSpc>
                  <a:spcPct val="100000"/>
                </a:lnSpc>
                <a:buNone/>
                <a:defRPr sz="1070" b="0" i="0" kern="0" spc="-8">
                  <a:solidFill>
                    <a:srgbClr val="FFFFFF"/>
                  </a:solidFill>
                  <a:latin typeface="Inter Medium"/>
                  <a:ea typeface="Inter Medium"/>
                  <a:cs typeface="Inter Medium"/>
                </a:defRPr>
              </a:pPr>
              <a:r>
                <a:rPr sz="1070" b="0" i="0" kern="0" spc="-8">
                  <a:ln w="39387">
                    <a:solidFill>
                      <a:srgbClr val="FFFFFF"/>
                    </a:solidFill>
                    <a:prstDash val="solid"/>
                  </a:ln>
                  <a:solidFill>
                    <a:srgbClr val="FFFFFF"/>
                  </a:solidFill>
                  <a:latin typeface="Inter Medium"/>
                  <a:ea typeface="Inter Medium"/>
                  <a:cs typeface="Inter Medium"/>
                </a:rPr>
                <a:t>dashed outlines = change in surplus, not a new cost</a:t>
              </a:r>
            </a:p>
          </p:txBody>
        </p:sp>
        <p:sp>
          <p:nvSpPr>
            <p:cNvPr id="170" name="s22 text 85">
              <a:extLst>
                <a:ext uri="{FF2B5EF4-FFF2-40B4-BE49-F238E27FC236}">
                  <a16:creationId xmlns:a16="http://schemas.microsoft.com/office/drawing/2014/main" id="{43D0C5CA-F391-4D9B-A4B4-688740088E50}"/>
                </a:ext>
              </a:extLst>
            </p:cNvPr>
            <p:cNvSpPr>
              <a:spLocks noGrp="1"/>
            </p:cNvSpPr>
            <p:nvPr/>
          </p:nvSpPr>
          <p:spPr>
            <a:xfrm>
              <a:off x="4156034" y="6165699"/>
              <a:ext cx="3424485" cy="189063"/>
            </a:xfrm>
            <a:prstGeom prst="rect">
              <a:avLst/>
            </a:prstGeom>
            <a:noFill/>
            <a:ln w="0">
              <a:noFill/>
              <a:prstDash val="solid"/>
            </a:ln>
          </p:spPr>
          <p:txBody>
            <a:bodyPr wrap="none" lIns="0" tIns="0" rIns="0" bIns="0" anchor="t">
              <a:noAutofit/>
            </a:bodyPr>
            <a:lstStyle>
              <a:defPPr algn="l">
                <a:defRPr sz="1070" b="0" i="0" kern="0" spc="-8">
                  <a:solidFill>
                    <a:srgbClr val="7B8BA0"/>
                  </a:solidFill>
                  <a:latin typeface="Inter Medium"/>
                  <a:ea typeface="Inter Medium"/>
                  <a:cs typeface="Inter Medium"/>
                </a:defRPr>
              </a:defPPr>
              <a:lvl1pPr algn="l">
                <a:defRPr sz="1070" b="0" i="0" kern="0" spc="-8">
                  <a:solidFill>
                    <a:srgbClr val="7B8BA0"/>
                  </a:solidFill>
                  <a:latin typeface="Inter Medium"/>
                  <a:ea typeface="Inter Medium"/>
                  <a:cs typeface="Inter Medium"/>
                </a:defRPr>
              </a:lvl1pPr>
              <a:lvl2pPr algn="l">
                <a:defRPr sz="1070" b="0" i="0" kern="0" spc="-8">
                  <a:solidFill>
                    <a:srgbClr val="7B8BA0"/>
                  </a:solidFill>
                  <a:latin typeface="Inter Medium"/>
                  <a:ea typeface="Inter Medium"/>
                  <a:cs typeface="Inter Medium"/>
                </a:defRPr>
              </a:lvl2pPr>
              <a:lvl3pPr algn="l">
                <a:defRPr sz="1070" b="0" i="0" kern="0" spc="-8">
                  <a:solidFill>
                    <a:srgbClr val="7B8BA0"/>
                  </a:solidFill>
                  <a:latin typeface="Inter Medium"/>
                  <a:ea typeface="Inter Medium"/>
                  <a:cs typeface="Inter Medium"/>
                </a:defRPr>
              </a:lvl3pPr>
              <a:lvl4pPr algn="l">
                <a:defRPr sz="1070" b="0" i="0" kern="0" spc="-8">
                  <a:solidFill>
                    <a:srgbClr val="7B8BA0"/>
                  </a:solidFill>
                  <a:latin typeface="Inter Medium"/>
                  <a:ea typeface="Inter Medium"/>
                  <a:cs typeface="Inter Medium"/>
                </a:defRPr>
              </a:lvl4pPr>
              <a:lvl5pPr algn="l">
                <a:defRPr sz="1070" b="0" i="0" kern="0" spc="-8">
                  <a:solidFill>
                    <a:srgbClr val="7B8BA0"/>
                  </a:solidFill>
                  <a:latin typeface="Inter Medium"/>
                  <a:ea typeface="Inter Medium"/>
                  <a:cs typeface="Inter Medium"/>
                </a:defRPr>
              </a:lvl5pPr>
              <a:lvl6pPr algn="l">
                <a:defRPr sz="1070" b="0" i="0" kern="0" spc="-8">
                  <a:solidFill>
                    <a:srgbClr val="7B8BA0"/>
                  </a:solidFill>
                  <a:latin typeface="Inter Medium"/>
                  <a:ea typeface="Inter Medium"/>
                  <a:cs typeface="Inter Medium"/>
                </a:defRPr>
              </a:lvl6pPr>
              <a:lvl7pPr algn="l">
                <a:defRPr sz="1070" b="0" i="0" kern="0" spc="-8">
                  <a:solidFill>
                    <a:srgbClr val="7B8BA0"/>
                  </a:solidFill>
                  <a:latin typeface="Inter Medium"/>
                  <a:ea typeface="Inter Medium"/>
                  <a:cs typeface="Inter Medium"/>
                </a:defRPr>
              </a:lvl7pPr>
              <a:lvl8pPr algn="l">
                <a:defRPr sz="1070" b="0" i="0" kern="0" spc="-8">
                  <a:solidFill>
                    <a:srgbClr val="7B8BA0"/>
                  </a:solidFill>
                  <a:latin typeface="Inter Medium"/>
                  <a:ea typeface="Inter Medium"/>
                  <a:cs typeface="Inter Medium"/>
                </a:defRPr>
              </a:lvl8pPr>
              <a:lvl9pPr algn="l">
                <a:defRPr sz="1070" b="0" i="0" kern="0" spc="-8">
                  <a:solidFill>
                    <a:srgbClr val="7B8BA0"/>
                  </a:solidFill>
                  <a:latin typeface="Inter Medium"/>
                  <a:ea typeface="Inter Medium"/>
                  <a:cs typeface="Inter Medium"/>
                </a:defRPr>
              </a:lvl9pPr>
            </a:lstStyle>
            <a:p>
              <a:pPr algn="l">
                <a:lnSpc>
                  <a:spcPct val="100000"/>
                </a:lnSpc>
                <a:buNone/>
                <a:defRPr sz="1070" b="0" i="0" kern="0" spc="-8">
                  <a:solidFill>
                    <a:srgbClr val="7B8BA0"/>
                  </a:solidFill>
                  <a:latin typeface="Inter Medium"/>
                  <a:ea typeface="Inter Medium"/>
                  <a:cs typeface="Inter Medium"/>
                </a:defRPr>
              </a:pPr>
              <a:r>
                <a:rPr sz="1070" b="0" i="0" kern="0" spc="-8">
                  <a:solidFill>
                    <a:srgbClr val="7B8BA0"/>
                  </a:solidFill>
                  <a:latin typeface="Inter Medium"/>
                  <a:ea typeface="Inter Medium"/>
                  <a:cs typeface="Inter Medium"/>
                </a:rPr>
                <a:t>dashed outlines = change in surplus, not a new cost</a:t>
              </a:r>
            </a:p>
          </p:txBody>
        </p:sp>
      </p:grpSp>
      <p:graphicFrame>
        <p:nvGraphicFramePr>
          <p:cNvPr id="61" name="Table 60">
            <a:extLst>
              <a:ext uri="{FF2B5EF4-FFF2-40B4-BE49-F238E27FC236}">
                <a16:creationId xmlns:a16="http://schemas.microsoft.com/office/drawing/2014/main" id="{9C45DBB9-F226-457F-83EA-77C4917E3CA5}"/>
              </a:ext>
            </a:extLst>
          </p:cNvPr>
          <p:cNvGraphicFramePr/>
          <p:nvPr/>
        </p:nvGraphicFramePr>
        <p:xfrm>
          <a:off x="8265319" y="2143125"/>
          <a:ext cx="4936331" cy="2052042"/>
        </p:xfrm>
        <a:graphic>
          <a:graphicData uri="http://schemas.openxmlformats.org/drawingml/2006/table">
            <a:tbl>
              <a:tblPr/>
              <a:tblGrid>
                <a:gridCol w="2771775">
                  <a:extLst>
                    <a:ext uri="{9D8B030D-6E8A-4147-A177-3AD203B41FA5}">
                      <a16:colId xmlns:a16="http://schemas.microsoft.com/office/drawing/2014/main" val="20000"/>
                    </a:ext>
                  </a:extLst>
                </a:gridCol>
                <a:gridCol w="1550194">
                  <a:extLst>
                    <a:ext uri="{9D8B030D-6E8A-4147-A177-3AD203B41FA5}">
                      <a16:colId xmlns:a16="http://schemas.microsoft.com/office/drawing/2014/main" val="20001"/>
                    </a:ext>
                  </a:extLst>
                </a:gridCol>
                <a:gridCol w="614363">
                  <a:extLst>
                    <a:ext uri="{9D8B030D-6E8A-4147-A177-3AD203B41FA5}">
                      <a16:colId xmlns:a16="http://schemas.microsoft.com/office/drawing/2014/main" val="20002"/>
                    </a:ext>
                  </a:extLst>
                </a:gridCol>
              </a:tblGrid>
              <a:tr h="285750">
                <a:tc>
                  <a:txBody>
                    <a:bodyPr/>
                    <a:lstStyle/>
                    <a:p>
                      <a:pPr marL="0" indent="0" algn="l" fontAlgn="base">
                        <a:lnSpc>
                          <a:spcPts val="1063"/>
                        </a:lnSpc>
                        <a:spcBef>
                          <a:spcPts val="0"/>
                        </a:spcBef>
                        <a:spcAft>
                          <a:spcPts val="0"/>
                        </a:spcAft>
                      </a:pPr>
                      <a:r>
                        <a:rPr sz="787" b="0" i="0" kern="0" spc="110" dirty="0">
                          <a:solidFill>
                            <a:srgbClr val="8B98AD"/>
                          </a:solidFill>
                          <a:latin typeface="JetBrains Mono"/>
                          <a:ea typeface="JetBrains Mono"/>
                          <a:cs typeface="JetBrains Mono"/>
                        </a:rPr>
                        <a:t>GROUP</a:t>
                      </a:r>
                      <a:endParaRPr sz="787"/>
                    </a:p>
                  </a:txBody>
                  <a:tcPr marL="112849" marR="76200" marT="55150" marB="0">
                    <a:lnL w="0">
                      <a:noFill/>
                      <a:prstDash val="solid"/>
                    </a:lnL>
                    <a:lnR w="0">
                      <a:noFill/>
                      <a:prstDash val="solid"/>
                    </a:lnR>
                    <a:lnT w="0">
                      <a:noFill/>
                      <a:prstDash val="solid"/>
                    </a:lnT>
                    <a:lnB w="14288">
                      <a:solidFill>
                        <a:srgbClr val="0A2540"/>
                      </a:solidFill>
                      <a:prstDash val="solid"/>
                    </a:lnB>
                    <a:noFill/>
                  </a:tcPr>
                </a:tc>
                <a:tc>
                  <a:txBody>
                    <a:bodyPr/>
                    <a:lstStyle/>
                    <a:p>
                      <a:pPr marL="0" indent="0" algn="l" fontAlgn="base">
                        <a:lnSpc>
                          <a:spcPts val="1063"/>
                        </a:lnSpc>
                        <a:spcBef>
                          <a:spcPts val="0"/>
                        </a:spcBef>
                        <a:spcAft>
                          <a:spcPts val="0"/>
                        </a:spcAft>
                      </a:pPr>
                      <a:r>
                        <a:rPr sz="787" b="0" i="0" kern="0" spc="110" dirty="0">
                          <a:solidFill>
                            <a:srgbClr val="8B98AD"/>
                          </a:solidFill>
                          <a:latin typeface="JetBrains Mono"/>
                          <a:ea typeface="JetBrains Mono"/>
                          <a:cs typeface="JetBrains Mono"/>
                        </a:rPr>
                        <a:t>CHANGE</a:t>
                      </a:r>
                      <a:endParaRPr sz="787"/>
                    </a:p>
                  </a:txBody>
                  <a:tcPr marL="111286" marR="76200" marT="55150" marB="0">
                    <a:lnL w="0">
                      <a:noFill/>
                      <a:prstDash val="solid"/>
                    </a:lnL>
                    <a:lnR w="0">
                      <a:noFill/>
                      <a:prstDash val="solid"/>
                    </a:lnR>
                    <a:lnT w="0">
                      <a:noFill/>
                      <a:prstDash val="solid"/>
                    </a:lnT>
                    <a:lnB w="14288">
                      <a:solidFill>
                        <a:srgbClr val="0A2540"/>
                      </a:solidFill>
                      <a:prstDash val="solid"/>
                    </a:lnB>
                    <a:noFill/>
                  </a:tcPr>
                </a:tc>
                <a:tc>
                  <a:txBody>
                    <a:bodyPr/>
                    <a:lstStyle/>
                    <a:p>
                      <a:pPr marL="0" indent="0" algn="l" fontAlgn="base">
                        <a:lnSpc>
                          <a:spcPts val="1063"/>
                        </a:lnSpc>
                        <a:spcBef>
                          <a:spcPts val="0"/>
                        </a:spcBef>
                        <a:spcAft>
                          <a:spcPts val="0"/>
                        </a:spcAft>
                      </a:pPr>
                      <a:r>
                        <a:rPr sz="787" b="0" i="0" kern="0" spc="110" dirty="0">
                          <a:solidFill>
                            <a:srgbClr val="8B98AD"/>
                          </a:solidFill>
                          <a:latin typeface="JetBrains Mono"/>
                          <a:ea typeface="JetBrains Mono"/>
                          <a:cs typeface="JetBrains Mono"/>
                        </a:rPr>
                        <a:t>AREA</a:t>
                      </a:r>
                      <a:endParaRPr sz="787"/>
                    </a:p>
                  </a:txBody>
                  <a:tcPr marL="117648" marR="76200" marT="55150" marB="0">
                    <a:lnL w="0">
                      <a:noFill/>
                      <a:prstDash val="solid"/>
                    </a:lnL>
                    <a:lnR w="0">
                      <a:noFill/>
                      <a:prstDash val="solid"/>
                    </a:lnR>
                    <a:lnT w="0">
                      <a:noFill/>
                      <a:prstDash val="solid"/>
                    </a:lnT>
                    <a:lnB w="14288">
                      <a:solidFill>
                        <a:srgbClr val="0A2540"/>
                      </a:solidFill>
                      <a:prstDash val="solid"/>
                    </a:lnB>
                    <a:noFill/>
                  </a:tcPr>
                </a:tc>
                <a:extLst>
                  <a:ext uri="{0D108BD9-81ED-4DB2-BD59-A6C34878D82A}">
                    <a16:rowId xmlns:a16="http://schemas.microsoft.com/office/drawing/2014/main" val="10000"/>
                  </a:ext>
                </a:extLst>
              </a:tr>
              <a:tr h="446484">
                <a:tc>
                  <a:txBody>
                    <a:bodyPr/>
                    <a:lstStyle/>
                    <a:p>
                      <a:pPr marL="0" indent="0" algn="l" fontAlgn="base">
                        <a:lnSpc>
                          <a:spcPts val="2202"/>
                        </a:lnSpc>
                        <a:spcBef>
                          <a:spcPts val="0"/>
                        </a:spcBef>
                        <a:spcAft>
                          <a:spcPts val="0"/>
                        </a:spcAft>
                      </a:pPr>
                      <a:r>
                        <a:rPr sz="1631" b="1" i="0" kern="0" spc="-9" dirty="0">
                          <a:solidFill>
                            <a:srgbClr val="0E9F6E"/>
                          </a:solidFill>
                          <a:latin typeface="Inter"/>
                          <a:ea typeface="Inter"/>
                          <a:cs typeface="Inter"/>
                        </a:rPr>
                        <a:t>Domestic producers</a:t>
                      </a:r>
                      <a:endParaRPr sz="1631"/>
                    </a:p>
                  </a:txBody>
                  <a:tcPr marL="112849" marR="76200" marT="99343" marB="0">
                    <a:lnL w="0">
                      <a:noFill/>
                      <a:prstDash val="solid"/>
                    </a:lnL>
                    <a:lnR w="0">
                      <a:noFill/>
                      <a:prstDash val="solid"/>
                    </a:lnR>
                    <a:lnT w="14288" cap="flat" cmpd="sng" algn="ctr">
                      <a:solidFill>
                        <a:srgbClr val="0A2540"/>
                      </a:solidFill>
                      <a:prstDash val="solid"/>
                      <a:round/>
                      <a:headEnd type="none" w="med" len="med"/>
                      <a:tailEnd type="none" w="med" len="med"/>
                    </a:lnT>
                    <a:lnB w="7144">
                      <a:solidFill>
                        <a:srgbClr val="0A2540">
                          <a:alpha val="16000"/>
                        </a:srgbClr>
                      </a:solidFill>
                      <a:prstDash val="solid"/>
                    </a:lnB>
                    <a:noFill/>
                  </a:tcPr>
                </a:tc>
                <a:tc>
                  <a:txBody>
                    <a:bodyPr/>
                    <a:lstStyle/>
                    <a:p>
                      <a:pPr marL="0" indent="0" algn="l" fontAlgn="base">
                        <a:lnSpc>
                          <a:spcPts val="2202"/>
                        </a:lnSpc>
                        <a:spcBef>
                          <a:spcPts val="0"/>
                        </a:spcBef>
                        <a:spcAft>
                          <a:spcPts val="0"/>
                        </a:spcAft>
                      </a:pPr>
                      <a:r>
                        <a:rPr sz="1631" b="0" i="0" kern="0" spc="-9" dirty="0">
                          <a:solidFill>
                            <a:srgbClr val="0A2540"/>
                          </a:solidFill>
                          <a:latin typeface="JetBrains Mono"/>
                          <a:ea typeface="JetBrains Mono"/>
                          <a:cs typeface="JetBrains Mono"/>
                        </a:rPr>
                        <a:t>+$450,000</a:t>
                      </a:r>
                      <a:endParaRPr sz="1631"/>
                    </a:p>
                  </a:txBody>
                  <a:tcPr marL="111286" marR="76200" marT="88725" marB="0">
                    <a:lnL w="0">
                      <a:noFill/>
                      <a:prstDash val="solid"/>
                    </a:lnL>
                    <a:lnR w="0">
                      <a:noFill/>
                      <a:prstDash val="solid"/>
                    </a:lnR>
                    <a:lnT w="14288" cap="flat" cmpd="sng" algn="ctr">
                      <a:solidFill>
                        <a:srgbClr val="0A2540"/>
                      </a:solidFill>
                      <a:prstDash val="solid"/>
                      <a:round/>
                      <a:headEnd type="none" w="med" len="med"/>
                      <a:tailEnd type="none" w="med" len="med"/>
                    </a:lnT>
                    <a:lnB w="7144">
                      <a:solidFill>
                        <a:srgbClr val="0A2540">
                          <a:alpha val="16000"/>
                        </a:srgbClr>
                      </a:solidFill>
                      <a:prstDash val="solid"/>
                    </a:lnB>
                    <a:noFill/>
                  </a:tcPr>
                </a:tc>
                <a:tc>
                  <a:txBody>
                    <a:bodyPr/>
                    <a:lstStyle/>
                    <a:p>
                      <a:pPr marL="0" indent="0" algn="l" fontAlgn="base">
                        <a:lnSpc>
                          <a:spcPts val="2202"/>
                        </a:lnSpc>
                        <a:spcBef>
                          <a:spcPts val="0"/>
                        </a:spcBef>
                        <a:spcAft>
                          <a:spcPts val="0"/>
                        </a:spcAft>
                      </a:pPr>
                      <a:r>
                        <a:rPr sz="1631" b="0" i="0" kern="0" spc="0" dirty="0">
                          <a:solidFill>
                            <a:srgbClr val="0A2540"/>
                          </a:solidFill>
                          <a:latin typeface="Inter"/>
                          <a:ea typeface="Inter"/>
                          <a:cs typeface="Inter"/>
                        </a:rPr>
                        <a:t>A</a:t>
                      </a:r>
                      <a:endParaRPr sz="1631"/>
                    </a:p>
                  </a:txBody>
                  <a:tcPr marL="117648" marR="76200" marT="99343" marB="0">
                    <a:lnL w="0">
                      <a:noFill/>
                      <a:prstDash val="solid"/>
                    </a:lnL>
                    <a:lnR w="0">
                      <a:noFill/>
                      <a:prstDash val="solid"/>
                    </a:lnR>
                    <a:lnT w="14288" cap="flat" cmpd="sng" algn="ctr">
                      <a:solidFill>
                        <a:srgbClr val="0A2540"/>
                      </a:solidFill>
                      <a:prstDash val="solid"/>
                      <a:round/>
                      <a:headEnd type="none" w="med" len="med"/>
                      <a:tailEnd type="none" w="med" len="med"/>
                    </a:lnT>
                    <a:lnB w="7144">
                      <a:solidFill>
                        <a:srgbClr val="0A2540">
                          <a:alpha val="16000"/>
                        </a:srgbClr>
                      </a:solidFill>
                      <a:prstDash val="solid"/>
                    </a:lnB>
                    <a:noFill/>
                  </a:tcPr>
                </a:tc>
                <a:extLst>
                  <a:ext uri="{0D108BD9-81ED-4DB2-BD59-A6C34878D82A}">
                    <a16:rowId xmlns:a16="http://schemas.microsoft.com/office/drawing/2014/main" val="10001"/>
                  </a:ext>
                </a:extLst>
              </a:tr>
              <a:tr h="442912">
                <a:tc>
                  <a:txBody>
                    <a:bodyPr/>
                    <a:lstStyle/>
                    <a:p>
                      <a:pPr marL="0" indent="0" algn="l" fontAlgn="base">
                        <a:lnSpc>
                          <a:spcPts val="2202"/>
                        </a:lnSpc>
                        <a:spcBef>
                          <a:spcPts val="0"/>
                        </a:spcBef>
                        <a:spcAft>
                          <a:spcPts val="0"/>
                        </a:spcAft>
                      </a:pPr>
                      <a:r>
                        <a:rPr sz="1631" b="1" i="0" kern="0" spc="-9" dirty="0">
                          <a:solidFill>
                            <a:srgbClr val="D97706"/>
                          </a:solidFill>
                          <a:latin typeface="Inter"/>
                          <a:ea typeface="Inter"/>
                          <a:cs typeface="Inter"/>
                        </a:rPr>
                        <a:t>Egyptian government</a:t>
                      </a:r>
                      <a:endParaRPr sz="1631"/>
                    </a:p>
                  </a:txBody>
                  <a:tcPr marL="112849"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tc>
                  <a:txBody>
                    <a:bodyPr/>
                    <a:lstStyle/>
                    <a:p>
                      <a:pPr marL="0" indent="0" algn="l" fontAlgn="base">
                        <a:lnSpc>
                          <a:spcPts val="2202"/>
                        </a:lnSpc>
                        <a:spcBef>
                          <a:spcPts val="0"/>
                        </a:spcBef>
                        <a:spcAft>
                          <a:spcPts val="0"/>
                        </a:spcAft>
                      </a:pPr>
                      <a:r>
                        <a:rPr sz="1631" b="0" i="0" kern="0" spc="-9" dirty="0">
                          <a:solidFill>
                            <a:srgbClr val="0A2540"/>
                          </a:solidFill>
                          <a:latin typeface="JetBrains Mono"/>
                          <a:ea typeface="JetBrains Mono"/>
                          <a:cs typeface="JetBrains Mono"/>
                        </a:rPr>
                        <a:t>+$100,000</a:t>
                      </a:r>
                      <a:endParaRPr sz="1631"/>
                    </a:p>
                  </a:txBody>
                  <a:tcPr marL="111286" marR="76200" marT="85153"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tc>
                  <a:txBody>
                    <a:bodyPr/>
                    <a:lstStyle/>
                    <a:p>
                      <a:pPr marL="0" indent="0" algn="l" fontAlgn="base">
                        <a:lnSpc>
                          <a:spcPts val="2202"/>
                        </a:lnSpc>
                        <a:spcBef>
                          <a:spcPts val="0"/>
                        </a:spcBef>
                        <a:spcAft>
                          <a:spcPts val="0"/>
                        </a:spcAft>
                      </a:pPr>
                      <a:r>
                        <a:rPr sz="1631" b="0" i="0" kern="0" spc="0" dirty="0">
                          <a:solidFill>
                            <a:srgbClr val="0A2540"/>
                          </a:solidFill>
                          <a:latin typeface="Inter"/>
                          <a:ea typeface="Inter"/>
                          <a:cs typeface="Inter"/>
                        </a:rPr>
                        <a:t>C</a:t>
                      </a:r>
                      <a:endParaRPr sz="1631"/>
                    </a:p>
                  </a:txBody>
                  <a:tcPr marL="117648"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extLst>
                  <a:ext uri="{0D108BD9-81ED-4DB2-BD59-A6C34878D82A}">
                    <a16:rowId xmlns:a16="http://schemas.microsoft.com/office/drawing/2014/main" val="10002"/>
                  </a:ext>
                </a:extLst>
              </a:tr>
              <a:tr h="442912">
                <a:tc>
                  <a:txBody>
                    <a:bodyPr/>
                    <a:lstStyle/>
                    <a:p>
                      <a:pPr marL="0" indent="0" algn="l" fontAlgn="base">
                        <a:lnSpc>
                          <a:spcPts val="2202"/>
                        </a:lnSpc>
                        <a:spcBef>
                          <a:spcPts val="0"/>
                        </a:spcBef>
                        <a:spcAft>
                          <a:spcPts val="0"/>
                        </a:spcAft>
                      </a:pPr>
                      <a:r>
                        <a:rPr sz="1631" b="1" i="0" kern="0" spc="-9" dirty="0">
                          <a:solidFill>
                            <a:srgbClr val="1D4ED8"/>
                          </a:solidFill>
                          <a:latin typeface="Inter"/>
                          <a:ea typeface="Inter"/>
                          <a:cs typeface="Inter"/>
                        </a:rPr>
                        <a:t>Consumers</a:t>
                      </a:r>
                      <a:endParaRPr sz="1631"/>
                    </a:p>
                  </a:txBody>
                  <a:tcPr marL="112849"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tc>
                  <a:txBody>
                    <a:bodyPr/>
                    <a:lstStyle/>
                    <a:p>
                      <a:pPr marL="0" indent="0" algn="l" fontAlgn="base">
                        <a:lnSpc>
                          <a:spcPts val="2202"/>
                        </a:lnSpc>
                        <a:spcBef>
                          <a:spcPts val="0"/>
                        </a:spcBef>
                        <a:spcAft>
                          <a:spcPts val="0"/>
                        </a:spcAft>
                      </a:pPr>
                      <a:r>
                        <a:rPr sz="1631" b="0" i="0" kern="0" spc="-9" dirty="0">
                          <a:solidFill>
                            <a:srgbClr val="0A2540"/>
                          </a:solidFill>
                          <a:latin typeface="JetBrains Mono"/>
                          <a:ea typeface="JetBrains Mono"/>
                          <a:cs typeface="JetBrains Mono"/>
                        </a:rPr>
                        <a:t>−$650,000</a:t>
                      </a:r>
                      <a:endParaRPr sz="1631"/>
                    </a:p>
                  </a:txBody>
                  <a:tcPr marL="111286" marR="76200" marT="85153"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tc>
                  <a:txBody>
                    <a:bodyPr/>
                    <a:lstStyle/>
                    <a:p>
                      <a:pPr marL="0" indent="0" algn="l" fontAlgn="base">
                        <a:lnSpc>
                          <a:spcPts val="2202"/>
                        </a:lnSpc>
                        <a:spcBef>
                          <a:spcPts val="0"/>
                        </a:spcBef>
                        <a:spcAft>
                          <a:spcPts val="0"/>
                        </a:spcAft>
                      </a:pPr>
                      <a:r>
                        <a:rPr sz="1631" b="0" i="0" kern="0" spc="0" dirty="0">
                          <a:solidFill>
                            <a:srgbClr val="0A2540"/>
                          </a:solidFill>
                          <a:latin typeface="Inter"/>
                          <a:ea typeface="Inter"/>
                          <a:cs typeface="Inter"/>
                        </a:rPr>
                        <a:t>B</a:t>
                      </a:r>
                      <a:endParaRPr sz="1631"/>
                    </a:p>
                  </a:txBody>
                  <a:tcPr marL="117648"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extLst>
                  <a:ext uri="{0D108BD9-81ED-4DB2-BD59-A6C34878D82A}">
                    <a16:rowId xmlns:a16="http://schemas.microsoft.com/office/drawing/2014/main" val="10003"/>
                  </a:ext>
                </a:extLst>
              </a:tr>
              <a:tr h="433983">
                <a:tc>
                  <a:txBody>
                    <a:bodyPr/>
                    <a:lstStyle/>
                    <a:p>
                      <a:pPr marL="0" indent="0" algn="l" fontAlgn="base">
                        <a:lnSpc>
                          <a:spcPts val="2202"/>
                        </a:lnSpc>
                        <a:spcBef>
                          <a:spcPts val="0"/>
                        </a:spcBef>
                        <a:spcAft>
                          <a:spcPts val="0"/>
                        </a:spcAft>
                      </a:pPr>
                      <a:r>
                        <a:rPr sz="1631" b="1" i="0" kern="0" spc="-9" dirty="0">
                          <a:solidFill>
                            <a:srgbClr val="DC2626"/>
                          </a:solidFill>
                          <a:latin typeface="Inter"/>
                          <a:ea typeface="Inter"/>
                          <a:cs typeface="Inter"/>
                        </a:rPr>
                        <a:t>Country as a whole</a:t>
                      </a:r>
                      <a:endParaRPr sz="1631"/>
                    </a:p>
                  </a:txBody>
                  <a:tcPr marL="112849"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0">
                      <a:noFill/>
                      <a:prstDash val="solid"/>
                    </a:lnB>
                    <a:noFill/>
                  </a:tcPr>
                </a:tc>
                <a:tc>
                  <a:txBody>
                    <a:bodyPr/>
                    <a:lstStyle/>
                    <a:p>
                      <a:pPr marL="0" indent="0" algn="l" fontAlgn="base">
                        <a:lnSpc>
                          <a:spcPts val="2202"/>
                        </a:lnSpc>
                        <a:spcBef>
                          <a:spcPts val="0"/>
                        </a:spcBef>
                        <a:spcAft>
                          <a:spcPts val="0"/>
                        </a:spcAft>
                      </a:pPr>
                      <a:r>
                        <a:rPr sz="1631" b="0" i="0" kern="0" spc="-9" dirty="0">
                          <a:solidFill>
                            <a:srgbClr val="0A2540"/>
                          </a:solidFill>
                          <a:latin typeface="JetBrains Mono"/>
                          <a:ea typeface="JetBrains Mono"/>
                          <a:cs typeface="JetBrains Mono"/>
                        </a:rPr>
                        <a:t>−$100,000</a:t>
                      </a:r>
                      <a:endParaRPr sz="1631"/>
                    </a:p>
                  </a:txBody>
                  <a:tcPr marL="111286" marR="76200" marT="85153"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0">
                      <a:noFill/>
                      <a:prstDash val="solid"/>
                    </a:lnB>
                    <a:noFill/>
                  </a:tcPr>
                </a:tc>
                <a:tc>
                  <a:txBody>
                    <a:bodyPr/>
                    <a:lstStyle/>
                    <a:p>
                      <a:pPr marL="0" indent="0" algn="l" fontAlgn="base">
                        <a:lnSpc>
                          <a:spcPts val="2202"/>
                        </a:lnSpc>
                        <a:spcBef>
                          <a:spcPts val="0"/>
                        </a:spcBef>
                        <a:spcAft>
                          <a:spcPts val="0"/>
                        </a:spcAft>
                      </a:pPr>
                      <a:r>
                        <a:rPr sz="1631" b="0" i="0" kern="0" spc="0" dirty="0">
                          <a:solidFill>
                            <a:srgbClr val="0A2540"/>
                          </a:solidFill>
                          <a:latin typeface="Inter"/>
                          <a:ea typeface="Inter"/>
                          <a:cs typeface="Inter"/>
                        </a:rPr>
                        <a:t>D</a:t>
                      </a:r>
                      <a:endParaRPr sz="1631"/>
                    </a:p>
                  </a:txBody>
                  <a:tcPr marL="117648"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0">
                      <a:noFill/>
                      <a:prstDash val="solid"/>
                    </a:lnB>
                    <a:noFill/>
                  </a:tcPr>
                </a:tc>
                <a:extLst>
                  <a:ext uri="{0D108BD9-81ED-4DB2-BD59-A6C34878D82A}">
                    <a16:rowId xmlns:a16="http://schemas.microsoft.com/office/drawing/2014/main" val="10004"/>
                  </a:ext>
                </a:extLst>
              </a:tr>
            </a:tbl>
          </a:graphicData>
        </a:graphic>
      </p:graphicFrame>
      <p:sp>
        <p:nvSpPr>
          <p:cNvPr id="62" name="s22 text 1">
            <a:extLst>
              <a:ext uri="{FF2B5EF4-FFF2-40B4-BE49-F238E27FC236}">
                <a16:creationId xmlns:a16="http://schemas.microsoft.com/office/drawing/2014/main" id="{3B15A2BA-88A2-4711-8F7B-E55B548F2AEA}"/>
              </a:ext>
            </a:extLst>
          </p:cNvPr>
          <p:cNvSpPr>
            <a:spLocks noGrp="1"/>
          </p:cNvSpPr>
          <p:nvPr/>
        </p:nvSpPr>
        <p:spPr>
          <a:xfrm>
            <a:off x="678656" y="569214"/>
            <a:ext cx="1485902" cy="173507"/>
          </a:xfrm>
          <a:prstGeom prst="rect">
            <a:avLst/>
          </a:prstGeom>
          <a:noFill/>
          <a:ln w="0">
            <a:noFill/>
            <a:prstDash val="solid"/>
          </a:ln>
        </p:spPr>
        <p:txBody>
          <a:bodyPr wrap="none" lIns="0" tIns="0" rIns="0" bIns="0" anchor="t">
            <a:noAutofit/>
          </a:bodyPr>
          <a:lstStyle>
            <a:defPPr algn="l">
              <a:defRPr sz="900" b="0" i="0" kern="0" spc="180">
                <a:solidFill>
                  <a:srgbClr val="1D4ED8"/>
                </a:solidFill>
                <a:latin typeface="JetBrains Mono"/>
                <a:ea typeface="JetBrains Mono"/>
                <a:cs typeface="JetBrains Mono"/>
              </a:defRPr>
            </a:defPPr>
            <a:lvl1pPr algn="l">
              <a:defRPr sz="900" b="0" i="0" kern="0" spc="180">
                <a:solidFill>
                  <a:srgbClr val="1D4ED8"/>
                </a:solidFill>
                <a:latin typeface="JetBrains Mono"/>
                <a:ea typeface="JetBrains Mono"/>
                <a:cs typeface="JetBrains Mono"/>
              </a:defRPr>
            </a:lvl1pPr>
            <a:lvl2pPr algn="l">
              <a:defRPr sz="900" b="0" i="0" kern="0" spc="180">
                <a:solidFill>
                  <a:srgbClr val="1D4ED8"/>
                </a:solidFill>
                <a:latin typeface="JetBrains Mono"/>
                <a:ea typeface="JetBrains Mono"/>
                <a:cs typeface="JetBrains Mono"/>
              </a:defRPr>
            </a:lvl2pPr>
            <a:lvl3pPr algn="l">
              <a:defRPr sz="900" b="0" i="0" kern="0" spc="180">
                <a:solidFill>
                  <a:srgbClr val="1D4ED8"/>
                </a:solidFill>
                <a:latin typeface="JetBrains Mono"/>
                <a:ea typeface="JetBrains Mono"/>
                <a:cs typeface="JetBrains Mono"/>
              </a:defRPr>
            </a:lvl3pPr>
            <a:lvl4pPr algn="l">
              <a:defRPr sz="900" b="0" i="0" kern="0" spc="180">
                <a:solidFill>
                  <a:srgbClr val="1D4ED8"/>
                </a:solidFill>
                <a:latin typeface="JetBrains Mono"/>
                <a:ea typeface="JetBrains Mono"/>
                <a:cs typeface="JetBrains Mono"/>
              </a:defRPr>
            </a:lvl4pPr>
            <a:lvl5pPr algn="l">
              <a:defRPr sz="900" b="0" i="0" kern="0" spc="180">
                <a:solidFill>
                  <a:srgbClr val="1D4ED8"/>
                </a:solidFill>
                <a:latin typeface="JetBrains Mono"/>
                <a:ea typeface="JetBrains Mono"/>
                <a:cs typeface="JetBrains Mono"/>
              </a:defRPr>
            </a:lvl5pPr>
            <a:lvl6pPr algn="l">
              <a:defRPr sz="900" b="0" i="0" kern="0" spc="180">
                <a:solidFill>
                  <a:srgbClr val="1D4ED8"/>
                </a:solidFill>
                <a:latin typeface="JetBrains Mono"/>
                <a:ea typeface="JetBrains Mono"/>
                <a:cs typeface="JetBrains Mono"/>
              </a:defRPr>
            </a:lvl6pPr>
            <a:lvl7pPr algn="l">
              <a:defRPr sz="900" b="0" i="0" kern="0" spc="180">
                <a:solidFill>
                  <a:srgbClr val="1D4ED8"/>
                </a:solidFill>
                <a:latin typeface="JetBrains Mono"/>
                <a:ea typeface="JetBrains Mono"/>
                <a:cs typeface="JetBrains Mono"/>
              </a:defRPr>
            </a:lvl7pPr>
            <a:lvl8pPr algn="l">
              <a:defRPr sz="900" b="0" i="0" kern="0" spc="180">
                <a:solidFill>
                  <a:srgbClr val="1D4ED8"/>
                </a:solidFill>
                <a:latin typeface="JetBrains Mono"/>
                <a:ea typeface="JetBrains Mono"/>
                <a:cs typeface="JetBrains Mono"/>
              </a:defRPr>
            </a:lvl8pPr>
            <a:lvl9pPr algn="l">
              <a:defRPr sz="900" b="0" i="0" kern="0" spc="180">
                <a:solidFill>
                  <a:srgbClr val="1D4ED8"/>
                </a:solidFill>
                <a:latin typeface="JetBrains Mono"/>
                <a:ea typeface="JetBrains Mono"/>
                <a:cs typeface="JetBrains Mono"/>
              </a:defRPr>
            </a:lvl9pPr>
          </a:lstStyle>
          <a:p>
            <a:pPr algn="l">
              <a:lnSpc>
                <a:spcPct val="100000"/>
              </a:lnSpc>
              <a:buNone/>
              <a:defRPr sz="900" b="0" i="0" kern="0" spc="180">
                <a:solidFill>
                  <a:srgbClr val="1D4ED8"/>
                </a:solidFill>
                <a:latin typeface="JetBrains Mono"/>
                <a:ea typeface="JetBrains Mono"/>
                <a:cs typeface="JetBrains Mono"/>
              </a:defRPr>
            </a:pPr>
            <a:r>
              <a:rPr sz="900" b="0" i="0" kern="0" spc="180">
                <a:solidFill>
                  <a:srgbClr val="1D4ED8"/>
                </a:solidFill>
                <a:latin typeface="JetBrains Mono"/>
                <a:ea typeface="JetBrains Mono"/>
                <a:cs typeface="JetBrains Mono"/>
              </a:rPr>
              <a:t>QUESTION 5.3 (B)</a:t>
            </a:r>
          </a:p>
        </p:txBody>
      </p:sp>
      <p:sp>
        <p:nvSpPr>
          <p:cNvPr id="63" name="s22 text 2">
            <a:extLst>
              <a:ext uri="{FF2B5EF4-FFF2-40B4-BE49-F238E27FC236}">
                <a16:creationId xmlns:a16="http://schemas.microsoft.com/office/drawing/2014/main" id="{6DBF965B-E096-4BB6-B6D1-1F1C9A39AE2F}"/>
              </a:ext>
            </a:extLst>
          </p:cNvPr>
          <p:cNvSpPr>
            <a:spLocks noGrp="1"/>
          </p:cNvSpPr>
          <p:nvPr/>
        </p:nvSpPr>
        <p:spPr>
          <a:xfrm>
            <a:off x="514350" y="770185"/>
            <a:ext cx="9838944" cy="576532"/>
          </a:xfrm>
          <a:prstGeom prst="rect">
            <a:avLst/>
          </a:prstGeom>
          <a:noFill/>
          <a:ln w="0">
            <a:noFill/>
            <a:prstDash val="solid"/>
          </a:ln>
        </p:spPr>
        <p:txBody>
          <a:bodyPr wrap="none" lIns="0" tIns="0" rIns="0" bIns="0" anchor="t">
            <a:noAutofit/>
          </a:bodyPr>
          <a:lstStyle>
            <a:defPPr algn="l">
              <a:defRPr sz="3262" b="0" i="0" kern="0" spc="-104">
                <a:solidFill>
                  <a:srgbClr val="0A2540"/>
                </a:solidFill>
                <a:latin typeface="Inter ExtraBold"/>
                <a:ea typeface="Inter ExtraBold"/>
                <a:cs typeface="Inter ExtraBold"/>
              </a:defRPr>
            </a:defPPr>
            <a:lvl1pPr algn="l">
              <a:defRPr sz="3262" b="0" i="0" kern="0" spc="-104">
                <a:solidFill>
                  <a:srgbClr val="0A2540"/>
                </a:solidFill>
                <a:latin typeface="Inter ExtraBold"/>
                <a:ea typeface="Inter ExtraBold"/>
                <a:cs typeface="Inter ExtraBold"/>
              </a:defRPr>
            </a:lvl1pPr>
            <a:lvl2pPr algn="l">
              <a:defRPr sz="3262" b="0" i="0" kern="0" spc="-104">
                <a:solidFill>
                  <a:srgbClr val="0A2540"/>
                </a:solidFill>
                <a:latin typeface="Inter ExtraBold"/>
                <a:ea typeface="Inter ExtraBold"/>
                <a:cs typeface="Inter ExtraBold"/>
              </a:defRPr>
            </a:lvl2pPr>
            <a:lvl3pPr algn="l">
              <a:defRPr sz="3262" b="0" i="0" kern="0" spc="-104">
                <a:solidFill>
                  <a:srgbClr val="0A2540"/>
                </a:solidFill>
                <a:latin typeface="Inter ExtraBold"/>
                <a:ea typeface="Inter ExtraBold"/>
                <a:cs typeface="Inter ExtraBold"/>
              </a:defRPr>
            </a:lvl3pPr>
            <a:lvl4pPr algn="l">
              <a:defRPr sz="3262" b="0" i="0" kern="0" spc="-104">
                <a:solidFill>
                  <a:srgbClr val="0A2540"/>
                </a:solidFill>
                <a:latin typeface="Inter ExtraBold"/>
                <a:ea typeface="Inter ExtraBold"/>
                <a:cs typeface="Inter ExtraBold"/>
              </a:defRPr>
            </a:lvl4pPr>
            <a:lvl5pPr algn="l">
              <a:defRPr sz="3262" b="0" i="0" kern="0" spc="-104">
                <a:solidFill>
                  <a:srgbClr val="0A2540"/>
                </a:solidFill>
                <a:latin typeface="Inter ExtraBold"/>
                <a:ea typeface="Inter ExtraBold"/>
                <a:cs typeface="Inter ExtraBold"/>
              </a:defRPr>
            </a:lvl5pPr>
            <a:lvl6pPr algn="l">
              <a:defRPr sz="3262" b="0" i="0" kern="0" spc="-104">
                <a:solidFill>
                  <a:srgbClr val="0A2540"/>
                </a:solidFill>
                <a:latin typeface="Inter ExtraBold"/>
                <a:ea typeface="Inter ExtraBold"/>
                <a:cs typeface="Inter ExtraBold"/>
              </a:defRPr>
            </a:lvl6pPr>
            <a:lvl7pPr algn="l">
              <a:defRPr sz="3262" b="0" i="0" kern="0" spc="-104">
                <a:solidFill>
                  <a:srgbClr val="0A2540"/>
                </a:solidFill>
                <a:latin typeface="Inter ExtraBold"/>
                <a:ea typeface="Inter ExtraBold"/>
                <a:cs typeface="Inter ExtraBold"/>
              </a:defRPr>
            </a:lvl7pPr>
            <a:lvl8pPr algn="l">
              <a:defRPr sz="3262" b="0" i="0" kern="0" spc="-104">
                <a:solidFill>
                  <a:srgbClr val="0A2540"/>
                </a:solidFill>
                <a:latin typeface="Inter ExtraBold"/>
                <a:ea typeface="Inter ExtraBold"/>
                <a:cs typeface="Inter ExtraBold"/>
              </a:defRPr>
            </a:lvl8pPr>
            <a:lvl9pPr algn="l">
              <a:defRPr sz="3262" b="0" i="0" kern="0" spc="-104">
                <a:solidFill>
                  <a:srgbClr val="0A2540"/>
                </a:solidFill>
                <a:latin typeface="Inter ExtraBold"/>
                <a:ea typeface="Inter ExtraBold"/>
                <a:cs typeface="Inter ExtraBold"/>
              </a:defRPr>
            </a:lvl9pPr>
          </a:lstStyle>
          <a:p>
            <a:pPr algn="l">
              <a:lnSpc>
                <a:spcPct val="100000"/>
              </a:lnSpc>
              <a:buNone/>
              <a:defRPr sz="3262" b="0" i="0" kern="0" spc="-104">
                <a:solidFill>
                  <a:srgbClr val="0A2540"/>
                </a:solidFill>
                <a:latin typeface="Inter ExtraBold"/>
                <a:ea typeface="Inter ExtraBold"/>
                <a:cs typeface="Inter ExtraBold"/>
              </a:defRPr>
            </a:pPr>
            <a:r>
              <a:rPr sz="3262" b="0" i="0" kern="0" spc="-104">
                <a:solidFill>
                  <a:srgbClr val="0A2540"/>
                </a:solidFill>
                <a:latin typeface="Inter ExtraBold"/>
                <a:ea typeface="Inter ExtraBold"/>
                <a:cs typeface="Inter ExtraBold"/>
              </a:rPr>
              <a:t>Who gains, who loses, and the deadweight loss</a:t>
            </a:r>
          </a:p>
        </p:txBody>
      </p:sp>
      <p:sp>
        <p:nvSpPr>
          <p:cNvPr id="64" name="s22 text 3">
            <a:extLst>
              <a:ext uri="{FF2B5EF4-FFF2-40B4-BE49-F238E27FC236}">
                <a16:creationId xmlns:a16="http://schemas.microsoft.com/office/drawing/2014/main" id="{F04A3A48-D83A-4042-B29B-2698AFDE3112}"/>
              </a:ext>
            </a:extLst>
          </p:cNvPr>
          <p:cNvSpPr>
            <a:spLocks noGrp="1"/>
          </p:cNvSpPr>
          <p:nvPr/>
        </p:nvSpPr>
        <p:spPr>
          <a:xfrm>
            <a:off x="8381516" y="4404550"/>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1</a:t>
            </a:r>
          </a:p>
        </p:txBody>
      </p:sp>
      <p:sp>
        <p:nvSpPr>
          <p:cNvPr id="65" name="s22 text 4">
            <a:extLst>
              <a:ext uri="{FF2B5EF4-FFF2-40B4-BE49-F238E27FC236}">
                <a16:creationId xmlns:a16="http://schemas.microsoft.com/office/drawing/2014/main" id="{F38FF717-2670-4E09-9323-C28B9AC8E8B6}"/>
              </a:ext>
            </a:extLst>
          </p:cNvPr>
          <p:cNvSpPr>
            <a:spLocks noGrp="1"/>
          </p:cNvSpPr>
          <p:nvPr/>
        </p:nvSpPr>
        <p:spPr>
          <a:xfrm>
            <a:off x="8728211" y="4353611"/>
            <a:ext cx="236506" cy="292851"/>
          </a:xfrm>
          <a:prstGeom prst="rect">
            <a:avLst/>
          </a:prstGeom>
          <a:noFill/>
          <a:ln w="0">
            <a:noFill/>
            <a:prstDash val="solid"/>
          </a:ln>
        </p:spPr>
        <p:txBody>
          <a:bodyPr wrap="none" lIns="0" tIns="0" rIns="0" bIns="0" anchor="t">
            <a:noAutofit/>
          </a:bodyPr>
          <a:lstStyle>
            <a:defPPr algn="l">
              <a:defRPr sz="1744" b="0" i="0" kern="0" spc="0">
                <a:solidFill>
                  <a:srgbClr val="0E9F6E"/>
                </a:solidFill>
                <a:latin typeface="Arial"/>
                <a:ea typeface="Arial"/>
                <a:cs typeface="Arial"/>
              </a:defRPr>
            </a:defPPr>
            <a:lvl1pPr algn="l">
              <a:defRPr sz="1744" b="0" i="0" kern="0" spc="0">
                <a:solidFill>
                  <a:srgbClr val="0E9F6E"/>
                </a:solidFill>
                <a:latin typeface="Arial"/>
                <a:ea typeface="Arial"/>
                <a:cs typeface="Arial"/>
              </a:defRPr>
            </a:lvl1pPr>
            <a:lvl2pPr algn="l">
              <a:defRPr sz="1744" b="0" i="0" kern="0" spc="0">
                <a:solidFill>
                  <a:srgbClr val="0E9F6E"/>
                </a:solidFill>
                <a:latin typeface="Arial"/>
                <a:ea typeface="Arial"/>
                <a:cs typeface="Arial"/>
              </a:defRPr>
            </a:lvl2pPr>
            <a:lvl3pPr algn="l">
              <a:defRPr sz="1744" b="0" i="0" kern="0" spc="0">
                <a:solidFill>
                  <a:srgbClr val="0E9F6E"/>
                </a:solidFill>
                <a:latin typeface="Arial"/>
                <a:ea typeface="Arial"/>
                <a:cs typeface="Arial"/>
              </a:defRPr>
            </a:lvl3pPr>
            <a:lvl4pPr algn="l">
              <a:defRPr sz="1744" b="0" i="0" kern="0" spc="0">
                <a:solidFill>
                  <a:srgbClr val="0E9F6E"/>
                </a:solidFill>
                <a:latin typeface="Arial"/>
                <a:ea typeface="Arial"/>
                <a:cs typeface="Arial"/>
              </a:defRPr>
            </a:lvl4pPr>
            <a:lvl5pPr algn="l">
              <a:defRPr sz="1744" b="0" i="0" kern="0" spc="0">
                <a:solidFill>
                  <a:srgbClr val="0E9F6E"/>
                </a:solidFill>
                <a:latin typeface="Arial"/>
                <a:ea typeface="Arial"/>
                <a:cs typeface="Arial"/>
              </a:defRPr>
            </a:lvl5pPr>
            <a:lvl6pPr algn="l">
              <a:defRPr sz="1744" b="0" i="0" kern="0" spc="0">
                <a:solidFill>
                  <a:srgbClr val="0E9F6E"/>
                </a:solidFill>
                <a:latin typeface="Arial"/>
                <a:ea typeface="Arial"/>
                <a:cs typeface="Arial"/>
              </a:defRPr>
            </a:lvl6pPr>
            <a:lvl7pPr algn="l">
              <a:defRPr sz="1744" b="0" i="0" kern="0" spc="0">
                <a:solidFill>
                  <a:srgbClr val="0E9F6E"/>
                </a:solidFill>
                <a:latin typeface="Arial"/>
                <a:ea typeface="Arial"/>
                <a:cs typeface="Arial"/>
              </a:defRPr>
            </a:lvl7pPr>
            <a:lvl8pPr algn="l">
              <a:defRPr sz="1744" b="0" i="0" kern="0" spc="0">
                <a:solidFill>
                  <a:srgbClr val="0E9F6E"/>
                </a:solidFill>
                <a:latin typeface="Arial"/>
                <a:ea typeface="Arial"/>
                <a:cs typeface="Arial"/>
              </a:defRPr>
            </a:lvl8pPr>
            <a:lvl9pPr algn="l">
              <a:defRPr sz="1744" b="0" i="0" kern="0" spc="0">
                <a:solidFill>
                  <a:srgbClr val="0E9F6E"/>
                </a:solidFill>
                <a:latin typeface="Arial"/>
                <a:ea typeface="Arial"/>
                <a:cs typeface="Arial"/>
              </a:defRPr>
            </a:lvl9pPr>
          </a:lstStyle>
          <a:p>
            <a:pPr algn="l">
              <a:lnSpc>
                <a:spcPct val="100000"/>
              </a:lnSpc>
              <a:buNone/>
              <a:defRPr sz="1744" b="0" i="0" kern="0" spc="0">
                <a:solidFill>
                  <a:srgbClr val="0E9F6E"/>
                </a:solidFill>
                <a:latin typeface="Arial"/>
                <a:ea typeface="Arial"/>
                <a:cs typeface="Arial"/>
              </a:defRPr>
            </a:pPr>
            <a:r>
              <a:rPr sz="1744" b="0" i="0" kern="0" spc="0">
                <a:solidFill>
                  <a:srgbClr val="0E9F6E"/>
                </a:solidFill>
                <a:latin typeface="Arial"/>
                <a:ea typeface="Arial"/>
                <a:cs typeface="Arial"/>
              </a:rPr>
              <a:t>Δ</a:t>
            </a:r>
          </a:p>
        </p:txBody>
      </p:sp>
      <p:sp>
        <p:nvSpPr>
          <p:cNvPr id="66" name="s22 text 5">
            <a:extLst>
              <a:ext uri="{FF2B5EF4-FFF2-40B4-BE49-F238E27FC236}">
                <a16:creationId xmlns:a16="http://schemas.microsoft.com/office/drawing/2014/main" id="{0BF18BE1-394F-4525-A506-97073335D6F9}"/>
              </a:ext>
            </a:extLst>
          </p:cNvPr>
          <p:cNvSpPr>
            <a:spLocks noGrp="1"/>
          </p:cNvSpPr>
          <p:nvPr/>
        </p:nvSpPr>
        <p:spPr>
          <a:xfrm>
            <a:off x="8872343" y="4343177"/>
            <a:ext cx="377095" cy="308146"/>
          </a:xfrm>
          <a:prstGeom prst="rect">
            <a:avLst/>
          </a:prstGeom>
          <a:noFill/>
          <a:ln w="0">
            <a:noFill/>
            <a:prstDash val="solid"/>
          </a:ln>
        </p:spPr>
        <p:txBody>
          <a:bodyPr wrap="none" lIns="0" tIns="0" rIns="0" bIns="0" anchor="t">
            <a:noAutofit/>
          </a:bodyPr>
          <a:lstStyle>
            <a:defPPr algn="l">
              <a:defRPr sz="1744" b="1" i="0" kern="0" spc="-9">
                <a:solidFill>
                  <a:srgbClr val="0E9F6E"/>
                </a:solidFill>
                <a:latin typeface="Inter"/>
                <a:ea typeface="Inter"/>
                <a:cs typeface="Inter"/>
              </a:defRPr>
            </a:defPPr>
            <a:lvl1pPr algn="l">
              <a:defRPr sz="1744" b="1" i="0" kern="0" spc="-9">
                <a:solidFill>
                  <a:srgbClr val="0E9F6E"/>
                </a:solidFill>
                <a:latin typeface="Inter"/>
                <a:ea typeface="Inter"/>
                <a:cs typeface="Inter"/>
              </a:defRPr>
            </a:lvl1pPr>
            <a:lvl2pPr algn="l">
              <a:defRPr sz="1744" b="1" i="0" kern="0" spc="-9">
                <a:solidFill>
                  <a:srgbClr val="0E9F6E"/>
                </a:solidFill>
                <a:latin typeface="Inter"/>
                <a:ea typeface="Inter"/>
                <a:cs typeface="Inter"/>
              </a:defRPr>
            </a:lvl2pPr>
            <a:lvl3pPr algn="l">
              <a:defRPr sz="1744" b="1" i="0" kern="0" spc="-9">
                <a:solidFill>
                  <a:srgbClr val="0E9F6E"/>
                </a:solidFill>
                <a:latin typeface="Inter"/>
                <a:ea typeface="Inter"/>
                <a:cs typeface="Inter"/>
              </a:defRPr>
            </a:lvl3pPr>
            <a:lvl4pPr algn="l">
              <a:defRPr sz="1744" b="1" i="0" kern="0" spc="-9">
                <a:solidFill>
                  <a:srgbClr val="0E9F6E"/>
                </a:solidFill>
                <a:latin typeface="Inter"/>
                <a:ea typeface="Inter"/>
                <a:cs typeface="Inter"/>
              </a:defRPr>
            </a:lvl4pPr>
            <a:lvl5pPr algn="l">
              <a:defRPr sz="1744" b="1" i="0" kern="0" spc="-9">
                <a:solidFill>
                  <a:srgbClr val="0E9F6E"/>
                </a:solidFill>
                <a:latin typeface="Inter"/>
                <a:ea typeface="Inter"/>
                <a:cs typeface="Inter"/>
              </a:defRPr>
            </a:lvl5pPr>
            <a:lvl6pPr algn="l">
              <a:defRPr sz="1744" b="1" i="0" kern="0" spc="-9">
                <a:solidFill>
                  <a:srgbClr val="0E9F6E"/>
                </a:solidFill>
                <a:latin typeface="Inter"/>
                <a:ea typeface="Inter"/>
                <a:cs typeface="Inter"/>
              </a:defRPr>
            </a:lvl6pPr>
            <a:lvl7pPr algn="l">
              <a:defRPr sz="1744" b="1" i="0" kern="0" spc="-9">
                <a:solidFill>
                  <a:srgbClr val="0E9F6E"/>
                </a:solidFill>
                <a:latin typeface="Inter"/>
                <a:ea typeface="Inter"/>
                <a:cs typeface="Inter"/>
              </a:defRPr>
            </a:lvl7pPr>
            <a:lvl8pPr algn="l">
              <a:defRPr sz="1744" b="1" i="0" kern="0" spc="-9">
                <a:solidFill>
                  <a:srgbClr val="0E9F6E"/>
                </a:solidFill>
                <a:latin typeface="Inter"/>
                <a:ea typeface="Inter"/>
                <a:cs typeface="Inter"/>
              </a:defRPr>
            </a:lvl8pPr>
            <a:lvl9pPr algn="l">
              <a:defRPr sz="1744" b="1" i="0" kern="0" spc="-9">
                <a:solidFill>
                  <a:srgbClr val="0E9F6E"/>
                </a:solidFill>
                <a:latin typeface="Inter"/>
                <a:ea typeface="Inter"/>
                <a:cs typeface="Inter"/>
              </a:defRPr>
            </a:lvl9pPr>
          </a:lstStyle>
          <a:p>
            <a:pPr algn="l">
              <a:lnSpc>
                <a:spcPct val="100000"/>
              </a:lnSpc>
              <a:buNone/>
              <a:defRPr sz="1744" b="1" i="0" kern="0" spc="-9">
                <a:solidFill>
                  <a:srgbClr val="0E9F6E"/>
                </a:solidFill>
                <a:latin typeface="Inter"/>
                <a:ea typeface="Inter"/>
                <a:cs typeface="Inter"/>
              </a:defRPr>
            </a:pPr>
            <a:r>
              <a:rPr sz="1744" b="1" i="0" kern="0" spc="-9">
                <a:solidFill>
                  <a:srgbClr val="0E9F6E"/>
                </a:solidFill>
                <a:latin typeface="Inter"/>
                <a:ea typeface="Inter"/>
                <a:cs typeface="Inter"/>
              </a:rPr>
              <a:t>PS</a:t>
            </a:r>
          </a:p>
        </p:txBody>
      </p:sp>
      <p:sp>
        <p:nvSpPr>
          <p:cNvPr id="67" name="s22 text 6">
            <a:extLst>
              <a:ext uri="{FF2B5EF4-FFF2-40B4-BE49-F238E27FC236}">
                <a16:creationId xmlns:a16="http://schemas.microsoft.com/office/drawing/2014/main" id="{BDCE9CEF-C06F-444D-A67A-6CD463D18E4C}"/>
              </a:ext>
            </a:extLst>
          </p:cNvPr>
          <p:cNvSpPr>
            <a:spLocks noGrp="1"/>
          </p:cNvSpPr>
          <p:nvPr/>
        </p:nvSpPr>
        <p:spPr>
          <a:xfrm>
            <a:off x="9158622" y="4343177"/>
            <a:ext cx="152400" cy="308146"/>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Inter"/>
                <a:ea typeface="Inter"/>
                <a:cs typeface="Inter"/>
              </a:defRPr>
            </a:defPPr>
            <a:lvl1pPr algn="l">
              <a:defRPr sz="1744" b="0" i="0" kern="0" spc="0">
                <a:solidFill>
                  <a:srgbClr val="0A2540"/>
                </a:solidFill>
                <a:latin typeface="Inter"/>
                <a:ea typeface="Inter"/>
                <a:cs typeface="Inter"/>
              </a:defRPr>
            </a:lvl1pPr>
            <a:lvl2pPr algn="l">
              <a:defRPr sz="1744" b="0" i="0" kern="0" spc="0">
                <a:solidFill>
                  <a:srgbClr val="0A2540"/>
                </a:solidFill>
                <a:latin typeface="Inter"/>
                <a:ea typeface="Inter"/>
                <a:cs typeface="Inter"/>
              </a:defRPr>
            </a:lvl2pPr>
            <a:lvl3pPr algn="l">
              <a:defRPr sz="1744" b="0" i="0" kern="0" spc="0">
                <a:solidFill>
                  <a:srgbClr val="0A2540"/>
                </a:solidFill>
                <a:latin typeface="Inter"/>
                <a:ea typeface="Inter"/>
                <a:cs typeface="Inter"/>
              </a:defRPr>
            </a:lvl3pPr>
            <a:lvl4pPr algn="l">
              <a:defRPr sz="1744" b="0" i="0" kern="0" spc="0">
                <a:solidFill>
                  <a:srgbClr val="0A2540"/>
                </a:solidFill>
                <a:latin typeface="Inter"/>
                <a:ea typeface="Inter"/>
                <a:cs typeface="Inter"/>
              </a:defRPr>
            </a:lvl4pPr>
            <a:lvl5pPr algn="l">
              <a:defRPr sz="1744" b="0" i="0" kern="0" spc="0">
                <a:solidFill>
                  <a:srgbClr val="0A2540"/>
                </a:solidFill>
                <a:latin typeface="Inter"/>
                <a:ea typeface="Inter"/>
                <a:cs typeface="Inter"/>
              </a:defRPr>
            </a:lvl5pPr>
            <a:lvl6pPr algn="l">
              <a:defRPr sz="1744" b="0" i="0" kern="0" spc="0">
                <a:solidFill>
                  <a:srgbClr val="0A2540"/>
                </a:solidFill>
                <a:latin typeface="Inter"/>
                <a:ea typeface="Inter"/>
                <a:cs typeface="Inter"/>
              </a:defRPr>
            </a:lvl6pPr>
            <a:lvl7pPr algn="l">
              <a:defRPr sz="1744" b="0" i="0" kern="0" spc="0">
                <a:solidFill>
                  <a:srgbClr val="0A2540"/>
                </a:solidFill>
                <a:latin typeface="Inter"/>
                <a:ea typeface="Inter"/>
                <a:cs typeface="Inter"/>
              </a:defRPr>
            </a:lvl7pPr>
            <a:lvl8pPr algn="l">
              <a:defRPr sz="1744" b="0" i="0" kern="0" spc="0">
                <a:solidFill>
                  <a:srgbClr val="0A2540"/>
                </a:solidFill>
                <a:latin typeface="Inter"/>
                <a:ea typeface="Inter"/>
                <a:cs typeface="Inter"/>
              </a:defRPr>
            </a:lvl8pPr>
            <a:lvl9pPr algn="l">
              <a:defRPr sz="1744" b="0" i="0" kern="0" spc="0">
                <a:solidFill>
                  <a:srgbClr val="0A2540"/>
                </a:solidFill>
                <a:latin typeface="Inter"/>
                <a:ea typeface="Inter"/>
                <a:cs typeface="Inter"/>
              </a:defRPr>
            </a:lvl9pPr>
          </a:lstStyle>
          <a:p>
            <a:pPr algn="l">
              <a:lnSpc>
                <a:spcPct val="100000"/>
              </a:lnSpc>
              <a:buNone/>
              <a:defRPr sz="1744" b="0" i="0" kern="0" spc="0">
                <a:solidFill>
                  <a:srgbClr val="0A2540"/>
                </a:solidFill>
                <a:latin typeface="Inter"/>
                <a:ea typeface="Inter"/>
                <a:cs typeface="Inter"/>
              </a:defRPr>
            </a:pPr>
            <a:r>
              <a:rPr sz="1744" b="0" i="0" kern="0" spc="0">
                <a:solidFill>
                  <a:srgbClr val="0A2540"/>
                </a:solidFill>
                <a:latin typeface="Inter"/>
                <a:ea typeface="Inter"/>
                <a:cs typeface="Inter"/>
              </a:rPr>
              <a:t>:</a:t>
            </a:r>
          </a:p>
        </p:txBody>
      </p:sp>
      <p:sp>
        <p:nvSpPr>
          <p:cNvPr id="68" name="s22 text 7">
            <a:extLst>
              <a:ext uri="{FF2B5EF4-FFF2-40B4-BE49-F238E27FC236}">
                <a16:creationId xmlns:a16="http://schemas.microsoft.com/office/drawing/2014/main" id="{FF7DF624-C61F-41AE-BCB9-4E49145D84F6}"/>
              </a:ext>
            </a:extLst>
          </p:cNvPr>
          <p:cNvSpPr>
            <a:spLocks noGrp="1"/>
          </p:cNvSpPr>
          <p:nvPr/>
        </p:nvSpPr>
        <p:spPr>
          <a:xfrm>
            <a:off x="9282521" y="4345380"/>
            <a:ext cx="3205848"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½(4,000 + 5,000) × $100 =</a:t>
            </a:r>
          </a:p>
        </p:txBody>
      </p:sp>
      <p:sp>
        <p:nvSpPr>
          <p:cNvPr id="69" name="s22 text 8">
            <a:extLst>
              <a:ext uri="{FF2B5EF4-FFF2-40B4-BE49-F238E27FC236}">
                <a16:creationId xmlns:a16="http://schemas.microsoft.com/office/drawing/2014/main" id="{9095DB70-6B24-40D5-8573-CF43D4DBE375}"/>
              </a:ext>
            </a:extLst>
          </p:cNvPr>
          <p:cNvSpPr>
            <a:spLocks noGrp="1"/>
          </p:cNvSpPr>
          <p:nvPr/>
        </p:nvSpPr>
        <p:spPr>
          <a:xfrm>
            <a:off x="8728211" y="4652561"/>
            <a:ext cx="1082440" cy="316000"/>
          </a:xfrm>
          <a:prstGeom prst="rect">
            <a:avLst/>
          </a:prstGeom>
          <a:noFill/>
          <a:ln w="0">
            <a:noFill/>
            <a:prstDash val="solid"/>
          </a:ln>
        </p:spPr>
        <p:txBody>
          <a:bodyPr wrap="none" lIns="0" tIns="0" rIns="0" bIns="0" anchor="t">
            <a:noAutofit/>
          </a:bodyPr>
          <a:lstStyle>
            <a:defPPr algn="l">
              <a:defRPr sz="1639" b="1" i="0" kern="0" spc="-9">
                <a:solidFill>
                  <a:srgbClr val="0A2540"/>
                </a:solidFill>
                <a:latin typeface="JetBrains Mono"/>
                <a:ea typeface="JetBrains Mono"/>
                <a:cs typeface="JetBrains Mono"/>
              </a:defRPr>
            </a:defPPr>
            <a:lvl1pPr algn="l">
              <a:defRPr sz="1639" b="1" i="0" kern="0" spc="-9">
                <a:solidFill>
                  <a:srgbClr val="0A2540"/>
                </a:solidFill>
                <a:latin typeface="JetBrains Mono"/>
                <a:ea typeface="JetBrains Mono"/>
                <a:cs typeface="JetBrains Mono"/>
              </a:defRPr>
            </a:lvl1pPr>
            <a:lvl2pPr algn="l">
              <a:defRPr sz="1639" b="1" i="0" kern="0" spc="-9">
                <a:solidFill>
                  <a:srgbClr val="0A2540"/>
                </a:solidFill>
                <a:latin typeface="JetBrains Mono"/>
                <a:ea typeface="JetBrains Mono"/>
                <a:cs typeface="JetBrains Mono"/>
              </a:defRPr>
            </a:lvl2pPr>
            <a:lvl3pPr algn="l">
              <a:defRPr sz="1639" b="1" i="0" kern="0" spc="-9">
                <a:solidFill>
                  <a:srgbClr val="0A2540"/>
                </a:solidFill>
                <a:latin typeface="JetBrains Mono"/>
                <a:ea typeface="JetBrains Mono"/>
                <a:cs typeface="JetBrains Mono"/>
              </a:defRPr>
            </a:lvl3pPr>
            <a:lvl4pPr algn="l">
              <a:defRPr sz="1639" b="1" i="0" kern="0" spc="-9">
                <a:solidFill>
                  <a:srgbClr val="0A2540"/>
                </a:solidFill>
                <a:latin typeface="JetBrains Mono"/>
                <a:ea typeface="JetBrains Mono"/>
                <a:cs typeface="JetBrains Mono"/>
              </a:defRPr>
            </a:lvl4pPr>
            <a:lvl5pPr algn="l">
              <a:defRPr sz="1639" b="1" i="0" kern="0" spc="-9">
                <a:solidFill>
                  <a:srgbClr val="0A2540"/>
                </a:solidFill>
                <a:latin typeface="JetBrains Mono"/>
                <a:ea typeface="JetBrains Mono"/>
                <a:cs typeface="JetBrains Mono"/>
              </a:defRPr>
            </a:lvl5pPr>
            <a:lvl6pPr algn="l">
              <a:defRPr sz="1639" b="1" i="0" kern="0" spc="-9">
                <a:solidFill>
                  <a:srgbClr val="0A2540"/>
                </a:solidFill>
                <a:latin typeface="JetBrains Mono"/>
                <a:ea typeface="JetBrains Mono"/>
                <a:cs typeface="JetBrains Mono"/>
              </a:defRPr>
            </a:lvl6pPr>
            <a:lvl7pPr algn="l">
              <a:defRPr sz="1639" b="1" i="0" kern="0" spc="-9">
                <a:solidFill>
                  <a:srgbClr val="0A2540"/>
                </a:solidFill>
                <a:latin typeface="JetBrains Mono"/>
                <a:ea typeface="JetBrains Mono"/>
                <a:cs typeface="JetBrains Mono"/>
              </a:defRPr>
            </a:lvl7pPr>
            <a:lvl8pPr algn="l">
              <a:defRPr sz="1639" b="1" i="0" kern="0" spc="-9">
                <a:solidFill>
                  <a:srgbClr val="0A2540"/>
                </a:solidFill>
                <a:latin typeface="JetBrains Mono"/>
                <a:ea typeface="JetBrains Mono"/>
                <a:cs typeface="JetBrains Mono"/>
              </a:defRPr>
            </a:lvl8pPr>
            <a:lvl9pPr algn="l">
              <a:defRPr sz="1639" b="1" i="0" kern="0" spc="-9">
                <a:solidFill>
                  <a:srgbClr val="0A2540"/>
                </a:solidFill>
                <a:latin typeface="JetBrains Mono"/>
                <a:ea typeface="JetBrains Mono"/>
                <a:cs typeface="JetBrains Mono"/>
              </a:defRPr>
            </a:lvl9pPr>
          </a:lstStyle>
          <a:p>
            <a:pPr algn="l">
              <a:lnSpc>
                <a:spcPct val="100000"/>
              </a:lnSpc>
              <a:buNone/>
              <a:defRPr sz="1639" b="1" i="0" kern="0" spc="-9">
                <a:solidFill>
                  <a:srgbClr val="0A2540"/>
                </a:solidFill>
                <a:latin typeface="JetBrains Mono"/>
                <a:ea typeface="JetBrains Mono"/>
                <a:cs typeface="JetBrains Mono"/>
              </a:defRPr>
            </a:pPr>
            <a:r>
              <a:rPr sz="1639" b="1" i="0" kern="0" spc="-9">
                <a:solidFill>
                  <a:srgbClr val="0A2540"/>
                </a:solidFill>
                <a:latin typeface="JetBrains Mono"/>
                <a:ea typeface="JetBrains Mono"/>
                <a:cs typeface="JetBrains Mono"/>
              </a:rPr>
              <a:t>$450,000</a:t>
            </a:r>
          </a:p>
        </p:txBody>
      </p:sp>
      <p:sp>
        <p:nvSpPr>
          <p:cNvPr id="70" name="s22 text 9">
            <a:extLst>
              <a:ext uri="{FF2B5EF4-FFF2-40B4-BE49-F238E27FC236}">
                <a16:creationId xmlns:a16="http://schemas.microsoft.com/office/drawing/2014/main" id="{817119C9-12DE-4975-A7DA-AF623AAE4CB9}"/>
              </a:ext>
            </a:extLst>
          </p:cNvPr>
          <p:cNvSpPr>
            <a:spLocks noGrp="1"/>
          </p:cNvSpPr>
          <p:nvPr/>
        </p:nvSpPr>
        <p:spPr>
          <a:xfrm>
            <a:off x="8381516" y="5126069"/>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2</a:t>
            </a:r>
          </a:p>
        </p:txBody>
      </p:sp>
      <p:sp>
        <p:nvSpPr>
          <p:cNvPr id="71" name="s22 text 10">
            <a:extLst>
              <a:ext uri="{FF2B5EF4-FFF2-40B4-BE49-F238E27FC236}">
                <a16:creationId xmlns:a16="http://schemas.microsoft.com/office/drawing/2014/main" id="{F3B4D420-1D1E-4C32-BE34-85B3AB79A677}"/>
              </a:ext>
            </a:extLst>
          </p:cNvPr>
          <p:cNvSpPr>
            <a:spLocks noGrp="1"/>
          </p:cNvSpPr>
          <p:nvPr/>
        </p:nvSpPr>
        <p:spPr>
          <a:xfrm>
            <a:off x="8728211" y="5082274"/>
            <a:ext cx="236506" cy="292851"/>
          </a:xfrm>
          <a:prstGeom prst="rect">
            <a:avLst/>
          </a:prstGeom>
          <a:noFill/>
          <a:ln w="0">
            <a:noFill/>
            <a:prstDash val="solid"/>
          </a:ln>
        </p:spPr>
        <p:txBody>
          <a:bodyPr wrap="none" lIns="0" tIns="0" rIns="0" bIns="0" anchor="t">
            <a:noAutofit/>
          </a:bodyPr>
          <a:lstStyle>
            <a:defPPr algn="l">
              <a:defRPr sz="1744" b="0" i="0" kern="0" spc="0">
                <a:solidFill>
                  <a:srgbClr val="1D4ED8"/>
                </a:solidFill>
                <a:latin typeface="Arial"/>
                <a:ea typeface="Arial"/>
                <a:cs typeface="Arial"/>
              </a:defRPr>
            </a:defPPr>
            <a:lvl1pPr algn="l">
              <a:defRPr sz="1744" b="0" i="0" kern="0" spc="0">
                <a:solidFill>
                  <a:srgbClr val="1D4ED8"/>
                </a:solidFill>
                <a:latin typeface="Arial"/>
                <a:ea typeface="Arial"/>
                <a:cs typeface="Arial"/>
              </a:defRPr>
            </a:lvl1pPr>
            <a:lvl2pPr algn="l">
              <a:defRPr sz="1744" b="0" i="0" kern="0" spc="0">
                <a:solidFill>
                  <a:srgbClr val="1D4ED8"/>
                </a:solidFill>
                <a:latin typeface="Arial"/>
                <a:ea typeface="Arial"/>
                <a:cs typeface="Arial"/>
              </a:defRPr>
            </a:lvl2pPr>
            <a:lvl3pPr algn="l">
              <a:defRPr sz="1744" b="0" i="0" kern="0" spc="0">
                <a:solidFill>
                  <a:srgbClr val="1D4ED8"/>
                </a:solidFill>
                <a:latin typeface="Arial"/>
                <a:ea typeface="Arial"/>
                <a:cs typeface="Arial"/>
              </a:defRPr>
            </a:lvl3pPr>
            <a:lvl4pPr algn="l">
              <a:defRPr sz="1744" b="0" i="0" kern="0" spc="0">
                <a:solidFill>
                  <a:srgbClr val="1D4ED8"/>
                </a:solidFill>
                <a:latin typeface="Arial"/>
                <a:ea typeface="Arial"/>
                <a:cs typeface="Arial"/>
              </a:defRPr>
            </a:lvl4pPr>
            <a:lvl5pPr algn="l">
              <a:defRPr sz="1744" b="0" i="0" kern="0" spc="0">
                <a:solidFill>
                  <a:srgbClr val="1D4ED8"/>
                </a:solidFill>
                <a:latin typeface="Arial"/>
                <a:ea typeface="Arial"/>
                <a:cs typeface="Arial"/>
              </a:defRPr>
            </a:lvl5pPr>
            <a:lvl6pPr algn="l">
              <a:defRPr sz="1744" b="0" i="0" kern="0" spc="0">
                <a:solidFill>
                  <a:srgbClr val="1D4ED8"/>
                </a:solidFill>
                <a:latin typeface="Arial"/>
                <a:ea typeface="Arial"/>
                <a:cs typeface="Arial"/>
              </a:defRPr>
            </a:lvl6pPr>
            <a:lvl7pPr algn="l">
              <a:defRPr sz="1744" b="0" i="0" kern="0" spc="0">
                <a:solidFill>
                  <a:srgbClr val="1D4ED8"/>
                </a:solidFill>
                <a:latin typeface="Arial"/>
                <a:ea typeface="Arial"/>
                <a:cs typeface="Arial"/>
              </a:defRPr>
            </a:lvl7pPr>
            <a:lvl8pPr algn="l">
              <a:defRPr sz="1744" b="0" i="0" kern="0" spc="0">
                <a:solidFill>
                  <a:srgbClr val="1D4ED8"/>
                </a:solidFill>
                <a:latin typeface="Arial"/>
                <a:ea typeface="Arial"/>
                <a:cs typeface="Arial"/>
              </a:defRPr>
            </a:lvl8pPr>
            <a:lvl9pPr algn="l">
              <a:defRPr sz="1744" b="0" i="0" kern="0" spc="0">
                <a:solidFill>
                  <a:srgbClr val="1D4ED8"/>
                </a:solidFill>
                <a:latin typeface="Arial"/>
                <a:ea typeface="Arial"/>
                <a:cs typeface="Arial"/>
              </a:defRPr>
            </a:lvl9pPr>
          </a:lstStyle>
          <a:p>
            <a:pPr algn="l">
              <a:lnSpc>
                <a:spcPct val="100000"/>
              </a:lnSpc>
              <a:buNone/>
              <a:defRPr sz="1744" b="0" i="0" kern="0" spc="0">
                <a:solidFill>
                  <a:srgbClr val="1D4ED8"/>
                </a:solidFill>
                <a:latin typeface="Arial"/>
                <a:ea typeface="Arial"/>
                <a:cs typeface="Arial"/>
              </a:defRPr>
            </a:pPr>
            <a:r>
              <a:rPr sz="1744" b="0" i="0" kern="0" spc="0">
                <a:solidFill>
                  <a:srgbClr val="1D4ED8"/>
                </a:solidFill>
                <a:latin typeface="Arial"/>
                <a:ea typeface="Arial"/>
                <a:cs typeface="Arial"/>
              </a:rPr>
              <a:t>Δ</a:t>
            </a:r>
          </a:p>
        </p:txBody>
      </p:sp>
      <p:sp>
        <p:nvSpPr>
          <p:cNvPr id="72" name="s22 text 11">
            <a:extLst>
              <a:ext uri="{FF2B5EF4-FFF2-40B4-BE49-F238E27FC236}">
                <a16:creationId xmlns:a16="http://schemas.microsoft.com/office/drawing/2014/main" id="{89CDCF0F-1B3E-4042-81BB-7EEF4B849429}"/>
              </a:ext>
            </a:extLst>
          </p:cNvPr>
          <p:cNvSpPr>
            <a:spLocks noGrp="1"/>
          </p:cNvSpPr>
          <p:nvPr/>
        </p:nvSpPr>
        <p:spPr>
          <a:xfrm>
            <a:off x="8872343" y="5071839"/>
            <a:ext cx="397383" cy="308146"/>
          </a:xfrm>
          <a:prstGeom prst="rect">
            <a:avLst/>
          </a:prstGeom>
          <a:noFill/>
          <a:ln w="0">
            <a:noFill/>
            <a:prstDash val="solid"/>
          </a:ln>
        </p:spPr>
        <p:txBody>
          <a:bodyPr wrap="none" lIns="0" tIns="0" rIns="0" bIns="0" anchor="t">
            <a:noAutofit/>
          </a:bodyPr>
          <a:lstStyle>
            <a:defPPr algn="l">
              <a:defRPr sz="1744" b="1" i="0" kern="0" spc="-9">
                <a:solidFill>
                  <a:srgbClr val="1D4ED8"/>
                </a:solidFill>
                <a:latin typeface="Inter"/>
                <a:ea typeface="Inter"/>
                <a:cs typeface="Inter"/>
              </a:defRPr>
            </a:defPPr>
            <a:lvl1pPr algn="l">
              <a:defRPr sz="1744" b="1" i="0" kern="0" spc="-9">
                <a:solidFill>
                  <a:srgbClr val="1D4ED8"/>
                </a:solidFill>
                <a:latin typeface="Inter"/>
                <a:ea typeface="Inter"/>
                <a:cs typeface="Inter"/>
              </a:defRPr>
            </a:lvl1pPr>
            <a:lvl2pPr algn="l">
              <a:defRPr sz="1744" b="1" i="0" kern="0" spc="-9">
                <a:solidFill>
                  <a:srgbClr val="1D4ED8"/>
                </a:solidFill>
                <a:latin typeface="Inter"/>
                <a:ea typeface="Inter"/>
                <a:cs typeface="Inter"/>
              </a:defRPr>
            </a:lvl2pPr>
            <a:lvl3pPr algn="l">
              <a:defRPr sz="1744" b="1" i="0" kern="0" spc="-9">
                <a:solidFill>
                  <a:srgbClr val="1D4ED8"/>
                </a:solidFill>
                <a:latin typeface="Inter"/>
                <a:ea typeface="Inter"/>
                <a:cs typeface="Inter"/>
              </a:defRPr>
            </a:lvl3pPr>
            <a:lvl4pPr algn="l">
              <a:defRPr sz="1744" b="1" i="0" kern="0" spc="-9">
                <a:solidFill>
                  <a:srgbClr val="1D4ED8"/>
                </a:solidFill>
                <a:latin typeface="Inter"/>
                <a:ea typeface="Inter"/>
                <a:cs typeface="Inter"/>
              </a:defRPr>
            </a:lvl4pPr>
            <a:lvl5pPr algn="l">
              <a:defRPr sz="1744" b="1" i="0" kern="0" spc="-9">
                <a:solidFill>
                  <a:srgbClr val="1D4ED8"/>
                </a:solidFill>
                <a:latin typeface="Inter"/>
                <a:ea typeface="Inter"/>
                <a:cs typeface="Inter"/>
              </a:defRPr>
            </a:lvl5pPr>
            <a:lvl6pPr algn="l">
              <a:defRPr sz="1744" b="1" i="0" kern="0" spc="-9">
                <a:solidFill>
                  <a:srgbClr val="1D4ED8"/>
                </a:solidFill>
                <a:latin typeface="Inter"/>
                <a:ea typeface="Inter"/>
                <a:cs typeface="Inter"/>
              </a:defRPr>
            </a:lvl6pPr>
            <a:lvl7pPr algn="l">
              <a:defRPr sz="1744" b="1" i="0" kern="0" spc="-9">
                <a:solidFill>
                  <a:srgbClr val="1D4ED8"/>
                </a:solidFill>
                <a:latin typeface="Inter"/>
                <a:ea typeface="Inter"/>
                <a:cs typeface="Inter"/>
              </a:defRPr>
            </a:lvl7pPr>
            <a:lvl8pPr algn="l">
              <a:defRPr sz="1744" b="1" i="0" kern="0" spc="-9">
                <a:solidFill>
                  <a:srgbClr val="1D4ED8"/>
                </a:solidFill>
                <a:latin typeface="Inter"/>
                <a:ea typeface="Inter"/>
                <a:cs typeface="Inter"/>
              </a:defRPr>
            </a:lvl8pPr>
            <a:lvl9pPr algn="l">
              <a:defRPr sz="1744" b="1" i="0" kern="0" spc="-9">
                <a:solidFill>
                  <a:srgbClr val="1D4ED8"/>
                </a:solidFill>
                <a:latin typeface="Inter"/>
                <a:ea typeface="Inter"/>
                <a:cs typeface="Inter"/>
              </a:defRPr>
            </a:lvl9pPr>
          </a:lstStyle>
          <a:p>
            <a:pPr algn="l">
              <a:lnSpc>
                <a:spcPct val="100000"/>
              </a:lnSpc>
              <a:buNone/>
              <a:defRPr sz="1744" b="1" i="0" kern="0" spc="-9">
                <a:solidFill>
                  <a:srgbClr val="1D4ED8"/>
                </a:solidFill>
                <a:latin typeface="Inter"/>
                <a:ea typeface="Inter"/>
                <a:cs typeface="Inter"/>
              </a:defRPr>
            </a:pPr>
            <a:r>
              <a:rPr sz="1744" b="1" i="0" kern="0" spc="-9">
                <a:solidFill>
                  <a:srgbClr val="1D4ED8"/>
                </a:solidFill>
                <a:latin typeface="Inter"/>
                <a:ea typeface="Inter"/>
                <a:cs typeface="Inter"/>
              </a:rPr>
              <a:t>CS</a:t>
            </a:r>
          </a:p>
        </p:txBody>
      </p:sp>
      <p:sp>
        <p:nvSpPr>
          <p:cNvPr id="73" name="s22 text 12">
            <a:extLst>
              <a:ext uri="{FF2B5EF4-FFF2-40B4-BE49-F238E27FC236}">
                <a16:creationId xmlns:a16="http://schemas.microsoft.com/office/drawing/2014/main" id="{9CA68B50-34B0-4E3C-A02B-66C116A842AC}"/>
              </a:ext>
            </a:extLst>
          </p:cNvPr>
          <p:cNvSpPr>
            <a:spLocks noGrp="1"/>
          </p:cNvSpPr>
          <p:nvPr/>
        </p:nvSpPr>
        <p:spPr>
          <a:xfrm>
            <a:off x="9178937" y="5071839"/>
            <a:ext cx="152400" cy="308146"/>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Inter"/>
                <a:ea typeface="Inter"/>
                <a:cs typeface="Inter"/>
              </a:defRPr>
            </a:defPPr>
            <a:lvl1pPr algn="l">
              <a:defRPr sz="1744" b="0" i="0" kern="0" spc="0">
                <a:solidFill>
                  <a:srgbClr val="0A2540"/>
                </a:solidFill>
                <a:latin typeface="Inter"/>
                <a:ea typeface="Inter"/>
                <a:cs typeface="Inter"/>
              </a:defRPr>
            </a:lvl1pPr>
            <a:lvl2pPr algn="l">
              <a:defRPr sz="1744" b="0" i="0" kern="0" spc="0">
                <a:solidFill>
                  <a:srgbClr val="0A2540"/>
                </a:solidFill>
                <a:latin typeface="Inter"/>
                <a:ea typeface="Inter"/>
                <a:cs typeface="Inter"/>
              </a:defRPr>
            </a:lvl2pPr>
            <a:lvl3pPr algn="l">
              <a:defRPr sz="1744" b="0" i="0" kern="0" spc="0">
                <a:solidFill>
                  <a:srgbClr val="0A2540"/>
                </a:solidFill>
                <a:latin typeface="Inter"/>
                <a:ea typeface="Inter"/>
                <a:cs typeface="Inter"/>
              </a:defRPr>
            </a:lvl3pPr>
            <a:lvl4pPr algn="l">
              <a:defRPr sz="1744" b="0" i="0" kern="0" spc="0">
                <a:solidFill>
                  <a:srgbClr val="0A2540"/>
                </a:solidFill>
                <a:latin typeface="Inter"/>
                <a:ea typeface="Inter"/>
                <a:cs typeface="Inter"/>
              </a:defRPr>
            </a:lvl4pPr>
            <a:lvl5pPr algn="l">
              <a:defRPr sz="1744" b="0" i="0" kern="0" spc="0">
                <a:solidFill>
                  <a:srgbClr val="0A2540"/>
                </a:solidFill>
                <a:latin typeface="Inter"/>
                <a:ea typeface="Inter"/>
                <a:cs typeface="Inter"/>
              </a:defRPr>
            </a:lvl5pPr>
            <a:lvl6pPr algn="l">
              <a:defRPr sz="1744" b="0" i="0" kern="0" spc="0">
                <a:solidFill>
                  <a:srgbClr val="0A2540"/>
                </a:solidFill>
                <a:latin typeface="Inter"/>
                <a:ea typeface="Inter"/>
                <a:cs typeface="Inter"/>
              </a:defRPr>
            </a:lvl6pPr>
            <a:lvl7pPr algn="l">
              <a:defRPr sz="1744" b="0" i="0" kern="0" spc="0">
                <a:solidFill>
                  <a:srgbClr val="0A2540"/>
                </a:solidFill>
                <a:latin typeface="Inter"/>
                <a:ea typeface="Inter"/>
                <a:cs typeface="Inter"/>
              </a:defRPr>
            </a:lvl7pPr>
            <a:lvl8pPr algn="l">
              <a:defRPr sz="1744" b="0" i="0" kern="0" spc="0">
                <a:solidFill>
                  <a:srgbClr val="0A2540"/>
                </a:solidFill>
                <a:latin typeface="Inter"/>
                <a:ea typeface="Inter"/>
                <a:cs typeface="Inter"/>
              </a:defRPr>
            </a:lvl8pPr>
            <a:lvl9pPr algn="l">
              <a:defRPr sz="1744" b="0" i="0" kern="0" spc="0">
                <a:solidFill>
                  <a:srgbClr val="0A2540"/>
                </a:solidFill>
                <a:latin typeface="Inter"/>
                <a:ea typeface="Inter"/>
                <a:cs typeface="Inter"/>
              </a:defRPr>
            </a:lvl9pPr>
          </a:lstStyle>
          <a:p>
            <a:pPr algn="l">
              <a:lnSpc>
                <a:spcPct val="100000"/>
              </a:lnSpc>
              <a:buNone/>
              <a:defRPr sz="1744" b="0" i="0" kern="0" spc="0">
                <a:solidFill>
                  <a:srgbClr val="0A2540"/>
                </a:solidFill>
                <a:latin typeface="Inter"/>
                <a:ea typeface="Inter"/>
                <a:cs typeface="Inter"/>
              </a:defRPr>
            </a:pPr>
            <a:r>
              <a:rPr sz="1744" b="0" i="0" kern="0" spc="0">
                <a:solidFill>
                  <a:srgbClr val="0A2540"/>
                </a:solidFill>
                <a:latin typeface="Inter"/>
                <a:ea typeface="Inter"/>
                <a:cs typeface="Inter"/>
              </a:rPr>
              <a:t>:</a:t>
            </a:r>
          </a:p>
        </p:txBody>
      </p:sp>
      <p:sp>
        <p:nvSpPr>
          <p:cNvPr id="74" name="s22 text 13">
            <a:extLst>
              <a:ext uri="{FF2B5EF4-FFF2-40B4-BE49-F238E27FC236}">
                <a16:creationId xmlns:a16="http://schemas.microsoft.com/office/drawing/2014/main" id="{92389E00-C64C-4665-88D1-FAC9B79D0E78}"/>
              </a:ext>
            </a:extLst>
          </p:cNvPr>
          <p:cNvSpPr>
            <a:spLocks noGrp="1"/>
          </p:cNvSpPr>
          <p:nvPr/>
        </p:nvSpPr>
        <p:spPr>
          <a:xfrm>
            <a:off x="9302836" y="5074043"/>
            <a:ext cx="3330721"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−½(7,000 + 6,000) × $100 =</a:t>
            </a:r>
          </a:p>
        </p:txBody>
      </p:sp>
      <p:sp>
        <p:nvSpPr>
          <p:cNvPr id="75" name="s22 text 14">
            <a:extLst>
              <a:ext uri="{FF2B5EF4-FFF2-40B4-BE49-F238E27FC236}">
                <a16:creationId xmlns:a16="http://schemas.microsoft.com/office/drawing/2014/main" id="{83243D6C-6720-4241-B7F2-0317AB3BA226}"/>
              </a:ext>
            </a:extLst>
          </p:cNvPr>
          <p:cNvSpPr>
            <a:spLocks noGrp="1"/>
          </p:cNvSpPr>
          <p:nvPr/>
        </p:nvSpPr>
        <p:spPr>
          <a:xfrm>
            <a:off x="12642651" y="5074043"/>
            <a:ext cx="208169" cy="316000"/>
          </a:xfrm>
          <a:prstGeom prst="rect">
            <a:avLst/>
          </a:prstGeom>
          <a:noFill/>
          <a:ln w="0">
            <a:noFill/>
            <a:prstDash val="solid"/>
          </a:ln>
        </p:spPr>
        <p:txBody>
          <a:bodyPr wrap="none" lIns="0" tIns="0" rIns="0" bIns="0" anchor="t">
            <a:noAutofit/>
          </a:bodyPr>
          <a:lstStyle>
            <a:defPPr algn="l">
              <a:defRPr sz="1639" b="1" i="0" kern="0" spc="0">
                <a:solidFill>
                  <a:srgbClr val="0A2540"/>
                </a:solidFill>
                <a:latin typeface="JetBrains Mono"/>
                <a:ea typeface="JetBrains Mono"/>
                <a:cs typeface="JetBrains Mono"/>
              </a:defRPr>
            </a:defPPr>
            <a:lvl1pPr algn="l">
              <a:defRPr sz="1639" b="1" i="0" kern="0" spc="0">
                <a:solidFill>
                  <a:srgbClr val="0A2540"/>
                </a:solidFill>
                <a:latin typeface="JetBrains Mono"/>
                <a:ea typeface="JetBrains Mono"/>
                <a:cs typeface="JetBrains Mono"/>
              </a:defRPr>
            </a:lvl1pPr>
            <a:lvl2pPr algn="l">
              <a:defRPr sz="1639" b="1" i="0" kern="0" spc="0">
                <a:solidFill>
                  <a:srgbClr val="0A2540"/>
                </a:solidFill>
                <a:latin typeface="JetBrains Mono"/>
                <a:ea typeface="JetBrains Mono"/>
                <a:cs typeface="JetBrains Mono"/>
              </a:defRPr>
            </a:lvl2pPr>
            <a:lvl3pPr algn="l">
              <a:defRPr sz="1639" b="1" i="0" kern="0" spc="0">
                <a:solidFill>
                  <a:srgbClr val="0A2540"/>
                </a:solidFill>
                <a:latin typeface="JetBrains Mono"/>
                <a:ea typeface="JetBrains Mono"/>
                <a:cs typeface="JetBrains Mono"/>
              </a:defRPr>
            </a:lvl3pPr>
            <a:lvl4pPr algn="l">
              <a:defRPr sz="1639" b="1" i="0" kern="0" spc="0">
                <a:solidFill>
                  <a:srgbClr val="0A2540"/>
                </a:solidFill>
                <a:latin typeface="JetBrains Mono"/>
                <a:ea typeface="JetBrains Mono"/>
                <a:cs typeface="JetBrains Mono"/>
              </a:defRPr>
            </a:lvl4pPr>
            <a:lvl5pPr algn="l">
              <a:defRPr sz="1639" b="1" i="0" kern="0" spc="0">
                <a:solidFill>
                  <a:srgbClr val="0A2540"/>
                </a:solidFill>
                <a:latin typeface="JetBrains Mono"/>
                <a:ea typeface="JetBrains Mono"/>
                <a:cs typeface="JetBrains Mono"/>
              </a:defRPr>
            </a:lvl5pPr>
            <a:lvl6pPr algn="l">
              <a:defRPr sz="1639" b="1" i="0" kern="0" spc="0">
                <a:solidFill>
                  <a:srgbClr val="0A2540"/>
                </a:solidFill>
                <a:latin typeface="JetBrains Mono"/>
                <a:ea typeface="JetBrains Mono"/>
                <a:cs typeface="JetBrains Mono"/>
              </a:defRPr>
            </a:lvl6pPr>
            <a:lvl7pPr algn="l">
              <a:defRPr sz="1639" b="1" i="0" kern="0" spc="0">
                <a:solidFill>
                  <a:srgbClr val="0A2540"/>
                </a:solidFill>
                <a:latin typeface="JetBrains Mono"/>
                <a:ea typeface="JetBrains Mono"/>
                <a:cs typeface="JetBrains Mono"/>
              </a:defRPr>
            </a:lvl7pPr>
            <a:lvl8pPr algn="l">
              <a:defRPr sz="1639" b="1" i="0" kern="0" spc="0">
                <a:solidFill>
                  <a:srgbClr val="0A2540"/>
                </a:solidFill>
                <a:latin typeface="JetBrains Mono"/>
                <a:ea typeface="JetBrains Mono"/>
                <a:cs typeface="JetBrains Mono"/>
              </a:defRPr>
            </a:lvl8pPr>
            <a:lvl9pPr algn="l">
              <a:defRPr sz="1639" b="1" i="0" kern="0" spc="0">
                <a:solidFill>
                  <a:srgbClr val="0A2540"/>
                </a:solidFill>
                <a:latin typeface="JetBrains Mono"/>
                <a:ea typeface="JetBrains Mono"/>
                <a:cs typeface="JetBrains Mono"/>
              </a:defRPr>
            </a:lvl9pPr>
          </a:lstStyle>
          <a:p>
            <a:pPr algn="l">
              <a:lnSpc>
                <a:spcPct val="100000"/>
              </a:lnSpc>
              <a:buNone/>
              <a:defRPr sz="1639" b="1" i="0" kern="0" spc="0">
                <a:solidFill>
                  <a:srgbClr val="0A2540"/>
                </a:solidFill>
                <a:latin typeface="JetBrains Mono"/>
                <a:ea typeface="JetBrains Mono"/>
                <a:cs typeface="JetBrains Mono"/>
              </a:defRPr>
            </a:pPr>
            <a:r>
              <a:rPr sz="1639" b="1" i="0" kern="0" spc="0">
                <a:solidFill>
                  <a:srgbClr val="0A2540"/>
                </a:solidFill>
                <a:latin typeface="JetBrains Mono"/>
                <a:ea typeface="JetBrains Mono"/>
                <a:cs typeface="JetBrains Mono"/>
              </a:rPr>
              <a:t>−</a:t>
            </a:r>
          </a:p>
        </p:txBody>
      </p:sp>
      <p:sp>
        <p:nvSpPr>
          <p:cNvPr id="76" name="s22 text 15">
            <a:extLst>
              <a:ext uri="{FF2B5EF4-FFF2-40B4-BE49-F238E27FC236}">
                <a16:creationId xmlns:a16="http://schemas.microsoft.com/office/drawing/2014/main" id="{4ACC3352-9BF8-4CAF-A4D3-5C150F4CC421}"/>
              </a:ext>
            </a:extLst>
          </p:cNvPr>
          <p:cNvSpPr>
            <a:spLocks noGrp="1"/>
          </p:cNvSpPr>
          <p:nvPr/>
        </p:nvSpPr>
        <p:spPr>
          <a:xfrm>
            <a:off x="8728211" y="5374080"/>
            <a:ext cx="1082440" cy="316000"/>
          </a:xfrm>
          <a:prstGeom prst="rect">
            <a:avLst/>
          </a:prstGeom>
          <a:noFill/>
          <a:ln w="0">
            <a:noFill/>
            <a:prstDash val="solid"/>
          </a:ln>
        </p:spPr>
        <p:txBody>
          <a:bodyPr wrap="none" lIns="0" tIns="0" rIns="0" bIns="0" anchor="t">
            <a:noAutofit/>
          </a:bodyPr>
          <a:lstStyle>
            <a:defPPr algn="l">
              <a:defRPr sz="1639" b="1" i="0" kern="0" spc="-9">
                <a:solidFill>
                  <a:srgbClr val="0A2540"/>
                </a:solidFill>
                <a:latin typeface="JetBrains Mono"/>
                <a:ea typeface="JetBrains Mono"/>
                <a:cs typeface="JetBrains Mono"/>
              </a:defRPr>
            </a:defPPr>
            <a:lvl1pPr algn="l">
              <a:defRPr sz="1639" b="1" i="0" kern="0" spc="-9">
                <a:solidFill>
                  <a:srgbClr val="0A2540"/>
                </a:solidFill>
                <a:latin typeface="JetBrains Mono"/>
                <a:ea typeface="JetBrains Mono"/>
                <a:cs typeface="JetBrains Mono"/>
              </a:defRPr>
            </a:lvl1pPr>
            <a:lvl2pPr algn="l">
              <a:defRPr sz="1639" b="1" i="0" kern="0" spc="-9">
                <a:solidFill>
                  <a:srgbClr val="0A2540"/>
                </a:solidFill>
                <a:latin typeface="JetBrains Mono"/>
                <a:ea typeface="JetBrains Mono"/>
                <a:cs typeface="JetBrains Mono"/>
              </a:defRPr>
            </a:lvl2pPr>
            <a:lvl3pPr algn="l">
              <a:defRPr sz="1639" b="1" i="0" kern="0" spc="-9">
                <a:solidFill>
                  <a:srgbClr val="0A2540"/>
                </a:solidFill>
                <a:latin typeface="JetBrains Mono"/>
                <a:ea typeface="JetBrains Mono"/>
                <a:cs typeface="JetBrains Mono"/>
              </a:defRPr>
            </a:lvl3pPr>
            <a:lvl4pPr algn="l">
              <a:defRPr sz="1639" b="1" i="0" kern="0" spc="-9">
                <a:solidFill>
                  <a:srgbClr val="0A2540"/>
                </a:solidFill>
                <a:latin typeface="JetBrains Mono"/>
                <a:ea typeface="JetBrains Mono"/>
                <a:cs typeface="JetBrains Mono"/>
              </a:defRPr>
            </a:lvl4pPr>
            <a:lvl5pPr algn="l">
              <a:defRPr sz="1639" b="1" i="0" kern="0" spc="-9">
                <a:solidFill>
                  <a:srgbClr val="0A2540"/>
                </a:solidFill>
                <a:latin typeface="JetBrains Mono"/>
                <a:ea typeface="JetBrains Mono"/>
                <a:cs typeface="JetBrains Mono"/>
              </a:defRPr>
            </a:lvl5pPr>
            <a:lvl6pPr algn="l">
              <a:defRPr sz="1639" b="1" i="0" kern="0" spc="-9">
                <a:solidFill>
                  <a:srgbClr val="0A2540"/>
                </a:solidFill>
                <a:latin typeface="JetBrains Mono"/>
                <a:ea typeface="JetBrains Mono"/>
                <a:cs typeface="JetBrains Mono"/>
              </a:defRPr>
            </a:lvl6pPr>
            <a:lvl7pPr algn="l">
              <a:defRPr sz="1639" b="1" i="0" kern="0" spc="-9">
                <a:solidFill>
                  <a:srgbClr val="0A2540"/>
                </a:solidFill>
                <a:latin typeface="JetBrains Mono"/>
                <a:ea typeface="JetBrains Mono"/>
                <a:cs typeface="JetBrains Mono"/>
              </a:defRPr>
            </a:lvl7pPr>
            <a:lvl8pPr algn="l">
              <a:defRPr sz="1639" b="1" i="0" kern="0" spc="-9">
                <a:solidFill>
                  <a:srgbClr val="0A2540"/>
                </a:solidFill>
                <a:latin typeface="JetBrains Mono"/>
                <a:ea typeface="JetBrains Mono"/>
                <a:cs typeface="JetBrains Mono"/>
              </a:defRPr>
            </a:lvl8pPr>
            <a:lvl9pPr algn="l">
              <a:defRPr sz="1639" b="1" i="0" kern="0" spc="-9">
                <a:solidFill>
                  <a:srgbClr val="0A2540"/>
                </a:solidFill>
                <a:latin typeface="JetBrains Mono"/>
                <a:ea typeface="JetBrains Mono"/>
                <a:cs typeface="JetBrains Mono"/>
              </a:defRPr>
            </a:lvl9pPr>
          </a:lstStyle>
          <a:p>
            <a:pPr algn="l">
              <a:lnSpc>
                <a:spcPct val="100000"/>
              </a:lnSpc>
              <a:buNone/>
              <a:defRPr sz="1639" b="1" i="0" kern="0" spc="-9">
                <a:solidFill>
                  <a:srgbClr val="0A2540"/>
                </a:solidFill>
                <a:latin typeface="JetBrains Mono"/>
                <a:ea typeface="JetBrains Mono"/>
                <a:cs typeface="JetBrains Mono"/>
              </a:defRPr>
            </a:pPr>
            <a:r>
              <a:rPr sz="1639" b="1" i="0" kern="0" spc="-9">
                <a:solidFill>
                  <a:srgbClr val="0A2540"/>
                </a:solidFill>
                <a:latin typeface="JetBrains Mono"/>
                <a:ea typeface="JetBrains Mono"/>
                <a:cs typeface="JetBrains Mono"/>
              </a:rPr>
              <a:t>$650,000</a:t>
            </a:r>
          </a:p>
        </p:txBody>
      </p:sp>
      <p:sp>
        <p:nvSpPr>
          <p:cNvPr id="77" name="s22 text 16">
            <a:extLst>
              <a:ext uri="{FF2B5EF4-FFF2-40B4-BE49-F238E27FC236}">
                <a16:creationId xmlns:a16="http://schemas.microsoft.com/office/drawing/2014/main" id="{97D6CA4E-F77F-49FC-A4B5-17F3CA945908}"/>
              </a:ext>
            </a:extLst>
          </p:cNvPr>
          <p:cNvSpPr>
            <a:spLocks noGrp="1"/>
          </p:cNvSpPr>
          <p:nvPr/>
        </p:nvSpPr>
        <p:spPr>
          <a:xfrm>
            <a:off x="8381516" y="5854732"/>
            <a:ext cx="157162" cy="238573"/>
          </a:xfrm>
          <a:prstGeom prst="rect">
            <a:avLst/>
          </a:prstGeom>
          <a:noFill/>
          <a:ln w="0">
            <a:noFill/>
            <a:prstDash val="solid"/>
          </a:ln>
        </p:spPr>
        <p:txBody>
          <a:bodyPr wrap="none" lIns="0" tIns="0" rIns="0" bIns="0" anchor="t">
            <a:noAutofit/>
          </a:bodyPr>
          <a:lstStyle>
            <a:defPPr algn="l">
              <a:defRPr sz="1237" b="1" i="0" kern="0" spc="0">
                <a:solidFill>
                  <a:srgbClr val="0A2540"/>
                </a:solidFill>
                <a:latin typeface="JetBrains Mono"/>
                <a:ea typeface="JetBrains Mono"/>
                <a:cs typeface="JetBrains Mono"/>
              </a:defRPr>
            </a:defPPr>
            <a:lvl1pPr algn="l">
              <a:defRPr sz="1237" b="1" i="0" kern="0" spc="0">
                <a:solidFill>
                  <a:srgbClr val="0A2540"/>
                </a:solidFill>
                <a:latin typeface="JetBrains Mono"/>
                <a:ea typeface="JetBrains Mono"/>
                <a:cs typeface="JetBrains Mono"/>
              </a:defRPr>
            </a:lvl1pPr>
            <a:lvl2pPr algn="l">
              <a:defRPr sz="1237" b="1" i="0" kern="0" spc="0">
                <a:solidFill>
                  <a:srgbClr val="0A2540"/>
                </a:solidFill>
                <a:latin typeface="JetBrains Mono"/>
                <a:ea typeface="JetBrains Mono"/>
                <a:cs typeface="JetBrains Mono"/>
              </a:defRPr>
            </a:lvl2pPr>
            <a:lvl3pPr algn="l">
              <a:defRPr sz="1237" b="1" i="0" kern="0" spc="0">
                <a:solidFill>
                  <a:srgbClr val="0A2540"/>
                </a:solidFill>
                <a:latin typeface="JetBrains Mono"/>
                <a:ea typeface="JetBrains Mono"/>
                <a:cs typeface="JetBrains Mono"/>
              </a:defRPr>
            </a:lvl3pPr>
            <a:lvl4pPr algn="l">
              <a:defRPr sz="1237" b="1" i="0" kern="0" spc="0">
                <a:solidFill>
                  <a:srgbClr val="0A2540"/>
                </a:solidFill>
                <a:latin typeface="JetBrains Mono"/>
                <a:ea typeface="JetBrains Mono"/>
                <a:cs typeface="JetBrains Mono"/>
              </a:defRPr>
            </a:lvl4pPr>
            <a:lvl5pPr algn="l">
              <a:defRPr sz="1237" b="1" i="0" kern="0" spc="0">
                <a:solidFill>
                  <a:srgbClr val="0A2540"/>
                </a:solidFill>
                <a:latin typeface="JetBrains Mono"/>
                <a:ea typeface="JetBrains Mono"/>
                <a:cs typeface="JetBrains Mono"/>
              </a:defRPr>
            </a:lvl5pPr>
            <a:lvl6pPr algn="l">
              <a:defRPr sz="1237" b="1" i="0" kern="0" spc="0">
                <a:solidFill>
                  <a:srgbClr val="0A2540"/>
                </a:solidFill>
                <a:latin typeface="JetBrains Mono"/>
                <a:ea typeface="JetBrains Mono"/>
                <a:cs typeface="JetBrains Mono"/>
              </a:defRPr>
            </a:lvl6pPr>
            <a:lvl7pPr algn="l">
              <a:defRPr sz="1237" b="1" i="0" kern="0" spc="0">
                <a:solidFill>
                  <a:srgbClr val="0A2540"/>
                </a:solidFill>
                <a:latin typeface="JetBrains Mono"/>
                <a:ea typeface="JetBrains Mono"/>
                <a:cs typeface="JetBrains Mono"/>
              </a:defRPr>
            </a:lvl7pPr>
            <a:lvl8pPr algn="l">
              <a:defRPr sz="1237" b="1" i="0" kern="0" spc="0">
                <a:solidFill>
                  <a:srgbClr val="0A2540"/>
                </a:solidFill>
                <a:latin typeface="JetBrains Mono"/>
                <a:ea typeface="JetBrains Mono"/>
                <a:cs typeface="JetBrains Mono"/>
              </a:defRPr>
            </a:lvl8pPr>
            <a:lvl9pPr algn="l">
              <a:defRPr sz="1237" b="1" i="0" kern="0" spc="0">
                <a:solidFill>
                  <a:srgbClr val="0A2540"/>
                </a:solidFill>
                <a:latin typeface="JetBrains Mono"/>
                <a:ea typeface="JetBrains Mono"/>
                <a:cs typeface="JetBrains Mono"/>
              </a:defRPr>
            </a:lvl9pPr>
          </a:lstStyle>
          <a:p>
            <a:pPr algn="l">
              <a:lnSpc>
                <a:spcPct val="100000"/>
              </a:lnSpc>
              <a:buNone/>
              <a:defRPr sz="1237" b="1" i="0" kern="0" spc="0">
                <a:solidFill>
                  <a:srgbClr val="0A2540"/>
                </a:solidFill>
                <a:latin typeface="JetBrains Mono"/>
                <a:ea typeface="JetBrains Mono"/>
                <a:cs typeface="JetBrains Mono"/>
              </a:defRPr>
            </a:pPr>
            <a:r>
              <a:rPr sz="1237" b="1" i="0" kern="0" spc="0">
                <a:solidFill>
                  <a:srgbClr val="0A2540"/>
                </a:solidFill>
                <a:latin typeface="JetBrains Mono"/>
                <a:ea typeface="JetBrains Mono"/>
                <a:cs typeface="JetBrains Mono"/>
              </a:rPr>
              <a:t>3</a:t>
            </a:r>
          </a:p>
        </p:txBody>
      </p:sp>
      <p:sp>
        <p:nvSpPr>
          <p:cNvPr id="78" name="s22 text 17">
            <a:extLst>
              <a:ext uri="{FF2B5EF4-FFF2-40B4-BE49-F238E27FC236}">
                <a16:creationId xmlns:a16="http://schemas.microsoft.com/office/drawing/2014/main" id="{5CDB2C74-0131-4ED5-866E-BF80CCFBC5EE}"/>
              </a:ext>
            </a:extLst>
          </p:cNvPr>
          <p:cNvSpPr>
            <a:spLocks noGrp="1"/>
          </p:cNvSpPr>
          <p:nvPr/>
        </p:nvSpPr>
        <p:spPr>
          <a:xfrm>
            <a:off x="8728211" y="5793358"/>
            <a:ext cx="598075" cy="308146"/>
          </a:xfrm>
          <a:prstGeom prst="rect">
            <a:avLst/>
          </a:prstGeom>
          <a:noFill/>
          <a:ln w="0">
            <a:noFill/>
            <a:prstDash val="solid"/>
          </a:ln>
        </p:spPr>
        <p:txBody>
          <a:bodyPr wrap="none" lIns="0" tIns="0" rIns="0" bIns="0" anchor="t">
            <a:noAutofit/>
          </a:bodyPr>
          <a:lstStyle>
            <a:defPPr algn="l">
              <a:defRPr sz="1744" b="1" i="0" kern="0" spc="-9">
                <a:solidFill>
                  <a:srgbClr val="DC2626"/>
                </a:solidFill>
                <a:latin typeface="Inter"/>
                <a:ea typeface="Inter"/>
                <a:cs typeface="Inter"/>
              </a:defRPr>
            </a:defPPr>
            <a:lvl1pPr algn="l">
              <a:defRPr sz="1744" b="1" i="0" kern="0" spc="-9">
                <a:solidFill>
                  <a:srgbClr val="DC2626"/>
                </a:solidFill>
                <a:latin typeface="Inter"/>
                <a:ea typeface="Inter"/>
                <a:cs typeface="Inter"/>
              </a:defRPr>
            </a:lvl1pPr>
            <a:lvl2pPr algn="l">
              <a:defRPr sz="1744" b="1" i="0" kern="0" spc="-9">
                <a:solidFill>
                  <a:srgbClr val="DC2626"/>
                </a:solidFill>
                <a:latin typeface="Inter"/>
                <a:ea typeface="Inter"/>
                <a:cs typeface="Inter"/>
              </a:defRPr>
            </a:lvl2pPr>
            <a:lvl3pPr algn="l">
              <a:defRPr sz="1744" b="1" i="0" kern="0" spc="-9">
                <a:solidFill>
                  <a:srgbClr val="DC2626"/>
                </a:solidFill>
                <a:latin typeface="Inter"/>
                <a:ea typeface="Inter"/>
                <a:cs typeface="Inter"/>
              </a:defRPr>
            </a:lvl3pPr>
            <a:lvl4pPr algn="l">
              <a:defRPr sz="1744" b="1" i="0" kern="0" spc="-9">
                <a:solidFill>
                  <a:srgbClr val="DC2626"/>
                </a:solidFill>
                <a:latin typeface="Inter"/>
                <a:ea typeface="Inter"/>
                <a:cs typeface="Inter"/>
              </a:defRPr>
            </a:lvl4pPr>
            <a:lvl5pPr algn="l">
              <a:defRPr sz="1744" b="1" i="0" kern="0" spc="-9">
                <a:solidFill>
                  <a:srgbClr val="DC2626"/>
                </a:solidFill>
                <a:latin typeface="Inter"/>
                <a:ea typeface="Inter"/>
                <a:cs typeface="Inter"/>
              </a:defRPr>
            </a:lvl5pPr>
            <a:lvl6pPr algn="l">
              <a:defRPr sz="1744" b="1" i="0" kern="0" spc="-9">
                <a:solidFill>
                  <a:srgbClr val="DC2626"/>
                </a:solidFill>
                <a:latin typeface="Inter"/>
                <a:ea typeface="Inter"/>
                <a:cs typeface="Inter"/>
              </a:defRPr>
            </a:lvl6pPr>
            <a:lvl7pPr algn="l">
              <a:defRPr sz="1744" b="1" i="0" kern="0" spc="-9">
                <a:solidFill>
                  <a:srgbClr val="DC2626"/>
                </a:solidFill>
                <a:latin typeface="Inter"/>
                <a:ea typeface="Inter"/>
                <a:cs typeface="Inter"/>
              </a:defRPr>
            </a:lvl7pPr>
            <a:lvl8pPr algn="l">
              <a:defRPr sz="1744" b="1" i="0" kern="0" spc="-9">
                <a:solidFill>
                  <a:srgbClr val="DC2626"/>
                </a:solidFill>
                <a:latin typeface="Inter"/>
                <a:ea typeface="Inter"/>
                <a:cs typeface="Inter"/>
              </a:defRPr>
            </a:lvl8pPr>
            <a:lvl9pPr algn="l">
              <a:defRPr sz="1744" b="1" i="0" kern="0" spc="-9">
                <a:solidFill>
                  <a:srgbClr val="DC2626"/>
                </a:solidFill>
                <a:latin typeface="Inter"/>
                <a:ea typeface="Inter"/>
                <a:cs typeface="Inter"/>
              </a:defRPr>
            </a:lvl9pPr>
          </a:lstStyle>
          <a:p>
            <a:pPr algn="l">
              <a:lnSpc>
                <a:spcPct val="100000"/>
              </a:lnSpc>
              <a:buNone/>
              <a:defRPr sz="1744" b="1" i="0" kern="0" spc="-9">
                <a:solidFill>
                  <a:srgbClr val="DC2626"/>
                </a:solidFill>
                <a:latin typeface="Inter"/>
                <a:ea typeface="Inter"/>
                <a:cs typeface="Inter"/>
              </a:defRPr>
            </a:pPr>
            <a:r>
              <a:rPr sz="1744" b="1" i="0" kern="0" spc="-9">
                <a:solidFill>
                  <a:srgbClr val="DC2626"/>
                </a:solidFill>
                <a:latin typeface="Inter"/>
                <a:ea typeface="Inter"/>
                <a:cs typeface="Inter"/>
              </a:rPr>
              <a:t>DWL</a:t>
            </a:r>
          </a:p>
        </p:txBody>
      </p:sp>
      <p:sp>
        <p:nvSpPr>
          <p:cNvPr id="79" name="s22 text 18">
            <a:extLst>
              <a:ext uri="{FF2B5EF4-FFF2-40B4-BE49-F238E27FC236}">
                <a16:creationId xmlns:a16="http://schemas.microsoft.com/office/drawing/2014/main" id="{44EA121E-69DA-47C2-B462-F8CB52B429C8}"/>
              </a:ext>
            </a:extLst>
          </p:cNvPr>
          <p:cNvSpPr>
            <a:spLocks noGrp="1"/>
          </p:cNvSpPr>
          <p:nvPr/>
        </p:nvSpPr>
        <p:spPr>
          <a:xfrm>
            <a:off x="9234301" y="5793358"/>
            <a:ext cx="152400" cy="308146"/>
          </a:xfrm>
          <a:prstGeom prst="rect">
            <a:avLst/>
          </a:prstGeom>
          <a:noFill/>
          <a:ln w="0">
            <a:noFill/>
            <a:prstDash val="solid"/>
          </a:ln>
        </p:spPr>
        <p:txBody>
          <a:bodyPr wrap="none" lIns="0" tIns="0" rIns="0" bIns="0" anchor="t">
            <a:noAutofit/>
          </a:bodyPr>
          <a:lstStyle>
            <a:defPPr algn="l">
              <a:defRPr sz="1744" b="0" i="0" kern="0" spc="0">
                <a:solidFill>
                  <a:srgbClr val="0A2540"/>
                </a:solidFill>
                <a:latin typeface="Inter"/>
                <a:ea typeface="Inter"/>
                <a:cs typeface="Inter"/>
              </a:defRPr>
            </a:defPPr>
            <a:lvl1pPr algn="l">
              <a:defRPr sz="1744" b="0" i="0" kern="0" spc="0">
                <a:solidFill>
                  <a:srgbClr val="0A2540"/>
                </a:solidFill>
                <a:latin typeface="Inter"/>
                <a:ea typeface="Inter"/>
                <a:cs typeface="Inter"/>
              </a:defRPr>
            </a:lvl1pPr>
            <a:lvl2pPr algn="l">
              <a:defRPr sz="1744" b="0" i="0" kern="0" spc="0">
                <a:solidFill>
                  <a:srgbClr val="0A2540"/>
                </a:solidFill>
                <a:latin typeface="Inter"/>
                <a:ea typeface="Inter"/>
                <a:cs typeface="Inter"/>
              </a:defRPr>
            </a:lvl2pPr>
            <a:lvl3pPr algn="l">
              <a:defRPr sz="1744" b="0" i="0" kern="0" spc="0">
                <a:solidFill>
                  <a:srgbClr val="0A2540"/>
                </a:solidFill>
                <a:latin typeface="Inter"/>
                <a:ea typeface="Inter"/>
                <a:cs typeface="Inter"/>
              </a:defRPr>
            </a:lvl3pPr>
            <a:lvl4pPr algn="l">
              <a:defRPr sz="1744" b="0" i="0" kern="0" spc="0">
                <a:solidFill>
                  <a:srgbClr val="0A2540"/>
                </a:solidFill>
                <a:latin typeface="Inter"/>
                <a:ea typeface="Inter"/>
                <a:cs typeface="Inter"/>
              </a:defRPr>
            </a:lvl4pPr>
            <a:lvl5pPr algn="l">
              <a:defRPr sz="1744" b="0" i="0" kern="0" spc="0">
                <a:solidFill>
                  <a:srgbClr val="0A2540"/>
                </a:solidFill>
                <a:latin typeface="Inter"/>
                <a:ea typeface="Inter"/>
                <a:cs typeface="Inter"/>
              </a:defRPr>
            </a:lvl5pPr>
            <a:lvl6pPr algn="l">
              <a:defRPr sz="1744" b="0" i="0" kern="0" spc="0">
                <a:solidFill>
                  <a:srgbClr val="0A2540"/>
                </a:solidFill>
                <a:latin typeface="Inter"/>
                <a:ea typeface="Inter"/>
                <a:cs typeface="Inter"/>
              </a:defRPr>
            </a:lvl6pPr>
            <a:lvl7pPr algn="l">
              <a:defRPr sz="1744" b="0" i="0" kern="0" spc="0">
                <a:solidFill>
                  <a:srgbClr val="0A2540"/>
                </a:solidFill>
                <a:latin typeface="Inter"/>
                <a:ea typeface="Inter"/>
                <a:cs typeface="Inter"/>
              </a:defRPr>
            </a:lvl7pPr>
            <a:lvl8pPr algn="l">
              <a:defRPr sz="1744" b="0" i="0" kern="0" spc="0">
                <a:solidFill>
                  <a:srgbClr val="0A2540"/>
                </a:solidFill>
                <a:latin typeface="Inter"/>
                <a:ea typeface="Inter"/>
                <a:cs typeface="Inter"/>
              </a:defRPr>
            </a:lvl8pPr>
            <a:lvl9pPr algn="l">
              <a:defRPr sz="1744" b="0" i="0" kern="0" spc="0">
                <a:solidFill>
                  <a:srgbClr val="0A2540"/>
                </a:solidFill>
                <a:latin typeface="Inter"/>
                <a:ea typeface="Inter"/>
                <a:cs typeface="Inter"/>
              </a:defRPr>
            </a:lvl9pPr>
          </a:lstStyle>
          <a:p>
            <a:pPr algn="l">
              <a:lnSpc>
                <a:spcPct val="100000"/>
              </a:lnSpc>
              <a:buNone/>
              <a:defRPr sz="1744" b="0" i="0" kern="0" spc="0">
                <a:solidFill>
                  <a:srgbClr val="0A2540"/>
                </a:solidFill>
                <a:latin typeface="Inter"/>
                <a:ea typeface="Inter"/>
                <a:cs typeface="Inter"/>
              </a:defRPr>
            </a:pPr>
            <a:r>
              <a:rPr sz="1744" b="0" i="0" kern="0" spc="0">
                <a:solidFill>
                  <a:srgbClr val="0A2540"/>
                </a:solidFill>
                <a:latin typeface="Inter"/>
                <a:ea typeface="Inter"/>
                <a:cs typeface="Inter"/>
              </a:rPr>
              <a:t>:</a:t>
            </a:r>
          </a:p>
        </p:txBody>
      </p:sp>
      <p:sp>
        <p:nvSpPr>
          <p:cNvPr id="80" name="s22 text 19">
            <a:extLst>
              <a:ext uri="{FF2B5EF4-FFF2-40B4-BE49-F238E27FC236}">
                <a16:creationId xmlns:a16="http://schemas.microsoft.com/office/drawing/2014/main" id="{70389894-3F96-4AB0-B1E5-C8A616339ED5}"/>
              </a:ext>
            </a:extLst>
          </p:cNvPr>
          <p:cNvSpPr>
            <a:spLocks noGrp="1"/>
          </p:cNvSpPr>
          <p:nvPr/>
        </p:nvSpPr>
        <p:spPr>
          <a:xfrm>
            <a:off x="9358201" y="5795561"/>
            <a:ext cx="2831135"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½ × 1,000 × $100 × 2 =</a:t>
            </a:r>
          </a:p>
        </p:txBody>
      </p:sp>
      <p:sp>
        <p:nvSpPr>
          <p:cNvPr id="81" name="s22 text 20">
            <a:extLst>
              <a:ext uri="{FF2B5EF4-FFF2-40B4-BE49-F238E27FC236}">
                <a16:creationId xmlns:a16="http://schemas.microsoft.com/office/drawing/2014/main" id="{71CC2818-582E-4EEF-8985-956AD1F7BE34}"/>
              </a:ext>
            </a:extLst>
          </p:cNvPr>
          <p:cNvSpPr>
            <a:spLocks noGrp="1"/>
          </p:cNvSpPr>
          <p:nvPr/>
        </p:nvSpPr>
        <p:spPr>
          <a:xfrm>
            <a:off x="12203199" y="5795561"/>
            <a:ext cx="1082440" cy="316000"/>
          </a:xfrm>
          <a:prstGeom prst="rect">
            <a:avLst/>
          </a:prstGeom>
          <a:noFill/>
          <a:ln w="0">
            <a:noFill/>
            <a:prstDash val="solid"/>
          </a:ln>
        </p:spPr>
        <p:txBody>
          <a:bodyPr wrap="none" lIns="0" tIns="0" rIns="0" bIns="0" anchor="t">
            <a:noAutofit/>
          </a:bodyPr>
          <a:lstStyle>
            <a:defPPr algn="l">
              <a:defRPr sz="1639" b="1" i="0" kern="0" spc="-9">
                <a:solidFill>
                  <a:srgbClr val="0A2540"/>
                </a:solidFill>
                <a:latin typeface="JetBrains Mono"/>
                <a:ea typeface="JetBrains Mono"/>
                <a:cs typeface="JetBrains Mono"/>
              </a:defRPr>
            </a:defPPr>
            <a:lvl1pPr algn="l">
              <a:defRPr sz="1639" b="1" i="0" kern="0" spc="-9">
                <a:solidFill>
                  <a:srgbClr val="0A2540"/>
                </a:solidFill>
                <a:latin typeface="JetBrains Mono"/>
                <a:ea typeface="JetBrains Mono"/>
                <a:cs typeface="JetBrains Mono"/>
              </a:defRPr>
            </a:lvl1pPr>
            <a:lvl2pPr algn="l">
              <a:defRPr sz="1639" b="1" i="0" kern="0" spc="-9">
                <a:solidFill>
                  <a:srgbClr val="0A2540"/>
                </a:solidFill>
                <a:latin typeface="JetBrains Mono"/>
                <a:ea typeface="JetBrains Mono"/>
                <a:cs typeface="JetBrains Mono"/>
              </a:defRPr>
            </a:lvl2pPr>
            <a:lvl3pPr algn="l">
              <a:defRPr sz="1639" b="1" i="0" kern="0" spc="-9">
                <a:solidFill>
                  <a:srgbClr val="0A2540"/>
                </a:solidFill>
                <a:latin typeface="JetBrains Mono"/>
                <a:ea typeface="JetBrains Mono"/>
                <a:cs typeface="JetBrains Mono"/>
              </a:defRPr>
            </a:lvl3pPr>
            <a:lvl4pPr algn="l">
              <a:defRPr sz="1639" b="1" i="0" kern="0" spc="-9">
                <a:solidFill>
                  <a:srgbClr val="0A2540"/>
                </a:solidFill>
                <a:latin typeface="JetBrains Mono"/>
                <a:ea typeface="JetBrains Mono"/>
                <a:cs typeface="JetBrains Mono"/>
              </a:defRPr>
            </a:lvl4pPr>
            <a:lvl5pPr algn="l">
              <a:defRPr sz="1639" b="1" i="0" kern="0" spc="-9">
                <a:solidFill>
                  <a:srgbClr val="0A2540"/>
                </a:solidFill>
                <a:latin typeface="JetBrains Mono"/>
                <a:ea typeface="JetBrains Mono"/>
                <a:cs typeface="JetBrains Mono"/>
              </a:defRPr>
            </a:lvl5pPr>
            <a:lvl6pPr algn="l">
              <a:defRPr sz="1639" b="1" i="0" kern="0" spc="-9">
                <a:solidFill>
                  <a:srgbClr val="0A2540"/>
                </a:solidFill>
                <a:latin typeface="JetBrains Mono"/>
                <a:ea typeface="JetBrains Mono"/>
                <a:cs typeface="JetBrains Mono"/>
              </a:defRPr>
            </a:lvl6pPr>
            <a:lvl7pPr algn="l">
              <a:defRPr sz="1639" b="1" i="0" kern="0" spc="-9">
                <a:solidFill>
                  <a:srgbClr val="0A2540"/>
                </a:solidFill>
                <a:latin typeface="JetBrains Mono"/>
                <a:ea typeface="JetBrains Mono"/>
                <a:cs typeface="JetBrains Mono"/>
              </a:defRPr>
            </a:lvl7pPr>
            <a:lvl8pPr algn="l">
              <a:defRPr sz="1639" b="1" i="0" kern="0" spc="-9">
                <a:solidFill>
                  <a:srgbClr val="0A2540"/>
                </a:solidFill>
                <a:latin typeface="JetBrains Mono"/>
                <a:ea typeface="JetBrains Mono"/>
                <a:cs typeface="JetBrains Mono"/>
              </a:defRPr>
            </a:lvl8pPr>
            <a:lvl9pPr algn="l">
              <a:defRPr sz="1639" b="1" i="0" kern="0" spc="-9">
                <a:solidFill>
                  <a:srgbClr val="0A2540"/>
                </a:solidFill>
                <a:latin typeface="JetBrains Mono"/>
                <a:ea typeface="JetBrains Mono"/>
                <a:cs typeface="JetBrains Mono"/>
              </a:defRPr>
            </a:lvl9pPr>
          </a:lstStyle>
          <a:p>
            <a:pPr algn="l">
              <a:lnSpc>
                <a:spcPct val="100000"/>
              </a:lnSpc>
              <a:buNone/>
              <a:defRPr sz="1639" b="1" i="0" kern="0" spc="-9">
                <a:solidFill>
                  <a:srgbClr val="0A2540"/>
                </a:solidFill>
                <a:latin typeface="JetBrains Mono"/>
                <a:ea typeface="JetBrains Mono"/>
                <a:cs typeface="JetBrains Mono"/>
              </a:defRPr>
            </a:pPr>
            <a:r>
              <a:rPr sz="1639" b="1" i="0" kern="0" spc="-9">
                <a:solidFill>
                  <a:srgbClr val="0A2540"/>
                </a:solidFill>
                <a:latin typeface="JetBrains Mono"/>
                <a:ea typeface="JetBrains Mono"/>
                <a:cs typeface="JetBrains Mono"/>
              </a:rPr>
              <a:t>$100,000</a:t>
            </a:r>
          </a:p>
        </p:txBody>
      </p:sp>
      <p:sp>
        <p:nvSpPr>
          <p:cNvPr id="171" name="s22 text 86">
            <a:extLst>
              <a:ext uri="{FF2B5EF4-FFF2-40B4-BE49-F238E27FC236}">
                <a16:creationId xmlns:a16="http://schemas.microsoft.com/office/drawing/2014/main" id="{348CC9DA-8C01-4AF0-A6E2-30953C8D9763}"/>
              </a:ext>
            </a:extLst>
          </p:cNvPr>
          <p:cNvSpPr>
            <a:spLocks noGrp="1"/>
          </p:cNvSpPr>
          <p:nvPr/>
        </p:nvSpPr>
        <p:spPr>
          <a:xfrm>
            <a:off x="621506" y="6391200"/>
            <a:ext cx="7297865" cy="208744"/>
          </a:xfrm>
          <a:prstGeom prst="rect">
            <a:avLst/>
          </a:prstGeom>
          <a:noFill/>
          <a:ln w="0">
            <a:noFill/>
            <a:prstDash val="solid"/>
          </a:ln>
        </p:spPr>
        <p:txBody>
          <a:bodyPr wrap="none" lIns="0" tIns="0" rIns="0" bIns="0" anchor="t">
            <a:noAutofit/>
          </a:bodyPr>
          <a:lstStyle>
            <a:defPPr algn="l">
              <a:defRPr sz="1181" b="0" i="0" kern="0" spc="-9">
                <a:solidFill>
                  <a:srgbClr val="3D4D68"/>
                </a:solidFill>
                <a:latin typeface="Inter"/>
                <a:ea typeface="Inter"/>
                <a:cs typeface="Inter"/>
              </a:defRPr>
            </a:defPPr>
            <a:lvl1pPr algn="l">
              <a:defRPr sz="1181" b="0" i="0" kern="0" spc="-9">
                <a:solidFill>
                  <a:srgbClr val="3D4D68"/>
                </a:solidFill>
                <a:latin typeface="Inter"/>
                <a:ea typeface="Inter"/>
                <a:cs typeface="Inter"/>
              </a:defRPr>
            </a:lvl1pPr>
            <a:lvl2pPr algn="l">
              <a:defRPr sz="1181" b="0" i="0" kern="0" spc="-9">
                <a:solidFill>
                  <a:srgbClr val="3D4D68"/>
                </a:solidFill>
                <a:latin typeface="Inter"/>
                <a:ea typeface="Inter"/>
                <a:cs typeface="Inter"/>
              </a:defRPr>
            </a:lvl2pPr>
            <a:lvl3pPr algn="l">
              <a:defRPr sz="1181" b="0" i="0" kern="0" spc="-9">
                <a:solidFill>
                  <a:srgbClr val="3D4D68"/>
                </a:solidFill>
                <a:latin typeface="Inter"/>
                <a:ea typeface="Inter"/>
                <a:cs typeface="Inter"/>
              </a:defRPr>
            </a:lvl3pPr>
            <a:lvl4pPr algn="l">
              <a:defRPr sz="1181" b="0" i="0" kern="0" spc="-9">
                <a:solidFill>
                  <a:srgbClr val="3D4D68"/>
                </a:solidFill>
                <a:latin typeface="Inter"/>
                <a:ea typeface="Inter"/>
                <a:cs typeface="Inter"/>
              </a:defRPr>
            </a:lvl4pPr>
            <a:lvl5pPr algn="l">
              <a:defRPr sz="1181" b="0" i="0" kern="0" spc="-9">
                <a:solidFill>
                  <a:srgbClr val="3D4D68"/>
                </a:solidFill>
                <a:latin typeface="Inter"/>
                <a:ea typeface="Inter"/>
                <a:cs typeface="Inter"/>
              </a:defRPr>
            </a:lvl5pPr>
            <a:lvl6pPr algn="l">
              <a:defRPr sz="1181" b="0" i="0" kern="0" spc="-9">
                <a:solidFill>
                  <a:srgbClr val="3D4D68"/>
                </a:solidFill>
                <a:latin typeface="Inter"/>
                <a:ea typeface="Inter"/>
                <a:cs typeface="Inter"/>
              </a:defRPr>
            </a:lvl6pPr>
            <a:lvl7pPr algn="l">
              <a:defRPr sz="1181" b="0" i="0" kern="0" spc="-9">
                <a:solidFill>
                  <a:srgbClr val="3D4D68"/>
                </a:solidFill>
                <a:latin typeface="Inter"/>
                <a:ea typeface="Inter"/>
                <a:cs typeface="Inter"/>
              </a:defRPr>
            </a:lvl7pPr>
            <a:lvl8pPr algn="l">
              <a:defRPr sz="1181" b="0" i="0" kern="0" spc="-9">
                <a:solidFill>
                  <a:srgbClr val="3D4D68"/>
                </a:solidFill>
                <a:latin typeface="Inter"/>
                <a:ea typeface="Inter"/>
                <a:cs typeface="Inter"/>
              </a:defRPr>
            </a:lvl8pPr>
            <a:lvl9pPr algn="l">
              <a:defRPr sz="1181" b="0" i="0" kern="0" spc="-9">
                <a:solidFill>
                  <a:srgbClr val="3D4D68"/>
                </a:solidFill>
                <a:latin typeface="Inter"/>
                <a:ea typeface="Inter"/>
                <a:cs typeface="Inter"/>
              </a:defRPr>
            </a:lvl9pPr>
          </a:lstStyle>
          <a:p>
            <a:pPr algn="l">
              <a:lnSpc>
                <a:spcPct val="100000"/>
              </a:lnSpc>
              <a:buNone/>
              <a:defRPr sz="1181" b="0" i="0" kern="0" spc="-9">
                <a:solidFill>
                  <a:srgbClr val="3D4D68"/>
                </a:solidFill>
                <a:latin typeface="Inter"/>
                <a:ea typeface="Inter"/>
                <a:cs typeface="Inter"/>
              </a:defRPr>
            </a:pPr>
            <a:r>
              <a:rPr sz="1181" b="0" i="0" kern="0" spc="-9">
                <a:solidFill>
                  <a:srgbClr val="3D4D68"/>
                </a:solidFill>
                <a:latin typeface="Inter"/>
                <a:ea typeface="Inter"/>
                <a:cs typeface="Inter"/>
              </a:rPr>
              <a:t>The tariff transfers income to producers (A) and the government (C); the two hatched triangles are the</a:t>
            </a:r>
          </a:p>
        </p:txBody>
      </p:sp>
      <p:sp>
        <p:nvSpPr>
          <p:cNvPr id="172" name="s22 text 87">
            <a:extLst>
              <a:ext uri="{FF2B5EF4-FFF2-40B4-BE49-F238E27FC236}">
                <a16:creationId xmlns:a16="http://schemas.microsoft.com/office/drawing/2014/main" id="{8181796B-56C8-4F3B-B02E-F1066915EC80}"/>
              </a:ext>
            </a:extLst>
          </p:cNvPr>
          <p:cNvSpPr>
            <a:spLocks noGrp="1"/>
          </p:cNvSpPr>
          <p:nvPr/>
        </p:nvSpPr>
        <p:spPr>
          <a:xfrm>
            <a:off x="621506" y="6605513"/>
            <a:ext cx="1968817" cy="208744"/>
          </a:xfrm>
          <a:prstGeom prst="rect">
            <a:avLst/>
          </a:prstGeom>
          <a:noFill/>
          <a:ln w="0">
            <a:noFill/>
            <a:prstDash val="solid"/>
          </a:ln>
        </p:spPr>
        <p:txBody>
          <a:bodyPr wrap="none" lIns="0" tIns="0" rIns="0" bIns="0" anchor="t">
            <a:noAutofit/>
          </a:bodyPr>
          <a:lstStyle>
            <a:defPPr algn="l">
              <a:defRPr sz="1181" b="0" i="0" kern="0" spc="-9">
                <a:solidFill>
                  <a:srgbClr val="3D4D68"/>
                </a:solidFill>
                <a:latin typeface="Inter"/>
                <a:ea typeface="Inter"/>
                <a:cs typeface="Inter"/>
              </a:defRPr>
            </a:defPPr>
            <a:lvl1pPr algn="l">
              <a:defRPr sz="1181" b="0" i="0" kern="0" spc="-9">
                <a:solidFill>
                  <a:srgbClr val="3D4D68"/>
                </a:solidFill>
                <a:latin typeface="Inter"/>
                <a:ea typeface="Inter"/>
                <a:cs typeface="Inter"/>
              </a:defRPr>
            </a:lvl1pPr>
            <a:lvl2pPr algn="l">
              <a:defRPr sz="1181" b="0" i="0" kern="0" spc="-9">
                <a:solidFill>
                  <a:srgbClr val="3D4D68"/>
                </a:solidFill>
                <a:latin typeface="Inter"/>
                <a:ea typeface="Inter"/>
                <a:cs typeface="Inter"/>
              </a:defRPr>
            </a:lvl2pPr>
            <a:lvl3pPr algn="l">
              <a:defRPr sz="1181" b="0" i="0" kern="0" spc="-9">
                <a:solidFill>
                  <a:srgbClr val="3D4D68"/>
                </a:solidFill>
                <a:latin typeface="Inter"/>
                <a:ea typeface="Inter"/>
                <a:cs typeface="Inter"/>
              </a:defRPr>
            </a:lvl3pPr>
            <a:lvl4pPr algn="l">
              <a:defRPr sz="1181" b="0" i="0" kern="0" spc="-9">
                <a:solidFill>
                  <a:srgbClr val="3D4D68"/>
                </a:solidFill>
                <a:latin typeface="Inter"/>
                <a:ea typeface="Inter"/>
                <a:cs typeface="Inter"/>
              </a:defRPr>
            </a:lvl4pPr>
            <a:lvl5pPr algn="l">
              <a:defRPr sz="1181" b="0" i="0" kern="0" spc="-9">
                <a:solidFill>
                  <a:srgbClr val="3D4D68"/>
                </a:solidFill>
                <a:latin typeface="Inter"/>
                <a:ea typeface="Inter"/>
                <a:cs typeface="Inter"/>
              </a:defRPr>
            </a:lvl5pPr>
            <a:lvl6pPr algn="l">
              <a:defRPr sz="1181" b="0" i="0" kern="0" spc="-9">
                <a:solidFill>
                  <a:srgbClr val="3D4D68"/>
                </a:solidFill>
                <a:latin typeface="Inter"/>
                <a:ea typeface="Inter"/>
                <a:cs typeface="Inter"/>
              </a:defRPr>
            </a:lvl6pPr>
            <a:lvl7pPr algn="l">
              <a:defRPr sz="1181" b="0" i="0" kern="0" spc="-9">
                <a:solidFill>
                  <a:srgbClr val="3D4D68"/>
                </a:solidFill>
                <a:latin typeface="Inter"/>
                <a:ea typeface="Inter"/>
                <a:cs typeface="Inter"/>
              </a:defRPr>
            </a:lvl7pPr>
            <a:lvl8pPr algn="l">
              <a:defRPr sz="1181" b="0" i="0" kern="0" spc="-9">
                <a:solidFill>
                  <a:srgbClr val="3D4D68"/>
                </a:solidFill>
                <a:latin typeface="Inter"/>
                <a:ea typeface="Inter"/>
                <a:cs typeface="Inter"/>
              </a:defRPr>
            </a:lvl8pPr>
            <a:lvl9pPr algn="l">
              <a:defRPr sz="1181" b="0" i="0" kern="0" spc="-9">
                <a:solidFill>
                  <a:srgbClr val="3D4D68"/>
                </a:solidFill>
                <a:latin typeface="Inter"/>
                <a:ea typeface="Inter"/>
                <a:cs typeface="Inter"/>
              </a:defRPr>
            </a:lvl9pPr>
          </a:lstStyle>
          <a:p>
            <a:pPr algn="l">
              <a:lnSpc>
                <a:spcPct val="100000"/>
              </a:lnSpc>
              <a:buNone/>
              <a:defRPr sz="1181" b="0" i="0" kern="0" spc="-9">
                <a:solidFill>
                  <a:srgbClr val="3D4D68"/>
                </a:solidFill>
                <a:latin typeface="Inter"/>
                <a:ea typeface="Inter"/>
                <a:cs typeface="Inter"/>
              </a:defRPr>
            </a:pPr>
            <a:r>
              <a:rPr sz="1181" b="0" i="0" kern="0" spc="-9">
                <a:solidFill>
                  <a:srgbClr val="3D4D68"/>
                </a:solidFill>
                <a:latin typeface="Inter"/>
                <a:ea typeface="Inter"/>
                <a:cs typeface="Inter"/>
              </a:rPr>
              <a:t>$100,000 deadweight loss.</a:t>
            </a:r>
          </a:p>
        </p:txBody>
      </p:sp>
      <p:sp>
        <p:nvSpPr>
          <p:cNvPr id="173" name="s22 text 88">
            <a:extLst>
              <a:ext uri="{FF2B5EF4-FFF2-40B4-BE49-F238E27FC236}">
                <a16:creationId xmlns:a16="http://schemas.microsoft.com/office/drawing/2014/main" id="{EBE71CE6-3CB6-46EB-889D-7C8C3E77CE20}"/>
              </a:ext>
            </a:extLst>
          </p:cNvPr>
          <p:cNvSpPr>
            <a:spLocks noGrp="1"/>
          </p:cNvSpPr>
          <p:nvPr/>
        </p:nvSpPr>
        <p:spPr>
          <a:xfrm>
            <a:off x="628650" y="1426750"/>
            <a:ext cx="3100374" cy="151819"/>
          </a:xfrm>
          <a:prstGeom prst="rect">
            <a:avLst/>
          </a:prstGeom>
          <a:noFill/>
          <a:ln w="0">
            <a:noFill/>
            <a:prstDash val="solid"/>
          </a:ln>
        </p:spPr>
        <p:txBody>
          <a:bodyPr wrap="none" lIns="0" tIns="0" rIns="0" bIns="0" anchor="t">
            <a:noAutofit/>
          </a:bodyPr>
          <a:lstStyle>
            <a:defPPr algn="l">
              <a:defRPr sz="787" b="0" i="0" kern="0" spc="118">
                <a:solidFill>
                  <a:srgbClr val="FFFFFF"/>
                </a:solidFill>
                <a:latin typeface="JetBrains Mono"/>
                <a:ea typeface="JetBrains Mono"/>
                <a:cs typeface="JetBrains Mono"/>
              </a:defRPr>
            </a:defPPr>
            <a:lvl1pPr algn="l">
              <a:defRPr sz="787" b="0" i="0" kern="0" spc="118">
                <a:solidFill>
                  <a:srgbClr val="FFFFFF"/>
                </a:solidFill>
                <a:latin typeface="JetBrains Mono"/>
                <a:ea typeface="JetBrains Mono"/>
                <a:cs typeface="JetBrains Mono"/>
              </a:defRPr>
            </a:lvl1pPr>
            <a:lvl2pPr algn="l">
              <a:defRPr sz="787" b="0" i="0" kern="0" spc="118">
                <a:solidFill>
                  <a:srgbClr val="FFFFFF"/>
                </a:solidFill>
                <a:latin typeface="JetBrains Mono"/>
                <a:ea typeface="JetBrains Mono"/>
                <a:cs typeface="JetBrains Mono"/>
              </a:defRPr>
            </a:lvl2pPr>
            <a:lvl3pPr algn="l">
              <a:defRPr sz="787" b="0" i="0" kern="0" spc="118">
                <a:solidFill>
                  <a:srgbClr val="FFFFFF"/>
                </a:solidFill>
                <a:latin typeface="JetBrains Mono"/>
                <a:ea typeface="JetBrains Mono"/>
                <a:cs typeface="JetBrains Mono"/>
              </a:defRPr>
            </a:lvl3pPr>
            <a:lvl4pPr algn="l">
              <a:defRPr sz="787" b="0" i="0" kern="0" spc="118">
                <a:solidFill>
                  <a:srgbClr val="FFFFFF"/>
                </a:solidFill>
                <a:latin typeface="JetBrains Mono"/>
                <a:ea typeface="JetBrains Mono"/>
                <a:cs typeface="JetBrains Mono"/>
              </a:defRPr>
            </a:lvl4pPr>
            <a:lvl5pPr algn="l">
              <a:defRPr sz="787" b="0" i="0" kern="0" spc="118">
                <a:solidFill>
                  <a:srgbClr val="FFFFFF"/>
                </a:solidFill>
                <a:latin typeface="JetBrains Mono"/>
                <a:ea typeface="JetBrains Mono"/>
                <a:cs typeface="JetBrains Mono"/>
              </a:defRPr>
            </a:lvl5pPr>
            <a:lvl6pPr algn="l">
              <a:defRPr sz="787" b="0" i="0" kern="0" spc="118">
                <a:solidFill>
                  <a:srgbClr val="FFFFFF"/>
                </a:solidFill>
                <a:latin typeface="JetBrains Mono"/>
                <a:ea typeface="JetBrains Mono"/>
                <a:cs typeface="JetBrains Mono"/>
              </a:defRPr>
            </a:lvl6pPr>
            <a:lvl7pPr algn="l">
              <a:defRPr sz="787" b="0" i="0" kern="0" spc="118">
                <a:solidFill>
                  <a:srgbClr val="FFFFFF"/>
                </a:solidFill>
                <a:latin typeface="JetBrains Mono"/>
                <a:ea typeface="JetBrains Mono"/>
                <a:cs typeface="JetBrains Mono"/>
              </a:defRPr>
            </a:lvl7pPr>
            <a:lvl8pPr algn="l">
              <a:defRPr sz="787" b="0" i="0" kern="0" spc="118">
                <a:solidFill>
                  <a:srgbClr val="FFFFFF"/>
                </a:solidFill>
                <a:latin typeface="JetBrains Mono"/>
                <a:ea typeface="JetBrains Mono"/>
                <a:cs typeface="JetBrains Mono"/>
              </a:defRPr>
            </a:lvl8pPr>
            <a:lvl9pPr algn="l">
              <a:defRPr sz="787" b="0" i="0" kern="0" spc="118">
                <a:solidFill>
                  <a:srgbClr val="FFFFFF"/>
                </a:solidFill>
                <a:latin typeface="JetBrains Mono"/>
                <a:ea typeface="JetBrains Mono"/>
                <a:cs typeface="JetBrains Mono"/>
              </a:defRPr>
            </a:lvl9pPr>
          </a:lstStyle>
          <a:p>
            <a:pPr algn="l">
              <a:lnSpc>
                <a:spcPct val="100000"/>
              </a:lnSpc>
              <a:buNone/>
              <a:defRPr sz="787" b="0" i="0" kern="0" spc="118">
                <a:solidFill>
                  <a:srgbClr val="FFFFFF"/>
                </a:solidFill>
                <a:latin typeface="JetBrains Mono"/>
                <a:ea typeface="JetBrains Mono"/>
                <a:cs typeface="JetBrains Mono"/>
              </a:defRPr>
            </a:pPr>
            <a:r>
              <a:rPr sz="787" b="0" i="0" kern="0" spc="118">
                <a:solidFill>
                  <a:srgbClr val="FFFFFF"/>
                </a:solidFill>
                <a:latin typeface="JetBrains Mono"/>
                <a:ea typeface="JetBrains Mono"/>
                <a:cs typeface="JetBrains Mono"/>
              </a:rPr>
              <a:t>FIG. 9 · Q5.3(B): WHO GAINS AND WHO LOSES</a:t>
            </a:r>
          </a:p>
        </p:txBody>
      </p:sp>
      <p:sp>
        <p:nvSpPr>
          <p:cNvPr id="174" name="s22 text 89">
            <a:extLst>
              <a:ext uri="{FF2B5EF4-FFF2-40B4-BE49-F238E27FC236}">
                <a16:creationId xmlns:a16="http://schemas.microsoft.com/office/drawing/2014/main" id="{C2ED3C80-7AB6-4B95-A660-6F0532E09ADC}"/>
              </a:ext>
            </a:extLst>
          </p:cNvPr>
          <p:cNvSpPr>
            <a:spLocks noGrp="1"/>
          </p:cNvSpPr>
          <p:nvPr/>
        </p:nvSpPr>
        <p:spPr>
          <a:xfrm>
            <a:off x="514350" y="7370207"/>
            <a:ext cx="1593421"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QUESTION 5.3 · EGYPT</a:t>
            </a:r>
          </a:p>
        </p:txBody>
      </p:sp>
      <p:sp>
        <p:nvSpPr>
          <p:cNvPr id="175" name="s22 text 90">
            <a:extLst>
              <a:ext uri="{FF2B5EF4-FFF2-40B4-BE49-F238E27FC236}">
                <a16:creationId xmlns:a16="http://schemas.microsoft.com/office/drawing/2014/main" id="{CDEB7DA0-DB01-4258-B4A0-A770F608212D}"/>
              </a:ext>
            </a:extLst>
          </p:cNvPr>
          <p:cNvSpPr>
            <a:spLocks noGrp="1"/>
          </p:cNvSpPr>
          <p:nvPr/>
        </p:nvSpPr>
        <p:spPr>
          <a:xfrm>
            <a:off x="12654037" y="7370207"/>
            <a:ext cx="576503"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22 / 26</a:t>
            </a:r>
          </a:p>
        </p:txBody>
      </p:sp>
    </p:spTree>
    <p:extLst>
      <p:ext uri="{BB962C8B-B14F-4D97-AF65-F5344CB8AC3E}">
        <p14:creationId xmlns:p14="http://schemas.microsoft.com/office/powerpoint/2010/main" val="1772175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Blueprint grid">
            <a:extLst>
              <a:ext uri="{FF2B5EF4-FFF2-40B4-BE49-F238E27FC236}">
                <a16:creationId xmlns:a16="http://schemas.microsoft.com/office/drawing/2014/main" id="{5B928AA6-3D81-42D7-80F9-71747B200167}"/>
              </a:ext>
            </a:extLst>
          </p:cNvPr>
          <p:cNvSpPr>
            <a:spLocks noGrp="1"/>
          </p:cNvSpPr>
          <p:nvPr/>
        </p:nvSpPr>
        <p:spPr>
          <a:xfrm>
            <a:off x="7144" y="0"/>
            <a:ext cx="7144" cy="7715250"/>
          </a:xfrm>
          <a:prstGeom prst="rect">
            <a:avLst/>
          </a:prstGeom>
          <a:solidFill>
            <a:srgbClr val="0A2540">
              <a:alpha val="5000"/>
            </a:srgbClr>
          </a:solidFill>
          <a:ln w="0">
            <a:noFill/>
            <a:prstDash val="solid"/>
          </a:ln>
        </p:spPr>
      </p:sp>
      <p:sp>
        <p:nvSpPr>
          <p:cNvPr id="2" name="Blueprint grid">
            <a:extLst>
              <a:ext uri="{FF2B5EF4-FFF2-40B4-BE49-F238E27FC236}">
                <a16:creationId xmlns:a16="http://schemas.microsoft.com/office/drawing/2014/main" id="{678EA7A4-5D4C-4418-BF3F-56B77614C83B}"/>
              </a:ext>
            </a:extLst>
          </p:cNvPr>
          <p:cNvSpPr>
            <a:spLocks noGrp="1"/>
          </p:cNvSpPr>
          <p:nvPr/>
        </p:nvSpPr>
        <p:spPr>
          <a:xfrm>
            <a:off x="578644" y="0"/>
            <a:ext cx="7144" cy="7715250"/>
          </a:xfrm>
          <a:prstGeom prst="rect">
            <a:avLst/>
          </a:prstGeom>
          <a:solidFill>
            <a:srgbClr val="0A2540">
              <a:alpha val="5000"/>
            </a:srgbClr>
          </a:solidFill>
          <a:ln w="0">
            <a:noFill/>
            <a:prstDash val="solid"/>
          </a:ln>
        </p:spPr>
      </p:sp>
      <p:sp>
        <p:nvSpPr>
          <p:cNvPr id="3" name="Blueprint grid">
            <a:extLst>
              <a:ext uri="{FF2B5EF4-FFF2-40B4-BE49-F238E27FC236}">
                <a16:creationId xmlns:a16="http://schemas.microsoft.com/office/drawing/2014/main" id="{96ACD245-4A75-4B9C-893D-A90E6A4EEFEA}"/>
              </a:ext>
            </a:extLst>
          </p:cNvPr>
          <p:cNvSpPr>
            <a:spLocks noGrp="1"/>
          </p:cNvSpPr>
          <p:nvPr/>
        </p:nvSpPr>
        <p:spPr>
          <a:xfrm>
            <a:off x="9151144" y="0"/>
            <a:ext cx="7144" cy="7715250"/>
          </a:xfrm>
          <a:prstGeom prst="rect">
            <a:avLst/>
          </a:prstGeom>
          <a:solidFill>
            <a:srgbClr val="0A2540">
              <a:alpha val="5000"/>
            </a:srgbClr>
          </a:solidFill>
          <a:ln w="0">
            <a:noFill/>
            <a:prstDash val="solid"/>
          </a:ln>
        </p:spPr>
      </p:sp>
      <p:sp>
        <p:nvSpPr>
          <p:cNvPr id="4" name="Blueprint grid">
            <a:extLst>
              <a:ext uri="{FF2B5EF4-FFF2-40B4-BE49-F238E27FC236}">
                <a16:creationId xmlns:a16="http://schemas.microsoft.com/office/drawing/2014/main" id="{ADADF2FE-4E8C-4A24-AE73-18B8D1CC3E24}"/>
              </a:ext>
            </a:extLst>
          </p:cNvPr>
          <p:cNvSpPr>
            <a:spLocks noGrp="1"/>
          </p:cNvSpPr>
          <p:nvPr/>
        </p:nvSpPr>
        <p:spPr>
          <a:xfrm>
            <a:off x="9436894" y="0"/>
            <a:ext cx="7144" cy="7715250"/>
          </a:xfrm>
          <a:prstGeom prst="rect">
            <a:avLst/>
          </a:prstGeom>
          <a:solidFill>
            <a:srgbClr val="0A2540">
              <a:alpha val="5000"/>
            </a:srgbClr>
          </a:solidFill>
          <a:ln w="0">
            <a:noFill/>
            <a:prstDash val="solid"/>
          </a:ln>
        </p:spPr>
      </p:sp>
      <p:sp>
        <p:nvSpPr>
          <p:cNvPr id="5" name="Blueprint grid">
            <a:extLst>
              <a:ext uri="{FF2B5EF4-FFF2-40B4-BE49-F238E27FC236}">
                <a16:creationId xmlns:a16="http://schemas.microsoft.com/office/drawing/2014/main" id="{12C24CE0-9C1B-4C68-ABAF-AB75A6F97904}"/>
              </a:ext>
            </a:extLst>
          </p:cNvPr>
          <p:cNvSpPr>
            <a:spLocks noGrp="1"/>
          </p:cNvSpPr>
          <p:nvPr/>
        </p:nvSpPr>
        <p:spPr>
          <a:xfrm>
            <a:off x="9722644" y="0"/>
            <a:ext cx="7144" cy="7715250"/>
          </a:xfrm>
          <a:prstGeom prst="rect">
            <a:avLst/>
          </a:prstGeom>
          <a:solidFill>
            <a:srgbClr val="0A2540">
              <a:alpha val="5000"/>
            </a:srgbClr>
          </a:solidFill>
          <a:ln w="0">
            <a:noFill/>
            <a:prstDash val="solid"/>
          </a:ln>
        </p:spPr>
      </p:sp>
      <p:sp>
        <p:nvSpPr>
          <p:cNvPr id="6" name="Blueprint grid">
            <a:extLst>
              <a:ext uri="{FF2B5EF4-FFF2-40B4-BE49-F238E27FC236}">
                <a16:creationId xmlns:a16="http://schemas.microsoft.com/office/drawing/2014/main" id="{09CF3FF6-4884-452F-8E5B-25C98FC902E3}"/>
              </a:ext>
            </a:extLst>
          </p:cNvPr>
          <p:cNvSpPr>
            <a:spLocks noGrp="1"/>
          </p:cNvSpPr>
          <p:nvPr/>
        </p:nvSpPr>
        <p:spPr>
          <a:xfrm>
            <a:off x="10008394" y="0"/>
            <a:ext cx="7144" cy="7715250"/>
          </a:xfrm>
          <a:prstGeom prst="rect">
            <a:avLst/>
          </a:prstGeom>
          <a:solidFill>
            <a:srgbClr val="0A2540">
              <a:alpha val="5000"/>
            </a:srgbClr>
          </a:solidFill>
          <a:ln w="0">
            <a:noFill/>
            <a:prstDash val="solid"/>
          </a:ln>
        </p:spPr>
      </p:sp>
      <p:sp>
        <p:nvSpPr>
          <p:cNvPr id="7" name="Blueprint grid">
            <a:extLst>
              <a:ext uri="{FF2B5EF4-FFF2-40B4-BE49-F238E27FC236}">
                <a16:creationId xmlns:a16="http://schemas.microsoft.com/office/drawing/2014/main" id="{EACC74ED-166C-406D-B170-03EC31F5CF02}"/>
              </a:ext>
            </a:extLst>
          </p:cNvPr>
          <p:cNvSpPr>
            <a:spLocks noGrp="1"/>
          </p:cNvSpPr>
          <p:nvPr/>
        </p:nvSpPr>
        <p:spPr>
          <a:xfrm>
            <a:off x="10294144" y="0"/>
            <a:ext cx="7144" cy="7715250"/>
          </a:xfrm>
          <a:prstGeom prst="rect">
            <a:avLst/>
          </a:prstGeom>
          <a:solidFill>
            <a:srgbClr val="0A2540">
              <a:alpha val="5000"/>
            </a:srgbClr>
          </a:solidFill>
          <a:ln w="0">
            <a:noFill/>
            <a:prstDash val="solid"/>
          </a:ln>
        </p:spPr>
      </p:sp>
      <p:sp>
        <p:nvSpPr>
          <p:cNvPr id="8" name="Blueprint grid">
            <a:extLst>
              <a:ext uri="{FF2B5EF4-FFF2-40B4-BE49-F238E27FC236}">
                <a16:creationId xmlns:a16="http://schemas.microsoft.com/office/drawing/2014/main" id="{6FA5668A-22D6-4959-9951-FC9E02FAC9E1}"/>
              </a:ext>
            </a:extLst>
          </p:cNvPr>
          <p:cNvSpPr>
            <a:spLocks noGrp="1"/>
          </p:cNvSpPr>
          <p:nvPr/>
        </p:nvSpPr>
        <p:spPr>
          <a:xfrm>
            <a:off x="10579894" y="0"/>
            <a:ext cx="7144" cy="7715250"/>
          </a:xfrm>
          <a:prstGeom prst="rect">
            <a:avLst/>
          </a:prstGeom>
          <a:solidFill>
            <a:srgbClr val="0A2540">
              <a:alpha val="5000"/>
            </a:srgbClr>
          </a:solidFill>
          <a:ln w="0">
            <a:noFill/>
            <a:prstDash val="solid"/>
          </a:ln>
        </p:spPr>
      </p:sp>
      <p:sp>
        <p:nvSpPr>
          <p:cNvPr id="9" name="Blueprint grid">
            <a:extLst>
              <a:ext uri="{FF2B5EF4-FFF2-40B4-BE49-F238E27FC236}">
                <a16:creationId xmlns:a16="http://schemas.microsoft.com/office/drawing/2014/main" id="{68D7AF36-B9AB-41ED-B007-F1206772BA56}"/>
              </a:ext>
            </a:extLst>
          </p:cNvPr>
          <p:cNvSpPr>
            <a:spLocks noGrp="1"/>
          </p:cNvSpPr>
          <p:nvPr/>
        </p:nvSpPr>
        <p:spPr>
          <a:xfrm>
            <a:off x="10865644" y="0"/>
            <a:ext cx="7144" cy="7715250"/>
          </a:xfrm>
          <a:prstGeom prst="rect">
            <a:avLst/>
          </a:prstGeom>
          <a:solidFill>
            <a:srgbClr val="0A2540">
              <a:alpha val="5000"/>
            </a:srgbClr>
          </a:solidFill>
          <a:ln w="0">
            <a:noFill/>
            <a:prstDash val="solid"/>
          </a:ln>
        </p:spPr>
      </p:sp>
      <p:sp>
        <p:nvSpPr>
          <p:cNvPr id="10" name="Layout surface">
            <a:extLst>
              <a:ext uri="{FF2B5EF4-FFF2-40B4-BE49-F238E27FC236}">
                <a16:creationId xmlns:a16="http://schemas.microsoft.com/office/drawing/2014/main" id="{988CBA09-9234-4AAC-861B-36CB400CEC93}"/>
              </a:ext>
            </a:extLst>
          </p:cNvPr>
          <p:cNvSpPr>
            <a:spLocks noGrp="1"/>
          </p:cNvSpPr>
          <p:nvPr/>
        </p:nvSpPr>
        <p:spPr>
          <a:xfrm>
            <a:off x="0" y="0"/>
            <a:ext cx="1428750" cy="35719"/>
          </a:xfrm>
          <a:prstGeom prst="rect">
            <a:avLst/>
          </a:prstGeom>
          <a:solidFill>
            <a:srgbClr val="0A2540"/>
          </a:solidFill>
          <a:ln w="0">
            <a:noFill/>
            <a:prstDash val="solid"/>
          </a:ln>
        </p:spPr>
      </p:sp>
      <p:sp>
        <p:nvSpPr>
          <p:cNvPr id="11" name="Layout surface">
            <a:extLst>
              <a:ext uri="{FF2B5EF4-FFF2-40B4-BE49-F238E27FC236}">
                <a16:creationId xmlns:a16="http://schemas.microsoft.com/office/drawing/2014/main" id="{C8E1C3F4-0744-49AB-B25F-19E5330EAD73}"/>
              </a:ext>
            </a:extLst>
          </p:cNvPr>
          <p:cNvSpPr>
            <a:spLocks noGrp="1"/>
          </p:cNvSpPr>
          <p:nvPr/>
        </p:nvSpPr>
        <p:spPr>
          <a:xfrm>
            <a:off x="1428750" y="0"/>
            <a:ext cx="1000125" cy="35719"/>
          </a:xfrm>
          <a:prstGeom prst="rect">
            <a:avLst/>
          </a:prstGeom>
          <a:solidFill>
            <a:srgbClr val="1D4ED8"/>
          </a:solidFill>
          <a:ln w="0">
            <a:noFill/>
            <a:prstDash val="solid"/>
          </a:ln>
        </p:spPr>
      </p:sp>
      <p:sp>
        <p:nvSpPr>
          <p:cNvPr id="12" name="Layout surface">
            <a:extLst>
              <a:ext uri="{FF2B5EF4-FFF2-40B4-BE49-F238E27FC236}">
                <a16:creationId xmlns:a16="http://schemas.microsoft.com/office/drawing/2014/main" id="{97C30162-4881-4CCA-A477-6A6E21769298}"/>
              </a:ext>
            </a:extLst>
          </p:cNvPr>
          <p:cNvSpPr>
            <a:spLocks noGrp="1"/>
          </p:cNvSpPr>
          <p:nvPr/>
        </p:nvSpPr>
        <p:spPr>
          <a:xfrm>
            <a:off x="2428875" y="0"/>
            <a:ext cx="11287125" cy="35719"/>
          </a:xfrm>
          <a:prstGeom prst="rect">
            <a:avLst/>
          </a:prstGeom>
          <a:solidFill>
            <a:srgbClr val="0A2540">
              <a:alpha val="16000"/>
            </a:srgbClr>
          </a:solidFill>
          <a:ln w="0">
            <a:noFill/>
            <a:prstDash val="solid"/>
          </a:ln>
        </p:spPr>
      </p:sp>
      <p:sp>
        <p:nvSpPr>
          <p:cNvPr id="13" name="s23 text 3">
            <a:extLst>
              <a:ext uri="{FF2B5EF4-FFF2-40B4-BE49-F238E27FC236}">
                <a16:creationId xmlns:a16="http://schemas.microsoft.com/office/drawing/2014/main" id="{AB4F9BD7-D889-4A62-ABFB-7A0E9E57ADF7}"/>
              </a:ext>
            </a:extLst>
          </p:cNvPr>
          <p:cNvSpPr>
            <a:spLocks noGrp="1"/>
          </p:cNvSpPr>
          <p:nvPr/>
        </p:nvSpPr>
        <p:spPr>
          <a:xfrm>
            <a:off x="10447734" y="-78581"/>
            <a:ext cx="3929062" cy="2711053"/>
          </a:xfrm>
          <a:prstGeom prst="rect">
            <a:avLst/>
          </a:prstGeom>
          <a:noFill/>
          <a:ln w="0">
            <a:noFill/>
            <a:prstDash val="solid"/>
          </a:ln>
        </p:spPr>
        <p:txBody>
          <a:bodyPr wrap="none" lIns="0" tIns="0" rIns="0" bIns="0" anchor="t">
            <a:noAutofit/>
          </a:bodyPr>
          <a:lstStyle>
            <a:defPPr algn="l">
              <a:defRPr sz="14062" b="1" i="0" kern="0" spc="-984">
                <a:solidFill>
                  <a:srgbClr val="0A2540">
                    <a:alpha val="7500"/>
                  </a:srgbClr>
                </a:solidFill>
                <a:latin typeface="JetBrains Mono"/>
                <a:ea typeface="JetBrains Mono"/>
                <a:cs typeface="JetBrains Mono"/>
              </a:defRPr>
            </a:defPPr>
            <a:lvl1pPr algn="l">
              <a:defRPr sz="14062" b="1" i="0" kern="0" spc="-984">
                <a:solidFill>
                  <a:srgbClr val="0A2540">
                    <a:alpha val="7500"/>
                  </a:srgbClr>
                </a:solidFill>
                <a:latin typeface="JetBrains Mono"/>
                <a:ea typeface="JetBrains Mono"/>
                <a:cs typeface="JetBrains Mono"/>
              </a:defRPr>
            </a:lvl1pPr>
            <a:lvl2pPr algn="l">
              <a:defRPr sz="14062" b="1" i="0" kern="0" spc="-984">
                <a:solidFill>
                  <a:srgbClr val="0A2540">
                    <a:alpha val="7500"/>
                  </a:srgbClr>
                </a:solidFill>
                <a:latin typeface="JetBrains Mono"/>
                <a:ea typeface="JetBrains Mono"/>
                <a:cs typeface="JetBrains Mono"/>
              </a:defRPr>
            </a:lvl2pPr>
            <a:lvl3pPr algn="l">
              <a:defRPr sz="14062" b="1" i="0" kern="0" spc="-984">
                <a:solidFill>
                  <a:srgbClr val="0A2540">
                    <a:alpha val="7500"/>
                  </a:srgbClr>
                </a:solidFill>
                <a:latin typeface="JetBrains Mono"/>
                <a:ea typeface="JetBrains Mono"/>
                <a:cs typeface="JetBrains Mono"/>
              </a:defRPr>
            </a:lvl3pPr>
            <a:lvl4pPr algn="l">
              <a:defRPr sz="14062" b="1" i="0" kern="0" spc="-984">
                <a:solidFill>
                  <a:srgbClr val="0A2540">
                    <a:alpha val="7500"/>
                  </a:srgbClr>
                </a:solidFill>
                <a:latin typeface="JetBrains Mono"/>
                <a:ea typeface="JetBrains Mono"/>
                <a:cs typeface="JetBrains Mono"/>
              </a:defRPr>
            </a:lvl4pPr>
            <a:lvl5pPr algn="l">
              <a:defRPr sz="14062" b="1" i="0" kern="0" spc="-984">
                <a:solidFill>
                  <a:srgbClr val="0A2540">
                    <a:alpha val="7500"/>
                  </a:srgbClr>
                </a:solidFill>
                <a:latin typeface="JetBrains Mono"/>
                <a:ea typeface="JetBrains Mono"/>
                <a:cs typeface="JetBrains Mono"/>
              </a:defRPr>
            </a:lvl5pPr>
            <a:lvl6pPr algn="l">
              <a:defRPr sz="14062" b="1" i="0" kern="0" spc="-984">
                <a:solidFill>
                  <a:srgbClr val="0A2540">
                    <a:alpha val="7500"/>
                  </a:srgbClr>
                </a:solidFill>
                <a:latin typeface="JetBrains Mono"/>
                <a:ea typeface="JetBrains Mono"/>
                <a:cs typeface="JetBrains Mono"/>
              </a:defRPr>
            </a:lvl6pPr>
            <a:lvl7pPr algn="l">
              <a:defRPr sz="14062" b="1" i="0" kern="0" spc="-984">
                <a:solidFill>
                  <a:srgbClr val="0A2540">
                    <a:alpha val="7500"/>
                  </a:srgbClr>
                </a:solidFill>
                <a:latin typeface="JetBrains Mono"/>
                <a:ea typeface="JetBrains Mono"/>
                <a:cs typeface="JetBrains Mono"/>
              </a:defRPr>
            </a:lvl7pPr>
            <a:lvl8pPr algn="l">
              <a:defRPr sz="14062" b="1" i="0" kern="0" spc="-984">
                <a:solidFill>
                  <a:srgbClr val="0A2540">
                    <a:alpha val="7500"/>
                  </a:srgbClr>
                </a:solidFill>
                <a:latin typeface="JetBrains Mono"/>
                <a:ea typeface="JetBrains Mono"/>
                <a:cs typeface="JetBrains Mono"/>
              </a:defRPr>
            </a:lvl8pPr>
            <a:lvl9pPr algn="l">
              <a:defRPr sz="14062" b="1" i="0" kern="0" spc="-984">
                <a:solidFill>
                  <a:srgbClr val="0A2540">
                    <a:alpha val="7500"/>
                  </a:srgbClr>
                </a:solidFill>
                <a:latin typeface="JetBrains Mono"/>
                <a:ea typeface="JetBrains Mono"/>
                <a:cs typeface="JetBrains Mono"/>
              </a:defRPr>
            </a:lvl9pPr>
          </a:lstStyle>
          <a:p>
            <a:pPr algn="l">
              <a:lnSpc>
                <a:spcPct val="100000"/>
              </a:lnSpc>
              <a:buNone/>
              <a:defRPr sz="14062" b="1" i="0" kern="0" spc="-984">
                <a:solidFill>
                  <a:srgbClr val="0A2540">
                    <a:alpha val="7500"/>
                  </a:srgbClr>
                </a:solidFill>
                <a:latin typeface="JetBrains Mono"/>
                <a:ea typeface="JetBrains Mono"/>
                <a:cs typeface="JetBrains Mono"/>
              </a:defRPr>
            </a:pPr>
            <a:r>
              <a:rPr sz="14062" b="1" i="0" kern="0" spc="-984">
                <a:solidFill>
                  <a:srgbClr val="0A2540">
                    <a:alpha val="7500"/>
                  </a:srgbClr>
                </a:solidFill>
                <a:latin typeface="JetBrains Mono"/>
                <a:ea typeface="JetBrains Mono"/>
                <a:cs typeface="JetBrains Mono"/>
              </a:rPr>
              <a:t>5.4</a:t>
            </a:r>
          </a:p>
        </p:txBody>
      </p:sp>
      <p:sp>
        <p:nvSpPr>
          <p:cNvPr id="14" name="Source layout 5">
            <a:extLst>
              <a:ext uri="{FF2B5EF4-FFF2-40B4-BE49-F238E27FC236}">
                <a16:creationId xmlns:a16="http://schemas.microsoft.com/office/drawing/2014/main" id="{3E5F36BA-F630-4ED0-90A7-A7F49D4288F0}"/>
              </a:ext>
            </a:extLst>
          </p:cNvPr>
          <p:cNvSpPr>
            <a:spLocks noGrp="1"/>
          </p:cNvSpPr>
          <p:nvPr/>
        </p:nvSpPr>
        <p:spPr>
          <a:xfrm>
            <a:off x="514350" y="2400300"/>
            <a:ext cx="78581" cy="78581"/>
          </a:xfrm>
          <a:custGeom>
            <a:avLst/>
            <a:gdLst/>
            <a:ahLst/>
            <a:cxnLst/>
            <a:rect l="0" t="0" r="0" b="0"/>
            <a:pathLst>
              <a:path w="78581" h="78581">
                <a:moveTo>
                  <a:pt x="0" y="0"/>
                </a:moveTo>
                <a:lnTo>
                  <a:pt x="78581" y="0"/>
                </a:lnTo>
                <a:lnTo>
                  <a:pt x="78581" y="78581"/>
                </a:lnTo>
                <a:lnTo>
                  <a:pt x="0" y="78581"/>
                </a:lnTo>
                <a:close/>
              </a:path>
            </a:pathLst>
          </a:custGeom>
          <a:solidFill>
            <a:srgbClr val="1D4ED8"/>
          </a:solidFill>
          <a:ln w="7144">
            <a:noFill/>
            <a:prstDash val="solid"/>
          </a:ln>
        </p:spPr>
      </p:sp>
      <p:sp>
        <p:nvSpPr>
          <p:cNvPr id="15" name="Source layout 6">
            <a:extLst>
              <a:ext uri="{FF2B5EF4-FFF2-40B4-BE49-F238E27FC236}">
                <a16:creationId xmlns:a16="http://schemas.microsoft.com/office/drawing/2014/main" id="{086BAF1C-B125-4C67-B1D3-97843A0F2414}"/>
              </a:ext>
            </a:extLst>
          </p:cNvPr>
          <p:cNvSpPr>
            <a:spLocks noGrp="1"/>
          </p:cNvSpPr>
          <p:nvPr/>
        </p:nvSpPr>
        <p:spPr>
          <a:xfrm>
            <a:off x="514350" y="7250906"/>
            <a:ext cx="12687299" cy="7144"/>
          </a:xfrm>
          <a:custGeom>
            <a:avLst/>
            <a:gdLst/>
            <a:ahLst/>
            <a:cxnLst/>
            <a:rect l="0" t="0" r="0" b="0"/>
            <a:pathLst>
              <a:path w="12687299" h="7144">
                <a:moveTo>
                  <a:pt x="0" y="0"/>
                </a:moveTo>
                <a:lnTo>
                  <a:pt x="12687299" y="0"/>
                </a:lnTo>
                <a:lnTo>
                  <a:pt x="12687299" y="7144"/>
                </a:lnTo>
                <a:lnTo>
                  <a:pt x="0" y="7144"/>
                </a:lnTo>
                <a:close/>
              </a:path>
            </a:pathLst>
          </a:custGeom>
          <a:solidFill>
            <a:srgbClr val="0A2540">
              <a:alpha val="16080"/>
            </a:srgbClr>
          </a:solidFill>
          <a:ln w="7144">
            <a:noFill/>
            <a:prstDash val="solid"/>
          </a:ln>
        </p:spPr>
      </p:sp>
      <p:sp>
        <p:nvSpPr>
          <p:cNvPr id="16" name="Source layout 7">
            <a:extLst>
              <a:ext uri="{FF2B5EF4-FFF2-40B4-BE49-F238E27FC236}">
                <a16:creationId xmlns:a16="http://schemas.microsoft.com/office/drawing/2014/main" id="{C156EF13-371E-4EFA-91C8-B96204C10EDA}"/>
              </a:ext>
            </a:extLst>
          </p:cNvPr>
          <p:cNvSpPr>
            <a:spLocks noGrp="1"/>
          </p:cNvSpPr>
          <p:nvPr/>
        </p:nvSpPr>
        <p:spPr>
          <a:xfrm>
            <a:off x="514350" y="3286125"/>
            <a:ext cx="11715750" cy="1814512"/>
          </a:xfrm>
          <a:custGeom>
            <a:avLst/>
            <a:gdLst/>
            <a:ahLst/>
            <a:cxnLst/>
            <a:rect l="0" t="0" r="0" b="0"/>
            <a:pathLst>
              <a:path w="11715750" h="1814512">
                <a:moveTo>
                  <a:pt x="0" y="0"/>
                </a:moveTo>
                <a:lnTo>
                  <a:pt x="11715750" y="0"/>
                </a:lnTo>
                <a:lnTo>
                  <a:pt x="11715750" y="1814512"/>
                </a:lnTo>
                <a:lnTo>
                  <a:pt x="0" y="1814512"/>
                </a:lnTo>
                <a:close/>
              </a:path>
            </a:pathLst>
          </a:custGeom>
          <a:solidFill>
            <a:srgbClr val="FFFFFF"/>
          </a:solidFill>
          <a:ln w="7144">
            <a:noFill/>
            <a:prstDash val="solid"/>
          </a:ln>
        </p:spPr>
      </p:sp>
      <p:sp>
        <p:nvSpPr>
          <p:cNvPr id="17" name="Source layout 8">
            <a:extLst>
              <a:ext uri="{FF2B5EF4-FFF2-40B4-BE49-F238E27FC236}">
                <a16:creationId xmlns:a16="http://schemas.microsoft.com/office/drawing/2014/main" id="{1C369C7D-87BC-4E76-B588-20259EB95AFC}"/>
              </a:ext>
            </a:extLst>
          </p:cNvPr>
          <p:cNvSpPr>
            <a:spLocks noGrp="1"/>
          </p:cNvSpPr>
          <p:nvPr/>
        </p:nvSpPr>
        <p:spPr>
          <a:xfrm>
            <a:off x="514350" y="3286125"/>
            <a:ext cx="11715750" cy="7144"/>
          </a:xfrm>
          <a:custGeom>
            <a:avLst/>
            <a:gdLst/>
            <a:ahLst/>
            <a:cxnLst/>
            <a:rect l="0" t="0" r="0" b="0"/>
            <a:pathLst>
              <a:path w="11715750" h="7144">
                <a:moveTo>
                  <a:pt x="0" y="0"/>
                </a:moveTo>
                <a:lnTo>
                  <a:pt x="11715750" y="0"/>
                </a:lnTo>
                <a:lnTo>
                  <a:pt x="11715750" y="7144"/>
                </a:lnTo>
                <a:lnTo>
                  <a:pt x="0" y="7144"/>
                </a:lnTo>
                <a:close/>
              </a:path>
            </a:pathLst>
          </a:custGeom>
          <a:solidFill>
            <a:srgbClr val="0A2540">
              <a:alpha val="34120"/>
            </a:srgbClr>
          </a:solidFill>
          <a:ln w="7144">
            <a:noFill/>
            <a:prstDash val="solid"/>
          </a:ln>
        </p:spPr>
      </p:sp>
      <p:sp>
        <p:nvSpPr>
          <p:cNvPr id="18" name="Source layout 9">
            <a:extLst>
              <a:ext uri="{FF2B5EF4-FFF2-40B4-BE49-F238E27FC236}">
                <a16:creationId xmlns:a16="http://schemas.microsoft.com/office/drawing/2014/main" id="{F28AAD60-3E22-48AF-9AB7-D49841167B70}"/>
              </a:ext>
            </a:extLst>
          </p:cNvPr>
          <p:cNvSpPr>
            <a:spLocks noGrp="1"/>
          </p:cNvSpPr>
          <p:nvPr/>
        </p:nvSpPr>
        <p:spPr>
          <a:xfrm>
            <a:off x="514350" y="5093494"/>
            <a:ext cx="11715750" cy="7144"/>
          </a:xfrm>
          <a:custGeom>
            <a:avLst/>
            <a:gdLst/>
            <a:ahLst/>
            <a:cxnLst/>
            <a:rect l="0" t="0" r="0" b="0"/>
            <a:pathLst>
              <a:path w="11715750" h="7144">
                <a:moveTo>
                  <a:pt x="0" y="0"/>
                </a:moveTo>
                <a:lnTo>
                  <a:pt x="11715750" y="0"/>
                </a:lnTo>
                <a:lnTo>
                  <a:pt x="11715750" y="7144"/>
                </a:lnTo>
                <a:lnTo>
                  <a:pt x="0" y="7144"/>
                </a:lnTo>
                <a:close/>
              </a:path>
            </a:pathLst>
          </a:custGeom>
          <a:solidFill>
            <a:srgbClr val="0A2540">
              <a:alpha val="34120"/>
            </a:srgbClr>
          </a:solidFill>
          <a:ln w="7144">
            <a:noFill/>
            <a:prstDash val="solid"/>
          </a:ln>
        </p:spPr>
      </p:sp>
      <p:sp>
        <p:nvSpPr>
          <p:cNvPr id="19" name="Source layout 10">
            <a:extLst>
              <a:ext uri="{FF2B5EF4-FFF2-40B4-BE49-F238E27FC236}">
                <a16:creationId xmlns:a16="http://schemas.microsoft.com/office/drawing/2014/main" id="{536D8979-4D62-464D-B6A8-8BE000FB402E}"/>
              </a:ext>
            </a:extLst>
          </p:cNvPr>
          <p:cNvSpPr>
            <a:spLocks noGrp="1"/>
          </p:cNvSpPr>
          <p:nvPr/>
        </p:nvSpPr>
        <p:spPr>
          <a:xfrm>
            <a:off x="12222956" y="3286125"/>
            <a:ext cx="7144" cy="1814512"/>
          </a:xfrm>
          <a:custGeom>
            <a:avLst/>
            <a:gdLst/>
            <a:ahLst/>
            <a:cxnLst/>
            <a:rect l="0" t="0" r="0" b="0"/>
            <a:pathLst>
              <a:path w="7144" h="1814512">
                <a:moveTo>
                  <a:pt x="0" y="0"/>
                </a:moveTo>
                <a:lnTo>
                  <a:pt x="7144" y="0"/>
                </a:lnTo>
                <a:lnTo>
                  <a:pt x="7144" y="1814512"/>
                </a:lnTo>
                <a:lnTo>
                  <a:pt x="0" y="1814512"/>
                </a:lnTo>
                <a:close/>
              </a:path>
            </a:pathLst>
          </a:custGeom>
          <a:solidFill>
            <a:srgbClr val="0A2540">
              <a:alpha val="34120"/>
            </a:srgbClr>
          </a:solidFill>
          <a:ln w="7144">
            <a:noFill/>
            <a:prstDash val="solid"/>
          </a:ln>
        </p:spPr>
      </p:sp>
      <p:sp>
        <p:nvSpPr>
          <p:cNvPr id="20" name="Source layout 11">
            <a:extLst>
              <a:ext uri="{FF2B5EF4-FFF2-40B4-BE49-F238E27FC236}">
                <a16:creationId xmlns:a16="http://schemas.microsoft.com/office/drawing/2014/main" id="{3A79ED9E-BF3B-4BFD-AA7B-90A7D9FB8B9F}"/>
              </a:ext>
            </a:extLst>
          </p:cNvPr>
          <p:cNvSpPr>
            <a:spLocks noGrp="1"/>
          </p:cNvSpPr>
          <p:nvPr/>
        </p:nvSpPr>
        <p:spPr>
          <a:xfrm>
            <a:off x="514350" y="3286125"/>
            <a:ext cx="42862" cy="1814512"/>
          </a:xfrm>
          <a:custGeom>
            <a:avLst/>
            <a:gdLst/>
            <a:ahLst/>
            <a:cxnLst/>
            <a:rect l="0" t="0" r="0" b="0"/>
            <a:pathLst>
              <a:path w="42862" h="1814512">
                <a:moveTo>
                  <a:pt x="0" y="0"/>
                </a:moveTo>
                <a:lnTo>
                  <a:pt x="0" y="1814512"/>
                </a:lnTo>
                <a:lnTo>
                  <a:pt x="42862" y="1807369"/>
                </a:lnTo>
                <a:lnTo>
                  <a:pt x="42862" y="7144"/>
                </a:lnTo>
              </a:path>
            </a:pathLst>
          </a:custGeom>
          <a:solidFill>
            <a:srgbClr val="0A2540"/>
          </a:solidFill>
          <a:ln w="7144">
            <a:noFill/>
            <a:prstDash val="solid"/>
          </a:ln>
        </p:spPr>
      </p:sp>
      <p:sp>
        <p:nvSpPr>
          <p:cNvPr id="21" name="Source layout 12">
            <a:extLst>
              <a:ext uri="{FF2B5EF4-FFF2-40B4-BE49-F238E27FC236}">
                <a16:creationId xmlns:a16="http://schemas.microsoft.com/office/drawing/2014/main" id="{1B1E0A3D-1B26-486A-B406-EACDD5FA3D62}"/>
              </a:ext>
            </a:extLst>
          </p:cNvPr>
          <p:cNvSpPr>
            <a:spLocks noGrp="1"/>
          </p:cNvSpPr>
          <p:nvPr/>
        </p:nvSpPr>
        <p:spPr>
          <a:xfrm>
            <a:off x="557212" y="3293269"/>
            <a:ext cx="1100137" cy="228600"/>
          </a:xfrm>
          <a:custGeom>
            <a:avLst/>
            <a:gdLst/>
            <a:ahLst/>
            <a:cxnLst/>
            <a:rect l="0" t="0" r="0" b="0"/>
            <a:pathLst>
              <a:path w="1100137" h="228600">
                <a:moveTo>
                  <a:pt x="0" y="0"/>
                </a:moveTo>
                <a:lnTo>
                  <a:pt x="1100137" y="0"/>
                </a:lnTo>
                <a:lnTo>
                  <a:pt x="1100137" y="228600"/>
                </a:lnTo>
                <a:lnTo>
                  <a:pt x="0" y="228600"/>
                </a:lnTo>
                <a:close/>
              </a:path>
            </a:pathLst>
          </a:custGeom>
          <a:solidFill>
            <a:srgbClr val="0A2540"/>
          </a:solidFill>
          <a:ln w="7144">
            <a:noFill/>
            <a:prstDash val="solid"/>
          </a:ln>
        </p:spPr>
      </p:sp>
      <p:sp>
        <p:nvSpPr>
          <p:cNvPr id="22" name="s23 text 1">
            <a:extLst>
              <a:ext uri="{FF2B5EF4-FFF2-40B4-BE49-F238E27FC236}">
                <a16:creationId xmlns:a16="http://schemas.microsoft.com/office/drawing/2014/main" id="{4FEF71B9-6708-46E4-8E5F-72287A4F7D7E}"/>
              </a:ext>
            </a:extLst>
          </p:cNvPr>
          <p:cNvSpPr>
            <a:spLocks noGrp="1"/>
          </p:cNvSpPr>
          <p:nvPr/>
        </p:nvSpPr>
        <p:spPr>
          <a:xfrm>
            <a:off x="678656" y="2369439"/>
            <a:ext cx="2400303" cy="173507"/>
          </a:xfrm>
          <a:prstGeom prst="rect">
            <a:avLst/>
          </a:prstGeom>
          <a:noFill/>
          <a:ln w="0">
            <a:noFill/>
            <a:prstDash val="solid"/>
          </a:ln>
        </p:spPr>
        <p:txBody>
          <a:bodyPr wrap="none" lIns="0" tIns="0" rIns="0" bIns="0" anchor="t">
            <a:noAutofit/>
          </a:bodyPr>
          <a:lstStyle>
            <a:defPPr algn="l">
              <a:defRPr sz="900" b="0" i="0" kern="0" spc="180">
                <a:solidFill>
                  <a:srgbClr val="1D4ED8"/>
                </a:solidFill>
                <a:latin typeface="JetBrains Mono"/>
                <a:ea typeface="JetBrains Mono"/>
                <a:cs typeface="JetBrains Mono"/>
              </a:defRPr>
            </a:defPPr>
            <a:lvl1pPr algn="l">
              <a:defRPr sz="900" b="0" i="0" kern="0" spc="180">
                <a:solidFill>
                  <a:srgbClr val="1D4ED8"/>
                </a:solidFill>
                <a:latin typeface="JetBrains Mono"/>
                <a:ea typeface="JetBrains Mono"/>
                <a:cs typeface="JetBrains Mono"/>
              </a:defRPr>
            </a:lvl1pPr>
            <a:lvl2pPr algn="l">
              <a:defRPr sz="900" b="0" i="0" kern="0" spc="180">
                <a:solidFill>
                  <a:srgbClr val="1D4ED8"/>
                </a:solidFill>
                <a:latin typeface="JetBrains Mono"/>
                <a:ea typeface="JetBrains Mono"/>
                <a:cs typeface="JetBrains Mono"/>
              </a:defRPr>
            </a:lvl2pPr>
            <a:lvl3pPr algn="l">
              <a:defRPr sz="900" b="0" i="0" kern="0" spc="180">
                <a:solidFill>
                  <a:srgbClr val="1D4ED8"/>
                </a:solidFill>
                <a:latin typeface="JetBrains Mono"/>
                <a:ea typeface="JetBrains Mono"/>
                <a:cs typeface="JetBrains Mono"/>
              </a:defRPr>
            </a:lvl3pPr>
            <a:lvl4pPr algn="l">
              <a:defRPr sz="900" b="0" i="0" kern="0" spc="180">
                <a:solidFill>
                  <a:srgbClr val="1D4ED8"/>
                </a:solidFill>
                <a:latin typeface="JetBrains Mono"/>
                <a:ea typeface="JetBrains Mono"/>
                <a:cs typeface="JetBrains Mono"/>
              </a:defRPr>
            </a:lvl4pPr>
            <a:lvl5pPr algn="l">
              <a:defRPr sz="900" b="0" i="0" kern="0" spc="180">
                <a:solidFill>
                  <a:srgbClr val="1D4ED8"/>
                </a:solidFill>
                <a:latin typeface="JetBrains Mono"/>
                <a:ea typeface="JetBrains Mono"/>
                <a:cs typeface="JetBrains Mono"/>
              </a:defRPr>
            </a:lvl5pPr>
            <a:lvl6pPr algn="l">
              <a:defRPr sz="900" b="0" i="0" kern="0" spc="180">
                <a:solidFill>
                  <a:srgbClr val="1D4ED8"/>
                </a:solidFill>
                <a:latin typeface="JetBrains Mono"/>
                <a:ea typeface="JetBrains Mono"/>
                <a:cs typeface="JetBrains Mono"/>
              </a:defRPr>
            </a:lvl6pPr>
            <a:lvl7pPr algn="l">
              <a:defRPr sz="900" b="0" i="0" kern="0" spc="180">
                <a:solidFill>
                  <a:srgbClr val="1D4ED8"/>
                </a:solidFill>
                <a:latin typeface="JetBrains Mono"/>
                <a:ea typeface="JetBrains Mono"/>
                <a:cs typeface="JetBrains Mono"/>
              </a:defRPr>
            </a:lvl7pPr>
            <a:lvl8pPr algn="l">
              <a:defRPr sz="900" b="0" i="0" kern="0" spc="180">
                <a:solidFill>
                  <a:srgbClr val="1D4ED8"/>
                </a:solidFill>
                <a:latin typeface="JetBrains Mono"/>
                <a:ea typeface="JetBrains Mono"/>
                <a:cs typeface="JetBrains Mono"/>
              </a:defRPr>
            </a:lvl8pPr>
            <a:lvl9pPr algn="l">
              <a:defRPr sz="900" b="0" i="0" kern="0" spc="180">
                <a:solidFill>
                  <a:srgbClr val="1D4ED8"/>
                </a:solidFill>
                <a:latin typeface="JetBrains Mono"/>
                <a:ea typeface="JetBrains Mono"/>
                <a:cs typeface="JetBrains Mono"/>
              </a:defRPr>
            </a:lvl9pPr>
          </a:lstStyle>
          <a:p>
            <a:pPr algn="l">
              <a:lnSpc>
                <a:spcPct val="100000"/>
              </a:lnSpc>
              <a:buNone/>
              <a:defRPr sz="900" b="0" i="0" kern="0" spc="180">
                <a:solidFill>
                  <a:srgbClr val="1D4ED8"/>
                </a:solidFill>
                <a:latin typeface="JetBrains Mono"/>
                <a:ea typeface="JetBrains Mono"/>
                <a:cs typeface="JetBrains Mono"/>
              </a:defRPr>
            </a:pPr>
            <a:r>
              <a:rPr sz="900" b="0" i="0" kern="0" spc="180">
                <a:solidFill>
                  <a:srgbClr val="1D4ED8"/>
                </a:solidFill>
                <a:latin typeface="JetBrains Mono"/>
                <a:ea typeface="JetBrains Mono"/>
                <a:cs typeface="JetBrains Mono"/>
              </a:rPr>
              <a:t>PART 5 OF 5 · QUESTION 5.4</a:t>
            </a:r>
          </a:p>
        </p:txBody>
      </p:sp>
      <p:sp>
        <p:nvSpPr>
          <p:cNvPr id="23" name="s23 text 2">
            <a:extLst>
              <a:ext uri="{FF2B5EF4-FFF2-40B4-BE49-F238E27FC236}">
                <a16:creationId xmlns:a16="http://schemas.microsoft.com/office/drawing/2014/main" id="{84966326-CE5F-46D0-944B-B1015A091134}"/>
              </a:ext>
            </a:extLst>
          </p:cNvPr>
          <p:cNvSpPr>
            <a:spLocks noGrp="1"/>
          </p:cNvSpPr>
          <p:nvPr/>
        </p:nvSpPr>
        <p:spPr>
          <a:xfrm>
            <a:off x="514350" y="2571750"/>
            <a:ext cx="9980962" cy="636173"/>
          </a:xfrm>
          <a:prstGeom prst="rect">
            <a:avLst/>
          </a:prstGeom>
          <a:noFill/>
          <a:ln w="0">
            <a:noFill/>
            <a:prstDash val="solid"/>
          </a:ln>
        </p:spPr>
        <p:txBody>
          <a:bodyPr wrap="none" lIns="0" tIns="0" rIns="0" bIns="0" anchor="t">
            <a:noAutofit/>
          </a:bodyPr>
          <a:lstStyle>
            <a:defPPr algn="l">
              <a:defRPr sz="3600" b="0" i="0" kern="0" spc="-115">
                <a:solidFill>
                  <a:srgbClr val="0A2540"/>
                </a:solidFill>
                <a:latin typeface="Inter ExtraBold"/>
                <a:ea typeface="Inter ExtraBold"/>
                <a:cs typeface="Inter ExtraBold"/>
              </a:defRPr>
            </a:defPPr>
            <a:lvl1pPr algn="l">
              <a:defRPr sz="3600" b="0" i="0" kern="0" spc="-115">
                <a:solidFill>
                  <a:srgbClr val="0A2540"/>
                </a:solidFill>
                <a:latin typeface="Inter ExtraBold"/>
                <a:ea typeface="Inter ExtraBold"/>
                <a:cs typeface="Inter ExtraBold"/>
              </a:defRPr>
            </a:lvl1pPr>
            <a:lvl2pPr algn="l">
              <a:defRPr sz="3600" b="0" i="0" kern="0" spc="-115">
                <a:solidFill>
                  <a:srgbClr val="0A2540"/>
                </a:solidFill>
                <a:latin typeface="Inter ExtraBold"/>
                <a:ea typeface="Inter ExtraBold"/>
                <a:cs typeface="Inter ExtraBold"/>
              </a:defRPr>
            </a:lvl2pPr>
            <a:lvl3pPr algn="l">
              <a:defRPr sz="3600" b="0" i="0" kern="0" spc="-115">
                <a:solidFill>
                  <a:srgbClr val="0A2540"/>
                </a:solidFill>
                <a:latin typeface="Inter ExtraBold"/>
                <a:ea typeface="Inter ExtraBold"/>
                <a:cs typeface="Inter ExtraBold"/>
              </a:defRPr>
            </a:lvl3pPr>
            <a:lvl4pPr algn="l">
              <a:defRPr sz="3600" b="0" i="0" kern="0" spc="-115">
                <a:solidFill>
                  <a:srgbClr val="0A2540"/>
                </a:solidFill>
                <a:latin typeface="Inter ExtraBold"/>
                <a:ea typeface="Inter ExtraBold"/>
                <a:cs typeface="Inter ExtraBold"/>
              </a:defRPr>
            </a:lvl4pPr>
            <a:lvl5pPr algn="l">
              <a:defRPr sz="3600" b="0" i="0" kern="0" spc="-115">
                <a:solidFill>
                  <a:srgbClr val="0A2540"/>
                </a:solidFill>
                <a:latin typeface="Inter ExtraBold"/>
                <a:ea typeface="Inter ExtraBold"/>
                <a:cs typeface="Inter ExtraBold"/>
              </a:defRPr>
            </a:lvl5pPr>
            <a:lvl6pPr algn="l">
              <a:defRPr sz="3600" b="0" i="0" kern="0" spc="-115">
                <a:solidFill>
                  <a:srgbClr val="0A2540"/>
                </a:solidFill>
                <a:latin typeface="Inter ExtraBold"/>
                <a:ea typeface="Inter ExtraBold"/>
                <a:cs typeface="Inter ExtraBold"/>
              </a:defRPr>
            </a:lvl6pPr>
            <a:lvl7pPr algn="l">
              <a:defRPr sz="3600" b="0" i="0" kern="0" spc="-115">
                <a:solidFill>
                  <a:srgbClr val="0A2540"/>
                </a:solidFill>
                <a:latin typeface="Inter ExtraBold"/>
                <a:ea typeface="Inter ExtraBold"/>
                <a:cs typeface="Inter ExtraBold"/>
              </a:defRPr>
            </a:lvl7pPr>
            <a:lvl8pPr algn="l">
              <a:defRPr sz="3600" b="0" i="0" kern="0" spc="-115">
                <a:solidFill>
                  <a:srgbClr val="0A2540"/>
                </a:solidFill>
                <a:latin typeface="Inter ExtraBold"/>
                <a:ea typeface="Inter ExtraBold"/>
                <a:cs typeface="Inter ExtraBold"/>
              </a:defRPr>
            </a:lvl8pPr>
            <a:lvl9pPr algn="l">
              <a:defRPr sz="3600" b="0" i="0" kern="0" spc="-115">
                <a:solidFill>
                  <a:srgbClr val="0A2540"/>
                </a:solidFill>
                <a:latin typeface="Inter ExtraBold"/>
                <a:ea typeface="Inter ExtraBold"/>
                <a:cs typeface="Inter ExtraBold"/>
              </a:defRPr>
            </a:lvl9pPr>
          </a:lstStyle>
          <a:p>
            <a:pPr algn="l">
              <a:lnSpc>
                <a:spcPct val="100000"/>
              </a:lnSpc>
              <a:buNone/>
              <a:defRPr sz="3600" b="0" i="0" kern="0" spc="-115">
                <a:solidFill>
                  <a:srgbClr val="0A2540"/>
                </a:solidFill>
                <a:latin typeface="Inter ExtraBold"/>
                <a:ea typeface="Inter ExtraBold"/>
                <a:cs typeface="Inter ExtraBold"/>
              </a:defRPr>
            </a:pPr>
            <a:r>
              <a:rPr sz="3600" b="0" i="0" kern="0" spc="-115">
                <a:solidFill>
                  <a:srgbClr val="0A2540"/>
                </a:solidFill>
                <a:latin typeface="Inter ExtraBold"/>
                <a:ea typeface="Inter ExtraBold"/>
                <a:cs typeface="Inter ExtraBold"/>
              </a:rPr>
              <a:t>A recent development in international trade</a:t>
            </a:r>
          </a:p>
        </p:txBody>
      </p:sp>
      <p:sp>
        <p:nvSpPr>
          <p:cNvPr id="24" name="s23 text 4">
            <a:extLst>
              <a:ext uri="{FF2B5EF4-FFF2-40B4-BE49-F238E27FC236}">
                <a16:creationId xmlns:a16="http://schemas.microsoft.com/office/drawing/2014/main" id="{9D93044D-594D-4FD2-BAE3-A181A36EE5E5}"/>
              </a:ext>
            </a:extLst>
          </p:cNvPr>
          <p:cNvSpPr>
            <a:spLocks noGrp="1"/>
          </p:cNvSpPr>
          <p:nvPr/>
        </p:nvSpPr>
        <p:spPr>
          <a:xfrm>
            <a:off x="514350" y="7370207"/>
            <a:ext cx="2688564"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QUESTION 5.4 · ARTICLE APPLICATION</a:t>
            </a:r>
          </a:p>
        </p:txBody>
      </p:sp>
      <p:sp>
        <p:nvSpPr>
          <p:cNvPr id="25" name="s23 text 5">
            <a:extLst>
              <a:ext uri="{FF2B5EF4-FFF2-40B4-BE49-F238E27FC236}">
                <a16:creationId xmlns:a16="http://schemas.microsoft.com/office/drawing/2014/main" id="{10CAA19E-82B5-4D06-8532-13F17CC2CDE5}"/>
              </a:ext>
            </a:extLst>
          </p:cNvPr>
          <p:cNvSpPr>
            <a:spLocks noGrp="1"/>
          </p:cNvSpPr>
          <p:nvPr/>
        </p:nvSpPr>
        <p:spPr>
          <a:xfrm>
            <a:off x="12654037" y="7370207"/>
            <a:ext cx="576503"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23 / 26</a:t>
            </a:r>
          </a:p>
        </p:txBody>
      </p:sp>
      <p:sp>
        <p:nvSpPr>
          <p:cNvPr id="26" name="s23 text 6">
            <a:extLst>
              <a:ext uri="{FF2B5EF4-FFF2-40B4-BE49-F238E27FC236}">
                <a16:creationId xmlns:a16="http://schemas.microsoft.com/office/drawing/2014/main" id="{715F7722-51E4-4694-8358-7F0E700A4884}"/>
              </a:ext>
            </a:extLst>
          </p:cNvPr>
          <p:cNvSpPr>
            <a:spLocks noGrp="1"/>
          </p:cNvSpPr>
          <p:nvPr/>
        </p:nvSpPr>
        <p:spPr>
          <a:xfrm>
            <a:off x="800100" y="3628578"/>
            <a:ext cx="10406824" cy="298206"/>
          </a:xfrm>
          <a:prstGeom prst="rect">
            <a:avLst/>
          </a:prstGeom>
          <a:noFill/>
          <a:ln w="0">
            <a:noFill/>
            <a:prstDash val="solid"/>
          </a:ln>
        </p:spPr>
        <p:txBody>
          <a:bodyPr wrap="none" lIns="0" tIns="0" rIns="0" bIns="0" anchor="t">
            <a:noAutofit/>
          </a:bodyPr>
          <a:lstStyle>
            <a:defPPr algn="l">
              <a:defRPr sz="1687" b="0" i="0" kern="0" spc="-9">
                <a:solidFill>
                  <a:srgbClr val="0A2540"/>
                </a:solidFill>
                <a:latin typeface="Inter"/>
                <a:ea typeface="Inter"/>
                <a:cs typeface="Inter"/>
              </a:defRPr>
            </a:defPPr>
            <a:lvl1pPr algn="l">
              <a:defRPr sz="1687" b="0" i="0" kern="0" spc="-9">
                <a:solidFill>
                  <a:srgbClr val="0A2540"/>
                </a:solidFill>
                <a:latin typeface="Inter"/>
                <a:ea typeface="Inter"/>
                <a:cs typeface="Inter"/>
              </a:defRPr>
            </a:lvl1pPr>
            <a:lvl2pPr algn="l">
              <a:defRPr sz="1687" b="0" i="0" kern="0" spc="-9">
                <a:solidFill>
                  <a:srgbClr val="0A2540"/>
                </a:solidFill>
                <a:latin typeface="Inter"/>
                <a:ea typeface="Inter"/>
                <a:cs typeface="Inter"/>
              </a:defRPr>
            </a:lvl2pPr>
            <a:lvl3pPr algn="l">
              <a:defRPr sz="1687" b="0" i="0" kern="0" spc="-9">
                <a:solidFill>
                  <a:srgbClr val="0A2540"/>
                </a:solidFill>
                <a:latin typeface="Inter"/>
                <a:ea typeface="Inter"/>
                <a:cs typeface="Inter"/>
              </a:defRPr>
            </a:lvl3pPr>
            <a:lvl4pPr algn="l">
              <a:defRPr sz="1687" b="0" i="0" kern="0" spc="-9">
                <a:solidFill>
                  <a:srgbClr val="0A2540"/>
                </a:solidFill>
                <a:latin typeface="Inter"/>
                <a:ea typeface="Inter"/>
                <a:cs typeface="Inter"/>
              </a:defRPr>
            </a:lvl4pPr>
            <a:lvl5pPr algn="l">
              <a:defRPr sz="1687" b="0" i="0" kern="0" spc="-9">
                <a:solidFill>
                  <a:srgbClr val="0A2540"/>
                </a:solidFill>
                <a:latin typeface="Inter"/>
                <a:ea typeface="Inter"/>
                <a:cs typeface="Inter"/>
              </a:defRPr>
            </a:lvl5pPr>
            <a:lvl6pPr algn="l">
              <a:defRPr sz="1687" b="0" i="0" kern="0" spc="-9">
                <a:solidFill>
                  <a:srgbClr val="0A2540"/>
                </a:solidFill>
                <a:latin typeface="Inter"/>
                <a:ea typeface="Inter"/>
                <a:cs typeface="Inter"/>
              </a:defRPr>
            </a:lvl6pPr>
            <a:lvl7pPr algn="l">
              <a:defRPr sz="1687" b="0" i="0" kern="0" spc="-9">
                <a:solidFill>
                  <a:srgbClr val="0A2540"/>
                </a:solidFill>
                <a:latin typeface="Inter"/>
                <a:ea typeface="Inter"/>
                <a:cs typeface="Inter"/>
              </a:defRPr>
            </a:lvl7pPr>
            <a:lvl8pPr algn="l">
              <a:defRPr sz="1687" b="0" i="0" kern="0" spc="-9">
                <a:solidFill>
                  <a:srgbClr val="0A2540"/>
                </a:solidFill>
                <a:latin typeface="Inter"/>
                <a:ea typeface="Inter"/>
                <a:cs typeface="Inter"/>
              </a:defRPr>
            </a:lvl8pPr>
            <a:lvl9pPr algn="l">
              <a:defRPr sz="1687" b="0" i="0" kern="0" spc="-9">
                <a:solidFill>
                  <a:srgbClr val="0A2540"/>
                </a:solidFill>
                <a:latin typeface="Inter"/>
                <a:ea typeface="Inter"/>
                <a:cs typeface="Inter"/>
              </a:defRPr>
            </a:lvl9pPr>
          </a:lstStyle>
          <a:p>
            <a:pPr algn="l">
              <a:lnSpc>
                <a:spcPct val="100000"/>
              </a:lnSpc>
              <a:buNone/>
              <a:defRPr sz="1687" b="0" i="0" kern="0" spc="-9">
                <a:solidFill>
                  <a:srgbClr val="0A2540"/>
                </a:solidFill>
                <a:latin typeface="Inter"/>
                <a:ea typeface="Inter"/>
                <a:cs typeface="Inter"/>
              </a:defRPr>
            </a:pPr>
            <a:r>
              <a:rPr sz="1687" b="0" i="0" kern="0" spc="-9">
                <a:solidFill>
                  <a:srgbClr val="0A2540"/>
                </a:solidFill>
                <a:latin typeface="Inter"/>
                <a:ea typeface="Inter"/>
                <a:cs typeface="Inter"/>
              </a:rPr>
              <a:t>Select one newspaper or magazine article (no earlier than year 2021) about the recent development in</a:t>
            </a:r>
          </a:p>
        </p:txBody>
      </p:sp>
      <p:sp>
        <p:nvSpPr>
          <p:cNvPr id="27" name="s23 text 7">
            <a:extLst>
              <a:ext uri="{FF2B5EF4-FFF2-40B4-BE49-F238E27FC236}">
                <a16:creationId xmlns:a16="http://schemas.microsoft.com/office/drawing/2014/main" id="{8601FB71-1FC4-46E6-8D04-4DE7C0549752}"/>
              </a:ext>
            </a:extLst>
          </p:cNvPr>
          <p:cNvSpPr>
            <a:spLocks noGrp="1"/>
          </p:cNvSpPr>
          <p:nvPr/>
        </p:nvSpPr>
        <p:spPr>
          <a:xfrm>
            <a:off x="800100" y="3935760"/>
            <a:ext cx="11133677" cy="298206"/>
          </a:xfrm>
          <a:prstGeom prst="rect">
            <a:avLst/>
          </a:prstGeom>
          <a:noFill/>
          <a:ln w="0">
            <a:noFill/>
            <a:prstDash val="solid"/>
          </a:ln>
        </p:spPr>
        <p:txBody>
          <a:bodyPr wrap="none" lIns="0" tIns="0" rIns="0" bIns="0" anchor="t">
            <a:noAutofit/>
          </a:bodyPr>
          <a:lstStyle>
            <a:defPPr algn="l">
              <a:defRPr sz="1687" b="0" i="0" kern="0" spc="-9">
                <a:solidFill>
                  <a:srgbClr val="0A2540"/>
                </a:solidFill>
                <a:latin typeface="Inter"/>
                <a:ea typeface="Inter"/>
                <a:cs typeface="Inter"/>
              </a:defRPr>
            </a:defPPr>
            <a:lvl1pPr algn="l">
              <a:defRPr sz="1687" b="0" i="0" kern="0" spc="-9">
                <a:solidFill>
                  <a:srgbClr val="0A2540"/>
                </a:solidFill>
                <a:latin typeface="Inter"/>
                <a:ea typeface="Inter"/>
                <a:cs typeface="Inter"/>
              </a:defRPr>
            </a:lvl1pPr>
            <a:lvl2pPr algn="l">
              <a:defRPr sz="1687" b="0" i="0" kern="0" spc="-9">
                <a:solidFill>
                  <a:srgbClr val="0A2540"/>
                </a:solidFill>
                <a:latin typeface="Inter"/>
                <a:ea typeface="Inter"/>
                <a:cs typeface="Inter"/>
              </a:defRPr>
            </a:lvl2pPr>
            <a:lvl3pPr algn="l">
              <a:defRPr sz="1687" b="0" i="0" kern="0" spc="-9">
                <a:solidFill>
                  <a:srgbClr val="0A2540"/>
                </a:solidFill>
                <a:latin typeface="Inter"/>
                <a:ea typeface="Inter"/>
                <a:cs typeface="Inter"/>
              </a:defRPr>
            </a:lvl3pPr>
            <a:lvl4pPr algn="l">
              <a:defRPr sz="1687" b="0" i="0" kern="0" spc="-9">
                <a:solidFill>
                  <a:srgbClr val="0A2540"/>
                </a:solidFill>
                <a:latin typeface="Inter"/>
                <a:ea typeface="Inter"/>
                <a:cs typeface="Inter"/>
              </a:defRPr>
            </a:lvl4pPr>
            <a:lvl5pPr algn="l">
              <a:defRPr sz="1687" b="0" i="0" kern="0" spc="-9">
                <a:solidFill>
                  <a:srgbClr val="0A2540"/>
                </a:solidFill>
                <a:latin typeface="Inter"/>
                <a:ea typeface="Inter"/>
                <a:cs typeface="Inter"/>
              </a:defRPr>
            </a:lvl5pPr>
            <a:lvl6pPr algn="l">
              <a:defRPr sz="1687" b="0" i="0" kern="0" spc="-9">
                <a:solidFill>
                  <a:srgbClr val="0A2540"/>
                </a:solidFill>
                <a:latin typeface="Inter"/>
                <a:ea typeface="Inter"/>
                <a:cs typeface="Inter"/>
              </a:defRPr>
            </a:lvl6pPr>
            <a:lvl7pPr algn="l">
              <a:defRPr sz="1687" b="0" i="0" kern="0" spc="-9">
                <a:solidFill>
                  <a:srgbClr val="0A2540"/>
                </a:solidFill>
                <a:latin typeface="Inter"/>
                <a:ea typeface="Inter"/>
                <a:cs typeface="Inter"/>
              </a:defRPr>
            </a:lvl7pPr>
            <a:lvl8pPr algn="l">
              <a:defRPr sz="1687" b="0" i="0" kern="0" spc="-9">
                <a:solidFill>
                  <a:srgbClr val="0A2540"/>
                </a:solidFill>
                <a:latin typeface="Inter"/>
                <a:ea typeface="Inter"/>
                <a:cs typeface="Inter"/>
              </a:defRPr>
            </a:lvl8pPr>
            <a:lvl9pPr algn="l">
              <a:defRPr sz="1687" b="0" i="0" kern="0" spc="-9">
                <a:solidFill>
                  <a:srgbClr val="0A2540"/>
                </a:solidFill>
                <a:latin typeface="Inter"/>
                <a:ea typeface="Inter"/>
                <a:cs typeface="Inter"/>
              </a:defRPr>
            </a:lvl9pPr>
          </a:lstStyle>
          <a:p>
            <a:pPr algn="l">
              <a:lnSpc>
                <a:spcPct val="100000"/>
              </a:lnSpc>
              <a:buNone/>
              <a:defRPr sz="1687" b="0" i="0" kern="0" spc="-9">
                <a:solidFill>
                  <a:srgbClr val="0A2540"/>
                </a:solidFill>
                <a:latin typeface="Inter"/>
                <a:ea typeface="Inter"/>
                <a:cs typeface="Inter"/>
              </a:defRPr>
            </a:pPr>
            <a:r>
              <a:rPr sz="1687" b="0" i="0" kern="0" spc="-9">
                <a:solidFill>
                  <a:srgbClr val="0A2540"/>
                </a:solidFill>
                <a:latin typeface="Inter"/>
                <a:ea typeface="Inter"/>
                <a:cs typeface="Inter"/>
              </a:rPr>
              <a:t>international trade or globalization. Briefly introduce the article content. Then explain how the knowledge that</a:t>
            </a:r>
          </a:p>
        </p:txBody>
      </p:sp>
      <p:sp>
        <p:nvSpPr>
          <p:cNvPr id="28" name="s23 text 8">
            <a:extLst>
              <a:ext uri="{FF2B5EF4-FFF2-40B4-BE49-F238E27FC236}">
                <a16:creationId xmlns:a16="http://schemas.microsoft.com/office/drawing/2014/main" id="{B65AE0A7-B1F7-41ED-BDF5-DFA3A5C6135C}"/>
              </a:ext>
            </a:extLst>
          </p:cNvPr>
          <p:cNvSpPr>
            <a:spLocks noGrp="1"/>
          </p:cNvSpPr>
          <p:nvPr/>
        </p:nvSpPr>
        <p:spPr>
          <a:xfrm>
            <a:off x="800100" y="4250085"/>
            <a:ext cx="6526720" cy="298206"/>
          </a:xfrm>
          <a:prstGeom prst="rect">
            <a:avLst/>
          </a:prstGeom>
          <a:noFill/>
          <a:ln w="0">
            <a:noFill/>
            <a:prstDash val="solid"/>
          </a:ln>
        </p:spPr>
        <p:txBody>
          <a:bodyPr wrap="none" lIns="0" tIns="0" rIns="0" bIns="0" anchor="t">
            <a:noAutofit/>
          </a:bodyPr>
          <a:lstStyle>
            <a:defPPr algn="l">
              <a:defRPr sz="1687" b="0" i="0" kern="0" spc="-9">
                <a:solidFill>
                  <a:srgbClr val="0A2540"/>
                </a:solidFill>
                <a:latin typeface="Inter"/>
                <a:ea typeface="Inter"/>
                <a:cs typeface="Inter"/>
              </a:defRPr>
            </a:defPPr>
            <a:lvl1pPr algn="l">
              <a:defRPr sz="1687" b="0" i="0" kern="0" spc="-9">
                <a:solidFill>
                  <a:srgbClr val="0A2540"/>
                </a:solidFill>
                <a:latin typeface="Inter"/>
                <a:ea typeface="Inter"/>
                <a:cs typeface="Inter"/>
              </a:defRPr>
            </a:lvl1pPr>
            <a:lvl2pPr algn="l">
              <a:defRPr sz="1687" b="0" i="0" kern="0" spc="-9">
                <a:solidFill>
                  <a:srgbClr val="0A2540"/>
                </a:solidFill>
                <a:latin typeface="Inter"/>
                <a:ea typeface="Inter"/>
                <a:cs typeface="Inter"/>
              </a:defRPr>
            </a:lvl2pPr>
            <a:lvl3pPr algn="l">
              <a:defRPr sz="1687" b="0" i="0" kern="0" spc="-9">
                <a:solidFill>
                  <a:srgbClr val="0A2540"/>
                </a:solidFill>
                <a:latin typeface="Inter"/>
                <a:ea typeface="Inter"/>
                <a:cs typeface="Inter"/>
              </a:defRPr>
            </a:lvl3pPr>
            <a:lvl4pPr algn="l">
              <a:defRPr sz="1687" b="0" i="0" kern="0" spc="-9">
                <a:solidFill>
                  <a:srgbClr val="0A2540"/>
                </a:solidFill>
                <a:latin typeface="Inter"/>
                <a:ea typeface="Inter"/>
                <a:cs typeface="Inter"/>
              </a:defRPr>
            </a:lvl4pPr>
            <a:lvl5pPr algn="l">
              <a:defRPr sz="1687" b="0" i="0" kern="0" spc="-9">
                <a:solidFill>
                  <a:srgbClr val="0A2540"/>
                </a:solidFill>
                <a:latin typeface="Inter"/>
                <a:ea typeface="Inter"/>
                <a:cs typeface="Inter"/>
              </a:defRPr>
            </a:lvl5pPr>
            <a:lvl6pPr algn="l">
              <a:defRPr sz="1687" b="0" i="0" kern="0" spc="-9">
                <a:solidFill>
                  <a:srgbClr val="0A2540"/>
                </a:solidFill>
                <a:latin typeface="Inter"/>
                <a:ea typeface="Inter"/>
                <a:cs typeface="Inter"/>
              </a:defRPr>
            </a:lvl6pPr>
            <a:lvl7pPr algn="l">
              <a:defRPr sz="1687" b="0" i="0" kern="0" spc="-9">
                <a:solidFill>
                  <a:srgbClr val="0A2540"/>
                </a:solidFill>
                <a:latin typeface="Inter"/>
                <a:ea typeface="Inter"/>
                <a:cs typeface="Inter"/>
              </a:defRPr>
            </a:lvl7pPr>
            <a:lvl8pPr algn="l">
              <a:defRPr sz="1687" b="0" i="0" kern="0" spc="-9">
                <a:solidFill>
                  <a:srgbClr val="0A2540"/>
                </a:solidFill>
                <a:latin typeface="Inter"/>
                <a:ea typeface="Inter"/>
                <a:cs typeface="Inter"/>
              </a:defRPr>
            </a:lvl8pPr>
            <a:lvl9pPr algn="l">
              <a:defRPr sz="1687" b="0" i="0" kern="0" spc="-9">
                <a:solidFill>
                  <a:srgbClr val="0A2540"/>
                </a:solidFill>
                <a:latin typeface="Inter"/>
                <a:ea typeface="Inter"/>
                <a:cs typeface="Inter"/>
              </a:defRPr>
            </a:lvl9pPr>
          </a:lstStyle>
          <a:p>
            <a:pPr algn="l">
              <a:lnSpc>
                <a:spcPct val="100000"/>
              </a:lnSpc>
              <a:buNone/>
              <a:defRPr sz="1687" b="0" i="0" kern="0" spc="-9">
                <a:solidFill>
                  <a:srgbClr val="0A2540"/>
                </a:solidFill>
                <a:latin typeface="Inter"/>
                <a:ea typeface="Inter"/>
                <a:cs typeface="Inter"/>
              </a:defRPr>
            </a:pPr>
            <a:r>
              <a:rPr sz="1687" b="0" i="0" kern="0" spc="-9">
                <a:solidFill>
                  <a:srgbClr val="0A2540"/>
                </a:solidFill>
                <a:latin typeface="Inter"/>
                <a:ea typeface="Inter"/>
                <a:cs typeface="Inter"/>
              </a:rPr>
              <a:t>you have learnt in Topic 5 can be applied in the selected article.</a:t>
            </a:r>
          </a:p>
        </p:txBody>
      </p:sp>
      <p:sp>
        <p:nvSpPr>
          <p:cNvPr id="29" name="s23 text 9">
            <a:extLst>
              <a:ext uri="{FF2B5EF4-FFF2-40B4-BE49-F238E27FC236}">
                <a16:creationId xmlns:a16="http://schemas.microsoft.com/office/drawing/2014/main" id="{148B9DC0-35A6-4BC8-82CD-00CDA1806F4C}"/>
              </a:ext>
            </a:extLst>
          </p:cNvPr>
          <p:cNvSpPr>
            <a:spLocks noGrp="1"/>
          </p:cNvSpPr>
          <p:nvPr/>
        </p:nvSpPr>
        <p:spPr>
          <a:xfrm>
            <a:off x="1443037" y="4698355"/>
            <a:ext cx="8900541" cy="218685"/>
          </a:xfrm>
          <a:prstGeom prst="rect">
            <a:avLst/>
          </a:prstGeom>
          <a:noFill/>
          <a:ln w="0">
            <a:noFill/>
            <a:prstDash val="solid"/>
          </a:ln>
        </p:spPr>
        <p:txBody>
          <a:bodyPr wrap="none" lIns="0" tIns="0" rIns="0" bIns="0" anchor="t">
            <a:noAutofit/>
          </a:bodyPr>
          <a:lstStyle>
            <a:defPPr algn="l">
              <a:defRPr sz="1237" b="0" i="1" kern="0" spc="-9">
                <a:solidFill>
                  <a:srgbClr val="3D4D68"/>
                </a:solidFill>
                <a:latin typeface="Inter"/>
                <a:ea typeface="Inter"/>
                <a:cs typeface="Inter"/>
              </a:defRPr>
            </a:defPPr>
            <a:lvl1pPr algn="l">
              <a:defRPr sz="1237" b="0" i="1" kern="0" spc="-9">
                <a:solidFill>
                  <a:srgbClr val="3D4D68"/>
                </a:solidFill>
                <a:latin typeface="Inter"/>
                <a:ea typeface="Inter"/>
                <a:cs typeface="Inter"/>
              </a:defRPr>
            </a:lvl1pPr>
            <a:lvl2pPr algn="l">
              <a:defRPr sz="1237" b="0" i="1" kern="0" spc="-9">
                <a:solidFill>
                  <a:srgbClr val="3D4D68"/>
                </a:solidFill>
                <a:latin typeface="Inter"/>
                <a:ea typeface="Inter"/>
                <a:cs typeface="Inter"/>
              </a:defRPr>
            </a:lvl2pPr>
            <a:lvl3pPr algn="l">
              <a:defRPr sz="1237" b="0" i="1" kern="0" spc="-9">
                <a:solidFill>
                  <a:srgbClr val="3D4D68"/>
                </a:solidFill>
                <a:latin typeface="Inter"/>
                <a:ea typeface="Inter"/>
                <a:cs typeface="Inter"/>
              </a:defRPr>
            </a:lvl3pPr>
            <a:lvl4pPr algn="l">
              <a:defRPr sz="1237" b="0" i="1" kern="0" spc="-9">
                <a:solidFill>
                  <a:srgbClr val="3D4D68"/>
                </a:solidFill>
                <a:latin typeface="Inter"/>
                <a:ea typeface="Inter"/>
                <a:cs typeface="Inter"/>
              </a:defRPr>
            </a:lvl4pPr>
            <a:lvl5pPr algn="l">
              <a:defRPr sz="1237" b="0" i="1" kern="0" spc="-9">
                <a:solidFill>
                  <a:srgbClr val="3D4D68"/>
                </a:solidFill>
                <a:latin typeface="Inter"/>
                <a:ea typeface="Inter"/>
                <a:cs typeface="Inter"/>
              </a:defRPr>
            </a:lvl5pPr>
            <a:lvl6pPr algn="l">
              <a:defRPr sz="1237" b="0" i="1" kern="0" spc="-9">
                <a:solidFill>
                  <a:srgbClr val="3D4D68"/>
                </a:solidFill>
                <a:latin typeface="Inter"/>
                <a:ea typeface="Inter"/>
                <a:cs typeface="Inter"/>
              </a:defRPr>
            </a:lvl6pPr>
            <a:lvl7pPr algn="l">
              <a:defRPr sz="1237" b="0" i="1" kern="0" spc="-9">
                <a:solidFill>
                  <a:srgbClr val="3D4D68"/>
                </a:solidFill>
                <a:latin typeface="Inter"/>
                <a:ea typeface="Inter"/>
                <a:cs typeface="Inter"/>
              </a:defRPr>
            </a:lvl7pPr>
            <a:lvl8pPr algn="l">
              <a:defRPr sz="1237" b="0" i="1" kern="0" spc="-9">
                <a:solidFill>
                  <a:srgbClr val="3D4D68"/>
                </a:solidFill>
                <a:latin typeface="Inter"/>
                <a:ea typeface="Inter"/>
                <a:cs typeface="Inter"/>
              </a:defRPr>
            </a:lvl8pPr>
            <a:lvl9pPr algn="l">
              <a:defRPr sz="1237" b="0" i="1" kern="0" spc="-9">
                <a:solidFill>
                  <a:srgbClr val="3D4D68"/>
                </a:solidFill>
                <a:latin typeface="Inter"/>
                <a:ea typeface="Inter"/>
                <a:cs typeface="Inter"/>
              </a:defRPr>
            </a:lvl9pPr>
          </a:lstStyle>
          <a:p>
            <a:pPr algn="l">
              <a:lnSpc>
                <a:spcPct val="100000"/>
              </a:lnSpc>
              <a:buNone/>
              <a:defRPr sz="1237" b="0" i="1" kern="0" spc="-9">
                <a:solidFill>
                  <a:srgbClr val="3D4D68"/>
                </a:solidFill>
                <a:latin typeface="Inter"/>
                <a:ea typeface="Inter"/>
                <a:cs typeface="Inter"/>
              </a:defRPr>
            </a:pPr>
            <a:r>
              <a:rPr sz="1237" b="0" i="1" kern="0" spc="-9">
                <a:solidFill>
                  <a:srgbClr val="3D4D68"/>
                </a:solidFill>
                <a:latin typeface="Inter"/>
                <a:ea typeface="Inter"/>
                <a:cs typeface="Inter"/>
              </a:rPr>
              <a:t>Our article: Blenkinsop, P. (2024) “EU slaps tariffs on Chinese EVs, risking Beijing backlash”, Reuters, 29 October 2024.</a:t>
            </a:r>
          </a:p>
        </p:txBody>
      </p:sp>
      <p:sp>
        <p:nvSpPr>
          <p:cNvPr id="30" name="s23 text 10">
            <a:extLst>
              <a:ext uri="{FF2B5EF4-FFF2-40B4-BE49-F238E27FC236}">
                <a16:creationId xmlns:a16="http://schemas.microsoft.com/office/drawing/2014/main" id="{3EDCAAC5-79DE-4239-928F-195C0325E4E7}"/>
              </a:ext>
            </a:extLst>
          </p:cNvPr>
          <p:cNvSpPr>
            <a:spLocks noGrp="1"/>
          </p:cNvSpPr>
          <p:nvPr/>
        </p:nvSpPr>
        <p:spPr>
          <a:xfrm>
            <a:off x="650081" y="3341275"/>
            <a:ext cx="936113" cy="151819"/>
          </a:xfrm>
          <a:prstGeom prst="rect">
            <a:avLst/>
          </a:prstGeom>
          <a:noFill/>
          <a:ln w="0">
            <a:noFill/>
            <a:prstDash val="solid"/>
          </a:ln>
        </p:spPr>
        <p:txBody>
          <a:bodyPr wrap="none" lIns="0" tIns="0" rIns="0" bIns="0" anchor="t">
            <a:noAutofit/>
          </a:bodyPr>
          <a:lstStyle>
            <a:defPPr algn="l">
              <a:defRPr sz="787" b="0" i="0" kern="0" spc="126">
                <a:solidFill>
                  <a:srgbClr val="FFFFFF"/>
                </a:solidFill>
                <a:latin typeface="JetBrains Mono"/>
                <a:ea typeface="JetBrains Mono"/>
                <a:cs typeface="JetBrains Mono"/>
              </a:defRPr>
            </a:defPPr>
            <a:lvl1pPr algn="l">
              <a:defRPr sz="787" b="0" i="0" kern="0" spc="126">
                <a:solidFill>
                  <a:srgbClr val="FFFFFF"/>
                </a:solidFill>
                <a:latin typeface="JetBrains Mono"/>
                <a:ea typeface="JetBrains Mono"/>
                <a:cs typeface="JetBrains Mono"/>
              </a:defRPr>
            </a:lvl1pPr>
            <a:lvl2pPr algn="l">
              <a:defRPr sz="787" b="0" i="0" kern="0" spc="126">
                <a:solidFill>
                  <a:srgbClr val="FFFFFF"/>
                </a:solidFill>
                <a:latin typeface="JetBrains Mono"/>
                <a:ea typeface="JetBrains Mono"/>
                <a:cs typeface="JetBrains Mono"/>
              </a:defRPr>
            </a:lvl2pPr>
            <a:lvl3pPr algn="l">
              <a:defRPr sz="787" b="0" i="0" kern="0" spc="126">
                <a:solidFill>
                  <a:srgbClr val="FFFFFF"/>
                </a:solidFill>
                <a:latin typeface="JetBrains Mono"/>
                <a:ea typeface="JetBrains Mono"/>
                <a:cs typeface="JetBrains Mono"/>
              </a:defRPr>
            </a:lvl3pPr>
            <a:lvl4pPr algn="l">
              <a:defRPr sz="787" b="0" i="0" kern="0" spc="126">
                <a:solidFill>
                  <a:srgbClr val="FFFFFF"/>
                </a:solidFill>
                <a:latin typeface="JetBrains Mono"/>
                <a:ea typeface="JetBrains Mono"/>
                <a:cs typeface="JetBrains Mono"/>
              </a:defRPr>
            </a:lvl4pPr>
            <a:lvl5pPr algn="l">
              <a:defRPr sz="787" b="0" i="0" kern="0" spc="126">
                <a:solidFill>
                  <a:srgbClr val="FFFFFF"/>
                </a:solidFill>
                <a:latin typeface="JetBrains Mono"/>
                <a:ea typeface="JetBrains Mono"/>
                <a:cs typeface="JetBrains Mono"/>
              </a:defRPr>
            </a:lvl5pPr>
            <a:lvl6pPr algn="l">
              <a:defRPr sz="787" b="0" i="0" kern="0" spc="126">
                <a:solidFill>
                  <a:srgbClr val="FFFFFF"/>
                </a:solidFill>
                <a:latin typeface="JetBrains Mono"/>
                <a:ea typeface="JetBrains Mono"/>
                <a:cs typeface="JetBrains Mono"/>
              </a:defRPr>
            </a:lvl6pPr>
            <a:lvl7pPr algn="l">
              <a:defRPr sz="787" b="0" i="0" kern="0" spc="126">
                <a:solidFill>
                  <a:srgbClr val="FFFFFF"/>
                </a:solidFill>
                <a:latin typeface="JetBrains Mono"/>
                <a:ea typeface="JetBrains Mono"/>
                <a:cs typeface="JetBrains Mono"/>
              </a:defRPr>
            </a:lvl7pPr>
            <a:lvl8pPr algn="l">
              <a:defRPr sz="787" b="0" i="0" kern="0" spc="126">
                <a:solidFill>
                  <a:srgbClr val="FFFFFF"/>
                </a:solidFill>
                <a:latin typeface="JetBrains Mono"/>
                <a:ea typeface="JetBrains Mono"/>
                <a:cs typeface="JetBrains Mono"/>
              </a:defRPr>
            </a:lvl8pPr>
            <a:lvl9pPr algn="l">
              <a:defRPr sz="787" b="0" i="0" kern="0" spc="126">
                <a:solidFill>
                  <a:srgbClr val="FFFFFF"/>
                </a:solidFill>
                <a:latin typeface="JetBrains Mono"/>
                <a:ea typeface="JetBrains Mono"/>
                <a:cs typeface="JetBrains Mono"/>
              </a:defRPr>
            </a:lvl9pPr>
          </a:lstStyle>
          <a:p>
            <a:pPr algn="l">
              <a:lnSpc>
                <a:spcPct val="100000"/>
              </a:lnSpc>
              <a:buNone/>
              <a:defRPr sz="787" b="0" i="0" kern="0" spc="126">
                <a:solidFill>
                  <a:srgbClr val="FFFFFF"/>
                </a:solidFill>
                <a:latin typeface="JetBrains Mono"/>
                <a:ea typeface="JetBrains Mono"/>
                <a:cs typeface="JetBrains Mono"/>
              </a:defRPr>
            </a:pPr>
            <a:r>
              <a:rPr sz="787" b="0" i="0" kern="0" spc="126">
                <a:solidFill>
                  <a:srgbClr val="FFFFFF"/>
                </a:solidFill>
                <a:latin typeface="JetBrains Mono"/>
                <a:ea typeface="JetBrains Mono"/>
                <a:cs typeface="JetBrains Mono"/>
              </a:rPr>
              <a:t>QUESTION 5.4</a:t>
            </a:r>
          </a:p>
        </p:txBody>
      </p:sp>
    </p:spTree>
    <p:extLst>
      <p:ext uri="{BB962C8B-B14F-4D97-AF65-F5344CB8AC3E}">
        <p14:creationId xmlns:p14="http://schemas.microsoft.com/office/powerpoint/2010/main" val="21347071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Blueprint grid">
            <a:extLst>
              <a:ext uri="{FF2B5EF4-FFF2-40B4-BE49-F238E27FC236}">
                <a16:creationId xmlns:a16="http://schemas.microsoft.com/office/drawing/2014/main" id="{C1D5951E-B6D7-42D3-A74B-27B46CC9266E}"/>
              </a:ext>
            </a:extLst>
          </p:cNvPr>
          <p:cNvSpPr>
            <a:spLocks noGrp="1"/>
          </p:cNvSpPr>
          <p:nvPr/>
        </p:nvSpPr>
        <p:spPr>
          <a:xfrm>
            <a:off x="7144" y="0"/>
            <a:ext cx="7144" cy="7715250"/>
          </a:xfrm>
          <a:prstGeom prst="rect">
            <a:avLst/>
          </a:prstGeom>
          <a:solidFill>
            <a:srgbClr val="0A2540">
              <a:alpha val="5000"/>
            </a:srgbClr>
          </a:solidFill>
          <a:ln w="0">
            <a:noFill/>
            <a:prstDash val="solid"/>
          </a:ln>
        </p:spPr>
      </p:sp>
      <p:sp>
        <p:nvSpPr>
          <p:cNvPr id="2" name="Blueprint grid">
            <a:extLst>
              <a:ext uri="{FF2B5EF4-FFF2-40B4-BE49-F238E27FC236}">
                <a16:creationId xmlns:a16="http://schemas.microsoft.com/office/drawing/2014/main" id="{BA549261-EF12-40FB-9B57-2882BF3A2D26}"/>
              </a:ext>
            </a:extLst>
          </p:cNvPr>
          <p:cNvSpPr>
            <a:spLocks noGrp="1"/>
          </p:cNvSpPr>
          <p:nvPr/>
        </p:nvSpPr>
        <p:spPr>
          <a:xfrm>
            <a:off x="578644" y="0"/>
            <a:ext cx="7144" cy="7715250"/>
          </a:xfrm>
          <a:prstGeom prst="rect">
            <a:avLst/>
          </a:prstGeom>
          <a:solidFill>
            <a:srgbClr val="0A2540">
              <a:alpha val="5000"/>
            </a:srgbClr>
          </a:solidFill>
          <a:ln w="0">
            <a:noFill/>
            <a:prstDash val="solid"/>
          </a:ln>
        </p:spPr>
      </p:sp>
      <p:sp>
        <p:nvSpPr>
          <p:cNvPr id="3" name="Blueprint grid">
            <a:extLst>
              <a:ext uri="{FF2B5EF4-FFF2-40B4-BE49-F238E27FC236}">
                <a16:creationId xmlns:a16="http://schemas.microsoft.com/office/drawing/2014/main" id="{5BCAAB31-7429-434B-A166-62EDF4129920}"/>
              </a:ext>
            </a:extLst>
          </p:cNvPr>
          <p:cNvSpPr>
            <a:spLocks noGrp="1"/>
          </p:cNvSpPr>
          <p:nvPr/>
        </p:nvSpPr>
        <p:spPr>
          <a:xfrm>
            <a:off x="9151144" y="0"/>
            <a:ext cx="7144" cy="7715250"/>
          </a:xfrm>
          <a:prstGeom prst="rect">
            <a:avLst/>
          </a:prstGeom>
          <a:solidFill>
            <a:srgbClr val="0A2540">
              <a:alpha val="5000"/>
            </a:srgbClr>
          </a:solidFill>
          <a:ln w="0">
            <a:noFill/>
            <a:prstDash val="solid"/>
          </a:ln>
        </p:spPr>
      </p:sp>
      <p:sp>
        <p:nvSpPr>
          <p:cNvPr id="4" name="Blueprint grid">
            <a:extLst>
              <a:ext uri="{FF2B5EF4-FFF2-40B4-BE49-F238E27FC236}">
                <a16:creationId xmlns:a16="http://schemas.microsoft.com/office/drawing/2014/main" id="{05DC67F7-104B-4C67-A3CB-5171F4487A3E}"/>
              </a:ext>
            </a:extLst>
          </p:cNvPr>
          <p:cNvSpPr>
            <a:spLocks noGrp="1"/>
          </p:cNvSpPr>
          <p:nvPr/>
        </p:nvSpPr>
        <p:spPr>
          <a:xfrm>
            <a:off x="9436894" y="0"/>
            <a:ext cx="7144" cy="7715250"/>
          </a:xfrm>
          <a:prstGeom prst="rect">
            <a:avLst/>
          </a:prstGeom>
          <a:solidFill>
            <a:srgbClr val="0A2540">
              <a:alpha val="5000"/>
            </a:srgbClr>
          </a:solidFill>
          <a:ln w="0">
            <a:noFill/>
            <a:prstDash val="solid"/>
          </a:ln>
        </p:spPr>
      </p:sp>
      <p:sp>
        <p:nvSpPr>
          <p:cNvPr id="5" name="Blueprint grid">
            <a:extLst>
              <a:ext uri="{FF2B5EF4-FFF2-40B4-BE49-F238E27FC236}">
                <a16:creationId xmlns:a16="http://schemas.microsoft.com/office/drawing/2014/main" id="{44761E03-EA1D-4C33-915A-BE129CAE6FBB}"/>
              </a:ext>
            </a:extLst>
          </p:cNvPr>
          <p:cNvSpPr>
            <a:spLocks noGrp="1"/>
          </p:cNvSpPr>
          <p:nvPr/>
        </p:nvSpPr>
        <p:spPr>
          <a:xfrm>
            <a:off x="9722644" y="0"/>
            <a:ext cx="7144" cy="7715250"/>
          </a:xfrm>
          <a:prstGeom prst="rect">
            <a:avLst/>
          </a:prstGeom>
          <a:solidFill>
            <a:srgbClr val="0A2540">
              <a:alpha val="5000"/>
            </a:srgbClr>
          </a:solidFill>
          <a:ln w="0">
            <a:noFill/>
            <a:prstDash val="solid"/>
          </a:ln>
        </p:spPr>
      </p:sp>
      <p:sp>
        <p:nvSpPr>
          <p:cNvPr id="6" name="Blueprint grid">
            <a:extLst>
              <a:ext uri="{FF2B5EF4-FFF2-40B4-BE49-F238E27FC236}">
                <a16:creationId xmlns:a16="http://schemas.microsoft.com/office/drawing/2014/main" id="{B583B056-EF50-433C-AB6D-3ACE68BC7C72}"/>
              </a:ext>
            </a:extLst>
          </p:cNvPr>
          <p:cNvSpPr>
            <a:spLocks noGrp="1"/>
          </p:cNvSpPr>
          <p:nvPr/>
        </p:nvSpPr>
        <p:spPr>
          <a:xfrm>
            <a:off x="10008394" y="0"/>
            <a:ext cx="7144" cy="7715250"/>
          </a:xfrm>
          <a:prstGeom prst="rect">
            <a:avLst/>
          </a:prstGeom>
          <a:solidFill>
            <a:srgbClr val="0A2540">
              <a:alpha val="5000"/>
            </a:srgbClr>
          </a:solidFill>
          <a:ln w="0">
            <a:noFill/>
            <a:prstDash val="solid"/>
          </a:ln>
        </p:spPr>
      </p:sp>
      <p:sp>
        <p:nvSpPr>
          <p:cNvPr id="7" name="Blueprint grid">
            <a:extLst>
              <a:ext uri="{FF2B5EF4-FFF2-40B4-BE49-F238E27FC236}">
                <a16:creationId xmlns:a16="http://schemas.microsoft.com/office/drawing/2014/main" id="{50583741-07BE-4340-BB5C-54CAF853E2BE}"/>
              </a:ext>
            </a:extLst>
          </p:cNvPr>
          <p:cNvSpPr>
            <a:spLocks noGrp="1"/>
          </p:cNvSpPr>
          <p:nvPr/>
        </p:nvSpPr>
        <p:spPr>
          <a:xfrm>
            <a:off x="10294144" y="0"/>
            <a:ext cx="7144" cy="7715250"/>
          </a:xfrm>
          <a:prstGeom prst="rect">
            <a:avLst/>
          </a:prstGeom>
          <a:solidFill>
            <a:srgbClr val="0A2540">
              <a:alpha val="5000"/>
            </a:srgbClr>
          </a:solidFill>
          <a:ln w="0">
            <a:noFill/>
            <a:prstDash val="solid"/>
          </a:ln>
        </p:spPr>
      </p:sp>
      <p:sp>
        <p:nvSpPr>
          <p:cNvPr id="8" name="Blueprint grid">
            <a:extLst>
              <a:ext uri="{FF2B5EF4-FFF2-40B4-BE49-F238E27FC236}">
                <a16:creationId xmlns:a16="http://schemas.microsoft.com/office/drawing/2014/main" id="{95F86520-5707-4566-B0F5-CDA9271487F9}"/>
              </a:ext>
            </a:extLst>
          </p:cNvPr>
          <p:cNvSpPr>
            <a:spLocks noGrp="1"/>
          </p:cNvSpPr>
          <p:nvPr/>
        </p:nvSpPr>
        <p:spPr>
          <a:xfrm>
            <a:off x="10579894" y="0"/>
            <a:ext cx="7144" cy="7715250"/>
          </a:xfrm>
          <a:prstGeom prst="rect">
            <a:avLst/>
          </a:prstGeom>
          <a:solidFill>
            <a:srgbClr val="0A2540">
              <a:alpha val="5000"/>
            </a:srgbClr>
          </a:solidFill>
          <a:ln w="0">
            <a:noFill/>
            <a:prstDash val="solid"/>
          </a:ln>
        </p:spPr>
      </p:sp>
      <p:sp>
        <p:nvSpPr>
          <p:cNvPr id="9" name="Blueprint grid">
            <a:extLst>
              <a:ext uri="{FF2B5EF4-FFF2-40B4-BE49-F238E27FC236}">
                <a16:creationId xmlns:a16="http://schemas.microsoft.com/office/drawing/2014/main" id="{CF02453F-521F-4236-9E32-E1342D33A3BB}"/>
              </a:ext>
            </a:extLst>
          </p:cNvPr>
          <p:cNvSpPr>
            <a:spLocks noGrp="1"/>
          </p:cNvSpPr>
          <p:nvPr/>
        </p:nvSpPr>
        <p:spPr>
          <a:xfrm>
            <a:off x="10865644" y="0"/>
            <a:ext cx="7144" cy="7715250"/>
          </a:xfrm>
          <a:prstGeom prst="rect">
            <a:avLst/>
          </a:prstGeom>
          <a:solidFill>
            <a:srgbClr val="0A2540">
              <a:alpha val="5000"/>
            </a:srgbClr>
          </a:solidFill>
          <a:ln w="0">
            <a:noFill/>
            <a:prstDash val="solid"/>
          </a:ln>
        </p:spPr>
      </p:sp>
      <p:sp>
        <p:nvSpPr>
          <p:cNvPr id="10" name="Layout surface">
            <a:extLst>
              <a:ext uri="{FF2B5EF4-FFF2-40B4-BE49-F238E27FC236}">
                <a16:creationId xmlns:a16="http://schemas.microsoft.com/office/drawing/2014/main" id="{18397384-6F72-4EEB-9594-15A6077AB6A0}"/>
              </a:ext>
            </a:extLst>
          </p:cNvPr>
          <p:cNvSpPr>
            <a:spLocks noGrp="1"/>
          </p:cNvSpPr>
          <p:nvPr/>
        </p:nvSpPr>
        <p:spPr>
          <a:xfrm>
            <a:off x="0" y="0"/>
            <a:ext cx="1428750" cy="35719"/>
          </a:xfrm>
          <a:prstGeom prst="rect">
            <a:avLst/>
          </a:prstGeom>
          <a:solidFill>
            <a:srgbClr val="0A2540"/>
          </a:solidFill>
          <a:ln w="0">
            <a:noFill/>
            <a:prstDash val="solid"/>
          </a:ln>
        </p:spPr>
      </p:sp>
      <p:sp>
        <p:nvSpPr>
          <p:cNvPr id="11" name="Layout surface">
            <a:extLst>
              <a:ext uri="{FF2B5EF4-FFF2-40B4-BE49-F238E27FC236}">
                <a16:creationId xmlns:a16="http://schemas.microsoft.com/office/drawing/2014/main" id="{4DD2B561-DC8D-4494-AB87-275C20A67C48}"/>
              </a:ext>
            </a:extLst>
          </p:cNvPr>
          <p:cNvSpPr>
            <a:spLocks noGrp="1"/>
          </p:cNvSpPr>
          <p:nvPr/>
        </p:nvSpPr>
        <p:spPr>
          <a:xfrm>
            <a:off x="1428750" y="0"/>
            <a:ext cx="1000125" cy="35719"/>
          </a:xfrm>
          <a:prstGeom prst="rect">
            <a:avLst/>
          </a:prstGeom>
          <a:solidFill>
            <a:srgbClr val="1D4ED8"/>
          </a:solidFill>
          <a:ln w="0">
            <a:noFill/>
            <a:prstDash val="solid"/>
          </a:ln>
        </p:spPr>
      </p:sp>
      <p:sp>
        <p:nvSpPr>
          <p:cNvPr id="12" name="Layout surface">
            <a:extLst>
              <a:ext uri="{FF2B5EF4-FFF2-40B4-BE49-F238E27FC236}">
                <a16:creationId xmlns:a16="http://schemas.microsoft.com/office/drawing/2014/main" id="{40D9A92F-8A0E-46CB-98DE-AF5510C46504}"/>
              </a:ext>
            </a:extLst>
          </p:cNvPr>
          <p:cNvSpPr>
            <a:spLocks noGrp="1"/>
          </p:cNvSpPr>
          <p:nvPr/>
        </p:nvSpPr>
        <p:spPr>
          <a:xfrm>
            <a:off x="2428875" y="0"/>
            <a:ext cx="11287125" cy="35719"/>
          </a:xfrm>
          <a:prstGeom prst="rect">
            <a:avLst/>
          </a:prstGeom>
          <a:solidFill>
            <a:srgbClr val="0A2540">
              <a:alpha val="16000"/>
            </a:srgbClr>
          </a:solidFill>
          <a:ln w="0">
            <a:noFill/>
            <a:prstDash val="solid"/>
          </a:ln>
        </p:spPr>
      </p:sp>
      <p:sp>
        <p:nvSpPr>
          <p:cNvPr id="13" name="Source layout 5">
            <a:extLst>
              <a:ext uri="{FF2B5EF4-FFF2-40B4-BE49-F238E27FC236}">
                <a16:creationId xmlns:a16="http://schemas.microsoft.com/office/drawing/2014/main" id="{9156F841-1071-4719-A0BE-F0916514763F}"/>
              </a:ext>
            </a:extLst>
          </p:cNvPr>
          <p:cNvSpPr>
            <a:spLocks noGrp="1"/>
          </p:cNvSpPr>
          <p:nvPr/>
        </p:nvSpPr>
        <p:spPr>
          <a:xfrm>
            <a:off x="514350" y="557212"/>
            <a:ext cx="78581" cy="78581"/>
          </a:xfrm>
          <a:custGeom>
            <a:avLst/>
            <a:gdLst/>
            <a:ahLst/>
            <a:cxnLst/>
            <a:rect l="0" t="0" r="0" b="0"/>
            <a:pathLst>
              <a:path w="78581" h="78581">
                <a:moveTo>
                  <a:pt x="0" y="0"/>
                </a:moveTo>
                <a:lnTo>
                  <a:pt x="78581" y="0"/>
                </a:lnTo>
                <a:lnTo>
                  <a:pt x="78581" y="78581"/>
                </a:lnTo>
                <a:lnTo>
                  <a:pt x="0" y="78581"/>
                </a:lnTo>
                <a:close/>
              </a:path>
            </a:pathLst>
          </a:custGeom>
          <a:solidFill>
            <a:srgbClr val="1D4ED8"/>
          </a:solidFill>
          <a:ln w="7144">
            <a:noFill/>
            <a:prstDash val="solid"/>
          </a:ln>
        </p:spPr>
      </p:sp>
      <p:sp>
        <p:nvSpPr>
          <p:cNvPr id="14" name="Source layout 6">
            <a:extLst>
              <a:ext uri="{FF2B5EF4-FFF2-40B4-BE49-F238E27FC236}">
                <a16:creationId xmlns:a16="http://schemas.microsoft.com/office/drawing/2014/main" id="{738931ED-A925-4184-A13E-116E467491F3}"/>
              </a:ext>
            </a:extLst>
          </p:cNvPr>
          <p:cNvSpPr>
            <a:spLocks noGrp="1"/>
          </p:cNvSpPr>
          <p:nvPr/>
        </p:nvSpPr>
        <p:spPr>
          <a:xfrm>
            <a:off x="514350" y="1314450"/>
            <a:ext cx="5022056" cy="5629275"/>
          </a:xfrm>
          <a:custGeom>
            <a:avLst/>
            <a:gdLst/>
            <a:ahLst/>
            <a:cxnLst/>
            <a:rect l="0" t="0" r="0" b="0"/>
            <a:pathLst>
              <a:path w="5022056" h="5629275">
                <a:moveTo>
                  <a:pt x="0" y="0"/>
                </a:moveTo>
                <a:lnTo>
                  <a:pt x="5022056" y="0"/>
                </a:lnTo>
                <a:lnTo>
                  <a:pt x="5022056" y="5629275"/>
                </a:lnTo>
                <a:lnTo>
                  <a:pt x="0" y="5629275"/>
                </a:lnTo>
                <a:close/>
              </a:path>
            </a:pathLst>
          </a:custGeom>
          <a:solidFill>
            <a:srgbClr val="FFFFFF"/>
          </a:solidFill>
          <a:ln w="7144">
            <a:noFill/>
            <a:prstDash val="solid"/>
          </a:ln>
        </p:spPr>
      </p:sp>
      <p:sp>
        <p:nvSpPr>
          <p:cNvPr id="15" name="Source layout 7">
            <a:extLst>
              <a:ext uri="{FF2B5EF4-FFF2-40B4-BE49-F238E27FC236}">
                <a16:creationId xmlns:a16="http://schemas.microsoft.com/office/drawing/2014/main" id="{9E4D7C93-803A-4961-9F70-0505291C1F31}"/>
              </a:ext>
            </a:extLst>
          </p:cNvPr>
          <p:cNvSpPr>
            <a:spLocks noGrp="1"/>
          </p:cNvSpPr>
          <p:nvPr/>
        </p:nvSpPr>
        <p:spPr>
          <a:xfrm>
            <a:off x="517922" y="1318022"/>
            <a:ext cx="5014912" cy="5622131"/>
          </a:xfrm>
          <a:custGeom>
            <a:avLst/>
            <a:gdLst/>
            <a:ahLst/>
            <a:cxnLst/>
            <a:rect l="0" t="0" r="0" b="0"/>
            <a:pathLst>
              <a:path w="5014912" h="5622131">
                <a:moveTo>
                  <a:pt x="0" y="0"/>
                </a:moveTo>
                <a:lnTo>
                  <a:pt x="5014912" y="0"/>
                </a:lnTo>
                <a:lnTo>
                  <a:pt x="5014912" y="5622131"/>
                </a:lnTo>
                <a:lnTo>
                  <a:pt x="0" y="5622131"/>
                </a:lnTo>
                <a:close/>
              </a:path>
            </a:pathLst>
          </a:custGeom>
          <a:noFill/>
          <a:ln w="7144">
            <a:solidFill>
              <a:srgbClr val="0A2540">
                <a:alpha val="34120"/>
              </a:srgbClr>
            </a:solidFill>
            <a:prstDash val="solid"/>
          </a:ln>
        </p:spPr>
      </p:sp>
      <p:sp>
        <p:nvSpPr>
          <p:cNvPr id="16" name="Source layout 8">
            <a:extLst>
              <a:ext uri="{FF2B5EF4-FFF2-40B4-BE49-F238E27FC236}">
                <a16:creationId xmlns:a16="http://schemas.microsoft.com/office/drawing/2014/main" id="{F8CCE985-A856-4933-91FC-2F20938C4FCA}"/>
              </a:ext>
            </a:extLst>
          </p:cNvPr>
          <p:cNvSpPr>
            <a:spLocks noGrp="1"/>
          </p:cNvSpPr>
          <p:nvPr/>
        </p:nvSpPr>
        <p:spPr>
          <a:xfrm>
            <a:off x="514350" y="7250906"/>
            <a:ext cx="12687299" cy="7144"/>
          </a:xfrm>
          <a:custGeom>
            <a:avLst/>
            <a:gdLst/>
            <a:ahLst/>
            <a:cxnLst/>
            <a:rect l="0" t="0" r="0" b="0"/>
            <a:pathLst>
              <a:path w="12687299" h="7144">
                <a:moveTo>
                  <a:pt x="0" y="0"/>
                </a:moveTo>
                <a:lnTo>
                  <a:pt x="12687299" y="0"/>
                </a:lnTo>
                <a:lnTo>
                  <a:pt x="12687299" y="7144"/>
                </a:lnTo>
                <a:lnTo>
                  <a:pt x="0" y="7144"/>
                </a:lnTo>
                <a:close/>
              </a:path>
            </a:pathLst>
          </a:custGeom>
          <a:solidFill>
            <a:srgbClr val="0A2540">
              <a:alpha val="16080"/>
            </a:srgbClr>
          </a:solidFill>
          <a:ln w="7144">
            <a:noFill/>
            <a:prstDash val="solid"/>
          </a:ln>
        </p:spPr>
      </p:sp>
      <p:graphicFrame>
        <p:nvGraphicFramePr>
          <p:cNvPr id="17" name="Table 16">
            <a:extLst>
              <a:ext uri="{FF2B5EF4-FFF2-40B4-BE49-F238E27FC236}">
                <a16:creationId xmlns:a16="http://schemas.microsoft.com/office/drawing/2014/main" id="{1BE62590-B559-463B-A5BB-153F45BAF64A}"/>
              </a:ext>
            </a:extLst>
          </p:cNvPr>
          <p:cNvGraphicFramePr/>
          <p:nvPr/>
        </p:nvGraphicFramePr>
        <p:xfrm>
          <a:off x="5879306" y="1707356"/>
          <a:ext cx="7322344" cy="4780954"/>
        </p:xfrm>
        <a:graphic>
          <a:graphicData uri="http://schemas.openxmlformats.org/drawingml/2006/table">
            <a:tbl>
              <a:tblPr/>
              <a:tblGrid>
                <a:gridCol w="1943100">
                  <a:extLst>
                    <a:ext uri="{9D8B030D-6E8A-4147-A177-3AD203B41FA5}">
                      <a16:colId xmlns:a16="http://schemas.microsoft.com/office/drawing/2014/main" val="20000"/>
                    </a:ext>
                  </a:extLst>
                </a:gridCol>
                <a:gridCol w="5379244">
                  <a:extLst>
                    <a:ext uri="{9D8B030D-6E8A-4147-A177-3AD203B41FA5}">
                      <a16:colId xmlns:a16="http://schemas.microsoft.com/office/drawing/2014/main" val="20001"/>
                    </a:ext>
                  </a:extLst>
                </a:gridCol>
              </a:tblGrid>
              <a:tr h="278606">
                <a:tc>
                  <a:txBody>
                    <a:bodyPr/>
                    <a:lstStyle/>
                    <a:p>
                      <a:pPr marL="0" indent="0" algn="l" fontAlgn="base">
                        <a:lnSpc>
                          <a:spcPts val="1063"/>
                        </a:lnSpc>
                        <a:spcBef>
                          <a:spcPts val="0"/>
                        </a:spcBef>
                        <a:spcAft>
                          <a:spcPts val="0"/>
                        </a:spcAft>
                      </a:pPr>
                      <a:r>
                        <a:rPr sz="787" b="0" i="0" kern="0" spc="110" dirty="0">
                          <a:solidFill>
                            <a:srgbClr val="8B98AD"/>
                          </a:solidFill>
                          <a:latin typeface="JetBrains Mono"/>
                          <a:ea typeface="JetBrains Mono"/>
                          <a:cs typeface="JetBrains Mono"/>
                        </a:rPr>
                        <a:t>TOPIC 5 CONCEPT</a:t>
                      </a:r>
                      <a:endParaRPr sz="787"/>
                    </a:p>
                  </a:txBody>
                  <a:tcPr marL="113184" marR="76200" marT="55150" marB="0">
                    <a:lnL w="0">
                      <a:noFill/>
                      <a:prstDash val="solid"/>
                    </a:lnL>
                    <a:lnR w="0">
                      <a:noFill/>
                      <a:prstDash val="solid"/>
                    </a:lnR>
                    <a:lnT w="0">
                      <a:noFill/>
                      <a:prstDash val="solid"/>
                    </a:lnT>
                    <a:lnB w="14288">
                      <a:solidFill>
                        <a:srgbClr val="0A2540"/>
                      </a:solidFill>
                      <a:prstDash val="solid"/>
                    </a:lnB>
                    <a:noFill/>
                  </a:tcPr>
                </a:tc>
                <a:tc>
                  <a:txBody>
                    <a:bodyPr/>
                    <a:lstStyle/>
                    <a:p>
                      <a:pPr marL="0" indent="0" algn="l" fontAlgn="base">
                        <a:lnSpc>
                          <a:spcPts val="1063"/>
                        </a:lnSpc>
                        <a:spcBef>
                          <a:spcPts val="0"/>
                        </a:spcBef>
                        <a:spcAft>
                          <a:spcPts val="0"/>
                        </a:spcAft>
                      </a:pPr>
                      <a:r>
                        <a:rPr sz="787" b="0" i="0" kern="0" spc="110" dirty="0">
                          <a:solidFill>
                            <a:srgbClr val="8B98AD"/>
                          </a:solidFill>
                          <a:latin typeface="JetBrains Mono"/>
                          <a:ea typeface="JetBrains Mono"/>
                          <a:cs typeface="JetBrains Mono"/>
                        </a:rPr>
                        <a:t>IN THE ARTICLE</a:t>
                      </a:r>
                      <a:endParaRPr sz="787"/>
                    </a:p>
                  </a:txBody>
                  <a:tcPr marL="111398" marR="76200" marT="55150" marB="0">
                    <a:lnL w="0">
                      <a:noFill/>
                      <a:prstDash val="solid"/>
                    </a:lnL>
                    <a:lnR w="0">
                      <a:noFill/>
                      <a:prstDash val="solid"/>
                    </a:lnR>
                    <a:lnT w="0">
                      <a:noFill/>
                      <a:prstDash val="solid"/>
                    </a:lnT>
                    <a:lnB w="14288">
                      <a:solidFill>
                        <a:srgbClr val="0A2540"/>
                      </a:solidFill>
                      <a:prstDash val="solid"/>
                    </a:lnB>
                    <a:noFill/>
                  </a:tcPr>
                </a:tc>
                <a:extLst>
                  <a:ext uri="{0D108BD9-81ED-4DB2-BD59-A6C34878D82A}">
                    <a16:rowId xmlns:a16="http://schemas.microsoft.com/office/drawing/2014/main" val="10000"/>
                  </a:ext>
                </a:extLst>
              </a:tr>
              <a:tr h="446484">
                <a:tc>
                  <a:txBody>
                    <a:bodyPr/>
                    <a:lstStyle/>
                    <a:p>
                      <a:pPr marL="0" indent="0" algn="l" fontAlgn="base">
                        <a:lnSpc>
                          <a:spcPts val="2202"/>
                        </a:lnSpc>
                        <a:spcBef>
                          <a:spcPts val="0"/>
                        </a:spcBef>
                        <a:spcAft>
                          <a:spcPts val="0"/>
                        </a:spcAft>
                      </a:pPr>
                      <a:r>
                        <a:rPr sz="1631" b="0" i="0" kern="0" spc="-9" dirty="0">
                          <a:solidFill>
                            <a:srgbClr val="0A2540"/>
                          </a:solidFill>
                          <a:latin typeface="Inter"/>
                          <a:ea typeface="Inter"/>
                          <a:cs typeface="Inter"/>
                        </a:rPr>
                        <a:t>Barrier type</a:t>
                      </a:r>
                      <a:endParaRPr sz="1631"/>
                    </a:p>
                  </a:txBody>
                  <a:tcPr marL="113184" marR="76200" marT="99343" marB="0">
                    <a:lnL w="0">
                      <a:noFill/>
                      <a:prstDash val="solid"/>
                    </a:lnL>
                    <a:lnR w="0">
                      <a:noFill/>
                      <a:prstDash val="solid"/>
                    </a:lnR>
                    <a:lnT w="14288" cap="flat" cmpd="sng" algn="ctr">
                      <a:solidFill>
                        <a:srgbClr val="0A2540"/>
                      </a:solidFill>
                      <a:prstDash val="solid"/>
                      <a:round/>
                      <a:headEnd type="none" w="med" len="med"/>
                      <a:tailEnd type="none" w="med" len="med"/>
                    </a:lnT>
                    <a:lnB w="7144">
                      <a:solidFill>
                        <a:srgbClr val="0A2540">
                          <a:alpha val="16000"/>
                        </a:srgbClr>
                      </a:solidFill>
                      <a:prstDash val="solid"/>
                    </a:lnB>
                    <a:noFill/>
                  </a:tcPr>
                </a:tc>
                <a:tc>
                  <a:txBody>
                    <a:bodyPr/>
                    <a:lstStyle/>
                    <a:p>
                      <a:pPr marL="0" indent="0" algn="l" fontAlgn="base">
                        <a:lnSpc>
                          <a:spcPts val="2202"/>
                        </a:lnSpc>
                        <a:spcBef>
                          <a:spcPts val="0"/>
                        </a:spcBef>
                        <a:spcAft>
                          <a:spcPts val="0"/>
                        </a:spcAft>
                      </a:pPr>
                      <a:r>
                        <a:rPr sz="1631" b="0" i="0" kern="0" spc="-9" dirty="0">
                          <a:solidFill>
                            <a:srgbClr val="0A2540"/>
                          </a:solidFill>
                          <a:latin typeface="Inter"/>
                          <a:ea typeface="Inter"/>
                          <a:cs typeface="Inter"/>
                        </a:rPr>
                        <a:t>An </a:t>
                      </a:r>
                      <a:r>
                        <a:rPr sz="1631" b="1" i="0" kern="0" spc="-9" dirty="0">
                          <a:solidFill>
                            <a:srgbClr val="0A2540"/>
                          </a:solidFill>
                          <a:latin typeface="Inter"/>
                          <a:ea typeface="Inter"/>
                          <a:cs typeface="Inter"/>
                        </a:rPr>
                        <a:t>ad valorem tariff</a:t>
                      </a:r>
                      <a:r>
                        <a:rPr sz="1631" b="0" i="0" kern="0" spc="-9" dirty="0">
                          <a:solidFill>
                            <a:srgbClr val="0A2540"/>
                          </a:solidFill>
                          <a:latin typeface="Inter"/>
                          <a:ea typeface="Inter"/>
                          <a:cs typeface="Inter"/>
                        </a:rPr>
                        <a:t> — a % tax on imports</a:t>
                      </a:r>
                      <a:endParaRPr sz="1631"/>
                    </a:p>
                  </a:txBody>
                  <a:tcPr marL="111398" marR="76200" marT="99343" marB="0">
                    <a:lnL w="0">
                      <a:noFill/>
                      <a:prstDash val="solid"/>
                    </a:lnL>
                    <a:lnR w="0">
                      <a:noFill/>
                      <a:prstDash val="solid"/>
                    </a:lnR>
                    <a:lnT w="14288" cap="flat" cmpd="sng" algn="ctr">
                      <a:solidFill>
                        <a:srgbClr val="0A2540"/>
                      </a:solidFill>
                      <a:prstDash val="solid"/>
                      <a:round/>
                      <a:headEnd type="none" w="med" len="med"/>
                      <a:tailEnd type="none" w="med" len="med"/>
                    </a:lnT>
                    <a:lnB w="7144">
                      <a:solidFill>
                        <a:srgbClr val="0A2540">
                          <a:alpha val="16000"/>
                        </a:srgbClr>
                      </a:solidFill>
                      <a:prstDash val="solid"/>
                    </a:lnB>
                    <a:noFill/>
                  </a:tcPr>
                </a:tc>
                <a:extLst>
                  <a:ext uri="{0D108BD9-81ED-4DB2-BD59-A6C34878D82A}">
                    <a16:rowId xmlns:a16="http://schemas.microsoft.com/office/drawing/2014/main" val="10001"/>
                  </a:ext>
                </a:extLst>
              </a:tr>
              <a:tr h="442912">
                <a:tc>
                  <a:txBody>
                    <a:bodyPr/>
                    <a:lstStyle/>
                    <a:p>
                      <a:pPr marL="0" indent="0" algn="l" fontAlgn="base">
                        <a:lnSpc>
                          <a:spcPts val="2202"/>
                        </a:lnSpc>
                        <a:spcBef>
                          <a:spcPts val="0"/>
                        </a:spcBef>
                        <a:spcAft>
                          <a:spcPts val="0"/>
                        </a:spcAft>
                      </a:pPr>
                      <a:r>
                        <a:rPr sz="1631" b="1" i="0" kern="0" spc="-9" dirty="0">
                          <a:solidFill>
                            <a:srgbClr val="1D4ED8"/>
                          </a:solidFill>
                          <a:latin typeface="Inter"/>
                          <a:ea typeface="Inter"/>
                          <a:cs typeface="Inter"/>
                        </a:rPr>
                        <a:t>EU consumers</a:t>
                      </a:r>
                      <a:endParaRPr sz="1631"/>
                    </a:p>
                  </a:txBody>
                  <a:tcPr marL="113184"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tc>
                  <a:txBody>
                    <a:bodyPr/>
                    <a:lstStyle/>
                    <a:p>
                      <a:pPr marL="0" indent="0" algn="l" fontAlgn="base">
                        <a:lnSpc>
                          <a:spcPts val="2202"/>
                        </a:lnSpc>
                        <a:spcBef>
                          <a:spcPts val="0"/>
                        </a:spcBef>
                        <a:spcAft>
                          <a:spcPts val="0"/>
                        </a:spcAft>
                      </a:pPr>
                      <a:r>
                        <a:rPr sz="1631" b="0" i="0" kern="0" spc="-9" dirty="0">
                          <a:solidFill>
                            <a:srgbClr val="0A2540"/>
                          </a:solidFill>
                          <a:latin typeface="Inter"/>
                          <a:ea typeface="Inter"/>
                          <a:cs typeface="Inter"/>
                        </a:rPr>
                        <a:t>Pay more for cars </a:t>
                      </a:r>
                      <a:r>
                        <a:rPr sz="1631" b="0" i="0" kern="0" spc="0" dirty="0">
                          <a:solidFill>
                            <a:srgbClr val="0A2540"/>
                          </a:solidFill>
                          <a:latin typeface="Arial"/>
                          <a:ea typeface="Arial"/>
                          <a:cs typeface="Arial"/>
                        </a:rPr>
                        <a:t>→</a:t>
                      </a:r>
                      <a:r>
                        <a:rPr sz="1631" b="0" i="0" kern="0" spc="-9" dirty="0">
                          <a:solidFill>
                            <a:srgbClr val="0A2540"/>
                          </a:solidFill>
                          <a:latin typeface="Inter"/>
                          <a:ea typeface="Inter"/>
                          <a:cs typeface="Inter"/>
                        </a:rPr>
                        <a:t> consumer surplus falls</a:t>
                      </a:r>
                      <a:endParaRPr sz="1631"/>
                    </a:p>
                  </a:txBody>
                  <a:tcPr marL="111398"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extLst>
                  <a:ext uri="{0D108BD9-81ED-4DB2-BD59-A6C34878D82A}">
                    <a16:rowId xmlns:a16="http://schemas.microsoft.com/office/drawing/2014/main" val="10002"/>
                  </a:ext>
                </a:extLst>
              </a:tr>
              <a:tr h="728662">
                <a:tc>
                  <a:txBody>
                    <a:bodyPr/>
                    <a:lstStyle/>
                    <a:p>
                      <a:pPr marL="0" indent="0" algn="l" fontAlgn="base">
                        <a:lnSpc>
                          <a:spcPts val="2202"/>
                        </a:lnSpc>
                        <a:spcBef>
                          <a:spcPts val="0"/>
                        </a:spcBef>
                        <a:spcAft>
                          <a:spcPts val="0"/>
                        </a:spcAft>
                      </a:pPr>
                      <a:r>
                        <a:rPr sz="1631" b="1" i="0" kern="0" spc="-9" dirty="0">
                          <a:solidFill>
                            <a:srgbClr val="0E9F6E"/>
                          </a:solidFill>
                          <a:latin typeface="Inter"/>
                          <a:ea typeface="Inter"/>
                          <a:cs typeface="Inter"/>
                        </a:rPr>
                        <a:t>EU producers</a:t>
                      </a:r>
                      <a:endParaRPr sz="1631"/>
                    </a:p>
                  </a:txBody>
                  <a:tcPr marL="113184"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tc>
                  <a:txBody>
                    <a:bodyPr/>
                    <a:lstStyle/>
                    <a:p>
                      <a:pPr marL="0" indent="0" algn="l" fontAlgn="base">
                        <a:lnSpc>
                          <a:spcPts val="2250"/>
                        </a:lnSpc>
                        <a:spcBef>
                          <a:spcPts val="0"/>
                        </a:spcBef>
                        <a:spcAft>
                          <a:spcPts val="0"/>
                        </a:spcAft>
                      </a:pPr>
                      <a:r>
                        <a:rPr sz="1631" b="0" i="0" kern="0" spc="-9" dirty="0">
                          <a:solidFill>
                            <a:srgbClr val="0A2540"/>
                          </a:solidFill>
                          <a:latin typeface="Inter"/>
                          <a:ea typeface="Inter"/>
                          <a:cs typeface="Inter"/>
                        </a:rPr>
                        <a:t>Protected from cheaper imports </a:t>
                      </a:r>
                      <a:r>
                        <a:rPr sz="1631" b="0" i="0" kern="0" spc="0" dirty="0">
                          <a:solidFill>
                            <a:srgbClr val="0A2540"/>
                          </a:solidFill>
                          <a:latin typeface="Arial"/>
                          <a:ea typeface="Arial"/>
                          <a:cs typeface="Arial"/>
                        </a:rPr>
                        <a:t>→</a:t>
                      </a:r>
                      <a:r>
                        <a:rPr sz="1631" b="0" i="0" kern="0" spc="-9" dirty="0">
                          <a:solidFill>
                            <a:srgbClr val="0A2540"/>
                          </a:solidFill>
                          <a:latin typeface="Inter"/>
                          <a:ea typeface="Inter"/>
                          <a:cs typeface="Inter"/>
                        </a:rPr>
                        <a:t> producer surplus</a:t>
                      </a:r>
                      <a:endParaRPr sz="1631"/>
                    </a:p>
                    <a:p>
                      <a:pPr marL="0" indent="0" algn="l" fontAlgn="base">
                        <a:lnSpc>
                          <a:spcPts val="2202"/>
                        </a:lnSpc>
                        <a:spcBef>
                          <a:spcPts val="0"/>
                        </a:spcBef>
                        <a:spcAft>
                          <a:spcPts val="0"/>
                        </a:spcAft>
                      </a:pPr>
                      <a:r>
                        <a:rPr sz="1631" b="0" i="0" kern="0" spc="-9" dirty="0">
                          <a:solidFill>
                            <a:srgbClr val="0A2540"/>
                          </a:solidFill>
                          <a:latin typeface="Inter"/>
                          <a:ea typeface="Inter"/>
                          <a:cs typeface="Inter"/>
                        </a:rPr>
                        <a:t>rises</a:t>
                      </a:r>
                      <a:endParaRPr sz="1631"/>
                    </a:p>
                  </a:txBody>
                  <a:tcPr marL="111398"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extLst>
                  <a:ext uri="{0D108BD9-81ED-4DB2-BD59-A6C34878D82A}">
                    <a16:rowId xmlns:a16="http://schemas.microsoft.com/office/drawing/2014/main" val="10003"/>
                  </a:ext>
                </a:extLst>
              </a:tr>
              <a:tr h="721519">
                <a:tc>
                  <a:txBody>
                    <a:bodyPr/>
                    <a:lstStyle/>
                    <a:p>
                      <a:pPr marL="0" indent="0" algn="l" fontAlgn="base">
                        <a:lnSpc>
                          <a:spcPts val="2202"/>
                        </a:lnSpc>
                        <a:spcBef>
                          <a:spcPts val="0"/>
                        </a:spcBef>
                        <a:spcAft>
                          <a:spcPts val="0"/>
                        </a:spcAft>
                      </a:pPr>
                      <a:r>
                        <a:rPr sz="1631" b="1" i="0" kern="0" spc="-9" dirty="0">
                          <a:solidFill>
                            <a:srgbClr val="D97706"/>
                          </a:solidFill>
                          <a:latin typeface="Inter"/>
                          <a:ea typeface="Inter"/>
                          <a:cs typeface="Inter"/>
                        </a:rPr>
                        <a:t>EU budget</a:t>
                      </a:r>
                      <a:endParaRPr sz="1631"/>
                    </a:p>
                  </a:txBody>
                  <a:tcPr marL="113184"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tc>
                  <a:txBody>
                    <a:bodyPr/>
                    <a:lstStyle/>
                    <a:p>
                      <a:pPr marL="0" indent="0" algn="l" fontAlgn="base">
                        <a:lnSpc>
                          <a:spcPts val="2194"/>
                        </a:lnSpc>
                        <a:spcBef>
                          <a:spcPts val="0"/>
                        </a:spcBef>
                        <a:spcAft>
                          <a:spcPts val="0"/>
                        </a:spcAft>
                      </a:pPr>
                      <a:r>
                        <a:rPr sz="1631" b="0" i="0" kern="0" spc="-9" dirty="0">
                          <a:solidFill>
                            <a:srgbClr val="0A2540"/>
                          </a:solidFill>
                          <a:latin typeface="Inter"/>
                          <a:ea typeface="Inter"/>
                          <a:cs typeface="Inter"/>
                        </a:rPr>
                        <a:t>Collects the duty on every imported car (tariff</a:t>
                      </a:r>
                      <a:endParaRPr sz="1631"/>
                    </a:p>
                    <a:p>
                      <a:pPr marL="0" indent="0" algn="l" fontAlgn="base">
                        <a:lnSpc>
                          <a:spcPts val="2202"/>
                        </a:lnSpc>
                        <a:spcBef>
                          <a:spcPts val="0"/>
                        </a:spcBef>
                        <a:spcAft>
                          <a:spcPts val="0"/>
                        </a:spcAft>
                      </a:pPr>
                      <a:r>
                        <a:rPr sz="1631" b="0" i="0" kern="0" spc="-9" dirty="0">
                          <a:solidFill>
                            <a:srgbClr val="0A2540"/>
                          </a:solidFill>
                          <a:latin typeface="Inter"/>
                          <a:ea typeface="Inter"/>
                          <a:cs typeface="Inter"/>
                        </a:rPr>
                        <a:t>revenue)</a:t>
                      </a:r>
                      <a:endParaRPr sz="1631"/>
                    </a:p>
                  </a:txBody>
                  <a:tcPr marL="111398"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extLst>
                  <a:ext uri="{0D108BD9-81ED-4DB2-BD59-A6C34878D82A}">
                    <a16:rowId xmlns:a16="http://schemas.microsoft.com/office/drawing/2014/main" val="10004"/>
                  </a:ext>
                </a:extLst>
              </a:tr>
              <a:tr h="442912">
                <a:tc>
                  <a:txBody>
                    <a:bodyPr/>
                    <a:lstStyle/>
                    <a:p>
                      <a:pPr marL="0" indent="0" algn="l" fontAlgn="base">
                        <a:lnSpc>
                          <a:spcPts val="2202"/>
                        </a:lnSpc>
                        <a:spcBef>
                          <a:spcPts val="0"/>
                        </a:spcBef>
                        <a:spcAft>
                          <a:spcPts val="0"/>
                        </a:spcAft>
                      </a:pPr>
                      <a:r>
                        <a:rPr sz="1631" b="1" i="0" kern="0" spc="-9" dirty="0">
                          <a:solidFill>
                            <a:srgbClr val="DC2626"/>
                          </a:solidFill>
                          <a:latin typeface="Inter"/>
                          <a:ea typeface="Inter"/>
                          <a:cs typeface="Inter"/>
                        </a:rPr>
                        <a:t>Efficiency</a:t>
                      </a:r>
                      <a:endParaRPr sz="1631"/>
                    </a:p>
                  </a:txBody>
                  <a:tcPr marL="113184"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tc>
                  <a:txBody>
                    <a:bodyPr/>
                    <a:lstStyle/>
                    <a:p>
                      <a:pPr marL="0" indent="0" algn="l" fontAlgn="base">
                        <a:lnSpc>
                          <a:spcPts val="2202"/>
                        </a:lnSpc>
                        <a:spcBef>
                          <a:spcPts val="0"/>
                        </a:spcBef>
                        <a:spcAft>
                          <a:spcPts val="0"/>
                        </a:spcAft>
                      </a:pPr>
                      <a:r>
                        <a:rPr sz="1631" b="0" i="0" kern="0" spc="-9" dirty="0">
                          <a:solidFill>
                            <a:srgbClr val="0A2540"/>
                          </a:solidFill>
                          <a:latin typeface="Inter"/>
                          <a:ea typeface="Inter"/>
                          <a:cs typeface="Inter"/>
                        </a:rPr>
                        <a:t>Fewer cars imported </a:t>
                      </a:r>
                      <a:r>
                        <a:rPr sz="1631" b="0" i="0" kern="0" spc="0" dirty="0">
                          <a:solidFill>
                            <a:srgbClr val="0A2540"/>
                          </a:solidFill>
                          <a:latin typeface="Arial"/>
                          <a:ea typeface="Arial"/>
                          <a:cs typeface="Arial"/>
                        </a:rPr>
                        <a:t>→</a:t>
                      </a:r>
                      <a:r>
                        <a:rPr sz="1631" b="0" i="0" kern="0" spc="-9" dirty="0">
                          <a:solidFill>
                            <a:srgbClr val="0A2540"/>
                          </a:solidFill>
                          <a:latin typeface="Inter"/>
                          <a:ea typeface="Inter"/>
                          <a:cs typeface="Inter"/>
                        </a:rPr>
                        <a:t> the two DWL triangles</a:t>
                      </a:r>
                      <a:endParaRPr sz="1631"/>
                    </a:p>
                  </a:txBody>
                  <a:tcPr marL="111398"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extLst>
                  <a:ext uri="{0D108BD9-81ED-4DB2-BD59-A6C34878D82A}">
                    <a16:rowId xmlns:a16="http://schemas.microsoft.com/office/drawing/2014/main" val="10005"/>
                  </a:ext>
                </a:extLst>
              </a:tr>
              <a:tr h="1007269">
                <a:tc>
                  <a:txBody>
                    <a:bodyPr/>
                    <a:lstStyle/>
                    <a:p>
                      <a:pPr marL="0" indent="0" algn="l" fontAlgn="base">
                        <a:lnSpc>
                          <a:spcPts val="2202"/>
                        </a:lnSpc>
                        <a:spcBef>
                          <a:spcPts val="0"/>
                        </a:spcBef>
                        <a:spcAft>
                          <a:spcPts val="0"/>
                        </a:spcAft>
                      </a:pPr>
                      <a:r>
                        <a:rPr sz="1631" b="0" i="0" kern="0" spc="-9" dirty="0">
                          <a:solidFill>
                            <a:srgbClr val="0A2540"/>
                          </a:solidFill>
                          <a:latin typeface="Inter"/>
                          <a:ea typeface="Inter"/>
                          <a:cs typeface="Inter"/>
                        </a:rPr>
                        <a:t>Quota rent again</a:t>
                      </a:r>
                      <a:endParaRPr sz="1631"/>
                    </a:p>
                  </a:txBody>
                  <a:tcPr marL="113184"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tc>
                  <a:txBody>
                    <a:bodyPr/>
                    <a:lstStyle/>
                    <a:p>
                      <a:pPr marL="0" indent="0" algn="l" fontAlgn="base">
                        <a:lnSpc>
                          <a:spcPts val="2194"/>
                        </a:lnSpc>
                        <a:spcBef>
                          <a:spcPts val="0"/>
                        </a:spcBef>
                        <a:spcAft>
                          <a:spcPts val="0"/>
                        </a:spcAft>
                      </a:pPr>
                      <a:r>
                        <a:rPr sz="1631" b="0" i="0" kern="0" spc="-9" dirty="0">
                          <a:solidFill>
                            <a:srgbClr val="0A2540"/>
                          </a:solidFill>
                          <a:latin typeface="Inter"/>
                          <a:ea typeface="Inter"/>
                          <a:cs typeface="Inter"/>
                        </a:rPr>
                        <a:t>If a </a:t>
                      </a:r>
                      <a:r>
                        <a:rPr sz="1631" b="1" i="0" kern="0" spc="-9" dirty="0">
                          <a:solidFill>
                            <a:srgbClr val="0A2540"/>
                          </a:solidFill>
                          <a:latin typeface="Inter"/>
                          <a:ea typeface="Inter"/>
                          <a:cs typeface="Inter"/>
                        </a:rPr>
                        <a:t>minimum import price</a:t>
                      </a:r>
                      <a:r>
                        <a:rPr sz="1631" b="0" i="0" kern="0" spc="-9" dirty="0">
                          <a:solidFill>
                            <a:srgbClr val="0A2540"/>
                          </a:solidFill>
                          <a:latin typeface="Inter"/>
                          <a:ea typeface="Inter"/>
                          <a:cs typeface="Inter"/>
                        </a:rPr>
                        <a:t> replaces the duty, the</a:t>
                      </a:r>
                      <a:endParaRPr sz="1631"/>
                    </a:p>
                    <a:p>
                      <a:pPr marL="0" indent="0" algn="l" fontAlgn="base">
                        <a:lnSpc>
                          <a:spcPts val="2194"/>
                        </a:lnSpc>
                        <a:spcBef>
                          <a:spcPts val="0"/>
                        </a:spcBef>
                        <a:spcAft>
                          <a:spcPts val="0"/>
                        </a:spcAft>
                      </a:pPr>
                      <a:r>
                        <a:rPr sz="1631" b="0" i="0" kern="0" spc="-9" dirty="0">
                          <a:solidFill>
                            <a:srgbClr val="0A2540"/>
                          </a:solidFill>
                          <a:latin typeface="Inter"/>
                          <a:ea typeface="Inter"/>
                          <a:cs typeface="Inter"/>
                        </a:rPr>
                        <a:t>price gap goes to the </a:t>
                      </a:r>
                      <a:r>
                        <a:rPr sz="1631" b="1" i="0" kern="0" spc="-9" dirty="0">
                          <a:solidFill>
                            <a:srgbClr val="0A2540"/>
                          </a:solidFill>
                          <a:latin typeface="Inter"/>
                          <a:ea typeface="Inter"/>
                          <a:cs typeface="Inter"/>
                        </a:rPr>
                        <a:t>exporters</a:t>
                      </a:r>
                      <a:r>
                        <a:rPr sz="1631" b="0" i="0" kern="0" spc="-9" dirty="0">
                          <a:solidFill>
                            <a:srgbClr val="0A2540"/>
                          </a:solidFill>
                          <a:latin typeface="Inter"/>
                          <a:ea typeface="Inter"/>
                          <a:cs typeface="Inter"/>
                        </a:rPr>
                        <a:t> — the VER case in</a:t>
                      </a:r>
                      <a:endParaRPr sz="1631"/>
                    </a:p>
                    <a:p>
                      <a:pPr marL="0" indent="0" algn="l" fontAlgn="base">
                        <a:lnSpc>
                          <a:spcPts val="2202"/>
                        </a:lnSpc>
                        <a:spcBef>
                          <a:spcPts val="0"/>
                        </a:spcBef>
                        <a:spcAft>
                          <a:spcPts val="0"/>
                        </a:spcAft>
                      </a:pPr>
                      <a:r>
                        <a:rPr sz="1631" b="0" i="0" kern="0" spc="-9" dirty="0">
                          <a:solidFill>
                            <a:srgbClr val="0A2540"/>
                          </a:solidFill>
                          <a:latin typeface="Inter"/>
                          <a:ea typeface="Inter"/>
                          <a:cs typeface="Inter"/>
                        </a:rPr>
                        <a:t>Unit 5</a:t>
                      </a:r>
                      <a:endParaRPr sz="1631"/>
                    </a:p>
                  </a:txBody>
                  <a:tcPr marL="111398"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extLst>
                  <a:ext uri="{0D108BD9-81ED-4DB2-BD59-A6C34878D82A}">
                    <a16:rowId xmlns:a16="http://schemas.microsoft.com/office/drawing/2014/main" val="10006"/>
                  </a:ext>
                </a:extLst>
              </a:tr>
              <a:tr h="712589">
                <a:tc>
                  <a:txBody>
                    <a:bodyPr/>
                    <a:lstStyle/>
                    <a:p>
                      <a:pPr marL="0" indent="0" algn="l" fontAlgn="base">
                        <a:lnSpc>
                          <a:spcPts val="2194"/>
                        </a:lnSpc>
                        <a:spcBef>
                          <a:spcPts val="0"/>
                        </a:spcBef>
                        <a:spcAft>
                          <a:spcPts val="0"/>
                        </a:spcAft>
                      </a:pPr>
                      <a:r>
                        <a:rPr sz="1631" b="0" i="0" kern="0" spc="-9" dirty="0">
                          <a:solidFill>
                            <a:srgbClr val="0A2540"/>
                          </a:solidFill>
                          <a:latin typeface="Inter"/>
                          <a:ea typeface="Inter"/>
                          <a:cs typeface="Inter"/>
                        </a:rPr>
                        <a:t>Comparative</a:t>
                      </a:r>
                      <a:endParaRPr sz="1631"/>
                    </a:p>
                    <a:p>
                      <a:pPr marL="0" indent="0" algn="l" fontAlgn="base">
                        <a:lnSpc>
                          <a:spcPts val="2202"/>
                        </a:lnSpc>
                        <a:spcBef>
                          <a:spcPts val="0"/>
                        </a:spcBef>
                        <a:spcAft>
                          <a:spcPts val="0"/>
                        </a:spcAft>
                      </a:pPr>
                      <a:r>
                        <a:rPr sz="1631" b="0" i="0" kern="0" spc="-9" dirty="0">
                          <a:solidFill>
                            <a:srgbClr val="0A2540"/>
                          </a:solidFill>
                          <a:latin typeface="Inter"/>
                          <a:ea typeface="Inter"/>
                          <a:cs typeface="Inter"/>
                        </a:rPr>
                        <a:t>advantage</a:t>
                      </a:r>
                      <a:endParaRPr sz="1631"/>
                    </a:p>
                  </a:txBody>
                  <a:tcPr marL="113184"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0">
                      <a:noFill/>
                      <a:prstDash val="solid"/>
                    </a:lnB>
                    <a:noFill/>
                  </a:tcPr>
                </a:tc>
                <a:tc>
                  <a:txBody>
                    <a:bodyPr/>
                    <a:lstStyle/>
                    <a:p>
                      <a:pPr marL="0" indent="0" algn="l" fontAlgn="base">
                        <a:lnSpc>
                          <a:spcPts val="2202"/>
                        </a:lnSpc>
                        <a:spcBef>
                          <a:spcPts val="0"/>
                        </a:spcBef>
                        <a:spcAft>
                          <a:spcPts val="0"/>
                        </a:spcAft>
                      </a:pPr>
                      <a:r>
                        <a:rPr sz="1631" b="0" i="0" kern="0" spc="-9" dirty="0">
                          <a:solidFill>
                            <a:srgbClr val="0A2540"/>
                          </a:solidFill>
                          <a:latin typeface="Inter"/>
                          <a:ea typeface="Inter"/>
                          <a:cs typeface="Inter"/>
                        </a:rPr>
                        <a:t>Production stays where costs are higher</a:t>
                      </a:r>
                      <a:endParaRPr sz="1631"/>
                    </a:p>
                  </a:txBody>
                  <a:tcPr marL="111398"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0">
                      <a:noFill/>
                      <a:prstDash val="solid"/>
                    </a:lnB>
                    <a:noFill/>
                  </a:tcPr>
                </a:tc>
                <a:extLst>
                  <a:ext uri="{0D108BD9-81ED-4DB2-BD59-A6C34878D82A}">
                    <a16:rowId xmlns:a16="http://schemas.microsoft.com/office/drawing/2014/main" val="10007"/>
                  </a:ext>
                </a:extLst>
              </a:tr>
            </a:tbl>
          </a:graphicData>
        </a:graphic>
      </p:graphicFrame>
      <p:graphicFrame>
        <p:nvGraphicFramePr>
          <p:cNvPr id="18" name="Table 17">
            <a:extLst>
              <a:ext uri="{FF2B5EF4-FFF2-40B4-BE49-F238E27FC236}">
                <a16:creationId xmlns:a16="http://schemas.microsoft.com/office/drawing/2014/main" id="{C795593A-D788-4C8C-8EE2-D79964F4A663}"/>
              </a:ext>
            </a:extLst>
          </p:cNvPr>
          <p:cNvGraphicFramePr/>
          <p:nvPr/>
        </p:nvGraphicFramePr>
        <p:xfrm>
          <a:off x="721519" y="3228975"/>
          <a:ext cx="4607719" cy="2716411"/>
        </p:xfrm>
        <a:graphic>
          <a:graphicData uri="http://schemas.openxmlformats.org/drawingml/2006/table">
            <a:tbl>
              <a:tblPr/>
              <a:tblGrid>
                <a:gridCol w="785813">
                  <a:extLst>
                    <a:ext uri="{9D8B030D-6E8A-4147-A177-3AD203B41FA5}">
                      <a16:colId xmlns:a16="http://schemas.microsoft.com/office/drawing/2014/main" val="20000"/>
                    </a:ext>
                  </a:extLst>
                </a:gridCol>
                <a:gridCol w="842963">
                  <a:extLst>
                    <a:ext uri="{9D8B030D-6E8A-4147-A177-3AD203B41FA5}">
                      <a16:colId xmlns:a16="http://schemas.microsoft.com/office/drawing/2014/main" val="20001"/>
                    </a:ext>
                  </a:extLst>
                </a:gridCol>
                <a:gridCol w="1393031">
                  <a:extLst>
                    <a:ext uri="{9D8B030D-6E8A-4147-A177-3AD203B41FA5}">
                      <a16:colId xmlns:a16="http://schemas.microsoft.com/office/drawing/2014/main" val="20002"/>
                    </a:ext>
                  </a:extLst>
                </a:gridCol>
                <a:gridCol w="1585913">
                  <a:extLst>
                    <a:ext uri="{9D8B030D-6E8A-4147-A177-3AD203B41FA5}">
                      <a16:colId xmlns:a16="http://schemas.microsoft.com/office/drawing/2014/main" val="20003"/>
                    </a:ext>
                  </a:extLst>
                </a:gridCol>
              </a:tblGrid>
              <a:tr h="717947">
                <a:tc>
                  <a:txBody>
                    <a:bodyPr/>
                    <a:lstStyle/>
                    <a:p>
                      <a:pPr marL="0" indent="0" algn="l" fontAlgn="base">
                        <a:lnSpc>
                          <a:spcPts val="2202"/>
                        </a:lnSpc>
                        <a:spcBef>
                          <a:spcPts val="0"/>
                        </a:spcBef>
                        <a:spcAft>
                          <a:spcPts val="0"/>
                        </a:spcAft>
                      </a:pPr>
                      <a:r>
                        <a:rPr sz="1631" b="0" i="0" kern="0" spc="-9" dirty="0">
                          <a:solidFill>
                            <a:srgbClr val="0A2540"/>
                          </a:solidFill>
                          <a:latin typeface="Inter"/>
                          <a:ea typeface="Inter"/>
                          <a:cs typeface="Inter"/>
                        </a:rPr>
                        <a:t>BYD</a:t>
                      </a:r>
                      <a:endParaRPr sz="1631"/>
                    </a:p>
                  </a:txBody>
                  <a:tcPr marL="114300" marR="76200" marT="92199" marB="0">
                    <a:lnL w="0">
                      <a:noFill/>
                      <a:prstDash val="solid"/>
                    </a:lnL>
                    <a:lnR w="0">
                      <a:noFill/>
                      <a:prstDash val="solid"/>
                    </a:lnR>
                    <a:lnT w="0">
                      <a:noFill/>
                      <a:prstDash val="solid"/>
                    </a:lnT>
                    <a:lnB w="14288">
                      <a:solidFill>
                        <a:srgbClr val="0A2540">
                          <a:alpha val="16000"/>
                        </a:srgbClr>
                      </a:solidFill>
                      <a:prstDash val="solid"/>
                    </a:lnB>
                    <a:noFill/>
                  </a:tcPr>
                </a:tc>
                <a:tc>
                  <a:txBody>
                    <a:bodyPr/>
                    <a:lstStyle/>
                    <a:p>
                      <a:pPr marL="0" indent="0" algn="l" fontAlgn="base">
                        <a:lnSpc>
                          <a:spcPts val="2202"/>
                        </a:lnSpc>
                        <a:spcBef>
                          <a:spcPts val="0"/>
                        </a:spcBef>
                        <a:spcAft>
                          <a:spcPts val="0"/>
                        </a:spcAft>
                      </a:pPr>
                      <a:r>
                        <a:rPr sz="1631" b="0" i="0" kern="0" spc="-9" dirty="0">
                          <a:solidFill>
                            <a:srgbClr val="0A2540"/>
                          </a:solidFill>
                          <a:latin typeface="JetBrains Mono"/>
                          <a:ea typeface="JetBrains Mono"/>
                          <a:cs typeface="JetBrains Mono"/>
                        </a:rPr>
                        <a:t>17.0%</a:t>
                      </a:r>
                      <a:endParaRPr sz="1631"/>
                    </a:p>
                  </a:txBody>
                  <a:tcPr marL="115193" marR="76200" marT="81582" marB="0">
                    <a:lnL w="0">
                      <a:noFill/>
                      <a:prstDash val="solid"/>
                    </a:lnL>
                    <a:lnR w="0">
                      <a:noFill/>
                      <a:prstDash val="solid"/>
                    </a:lnR>
                    <a:lnT w="0">
                      <a:noFill/>
                      <a:prstDash val="solid"/>
                    </a:lnT>
                    <a:lnB w="14288">
                      <a:solidFill>
                        <a:srgbClr val="0A2540">
                          <a:alpha val="16000"/>
                        </a:srgbClr>
                      </a:solidFill>
                      <a:prstDash val="solid"/>
                    </a:lnB>
                    <a:noFill/>
                  </a:tcPr>
                </a:tc>
                <a:tc>
                  <a:txBody>
                    <a:bodyPr/>
                    <a:lstStyle/>
                    <a:p>
                      <a:pPr marL="0" indent="0" algn="l" fontAlgn="base">
                        <a:lnSpc>
                          <a:spcPts val="2194"/>
                        </a:lnSpc>
                        <a:spcBef>
                          <a:spcPts val="0"/>
                        </a:spcBef>
                        <a:spcAft>
                          <a:spcPts val="0"/>
                        </a:spcAft>
                      </a:pPr>
                      <a:r>
                        <a:rPr sz="1631" b="0" i="0" kern="0" spc="-9" dirty="0">
                          <a:solidFill>
                            <a:srgbClr val="0A2540"/>
                          </a:solidFill>
                          <a:latin typeface="Inter"/>
                          <a:ea typeface="Inter"/>
                          <a:cs typeface="Inter"/>
                        </a:rPr>
                        <a:t>Tesla</a:t>
                      </a:r>
                      <a:endParaRPr sz="1631"/>
                    </a:p>
                    <a:p>
                      <a:pPr marL="0" indent="0" algn="l" fontAlgn="base">
                        <a:lnSpc>
                          <a:spcPts val="2202"/>
                        </a:lnSpc>
                        <a:spcBef>
                          <a:spcPts val="0"/>
                        </a:spcBef>
                        <a:spcAft>
                          <a:spcPts val="0"/>
                        </a:spcAft>
                      </a:pPr>
                      <a:r>
                        <a:rPr sz="1631" b="0" i="0" kern="0" spc="-9" dirty="0">
                          <a:solidFill>
                            <a:srgbClr val="0A2540"/>
                          </a:solidFill>
                          <a:latin typeface="Inter"/>
                          <a:ea typeface="Inter"/>
                          <a:cs typeface="Inter"/>
                        </a:rPr>
                        <a:t>(Shanghai)</a:t>
                      </a:r>
                      <a:endParaRPr sz="1631"/>
                    </a:p>
                  </a:txBody>
                  <a:tcPr marL="116644" marR="76200" marT="92199" marB="0">
                    <a:lnL w="0">
                      <a:noFill/>
                      <a:prstDash val="solid"/>
                    </a:lnL>
                    <a:lnR w="0">
                      <a:noFill/>
                      <a:prstDash val="solid"/>
                    </a:lnR>
                    <a:lnT w="0">
                      <a:noFill/>
                      <a:prstDash val="solid"/>
                    </a:lnT>
                    <a:lnB w="14288">
                      <a:solidFill>
                        <a:srgbClr val="0A2540">
                          <a:alpha val="16000"/>
                        </a:srgbClr>
                      </a:solidFill>
                      <a:prstDash val="solid"/>
                    </a:lnB>
                    <a:noFill/>
                  </a:tcPr>
                </a:tc>
                <a:tc>
                  <a:txBody>
                    <a:bodyPr/>
                    <a:lstStyle/>
                    <a:p>
                      <a:pPr marL="0" indent="0" algn="l" fontAlgn="base">
                        <a:lnSpc>
                          <a:spcPts val="2202"/>
                        </a:lnSpc>
                        <a:spcBef>
                          <a:spcPts val="0"/>
                        </a:spcBef>
                        <a:spcAft>
                          <a:spcPts val="0"/>
                        </a:spcAft>
                      </a:pPr>
                      <a:r>
                        <a:rPr sz="1631" b="0" i="0" kern="0" spc="-9" dirty="0">
                          <a:solidFill>
                            <a:srgbClr val="0A2540"/>
                          </a:solidFill>
                          <a:latin typeface="JetBrains Mono"/>
                          <a:ea typeface="JetBrains Mono"/>
                          <a:cs typeface="JetBrains Mono"/>
                        </a:rPr>
                        <a:t>7.8%</a:t>
                      </a:r>
                      <a:endParaRPr sz="1631"/>
                    </a:p>
                  </a:txBody>
                  <a:tcPr marL="115751" marR="76200" marT="81582" marB="0">
                    <a:lnL w="0">
                      <a:noFill/>
                      <a:prstDash val="solid"/>
                    </a:lnL>
                    <a:lnR w="0">
                      <a:noFill/>
                      <a:prstDash val="solid"/>
                    </a:lnR>
                    <a:lnT w="0">
                      <a:noFill/>
                      <a:prstDash val="solid"/>
                    </a:lnT>
                    <a:lnB w="14288">
                      <a:solidFill>
                        <a:srgbClr val="0A2540">
                          <a:alpha val="16000"/>
                        </a:srgbClr>
                      </a:solidFill>
                      <a:prstDash val="solid"/>
                    </a:lnB>
                    <a:noFill/>
                  </a:tcPr>
                </a:tc>
                <a:extLst>
                  <a:ext uri="{0D108BD9-81ED-4DB2-BD59-A6C34878D82A}">
                    <a16:rowId xmlns:a16="http://schemas.microsoft.com/office/drawing/2014/main" val="10000"/>
                  </a:ext>
                </a:extLst>
              </a:tr>
              <a:tr h="1007269">
                <a:tc>
                  <a:txBody>
                    <a:bodyPr/>
                    <a:lstStyle/>
                    <a:p>
                      <a:pPr marL="0" indent="0" algn="l" fontAlgn="base">
                        <a:lnSpc>
                          <a:spcPts val="2202"/>
                        </a:lnSpc>
                        <a:spcBef>
                          <a:spcPts val="0"/>
                        </a:spcBef>
                        <a:spcAft>
                          <a:spcPts val="0"/>
                        </a:spcAft>
                      </a:pPr>
                      <a:r>
                        <a:rPr sz="1631" b="0" i="0" kern="0" spc="-9" dirty="0">
                          <a:solidFill>
                            <a:srgbClr val="0A2540"/>
                          </a:solidFill>
                          <a:latin typeface="Inter"/>
                          <a:ea typeface="Inter"/>
                          <a:cs typeface="Inter"/>
                        </a:rPr>
                        <a:t>Geely</a:t>
                      </a:r>
                      <a:endParaRPr sz="1631"/>
                    </a:p>
                  </a:txBody>
                  <a:tcPr marL="114300" marR="76200" marT="95771" marB="0">
                    <a:lnL w="0">
                      <a:noFill/>
                      <a:prstDash val="solid"/>
                    </a:lnL>
                    <a:lnR w="0">
                      <a:noFill/>
                      <a:prstDash val="solid"/>
                    </a:lnR>
                    <a:lnT w="14288"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tc>
                  <a:txBody>
                    <a:bodyPr/>
                    <a:lstStyle/>
                    <a:p>
                      <a:pPr marL="0" indent="0" algn="l" fontAlgn="base">
                        <a:lnSpc>
                          <a:spcPts val="2202"/>
                        </a:lnSpc>
                        <a:spcBef>
                          <a:spcPts val="0"/>
                        </a:spcBef>
                        <a:spcAft>
                          <a:spcPts val="0"/>
                        </a:spcAft>
                      </a:pPr>
                      <a:r>
                        <a:rPr sz="1631" b="0" i="0" kern="0" spc="-9" dirty="0">
                          <a:solidFill>
                            <a:srgbClr val="0A2540"/>
                          </a:solidFill>
                          <a:latin typeface="JetBrains Mono"/>
                          <a:ea typeface="JetBrains Mono"/>
                          <a:cs typeface="JetBrains Mono"/>
                        </a:rPr>
                        <a:t>18.8%</a:t>
                      </a:r>
                      <a:endParaRPr sz="1631"/>
                    </a:p>
                  </a:txBody>
                  <a:tcPr marL="115193" marR="76200" marT="85153" marB="0">
                    <a:lnL w="0">
                      <a:noFill/>
                      <a:prstDash val="solid"/>
                    </a:lnL>
                    <a:lnR w="0">
                      <a:noFill/>
                      <a:prstDash val="solid"/>
                    </a:lnR>
                    <a:lnT w="14288"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tc>
                  <a:txBody>
                    <a:bodyPr/>
                    <a:lstStyle/>
                    <a:p>
                      <a:pPr marL="0" indent="0" algn="l" fontAlgn="base">
                        <a:lnSpc>
                          <a:spcPts val="2250"/>
                        </a:lnSpc>
                        <a:spcBef>
                          <a:spcPts val="0"/>
                        </a:spcBef>
                        <a:spcAft>
                          <a:spcPts val="0"/>
                        </a:spcAft>
                      </a:pPr>
                      <a:r>
                        <a:rPr sz="1631" b="0" i="0" kern="0" spc="-9" dirty="0">
                          <a:solidFill>
                            <a:srgbClr val="0A2540"/>
                          </a:solidFill>
                          <a:latin typeface="Inter"/>
                          <a:ea typeface="Inter"/>
                          <a:cs typeface="Inter"/>
                        </a:rPr>
                        <a:t>Other</a:t>
                      </a:r>
                      <a:endParaRPr sz="1631"/>
                    </a:p>
                    <a:p>
                      <a:pPr marL="0" indent="0" algn="l" fontAlgn="base">
                        <a:lnSpc>
                          <a:spcPts val="2194"/>
                        </a:lnSpc>
                        <a:spcBef>
                          <a:spcPts val="0"/>
                        </a:spcBef>
                        <a:spcAft>
                          <a:spcPts val="0"/>
                        </a:spcAft>
                      </a:pPr>
                      <a:r>
                        <a:rPr sz="1631" b="0" i="0" kern="0" spc="-9" dirty="0">
                          <a:solidFill>
                            <a:srgbClr val="0A2540"/>
                          </a:solidFill>
                          <a:latin typeface="Inter"/>
                          <a:ea typeface="Inter"/>
                          <a:cs typeface="Inter"/>
                        </a:rPr>
                        <a:t>cooperating</a:t>
                      </a:r>
                      <a:endParaRPr sz="1631"/>
                    </a:p>
                    <a:p>
                      <a:pPr marL="0" indent="0" algn="l" fontAlgn="base">
                        <a:lnSpc>
                          <a:spcPts val="2202"/>
                        </a:lnSpc>
                        <a:spcBef>
                          <a:spcPts val="0"/>
                        </a:spcBef>
                        <a:spcAft>
                          <a:spcPts val="0"/>
                        </a:spcAft>
                      </a:pPr>
                      <a:r>
                        <a:rPr sz="1631" b="0" i="0" kern="0" spc="-9" dirty="0">
                          <a:solidFill>
                            <a:srgbClr val="0A2540"/>
                          </a:solidFill>
                          <a:latin typeface="Inter"/>
                          <a:ea typeface="Inter"/>
                          <a:cs typeface="Inter"/>
                        </a:rPr>
                        <a:t>firms</a:t>
                      </a:r>
                      <a:endParaRPr sz="1631"/>
                    </a:p>
                  </a:txBody>
                  <a:tcPr marL="116644" marR="76200" marT="95771" marB="0">
                    <a:lnL w="0">
                      <a:noFill/>
                      <a:prstDash val="solid"/>
                    </a:lnL>
                    <a:lnR w="0">
                      <a:noFill/>
                      <a:prstDash val="solid"/>
                    </a:lnR>
                    <a:lnT w="14288"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tc>
                  <a:txBody>
                    <a:bodyPr/>
                    <a:lstStyle/>
                    <a:p>
                      <a:pPr marL="0" indent="0" algn="l" fontAlgn="base">
                        <a:lnSpc>
                          <a:spcPts val="2202"/>
                        </a:lnSpc>
                        <a:spcBef>
                          <a:spcPts val="0"/>
                        </a:spcBef>
                        <a:spcAft>
                          <a:spcPts val="0"/>
                        </a:spcAft>
                      </a:pPr>
                      <a:r>
                        <a:rPr sz="1631" b="0" i="0" kern="0" spc="-9" dirty="0">
                          <a:solidFill>
                            <a:srgbClr val="0A2540"/>
                          </a:solidFill>
                          <a:latin typeface="JetBrains Mono"/>
                          <a:ea typeface="JetBrains Mono"/>
                          <a:cs typeface="JetBrains Mono"/>
                        </a:rPr>
                        <a:t>20.7%</a:t>
                      </a:r>
                      <a:endParaRPr sz="1631"/>
                    </a:p>
                  </a:txBody>
                  <a:tcPr marL="115751" marR="76200" marT="85153" marB="0">
                    <a:lnL w="0">
                      <a:noFill/>
                      <a:prstDash val="solid"/>
                    </a:lnL>
                    <a:lnR w="0">
                      <a:noFill/>
                      <a:prstDash val="solid"/>
                    </a:lnR>
                    <a:lnT w="14288" cap="flat" cmpd="sng" algn="ctr">
                      <a:solidFill>
                        <a:srgbClr val="0A2540">
                          <a:alpha val="16000"/>
                        </a:srgbClr>
                      </a:solidFill>
                      <a:prstDash val="solid"/>
                      <a:round/>
                      <a:headEnd type="none" w="med" len="med"/>
                      <a:tailEnd type="none" w="med" len="med"/>
                    </a:lnT>
                    <a:lnB w="7144">
                      <a:solidFill>
                        <a:srgbClr val="0A2540">
                          <a:alpha val="16000"/>
                        </a:srgbClr>
                      </a:solidFill>
                      <a:prstDash val="solid"/>
                    </a:lnB>
                    <a:noFill/>
                  </a:tcPr>
                </a:tc>
                <a:extLst>
                  <a:ext uri="{0D108BD9-81ED-4DB2-BD59-A6C34878D82A}">
                    <a16:rowId xmlns:a16="http://schemas.microsoft.com/office/drawing/2014/main" val="10001"/>
                  </a:ext>
                </a:extLst>
              </a:tr>
              <a:tr h="991195">
                <a:tc>
                  <a:txBody>
                    <a:bodyPr/>
                    <a:lstStyle/>
                    <a:p>
                      <a:pPr marL="0" indent="0" algn="l" fontAlgn="base">
                        <a:lnSpc>
                          <a:spcPts val="2202"/>
                        </a:lnSpc>
                        <a:spcBef>
                          <a:spcPts val="0"/>
                        </a:spcBef>
                        <a:spcAft>
                          <a:spcPts val="0"/>
                        </a:spcAft>
                      </a:pPr>
                      <a:r>
                        <a:rPr sz="1631" b="0" i="0" kern="0" spc="-9" dirty="0">
                          <a:solidFill>
                            <a:srgbClr val="0A2540"/>
                          </a:solidFill>
                          <a:latin typeface="Inter"/>
                          <a:ea typeface="Inter"/>
                          <a:cs typeface="Inter"/>
                        </a:rPr>
                        <a:t>SAIC</a:t>
                      </a:r>
                      <a:endParaRPr sz="1631"/>
                    </a:p>
                  </a:txBody>
                  <a:tcPr marL="114300"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0">
                      <a:noFill/>
                      <a:prstDash val="solid"/>
                    </a:lnB>
                    <a:noFill/>
                  </a:tcPr>
                </a:tc>
                <a:tc>
                  <a:txBody>
                    <a:bodyPr/>
                    <a:lstStyle/>
                    <a:p>
                      <a:pPr marL="0" indent="0" algn="l" fontAlgn="base">
                        <a:lnSpc>
                          <a:spcPts val="2202"/>
                        </a:lnSpc>
                        <a:spcBef>
                          <a:spcPts val="0"/>
                        </a:spcBef>
                        <a:spcAft>
                          <a:spcPts val="0"/>
                        </a:spcAft>
                      </a:pPr>
                      <a:r>
                        <a:rPr sz="1631" b="0" i="0" kern="0" spc="-9" dirty="0">
                          <a:solidFill>
                            <a:srgbClr val="0A2540"/>
                          </a:solidFill>
                          <a:latin typeface="JetBrains Mono"/>
                          <a:ea typeface="JetBrains Mono"/>
                          <a:cs typeface="JetBrains Mono"/>
                        </a:rPr>
                        <a:t>35.3%</a:t>
                      </a:r>
                      <a:endParaRPr sz="1631"/>
                    </a:p>
                  </a:txBody>
                  <a:tcPr marL="115193" marR="76200" marT="85153"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0">
                      <a:noFill/>
                      <a:prstDash val="solid"/>
                    </a:lnB>
                    <a:noFill/>
                  </a:tcPr>
                </a:tc>
                <a:tc>
                  <a:txBody>
                    <a:bodyPr/>
                    <a:lstStyle/>
                    <a:p>
                      <a:pPr marL="0" indent="0" algn="l" fontAlgn="base">
                        <a:lnSpc>
                          <a:spcPts val="2194"/>
                        </a:lnSpc>
                        <a:spcBef>
                          <a:spcPts val="0"/>
                        </a:spcBef>
                        <a:spcAft>
                          <a:spcPts val="0"/>
                        </a:spcAft>
                      </a:pPr>
                      <a:r>
                        <a:rPr sz="1631" b="0" i="0" kern="0" spc="-9" dirty="0">
                          <a:solidFill>
                            <a:srgbClr val="0A2540"/>
                          </a:solidFill>
                          <a:latin typeface="Inter"/>
                          <a:ea typeface="Inter"/>
                          <a:cs typeface="Inter"/>
                        </a:rPr>
                        <a:t>Total duty,</a:t>
                      </a:r>
                      <a:endParaRPr sz="1631"/>
                    </a:p>
                    <a:p>
                      <a:pPr marL="0" indent="0" algn="l" fontAlgn="base">
                        <a:lnSpc>
                          <a:spcPts val="2194"/>
                        </a:lnSpc>
                        <a:spcBef>
                          <a:spcPts val="0"/>
                        </a:spcBef>
                        <a:spcAft>
                          <a:spcPts val="0"/>
                        </a:spcAft>
                      </a:pPr>
                      <a:r>
                        <a:rPr sz="1631" b="0" i="0" kern="0" spc="-9" dirty="0">
                          <a:solidFill>
                            <a:srgbClr val="0A2540"/>
                          </a:solidFill>
                          <a:latin typeface="Inter"/>
                          <a:ea typeface="Inter"/>
                          <a:cs typeface="Inter"/>
                        </a:rPr>
                        <a:t>some</a:t>
                      </a:r>
                      <a:endParaRPr sz="1631"/>
                    </a:p>
                    <a:p>
                      <a:pPr marL="0" indent="0" algn="l" fontAlgn="base">
                        <a:lnSpc>
                          <a:spcPts val="2202"/>
                        </a:lnSpc>
                        <a:spcBef>
                          <a:spcPts val="0"/>
                        </a:spcBef>
                        <a:spcAft>
                          <a:spcPts val="0"/>
                        </a:spcAft>
                      </a:pPr>
                      <a:r>
                        <a:rPr sz="1631" b="0" i="0" kern="0" spc="-9" dirty="0">
                          <a:solidFill>
                            <a:srgbClr val="0A2540"/>
                          </a:solidFill>
                          <a:latin typeface="Inter"/>
                          <a:ea typeface="Inter"/>
                          <a:cs typeface="Inter"/>
                        </a:rPr>
                        <a:t>models</a:t>
                      </a:r>
                      <a:endParaRPr sz="1631"/>
                    </a:p>
                  </a:txBody>
                  <a:tcPr marL="116644" marR="76200" marT="95771"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0">
                      <a:noFill/>
                      <a:prstDash val="solid"/>
                    </a:lnB>
                    <a:noFill/>
                  </a:tcPr>
                </a:tc>
                <a:tc>
                  <a:txBody>
                    <a:bodyPr/>
                    <a:lstStyle/>
                    <a:p>
                      <a:pPr marL="0" indent="0" algn="l" fontAlgn="base">
                        <a:lnSpc>
                          <a:spcPts val="2202"/>
                        </a:lnSpc>
                        <a:spcBef>
                          <a:spcPts val="0"/>
                        </a:spcBef>
                        <a:spcAft>
                          <a:spcPts val="0"/>
                        </a:spcAft>
                      </a:pPr>
                      <a:r>
                        <a:rPr sz="1631" b="0" i="0" kern="0" spc="-9" dirty="0">
                          <a:solidFill>
                            <a:srgbClr val="0A2540"/>
                          </a:solidFill>
                          <a:latin typeface="JetBrains Mono"/>
                          <a:ea typeface="JetBrains Mono"/>
                          <a:cs typeface="JetBrains Mono"/>
                        </a:rPr>
                        <a:t>up to 45.3%</a:t>
                      </a:r>
                      <a:endParaRPr sz="1631"/>
                    </a:p>
                  </a:txBody>
                  <a:tcPr marL="115751" marR="76200" marT="85153" marB="0">
                    <a:lnL w="0">
                      <a:noFill/>
                      <a:prstDash val="solid"/>
                    </a:lnL>
                    <a:lnR w="0">
                      <a:noFill/>
                      <a:prstDash val="solid"/>
                    </a:lnR>
                    <a:lnT w="7144" cap="flat" cmpd="sng" algn="ctr">
                      <a:solidFill>
                        <a:srgbClr val="0A2540">
                          <a:alpha val="16000"/>
                        </a:srgbClr>
                      </a:solidFill>
                      <a:prstDash val="solid"/>
                      <a:round/>
                      <a:headEnd type="none" w="med" len="med"/>
                      <a:tailEnd type="none" w="med" len="med"/>
                    </a:lnT>
                    <a:lnB w="0">
                      <a:noFill/>
                      <a:prstDash val="solid"/>
                    </a:lnB>
                    <a:noFill/>
                  </a:tcPr>
                </a:tc>
                <a:extLst>
                  <a:ext uri="{0D108BD9-81ED-4DB2-BD59-A6C34878D82A}">
                    <a16:rowId xmlns:a16="http://schemas.microsoft.com/office/drawing/2014/main" val="10002"/>
                  </a:ext>
                </a:extLst>
              </a:tr>
            </a:tbl>
          </a:graphicData>
        </a:graphic>
      </p:graphicFrame>
      <p:sp>
        <p:nvSpPr>
          <p:cNvPr id="19" name="s24 text 1">
            <a:extLst>
              <a:ext uri="{FF2B5EF4-FFF2-40B4-BE49-F238E27FC236}">
                <a16:creationId xmlns:a16="http://schemas.microsoft.com/office/drawing/2014/main" id="{B0DCFDDC-4ECF-4DEA-B3A8-9A57FECC2DD3}"/>
              </a:ext>
            </a:extLst>
          </p:cNvPr>
          <p:cNvSpPr>
            <a:spLocks noGrp="1"/>
          </p:cNvSpPr>
          <p:nvPr/>
        </p:nvSpPr>
        <p:spPr>
          <a:xfrm>
            <a:off x="678656" y="526351"/>
            <a:ext cx="5326387" cy="173507"/>
          </a:xfrm>
          <a:prstGeom prst="rect">
            <a:avLst/>
          </a:prstGeom>
          <a:noFill/>
          <a:ln w="0">
            <a:noFill/>
            <a:prstDash val="solid"/>
          </a:ln>
        </p:spPr>
        <p:txBody>
          <a:bodyPr wrap="none" lIns="0" tIns="0" rIns="0" bIns="0" anchor="t">
            <a:noAutofit/>
          </a:bodyPr>
          <a:lstStyle>
            <a:defPPr algn="l">
              <a:defRPr sz="900" b="0" i="0" kern="0" spc="180">
                <a:solidFill>
                  <a:srgbClr val="1D4ED8"/>
                </a:solidFill>
                <a:latin typeface="JetBrains Mono"/>
                <a:ea typeface="JetBrains Mono"/>
                <a:cs typeface="JetBrains Mono"/>
              </a:defRPr>
            </a:defPPr>
            <a:lvl1pPr algn="l">
              <a:defRPr sz="900" b="0" i="0" kern="0" spc="180">
                <a:solidFill>
                  <a:srgbClr val="1D4ED8"/>
                </a:solidFill>
                <a:latin typeface="JetBrains Mono"/>
                <a:ea typeface="JetBrains Mono"/>
                <a:cs typeface="JetBrains Mono"/>
              </a:defRPr>
            </a:lvl1pPr>
            <a:lvl2pPr algn="l">
              <a:defRPr sz="900" b="0" i="0" kern="0" spc="180">
                <a:solidFill>
                  <a:srgbClr val="1D4ED8"/>
                </a:solidFill>
                <a:latin typeface="JetBrains Mono"/>
                <a:ea typeface="JetBrains Mono"/>
                <a:cs typeface="JetBrains Mono"/>
              </a:defRPr>
            </a:lvl2pPr>
            <a:lvl3pPr algn="l">
              <a:defRPr sz="900" b="0" i="0" kern="0" spc="180">
                <a:solidFill>
                  <a:srgbClr val="1D4ED8"/>
                </a:solidFill>
                <a:latin typeface="JetBrains Mono"/>
                <a:ea typeface="JetBrains Mono"/>
                <a:cs typeface="JetBrains Mono"/>
              </a:defRPr>
            </a:lvl3pPr>
            <a:lvl4pPr algn="l">
              <a:defRPr sz="900" b="0" i="0" kern="0" spc="180">
                <a:solidFill>
                  <a:srgbClr val="1D4ED8"/>
                </a:solidFill>
                <a:latin typeface="JetBrains Mono"/>
                <a:ea typeface="JetBrains Mono"/>
                <a:cs typeface="JetBrains Mono"/>
              </a:defRPr>
            </a:lvl4pPr>
            <a:lvl5pPr algn="l">
              <a:defRPr sz="900" b="0" i="0" kern="0" spc="180">
                <a:solidFill>
                  <a:srgbClr val="1D4ED8"/>
                </a:solidFill>
                <a:latin typeface="JetBrains Mono"/>
                <a:ea typeface="JetBrains Mono"/>
                <a:cs typeface="JetBrains Mono"/>
              </a:defRPr>
            </a:lvl5pPr>
            <a:lvl6pPr algn="l">
              <a:defRPr sz="900" b="0" i="0" kern="0" spc="180">
                <a:solidFill>
                  <a:srgbClr val="1D4ED8"/>
                </a:solidFill>
                <a:latin typeface="JetBrains Mono"/>
                <a:ea typeface="JetBrains Mono"/>
                <a:cs typeface="JetBrains Mono"/>
              </a:defRPr>
            </a:lvl6pPr>
            <a:lvl7pPr algn="l">
              <a:defRPr sz="900" b="0" i="0" kern="0" spc="180">
                <a:solidFill>
                  <a:srgbClr val="1D4ED8"/>
                </a:solidFill>
                <a:latin typeface="JetBrains Mono"/>
                <a:ea typeface="JetBrains Mono"/>
                <a:cs typeface="JetBrains Mono"/>
              </a:defRPr>
            </a:lvl7pPr>
            <a:lvl8pPr algn="l">
              <a:defRPr sz="900" b="0" i="0" kern="0" spc="180">
                <a:solidFill>
                  <a:srgbClr val="1D4ED8"/>
                </a:solidFill>
                <a:latin typeface="JetBrains Mono"/>
                <a:ea typeface="JetBrains Mono"/>
                <a:cs typeface="JetBrains Mono"/>
              </a:defRPr>
            </a:lvl8pPr>
            <a:lvl9pPr algn="l">
              <a:defRPr sz="900" b="0" i="0" kern="0" spc="180">
                <a:solidFill>
                  <a:srgbClr val="1D4ED8"/>
                </a:solidFill>
                <a:latin typeface="JetBrains Mono"/>
                <a:ea typeface="JetBrains Mono"/>
                <a:cs typeface="JetBrains Mono"/>
              </a:defRPr>
            </a:lvl9pPr>
          </a:lstStyle>
          <a:p>
            <a:pPr algn="l">
              <a:lnSpc>
                <a:spcPct val="100000"/>
              </a:lnSpc>
              <a:buNone/>
              <a:defRPr sz="900" b="0" i="0" kern="0" spc="180">
                <a:solidFill>
                  <a:srgbClr val="1D4ED8"/>
                </a:solidFill>
                <a:latin typeface="JetBrains Mono"/>
                <a:ea typeface="JetBrains Mono"/>
                <a:cs typeface="JetBrains Mono"/>
              </a:defRPr>
            </a:pPr>
            <a:r>
              <a:rPr sz="900" b="0" i="0" kern="0" spc="180">
                <a:solidFill>
                  <a:srgbClr val="1D4ED8"/>
                </a:solidFill>
                <a:latin typeface="JetBrains Mono"/>
                <a:ea typeface="JetBrains Mono"/>
                <a:cs typeface="JetBrains Mono"/>
              </a:rPr>
              <a:t>QUESTION 5.4 · A RECENT DEVELOPMENT IN INTERNATIONAL TRADE</a:t>
            </a:r>
          </a:p>
        </p:txBody>
      </p:sp>
      <p:sp>
        <p:nvSpPr>
          <p:cNvPr id="20" name="s24 text 2">
            <a:extLst>
              <a:ext uri="{FF2B5EF4-FFF2-40B4-BE49-F238E27FC236}">
                <a16:creationId xmlns:a16="http://schemas.microsoft.com/office/drawing/2014/main" id="{30432188-52E3-4DD7-A44B-4C2A9C6D6806}"/>
              </a:ext>
            </a:extLst>
          </p:cNvPr>
          <p:cNvSpPr>
            <a:spLocks noGrp="1"/>
          </p:cNvSpPr>
          <p:nvPr/>
        </p:nvSpPr>
        <p:spPr>
          <a:xfrm>
            <a:off x="514350" y="727323"/>
            <a:ext cx="1602772" cy="576532"/>
          </a:xfrm>
          <a:prstGeom prst="rect">
            <a:avLst/>
          </a:prstGeom>
          <a:noFill/>
          <a:ln w="0">
            <a:noFill/>
            <a:prstDash val="solid"/>
          </a:ln>
        </p:spPr>
        <p:txBody>
          <a:bodyPr wrap="none" lIns="0" tIns="0" rIns="0" bIns="0" anchor="t">
            <a:noAutofit/>
          </a:bodyPr>
          <a:lstStyle>
            <a:defPPr algn="l">
              <a:defRPr sz="3262" b="0" i="0" kern="0" spc="-104">
                <a:solidFill>
                  <a:srgbClr val="0A2540"/>
                </a:solidFill>
                <a:latin typeface="Inter ExtraBold"/>
                <a:ea typeface="Inter ExtraBold"/>
                <a:cs typeface="Inter ExtraBold"/>
              </a:defRPr>
            </a:defPPr>
            <a:lvl1pPr algn="l">
              <a:defRPr sz="3262" b="0" i="0" kern="0" spc="-104">
                <a:solidFill>
                  <a:srgbClr val="0A2540"/>
                </a:solidFill>
                <a:latin typeface="Inter ExtraBold"/>
                <a:ea typeface="Inter ExtraBold"/>
                <a:cs typeface="Inter ExtraBold"/>
              </a:defRPr>
            </a:lvl1pPr>
            <a:lvl2pPr algn="l">
              <a:defRPr sz="3262" b="0" i="0" kern="0" spc="-104">
                <a:solidFill>
                  <a:srgbClr val="0A2540"/>
                </a:solidFill>
                <a:latin typeface="Inter ExtraBold"/>
                <a:ea typeface="Inter ExtraBold"/>
                <a:cs typeface="Inter ExtraBold"/>
              </a:defRPr>
            </a:lvl2pPr>
            <a:lvl3pPr algn="l">
              <a:defRPr sz="3262" b="0" i="0" kern="0" spc="-104">
                <a:solidFill>
                  <a:srgbClr val="0A2540"/>
                </a:solidFill>
                <a:latin typeface="Inter ExtraBold"/>
                <a:ea typeface="Inter ExtraBold"/>
                <a:cs typeface="Inter ExtraBold"/>
              </a:defRPr>
            </a:lvl3pPr>
            <a:lvl4pPr algn="l">
              <a:defRPr sz="3262" b="0" i="0" kern="0" spc="-104">
                <a:solidFill>
                  <a:srgbClr val="0A2540"/>
                </a:solidFill>
                <a:latin typeface="Inter ExtraBold"/>
                <a:ea typeface="Inter ExtraBold"/>
                <a:cs typeface="Inter ExtraBold"/>
              </a:defRPr>
            </a:lvl4pPr>
            <a:lvl5pPr algn="l">
              <a:defRPr sz="3262" b="0" i="0" kern="0" spc="-104">
                <a:solidFill>
                  <a:srgbClr val="0A2540"/>
                </a:solidFill>
                <a:latin typeface="Inter ExtraBold"/>
                <a:ea typeface="Inter ExtraBold"/>
                <a:cs typeface="Inter ExtraBold"/>
              </a:defRPr>
            </a:lvl5pPr>
            <a:lvl6pPr algn="l">
              <a:defRPr sz="3262" b="0" i="0" kern="0" spc="-104">
                <a:solidFill>
                  <a:srgbClr val="0A2540"/>
                </a:solidFill>
                <a:latin typeface="Inter ExtraBold"/>
                <a:ea typeface="Inter ExtraBold"/>
                <a:cs typeface="Inter ExtraBold"/>
              </a:defRPr>
            </a:lvl6pPr>
            <a:lvl7pPr algn="l">
              <a:defRPr sz="3262" b="0" i="0" kern="0" spc="-104">
                <a:solidFill>
                  <a:srgbClr val="0A2540"/>
                </a:solidFill>
                <a:latin typeface="Inter ExtraBold"/>
                <a:ea typeface="Inter ExtraBold"/>
                <a:cs typeface="Inter ExtraBold"/>
              </a:defRPr>
            </a:lvl7pPr>
            <a:lvl8pPr algn="l">
              <a:defRPr sz="3262" b="0" i="0" kern="0" spc="-104">
                <a:solidFill>
                  <a:srgbClr val="0A2540"/>
                </a:solidFill>
                <a:latin typeface="Inter ExtraBold"/>
                <a:ea typeface="Inter ExtraBold"/>
                <a:cs typeface="Inter ExtraBold"/>
              </a:defRPr>
            </a:lvl8pPr>
            <a:lvl9pPr algn="l">
              <a:defRPr sz="3262" b="0" i="0" kern="0" spc="-104">
                <a:solidFill>
                  <a:srgbClr val="0A2540"/>
                </a:solidFill>
                <a:latin typeface="Inter ExtraBold"/>
                <a:ea typeface="Inter ExtraBold"/>
                <a:cs typeface="Inter ExtraBold"/>
              </a:defRPr>
            </a:lvl9pPr>
          </a:lstStyle>
          <a:p>
            <a:pPr algn="l">
              <a:lnSpc>
                <a:spcPct val="100000"/>
              </a:lnSpc>
              <a:buNone/>
              <a:defRPr sz="3262" b="0" i="0" kern="0" spc="-104">
                <a:solidFill>
                  <a:srgbClr val="0A2540"/>
                </a:solidFill>
                <a:latin typeface="Inter ExtraBold"/>
                <a:ea typeface="Inter ExtraBold"/>
                <a:cs typeface="Inter ExtraBold"/>
              </a:defRPr>
            </a:pPr>
            <a:r>
              <a:rPr sz="3262" b="0" i="0" kern="0" spc="-104">
                <a:solidFill>
                  <a:srgbClr val="0A2540"/>
                </a:solidFill>
                <a:latin typeface="Inter ExtraBold"/>
                <a:ea typeface="Inter ExtraBold"/>
                <a:cs typeface="Inter ExtraBold"/>
              </a:rPr>
              <a:t>The EU</a:t>
            </a:r>
          </a:p>
        </p:txBody>
      </p:sp>
      <p:sp>
        <p:nvSpPr>
          <p:cNvPr id="21" name="s24 text 3">
            <a:extLst>
              <a:ext uri="{FF2B5EF4-FFF2-40B4-BE49-F238E27FC236}">
                <a16:creationId xmlns:a16="http://schemas.microsoft.com/office/drawing/2014/main" id="{2705BEC0-91EB-40F3-BF22-D4BDD457CEBA}"/>
              </a:ext>
            </a:extLst>
          </p:cNvPr>
          <p:cNvSpPr>
            <a:spLocks noGrp="1"/>
          </p:cNvSpPr>
          <p:nvPr/>
        </p:nvSpPr>
        <p:spPr>
          <a:xfrm>
            <a:off x="1871829" y="727323"/>
            <a:ext cx="302903" cy="576532"/>
          </a:xfrm>
          <a:prstGeom prst="rect">
            <a:avLst/>
          </a:prstGeom>
          <a:noFill/>
          <a:ln w="0">
            <a:noFill/>
            <a:prstDash val="solid"/>
          </a:ln>
        </p:spPr>
        <p:txBody>
          <a:bodyPr wrap="none" lIns="0" tIns="0" rIns="0" bIns="0" anchor="t">
            <a:noAutofit/>
          </a:bodyPr>
          <a:lstStyle>
            <a:defPPr algn="l">
              <a:defRPr sz="3262" b="0" i="0" kern="0" spc="0">
                <a:solidFill>
                  <a:srgbClr val="0A2540"/>
                </a:solidFill>
                <a:latin typeface="Inter ExtraBold"/>
                <a:ea typeface="Inter ExtraBold"/>
                <a:cs typeface="Inter ExtraBold"/>
              </a:defRPr>
            </a:defPPr>
            <a:lvl1pPr algn="l">
              <a:defRPr sz="3262" b="0" i="0" kern="0" spc="0">
                <a:solidFill>
                  <a:srgbClr val="0A2540"/>
                </a:solidFill>
                <a:latin typeface="Inter ExtraBold"/>
                <a:ea typeface="Inter ExtraBold"/>
                <a:cs typeface="Inter ExtraBold"/>
              </a:defRPr>
            </a:lvl1pPr>
            <a:lvl2pPr algn="l">
              <a:defRPr sz="3262" b="0" i="0" kern="0" spc="0">
                <a:solidFill>
                  <a:srgbClr val="0A2540"/>
                </a:solidFill>
                <a:latin typeface="Inter ExtraBold"/>
                <a:ea typeface="Inter ExtraBold"/>
                <a:cs typeface="Inter ExtraBold"/>
              </a:defRPr>
            </a:lvl2pPr>
            <a:lvl3pPr algn="l">
              <a:defRPr sz="3262" b="0" i="0" kern="0" spc="0">
                <a:solidFill>
                  <a:srgbClr val="0A2540"/>
                </a:solidFill>
                <a:latin typeface="Inter ExtraBold"/>
                <a:ea typeface="Inter ExtraBold"/>
                <a:cs typeface="Inter ExtraBold"/>
              </a:defRPr>
            </a:lvl3pPr>
            <a:lvl4pPr algn="l">
              <a:defRPr sz="3262" b="0" i="0" kern="0" spc="0">
                <a:solidFill>
                  <a:srgbClr val="0A2540"/>
                </a:solidFill>
                <a:latin typeface="Inter ExtraBold"/>
                <a:ea typeface="Inter ExtraBold"/>
                <a:cs typeface="Inter ExtraBold"/>
              </a:defRPr>
            </a:lvl4pPr>
            <a:lvl5pPr algn="l">
              <a:defRPr sz="3262" b="0" i="0" kern="0" spc="0">
                <a:solidFill>
                  <a:srgbClr val="0A2540"/>
                </a:solidFill>
                <a:latin typeface="Inter ExtraBold"/>
                <a:ea typeface="Inter ExtraBold"/>
                <a:cs typeface="Inter ExtraBold"/>
              </a:defRPr>
            </a:lvl5pPr>
            <a:lvl6pPr algn="l">
              <a:defRPr sz="3262" b="0" i="0" kern="0" spc="0">
                <a:solidFill>
                  <a:srgbClr val="0A2540"/>
                </a:solidFill>
                <a:latin typeface="Inter ExtraBold"/>
                <a:ea typeface="Inter ExtraBold"/>
                <a:cs typeface="Inter ExtraBold"/>
              </a:defRPr>
            </a:lvl6pPr>
            <a:lvl7pPr algn="l">
              <a:defRPr sz="3262" b="0" i="0" kern="0" spc="0">
                <a:solidFill>
                  <a:srgbClr val="0A2540"/>
                </a:solidFill>
                <a:latin typeface="Inter ExtraBold"/>
                <a:ea typeface="Inter ExtraBold"/>
                <a:cs typeface="Inter ExtraBold"/>
              </a:defRPr>
            </a:lvl7pPr>
            <a:lvl8pPr algn="l">
              <a:defRPr sz="3262" b="0" i="0" kern="0" spc="0">
                <a:solidFill>
                  <a:srgbClr val="0A2540"/>
                </a:solidFill>
                <a:latin typeface="Inter ExtraBold"/>
                <a:ea typeface="Inter ExtraBold"/>
                <a:cs typeface="Inter ExtraBold"/>
              </a:defRPr>
            </a:lvl8pPr>
            <a:lvl9pPr algn="l">
              <a:defRPr sz="3262" b="0" i="0" kern="0" spc="0">
                <a:solidFill>
                  <a:srgbClr val="0A2540"/>
                </a:solidFill>
                <a:latin typeface="Inter ExtraBold"/>
                <a:ea typeface="Inter ExtraBold"/>
                <a:cs typeface="Inter ExtraBold"/>
              </a:defRPr>
            </a:lvl9pPr>
          </a:lstStyle>
          <a:p>
            <a:pPr algn="l">
              <a:lnSpc>
                <a:spcPct val="100000"/>
              </a:lnSpc>
              <a:buNone/>
              <a:defRPr sz="3262" b="0" i="0" kern="0" spc="0">
                <a:solidFill>
                  <a:srgbClr val="0A2540"/>
                </a:solidFill>
                <a:latin typeface="Inter ExtraBold"/>
                <a:ea typeface="Inter ExtraBold"/>
                <a:cs typeface="Inter ExtraBold"/>
              </a:defRPr>
            </a:pPr>
            <a:r>
              <a:rPr sz="3262" b="0" i="0" kern="0" spc="0">
                <a:solidFill>
                  <a:srgbClr val="0A2540"/>
                </a:solidFill>
                <a:latin typeface="Inter ExtraBold"/>
                <a:ea typeface="Inter ExtraBold"/>
                <a:cs typeface="Inter ExtraBold"/>
              </a:rPr>
              <a:t>ʼ</a:t>
            </a:r>
          </a:p>
        </p:txBody>
      </p:sp>
      <p:sp>
        <p:nvSpPr>
          <p:cNvPr id="22" name="s24 text 4">
            <a:extLst>
              <a:ext uri="{FF2B5EF4-FFF2-40B4-BE49-F238E27FC236}">
                <a16:creationId xmlns:a16="http://schemas.microsoft.com/office/drawing/2014/main" id="{F6CFA992-825B-48F0-B5E0-31988F8EBDAC}"/>
              </a:ext>
            </a:extLst>
          </p:cNvPr>
          <p:cNvSpPr>
            <a:spLocks noGrp="1"/>
          </p:cNvSpPr>
          <p:nvPr/>
        </p:nvSpPr>
        <p:spPr>
          <a:xfrm>
            <a:off x="1968434" y="727323"/>
            <a:ext cx="8823484" cy="576532"/>
          </a:xfrm>
          <a:prstGeom prst="rect">
            <a:avLst/>
          </a:prstGeom>
          <a:noFill/>
          <a:ln w="0">
            <a:noFill/>
            <a:prstDash val="solid"/>
          </a:ln>
        </p:spPr>
        <p:txBody>
          <a:bodyPr wrap="none" lIns="0" tIns="0" rIns="0" bIns="0" anchor="t">
            <a:noAutofit/>
          </a:bodyPr>
          <a:lstStyle>
            <a:defPPr algn="l">
              <a:defRPr sz="3262" b="0" i="0" kern="0" spc="-104">
                <a:solidFill>
                  <a:srgbClr val="0A2540"/>
                </a:solidFill>
                <a:latin typeface="Inter ExtraBold"/>
                <a:ea typeface="Inter ExtraBold"/>
                <a:cs typeface="Inter ExtraBold"/>
              </a:defRPr>
            </a:defPPr>
            <a:lvl1pPr algn="l">
              <a:defRPr sz="3262" b="0" i="0" kern="0" spc="-104">
                <a:solidFill>
                  <a:srgbClr val="0A2540"/>
                </a:solidFill>
                <a:latin typeface="Inter ExtraBold"/>
                <a:ea typeface="Inter ExtraBold"/>
                <a:cs typeface="Inter ExtraBold"/>
              </a:defRPr>
            </a:lvl1pPr>
            <a:lvl2pPr algn="l">
              <a:defRPr sz="3262" b="0" i="0" kern="0" spc="-104">
                <a:solidFill>
                  <a:srgbClr val="0A2540"/>
                </a:solidFill>
                <a:latin typeface="Inter ExtraBold"/>
                <a:ea typeface="Inter ExtraBold"/>
                <a:cs typeface="Inter ExtraBold"/>
              </a:defRPr>
            </a:lvl2pPr>
            <a:lvl3pPr algn="l">
              <a:defRPr sz="3262" b="0" i="0" kern="0" spc="-104">
                <a:solidFill>
                  <a:srgbClr val="0A2540"/>
                </a:solidFill>
                <a:latin typeface="Inter ExtraBold"/>
                <a:ea typeface="Inter ExtraBold"/>
                <a:cs typeface="Inter ExtraBold"/>
              </a:defRPr>
            </a:lvl3pPr>
            <a:lvl4pPr algn="l">
              <a:defRPr sz="3262" b="0" i="0" kern="0" spc="-104">
                <a:solidFill>
                  <a:srgbClr val="0A2540"/>
                </a:solidFill>
                <a:latin typeface="Inter ExtraBold"/>
                <a:ea typeface="Inter ExtraBold"/>
                <a:cs typeface="Inter ExtraBold"/>
              </a:defRPr>
            </a:lvl4pPr>
            <a:lvl5pPr algn="l">
              <a:defRPr sz="3262" b="0" i="0" kern="0" spc="-104">
                <a:solidFill>
                  <a:srgbClr val="0A2540"/>
                </a:solidFill>
                <a:latin typeface="Inter ExtraBold"/>
                <a:ea typeface="Inter ExtraBold"/>
                <a:cs typeface="Inter ExtraBold"/>
              </a:defRPr>
            </a:lvl5pPr>
            <a:lvl6pPr algn="l">
              <a:defRPr sz="3262" b="0" i="0" kern="0" spc="-104">
                <a:solidFill>
                  <a:srgbClr val="0A2540"/>
                </a:solidFill>
                <a:latin typeface="Inter ExtraBold"/>
                <a:ea typeface="Inter ExtraBold"/>
                <a:cs typeface="Inter ExtraBold"/>
              </a:defRPr>
            </a:lvl6pPr>
            <a:lvl7pPr algn="l">
              <a:defRPr sz="3262" b="0" i="0" kern="0" spc="-104">
                <a:solidFill>
                  <a:srgbClr val="0A2540"/>
                </a:solidFill>
                <a:latin typeface="Inter ExtraBold"/>
                <a:ea typeface="Inter ExtraBold"/>
                <a:cs typeface="Inter ExtraBold"/>
              </a:defRPr>
            </a:lvl7pPr>
            <a:lvl8pPr algn="l">
              <a:defRPr sz="3262" b="0" i="0" kern="0" spc="-104">
                <a:solidFill>
                  <a:srgbClr val="0A2540"/>
                </a:solidFill>
                <a:latin typeface="Inter ExtraBold"/>
                <a:ea typeface="Inter ExtraBold"/>
                <a:cs typeface="Inter ExtraBold"/>
              </a:defRPr>
            </a:lvl8pPr>
            <a:lvl9pPr algn="l">
              <a:defRPr sz="3262" b="0" i="0" kern="0" spc="-104">
                <a:solidFill>
                  <a:srgbClr val="0A2540"/>
                </a:solidFill>
                <a:latin typeface="Inter ExtraBold"/>
                <a:ea typeface="Inter ExtraBold"/>
                <a:cs typeface="Inter ExtraBold"/>
              </a:defRPr>
            </a:lvl9pPr>
          </a:lstStyle>
          <a:p>
            <a:pPr algn="l">
              <a:lnSpc>
                <a:spcPct val="100000"/>
              </a:lnSpc>
              <a:buNone/>
              <a:defRPr sz="3262" b="0" i="0" kern="0" spc="-104">
                <a:solidFill>
                  <a:srgbClr val="0A2540"/>
                </a:solidFill>
                <a:latin typeface="Inter ExtraBold"/>
                <a:ea typeface="Inter ExtraBold"/>
                <a:cs typeface="Inter ExtraBold"/>
              </a:defRPr>
            </a:pPr>
            <a:r>
              <a:rPr sz="3262" b="0" i="0" kern="0" spc="-104">
                <a:solidFill>
                  <a:srgbClr val="0A2540"/>
                </a:solidFill>
                <a:latin typeface="Inter ExtraBold"/>
                <a:ea typeface="Inter ExtraBold"/>
                <a:cs typeface="Inter ExtraBold"/>
              </a:rPr>
              <a:t>s 2024 duties on Chinese electric vehicles</a:t>
            </a:r>
          </a:p>
        </p:txBody>
      </p:sp>
      <p:sp>
        <p:nvSpPr>
          <p:cNvPr id="23" name="s24 text 5">
            <a:extLst>
              <a:ext uri="{FF2B5EF4-FFF2-40B4-BE49-F238E27FC236}">
                <a16:creationId xmlns:a16="http://schemas.microsoft.com/office/drawing/2014/main" id="{AEBD3875-012E-4817-B007-A0957991825B}"/>
              </a:ext>
            </a:extLst>
          </p:cNvPr>
          <p:cNvSpPr>
            <a:spLocks noGrp="1"/>
          </p:cNvSpPr>
          <p:nvPr/>
        </p:nvSpPr>
        <p:spPr>
          <a:xfrm>
            <a:off x="5878190" y="1308199"/>
            <a:ext cx="2415826" cy="357847"/>
          </a:xfrm>
          <a:prstGeom prst="rect">
            <a:avLst/>
          </a:prstGeom>
          <a:noFill/>
          <a:ln w="0">
            <a:noFill/>
            <a:prstDash val="solid"/>
          </a:ln>
        </p:spPr>
        <p:txBody>
          <a:bodyPr wrap="none" lIns="0" tIns="0" rIns="0" bIns="0" anchor="t">
            <a:noAutofit/>
          </a:bodyPr>
          <a:lstStyle>
            <a:defPPr algn="l">
              <a:defRPr sz="2025" b="1" i="0" kern="0" spc="-24">
                <a:solidFill>
                  <a:srgbClr val="0A2540"/>
                </a:solidFill>
                <a:latin typeface="Inter"/>
                <a:ea typeface="Inter"/>
                <a:cs typeface="Inter"/>
              </a:defRPr>
            </a:defPPr>
            <a:lvl1pPr algn="l">
              <a:defRPr sz="2025" b="1" i="0" kern="0" spc="-24">
                <a:solidFill>
                  <a:srgbClr val="0A2540"/>
                </a:solidFill>
                <a:latin typeface="Inter"/>
                <a:ea typeface="Inter"/>
                <a:cs typeface="Inter"/>
              </a:defRPr>
            </a:lvl1pPr>
            <a:lvl2pPr algn="l">
              <a:defRPr sz="2025" b="1" i="0" kern="0" spc="-24">
                <a:solidFill>
                  <a:srgbClr val="0A2540"/>
                </a:solidFill>
                <a:latin typeface="Inter"/>
                <a:ea typeface="Inter"/>
                <a:cs typeface="Inter"/>
              </a:defRPr>
            </a:lvl2pPr>
            <a:lvl3pPr algn="l">
              <a:defRPr sz="2025" b="1" i="0" kern="0" spc="-24">
                <a:solidFill>
                  <a:srgbClr val="0A2540"/>
                </a:solidFill>
                <a:latin typeface="Inter"/>
                <a:ea typeface="Inter"/>
                <a:cs typeface="Inter"/>
              </a:defRPr>
            </a:lvl3pPr>
            <a:lvl4pPr algn="l">
              <a:defRPr sz="2025" b="1" i="0" kern="0" spc="-24">
                <a:solidFill>
                  <a:srgbClr val="0A2540"/>
                </a:solidFill>
                <a:latin typeface="Inter"/>
                <a:ea typeface="Inter"/>
                <a:cs typeface="Inter"/>
              </a:defRPr>
            </a:lvl4pPr>
            <a:lvl5pPr algn="l">
              <a:defRPr sz="2025" b="1" i="0" kern="0" spc="-24">
                <a:solidFill>
                  <a:srgbClr val="0A2540"/>
                </a:solidFill>
                <a:latin typeface="Inter"/>
                <a:ea typeface="Inter"/>
                <a:cs typeface="Inter"/>
              </a:defRPr>
            </a:lvl5pPr>
            <a:lvl6pPr algn="l">
              <a:defRPr sz="2025" b="1" i="0" kern="0" spc="-24">
                <a:solidFill>
                  <a:srgbClr val="0A2540"/>
                </a:solidFill>
                <a:latin typeface="Inter"/>
                <a:ea typeface="Inter"/>
                <a:cs typeface="Inter"/>
              </a:defRPr>
            </a:lvl6pPr>
            <a:lvl7pPr algn="l">
              <a:defRPr sz="2025" b="1" i="0" kern="0" spc="-24">
                <a:solidFill>
                  <a:srgbClr val="0A2540"/>
                </a:solidFill>
                <a:latin typeface="Inter"/>
                <a:ea typeface="Inter"/>
                <a:cs typeface="Inter"/>
              </a:defRPr>
            </a:lvl7pPr>
            <a:lvl8pPr algn="l">
              <a:defRPr sz="2025" b="1" i="0" kern="0" spc="-24">
                <a:solidFill>
                  <a:srgbClr val="0A2540"/>
                </a:solidFill>
                <a:latin typeface="Inter"/>
                <a:ea typeface="Inter"/>
                <a:cs typeface="Inter"/>
              </a:defRPr>
            </a:lvl8pPr>
            <a:lvl9pPr algn="l">
              <a:defRPr sz="2025" b="1" i="0" kern="0" spc="-24">
                <a:solidFill>
                  <a:srgbClr val="0A2540"/>
                </a:solidFill>
                <a:latin typeface="Inter"/>
                <a:ea typeface="Inter"/>
                <a:cs typeface="Inter"/>
              </a:defRPr>
            </a:lvl9pPr>
          </a:lstStyle>
          <a:p>
            <a:pPr algn="l">
              <a:lnSpc>
                <a:spcPct val="100000"/>
              </a:lnSpc>
              <a:buNone/>
              <a:defRPr sz="2025" b="1" i="0" kern="0" spc="-24">
                <a:solidFill>
                  <a:srgbClr val="0A2540"/>
                </a:solidFill>
                <a:latin typeface="Inter"/>
                <a:ea typeface="Inter"/>
                <a:cs typeface="Inter"/>
              </a:defRPr>
            </a:pPr>
            <a:r>
              <a:rPr sz="2025" b="1" i="0" kern="0" spc="-24">
                <a:solidFill>
                  <a:srgbClr val="0A2540"/>
                </a:solidFill>
                <a:latin typeface="Inter"/>
                <a:ea typeface="Inter"/>
                <a:cs typeface="Inter"/>
              </a:rPr>
              <a:t>Mapped to Topic 5</a:t>
            </a:r>
          </a:p>
        </p:txBody>
      </p:sp>
      <p:sp>
        <p:nvSpPr>
          <p:cNvPr id="24" name="s24 text 6">
            <a:extLst>
              <a:ext uri="{FF2B5EF4-FFF2-40B4-BE49-F238E27FC236}">
                <a16:creationId xmlns:a16="http://schemas.microsoft.com/office/drawing/2014/main" id="{02A28374-2379-412F-BD6F-6FFA7D46E1E8}"/>
              </a:ext>
            </a:extLst>
          </p:cNvPr>
          <p:cNvSpPr>
            <a:spLocks noGrp="1"/>
          </p:cNvSpPr>
          <p:nvPr/>
        </p:nvSpPr>
        <p:spPr>
          <a:xfrm>
            <a:off x="721519" y="1512243"/>
            <a:ext cx="873061" cy="218685"/>
          </a:xfrm>
          <a:prstGeom prst="rect">
            <a:avLst/>
          </a:prstGeom>
          <a:noFill/>
          <a:ln w="0">
            <a:noFill/>
            <a:prstDash val="solid"/>
          </a:ln>
        </p:spPr>
        <p:txBody>
          <a:bodyPr wrap="none" lIns="0" tIns="0" rIns="0" bIns="0" anchor="t">
            <a:noAutofit/>
          </a:bodyPr>
          <a:lstStyle>
            <a:defPPr algn="l">
              <a:defRPr sz="1237" b="0" i="0" kern="0" spc="-9">
                <a:solidFill>
                  <a:srgbClr val="0A2540"/>
                </a:solidFill>
                <a:latin typeface="Inter SemiBold"/>
                <a:ea typeface="Inter SemiBold"/>
                <a:cs typeface="Inter SemiBold"/>
              </a:defRPr>
            </a:defPPr>
            <a:lvl1pPr algn="l">
              <a:defRPr sz="1237" b="0" i="0" kern="0" spc="-9">
                <a:solidFill>
                  <a:srgbClr val="0A2540"/>
                </a:solidFill>
                <a:latin typeface="Inter SemiBold"/>
                <a:ea typeface="Inter SemiBold"/>
                <a:cs typeface="Inter SemiBold"/>
              </a:defRPr>
            </a:lvl1pPr>
            <a:lvl2pPr algn="l">
              <a:defRPr sz="1237" b="0" i="0" kern="0" spc="-9">
                <a:solidFill>
                  <a:srgbClr val="0A2540"/>
                </a:solidFill>
                <a:latin typeface="Inter SemiBold"/>
                <a:ea typeface="Inter SemiBold"/>
                <a:cs typeface="Inter SemiBold"/>
              </a:defRPr>
            </a:lvl2pPr>
            <a:lvl3pPr algn="l">
              <a:defRPr sz="1237" b="0" i="0" kern="0" spc="-9">
                <a:solidFill>
                  <a:srgbClr val="0A2540"/>
                </a:solidFill>
                <a:latin typeface="Inter SemiBold"/>
                <a:ea typeface="Inter SemiBold"/>
                <a:cs typeface="Inter SemiBold"/>
              </a:defRPr>
            </a:lvl3pPr>
            <a:lvl4pPr algn="l">
              <a:defRPr sz="1237" b="0" i="0" kern="0" spc="-9">
                <a:solidFill>
                  <a:srgbClr val="0A2540"/>
                </a:solidFill>
                <a:latin typeface="Inter SemiBold"/>
                <a:ea typeface="Inter SemiBold"/>
                <a:cs typeface="Inter SemiBold"/>
              </a:defRPr>
            </a:lvl4pPr>
            <a:lvl5pPr algn="l">
              <a:defRPr sz="1237" b="0" i="0" kern="0" spc="-9">
                <a:solidFill>
                  <a:srgbClr val="0A2540"/>
                </a:solidFill>
                <a:latin typeface="Inter SemiBold"/>
                <a:ea typeface="Inter SemiBold"/>
                <a:cs typeface="Inter SemiBold"/>
              </a:defRPr>
            </a:lvl5pPr>
            <a:lvl6pPr algn="l">
              <a:defRPr sz="1237" b="0" i="0" kern="0" spc="-9">
                <a:solidFill>
                  <a:srgbClr val="0A2540"/>
                </a:solidFill>
                <a:latin typeface="Inter SemiBold"/>
                <a:ea typeface="Inter SemiBold"/>
                <a:cs typeface="Inter SemiBold"/>
              </a:defRPr>
            </a:lvl6pPr>
            <a:lvl7pPr algn="l">
              <a:defRPr sz="1237" b="0" i="0" kern="0" spc="-9">
                <a:solidFill>
                  <a:srgbClr val="0A2540"/>
                </a:solidFill>
                <a:latin typeface="Inter SemiBold"/>
                <a:ea typeface="Inter SemiBold"/>
                <a:cs typeface="Inter SemiBold"/>
              </a:defRPr>
            </a:lvl7pPr>
            <a:lvl8pPr algn="l">
              <a:defRPr sz="1237" b="0" i="0" kern="0" spc="-9">
                <a:solidFill>
                  <a:srgbClr val="0A2540"/>
                </a:solidFill>
                <a:latin typeface="Inter SemiBold"/>
                <a:ea typeface="Inter SemiBold"/>
                <a:cs typeface="Inter SemiBold"/>
              </a:defRPr>
            </a:lvl8pPr>
            <a:lvl9pPr algn="l">
              <a:defRPr sz="1237" b="0" i="0" kern="0" spc="-9">
                <a:solidFill>
                  <a:srgbClr val="0A2540"/>
                </a:solidFill>
                <a:latin typeface="Inter SemiBold"/>
                <a:ea typeface="Inter SemiBold"/>
                <a:cs typeface="Inter SemiBold"/>
              </a:defRPr>
            </a:lvl9pPr>
          </a:lstStyle>
          <a:p>
            <a:pPr algn="l">
              <a:lnSpc>
                <a:spcPct val="100000"/>
              </a:lnSpc>
              <a:buNone/>
              <a:defRPr sz="1237" b="0" i="0" kern="0" spc="-9">
                <a:solidFill>
                  <a:srgbClr val="0A2540"/>
                </a:solidFill>
                <a:latin typeface="Inter SemiBold"/>
                <a:ea typeface="Inter SemiBold"/>
                <a:cs typeface="Inter SemiBold"/>
              </a:defRPr>
            </a:pPr>
            <a:r>
              <a:rPr sz="1237" b="0" i="0" kern="0" spc="-9">
                <a:solidFill>
                  <a:srgbClr val="0A2540"/>
                </a:solidFill>
                <a:latin typeface="Inter SemiBold"/>
                <a:ea typeface="Inter SemiBold"/>
                <a:cs typeface="Inter SemiBold"/>
              </a:rPr>
              <a:t>The article</a:t>
            </a:r>
          </a:p>
        </p:txBody>
      </p:sp>
      <p:sp>
        <p:nvSpPr>
          <p:cNvPr id="25" name="s24 text 7">
            <a:extLst>
              <a:ext uri="{FF2B5EF4-FFF2-40B4-BE49-F238E27FC236}">
                <a16:creationId xmlns:a16="http://schemas.microsoft.com/office/drawing/2014/main" id="{7EBC3827-8A9E-4D64-BD61-72C0B2E84CEB}"/>
              </a:ext>
            </a:extLst>
          </p:cNvPr>
          <p:cNvSpPr>
            <a:spLocks noGrp="1"/>
          </p:cNvSpPr>
          <p:nvPr/>
        </p:nvSpPr>
        <p:spPr>
          <a:xfrm>
            <a:off x="721519" y="1847329"/>
            <a:ext cx="1431417" cy="188864"/>
          </a:xfrm>
          <a:prstGeom prst="rect">
            <a:avLst/>
          </a:prstGeom>
          <a:noFill/>
          <a:ln w="0">
            <a:noFill/>
            <a:prstDash val="solid"/>
          </a:ln>
        </p:spPr>
        <p:txBody>
          <a:bodyPr wrap="none" lIns="0" tIns="0" rIns="0" bIns="0" anchor="t">
            <a:noAutofit/>
          </a:bodyPr>
          <a:lstStyle>
            <a:defPPr algn="l">
              <a:defRPr sz="1069" b="0" i="0" kern="0" spc="-9">
                <a:solidFill>
                  <a:srgbClr val="0A2540"/>
                </a:solidFill>
                <a:latin typeface="Inter"/>
                <a:ea typeface="Inter"/>
                <a:cs typeface="Inter"/>
              </a:defRPr>
            </a:defPPr>
            <a:lvl1pPr algn="l">
              <a:defRPr sz="1069" b="0" i="0" kern="0" spc="-9">
                <a:solidFill>
                  <a:srgbClr val="0A2540"/>
                </a:solidFill>
                <a:latin typeface="Inter"/>
                <a:ea typeface="Inter"/>
                <a:cs typeface="Inter"/>
              </a:defRPr>
            </a:lvl1pPr>
            <a:lvl2pPr algn="l">
              <a:defRPr sz="1069" b="0" i="0" kern="0" spc="-9">
                <a:solidFill>
                  <a:srgbClr val="0A2540"/>
                </a:solidFill>
                <a:latin typeface="Inter"/>
                <a:ea typeface="Inter"/>
                <a:cs typeface="Inter"/>
              </a:defRPr>
            </a:lvl2pPr>
            <a:lvl3pPr algn="l">
              <a:defRPr sz="1069" b="0" i="0" kern="0" spc="-9">
                <a:solidFill>
                  <a:srgbClr val="0A2540"/>
                </a:solidFill>
                <a:latin typeface="Inter"/>
                <a:ea typeface="Inter"/>
                <a:cs typeface="Inter"/>
              </a:defRPr>
            </a:lvl3pPr>
            <a:lvl4pPr algn="l">
              <a:defRPr sz="1069" b="0" i="0" kern="0" spc="-9">
                <a:solidFill>
                  <a:srgbClr val="0A2540"/>
                </a:solidFill>
                <a:latin typeface="Inter"/>
                <a:ea typeface="Inter"/>
                <a:cs typeface="Inter"/>
              </a:defRPr>
            </a:lvl4pPr>
            <a:lvl5pPr algn="l">
              <a:defRPr sz="1069" b="0" i="0" kern="0" spc="-9">
                <a:solidFill>
                  <a:srgbClr val="0A2540"/>
                </a:solidFill>
                <a:latin typeface="Inter"/>
                <a:ea typeface="Inter"/>
                <a:cs typeface="Inter"/>
              </a:defRPr>
            </a:lvl5pPr>
            <a:lvl6pPr algn="l">
              <a:defRPr sz="1069" b="0" i="0" kern="0" spc="-9">
                <a:solidFill>
                  <a:srgbClr val="0A2540"/>
                </a:solidFill>
                <a:latin typeface="Inter"/>
                <a:ea typeface="Inter"/>
                <a:cs typeface="Inter"/>
              </a:defRPr>
            </a:lvl6pPr>
            <a:lvl7pPr algn="l">
              <a:defRPr sz="1069" b="0" i="0" kern="0" spc="-9">
                <a:solidFill>
                  <a:srgbClr val="0A2540"/>
                </a:solidFill>
                <a:latin typeface="Inter"/>
                <a:ea typeface="Inter"/>
                <a:cs typeface="Inter"/>
              </a:defRPr>
            </a:lvl7pPr>
            <a:lvl8pPr algn="l">
              <a:defRPr sz="1069" b="0" i="0" kern="0" spc="-9">
                <a:solidFill>
                  <a:srgbClr val="0A2540"/>
                </a:solidFill>
                <a:latin typeface="Inter"/>
                <a:ea typeface="Inter"/>
                <a:cs typeface="Inter"/>
              </a:defRPr>
            </a:lvl8pPr>
            <a:lvl9pPr algn="l">
              <a:defRPr sz="1069" b="0" i="0" kern="0" spc="-9">
                <a:solidFill>
                  <a:srgbClr val="0A2540"/>
                </a:solidFill>
                <a:latin typeface="Inter"/>
                <a:ea typeface="Inter"/>
                <a:cs typeface="Inter"/>
              </a:defRPr>
            </a:lvl9pPr>
          </a:lstStyle>
          <a:p>
            <a:pPr algn="l">
              <a:lnSpc>
                <a:spcPct val="100000"/>
              </a:lnSpc>
              <a:buNone/>
              <a:defRPr sz="1069" b="0" i="0" kern="0" spc="-9">
                <a:solidFill>
                  <a:srgbClr val="0A2540"/>
                </a:solidFill>
                <a:latin typeface="Inter"/>
                <a:ea typeface="Inter"/>
                <a:cs typeface="Inter"/>
              </a:defRPr>
            </a:pPr>
            <a:r>
              <a:rPr sz="1069" b="0" i="0" kern="0" spc="-9">
                <a:solidFill>
                  <a:srgbClr val="0A2540"/>
                </a:solidFill>
                <a:latin typeface="Inter"/>
                <a:ea typeface="Inter"/>
                <a:cs typeface="Inter"/>
              </a:rPr>
              <a:t>Blenkinsop, P. (2024)</a:t>
            </a:r>
          </a:p>
        </p:txBody>
      </p:sp>
      <p:sp>
        <p:nvSpPr>
          <p:cNvPr id="26" name="s24 text 8">
            <a:extLst>
              <a:ext uri="{FF2B5EF4-FFF2-40B4-BE49-F238E27FC236}">
                <a16:creationId xmlns:a16="http://schemas.microsoft.com/office/drawing/2014/main" id="{5F4E4100-0D8E-4331-BEBA-41A727A5FB1E}"/>
              </a:ext>
            </a:extLst>
          </p:cNvPr>
          <p:cNvSpPr>
            <a:spLocks noGrp="1"/>
          </p:cNvSpPr>
          <p:nvPr/>
        </p:nvSpPr>
        <p:spPr>
          <a:xfrm>
            <a:off x="2111759" y="1847329"/>
            <a:ext cx="3091243" cy="188864"/>
          </a:xfrm>
          <a:prstGeom prst="rect">
            <a:avLst/>
          </a:prstGeom>
          <a:noFill/>
          <a:ln w="0">
            <a:noFill/>
            <a:prstDash val="solid"/>
          </a:ln>
        </p:spPr>
        <p:txBody>
          <a:bodyPr wrap="none" lIns="0" tIns="0" rIns="0" bIns="0" anchor="t">
            <a:noAutofit/>
          </a:bodyPr>
          <a:lstStyle>
            <a:defPPr algn="l">
              <a:defRPr sz="1069" b="0" i="1" kern="0" spc="-9">
                <a:solidFill>
                  <a:srgbClr val="0A2540"/>
                </a:solidFill>
                <a:latin typeface="Inter"/>
                <a:ea typeface="Inter"/>
                <a:cs typeface="Inter"/>
              </a:defRPr>
            </a:defPPr>
            <a:lvl1pPr algn="l">
              <a:defRPr sz="1069" b="0" i="1" kern="0" spc="-9">
                <a:solidFill>
                  <a:srgbClr val="0A2540"/>
                </a:solidFill>
                <a:latin typeface="Inter"/>
                <a:ea typeface="Inter"/>
                <a:cs typeface="Inter"/>
              </a:defRPr>
            </a:lvl1pPr>
            <a:lvl2pPr algn="l">
              <a:defRPr sz="1069" b="0" i="1" kern="0" spc="-9">
                <a:solidFill>
                  <a:srgbClr val="0A2540"/>
                </a:solidFill>
                <a:latin typeface="Inter"/>
                <a:ea typeface="Inter"/>
                <a:cs typeface="Inter"/>
              </a:defRPr>
            </a:lvl2pPr>
            <a:lvl3pPr algn="l">
              <a:defRPr sz="1069" b="0" i="1" kern="0" spc="-9">
                <a:solidFill>
                  <a:srgbClr val="0A2540"/>
                </a:solidFill>
                <a:latin typeface="Inter"/>
                <a:ea typeface="Inter"/>
                <a:cs typeface="Inter"/>
              </a:defRPr>
            </a:lvl3pPr>
            <a:lvl4pPr algn="l">
              <a:defRPr sz="1069" b="0" i="1" kern="0" spc="-9">
                <a:solidFill>
                  <a:srgbClr val="0A2540"/>
                </a:solidFill>
                <a:latin typeface="Inter"/>
                <a:ea typeface="Inter"/>
                <a:cs typeface="Inter"/>
              </a:defRPr>
            </a:lvl4pPr>
            <a:lvl5pPr algn="l">
              <a:defRPr sz="1069" b="0" i="1" kern="0" spc="-9">
                <a:solidFill>
                  <a:srgbClr val="0A2540"/>
                </a:solidFill>
                <a:latin typeface="Inter"/>
                <a:ea typeface="Inter"/>
                <a:cs typeface="Inter"/>
              </a:defRPr>
            </a:lvl5pPr>
            <a:lvl6pPr algn="l">
              <a:defRPr sz="1069" b="0" i="1" kern="0" spc="-9">
                <a:solidFill>
                  <a:srgbClr val="0A2540"/>
                </a:solidFill>
                <a:latin typeface="Inter"/>
                <a:ea typeface="Inter"/>
                <a:cs typeface="Inter"/>
              </a:defRPr>
            </a:lvl6pPr>
            <a:lvl7pPr algn="l">
              <a:defRPr sz="1069" b="0" i="1" kern="0" spc="-9">
                <a:solidFill>
                  <a:srgbClr val="0A2540"/>
                </a:solidFill>
                <a:latin typeface="Inter"/>
                <a:ea typeface="Inter"/>
                <a:cs typeface="Inter"/>
              </a:defRPr>
            </a:lvl7pPr>
            <a:lvl8pPr algn="l">
              <a:defRPr sz="1069" b="0" i="1" kern="0" spc="-9">
                <a:solidFill>
                  <a:srgbClr val="0A2540"/>
                </a:solidFill>
                <a:latin typeface="Inter"/>
                <a:ea typeface="Inter"/>
                <a:cs typeface="Inter"/>
              </a:defRPr>
            </a:lvl8pPr>
            <a:lvl9pPr algn="l">
              <a:defRPr sz="1069" b="0" i="1" kern="0" spc="-9">
                <a:solidFill>
                  <a:srgbClr val="0A2540"/>
                </a:solidFill>
                <a:latin typeface="Inter"/>
                <a:ea typeface="Inter"/>
                <a:cs typeface="Inter"/>
              </a:defRPr>
            </a:lvl9pPr>
          </a:lstStyle>
          <a:p>
            <a:pPr algn="l">
              <a:lnSpc>
                <a:spcPct val="100000"/>
              </a:lnSpc>
              <a:buNone/>
              <a:defRPr sz="1069" b="0" i="1" kern="0" spc="-9">
                <a:solidFill>
                  <a:srgbClr val="0A2540"/>
                </a:solidFill>
                <a:latin typeface="Inter"/>
                <a:ea typeface="Inter"/>
                <a:cs typeface="Inter"/>
              </a:defRPr>
            </a:pPr>
            <a:r>
              <a:rPr sz="1069" b="0" i="1" kern="0" spc="-9">
                <a:solidFill>
                  <a:srgbClr val="0A2540"/>
                </a:solidFill>
                <a:latin typeface="Inter"/>
                <a:ea typeface="Inter"/>
                <a:cs typeface="Inter"/>
              </a:rPr>
              <a:t>“EU slaps tariffs on Chinese EVs, risking Beijing</a:t>
            </a:r>
          </a:p>
        </p:txBody>
      </p:sp>
      <p:sp>
        <p:nvSpPr>
          <p:cNvPr id="27" name="s24 text 9">
            <a:extLst>
              <a:ext uri="{FF2B5EF4-FFF2-40B4-BE49-F238E27FC236}">
                <a16:creationId xmlns:a16="http://schemas.microsoft.com/office/drawing/2014/main" id="{BA2AE1A5-3B9E-4160-92FD-3E0766328623}"/>
              </a:ext>
            </a:extLst>
          </p:cNvPr>
          <p:cNvSpPr>
            <a:spLocks noGrp="1"/>
          </p:cNvSpPr>
          <p:nvPr/>
        </p:nvSpPr>
        <p:spPr>
          <a:xfrm>
            <a:off x="721519" y="2040210"/>
            <a:ext cx="685133" cy="188864"/>
          </a:xfrm>
          <a:prstGeom prst="rect">
            <a:avLst/>
          </a:prstGeom>
          <a:noFill/>
          <a:ln w="0">
            <a:noFill/>
            <a:prstDash val="solid"/>
          </a:ln>
        </p:spPr>
        <p:txBody>
          <a:bodyPr wrap="none" lIns="0" tIns="0" rIns="0" bIns="0" anchor="t">
            <a:noAutofit/>
          </a:bodyPr>
          <a:lstStyle>
            <a:defPPr algn="l">
              <a:defRPr sz="1069" b="0" i="1" kern="0" spc="-9">
                <a:solidFill>
                  <a:srgbClr val="0A2540"/>
                </a:solidFill>
                <a:latin typeface="Inter"/>
                <a:ea typeface="Inter"/>
                <a:cs typeface="Inter"/>
              </a:defRPr>
            </a:defPPr>
            <a:lvl1pPr algn="l">
              <a:defRPr sz="1069" b="0" i="1" kern="0" spc="-9">
                <a:solidFill>
                  <a:srgbClr val="0A2540"/>
                </a:solidFill>
                <a:latin typeface="Inter"/>
                <a:ea typeface="Inter"/>
                <a:cs typeface="Inter"/>
              </a:defRPr>
            </a:lvl1pPr>
            <a:lvl2pPr algn="l">
              <a:defRPr sz="1069" b="0" i="1" kern="0" spc="-9">
                <a:solidFill>
                  <a:srgbClr val="0A2540"/>
                </a:solidFill>
                <a:latin typeface="Inter"/>
                <a:ea typeface="Inter"/>
                <a:cs typeface="Inter"/>
              </a:defRPr>
            </a:lvl2pPr>
            <a:lvl3pPr algn="l">
              <a:defRPr sz="1069" b="0" i="1" kern="0" spc="-9">
                <a:solidFill>
                  <a:srgbClr val="0A2540"/>
                </a:solidFill>
                <a:latin typeface="Inter"/>
                <a:ea typeface="Inter"/>
                <a:cs typeface="Inter"/>
              </a:defRPr>
            </a:lvl3pPr>
            <a:lvl4pPr algn="l">
              <a:defRPr sz="1069" b="0" i="1" kern="0" spc="-9">
                <a:solidFill>
                  <a:srgbClr val="0A2540"/>
                </a:solidFill>
                <a:latin typeface="Inter"/>
                <a:ea typeface="Inter"/>
                <a:cs typeface="Inter"/>
              </a:defRPr>
            </a:lvl4pPr>
            <a:lvl5pPr algn="l">
              <a:defRPr sz="1069" b="0" i="1" kern="0" spc="-9">
                <a:solidFill>
                  <a:srgbClr val="0A2540"/>
                </a:solidFill>
                <a:latin typeface="Inter"/>
                <a:ea typeface="Inter"/>
                <a:cs typeface="Inter"/>
              </a:defRPr>
            </a:lvl5pPr>
            <a:lvl6pPr algn="l">
              <a:defRPr sz="1069" b="0" i="1" kern="0" spc="-9">
                <a:solidFill>
                  <a:srgbClr val="0A2540"/>
                </a:solidFill>
                <a:latin typeface="Inter"/>
                <a:ea typeface="Inter"/>
                <a:cs typeface="Inter"/>
              </a:defRPr>
            </a:lvl6pPr>
            <a:lvl7pPr algn="l">
              <a:defRPr sz="1069" b="0" i="1" kern="0" spc="-9">
                <a:solidFill>
                  <a:srgbClr val="0A2540"/>
                </a:solidFill>
                <a:latin typeface="Inter"/>
                <a:ea typeface="Inter"/>
                <a:cs typeface="Inter"/>
              </a:defRPr>
            </a:lvl7pPr>
            <a:lvl8pPr algn="l">
              <a:defRPr sz="1069" b="0" i="1" kern="0" spc="-9">
                <a:solidFill>
                  <a:srgbClr val="0A2540"/>
                </a:solidFill>
                <a:latin typeface="Inter"/>
                <a:ea typeface="Inter"/>
                <a:cs typeface="Inter"/>
              </a:defRPr>
            </a:lvl8pPr>
            <a:lvl9pPr algn="l">
              <a:defRPr sz="1069" b="0" i="1" kern="0" spc="-9">
                <a:solidFill>
                  <a:srgbClr val="0A2540"/>
                </a:solidFill>
                <a:latin typeface="Inter"/>
                <a:ea typeface="Inter"/>
                <a:cs typeface="Inter"/>
              </a:defRPr>
            </a:lvl9pPr>
          </a:lstStyle>
          <a:p>
            <a:pPr algn="l">
              <a:lnSpc>
                <a:spcPct val="100000"/>
              </a:lnSpc>
              <a:buNone/>
              <a:defRPr sz="1069" b="0" i="1" kern="0" spc="-9">
                <a:solidFill>
                  <a:srgbClr val="0A2540"/>
                </a:solidFill>
                <a:latin typeface="Inter"/>
                <a:ea typeface="Inter"/>
                <a:cs typeface="Inter"/>
              </a:defRPr>
            </a:pPr>
            <a:r>
              <a:rPr sz="1069" b="0" i="1" kern="0" spc="-9">
                <a:solidFill>
                  <a:srgbClr val="0A2540"/>
                </a:solidFill>
                <a:latin typeface="Inter"/>
                <a:ea typeface="Inter"/>
                <a:cs typeface="Inter"/>
              </a:rPr>
              <a:t>backlash”</a:t>
            </a:r>
          </a:p>
        </p:txBody>
      </p:sp>
      <p:sp>
        <p:nvSpPr>
          <p:cNvPr id="28" name="s24 text 10">
            <a:extLst>
              <a:ext uri="{FF2B5EF4-FFF2-40B4-BE49-F238E27FC236}">
                <a16:creationId xmlns:a16="http://schemas.microsoft.com/office/drawing/2014/main" id="{F288ED1B-9EF5-4282-AA29-BBE2729BD03D}"/>
              </a:ext>
            </a:extLst>
          </p:cNvPr>
          <p:cNvSpPr>
            <a:spLocks noGrp="1"/>
          </p:cNvSpPr>
          <p:nvPr/>
        </p:nvSpPr>
        <p:spPr>
          <a:xfrm>
            <a:off x="1342132" y="2040210"/>
            <a:ext cx="1832229" cy="188864"/>
          </a:xfrm>
          <a:prstGeom prst="rect">
            <a:avLst/>
          </a:prstGeom>
          <a:noFill/>
          <a:ln w="0">
            <a:noFill/>
            <a:prstDash val="solid"/>
          </a:ln>
        </p:spPr>
        <p:txBody>
          <a:bodyPr wrap="none" lIns="0" tIns="0" rIns="0" bIns="0" anchor="t">
            <a:noAutofit/>
          </a:bodyPr>
          <a:lstStyle>
            <a:defPPr algn="l">
              <a:defRPr sz="1069" b="0" i="0" kern="0" spc="-9">
                <a:solidFill>
                  <a:srgbClr val="0A2540"/>
                </a:solidFill>
                <a:latin typeface="Inter"/>
                <a:ea typeface="Inter"/>
                <a:cs typeface="Inter"/>
              </a:defRPr>
            </a:defPPr>
            <a:lvl1pPr algn="l">
              <a:defRPr sz="1069" b="0" i="0" kern="0" spc="-9">
                <a:solidFill>
                  <a:srgbClr val="0A2540"/>
                </a:solidFill>
                <a:latin typeface="Inter"/>
                <a:ea typeface="Inter"/>
                <a:cs typeface="Inter"/>
              </a:defRPr>
            </a:lvl1pPr>
            <a:lvl2pPr algn="l">
              <a:defRPr sz="1069" b="0" i="0" kern="0" spc="-9">
                <a:solidFill>
                  <a:srgbClr val="0A2540"/>
                </a:solidFill>
                <a:latin typeface="Inter"/>
                <a:ea typeface="Inter"/>
                <a:cs typeface="Inter"/>
              </a:defRPr>
            </a:lvl2pPr>
            <a:lvl3pPr algn="l">
              <a:defRPr sz="1069" b="0" i="0" kern="0" spc="-9">
                <a:solidFill>
                  <a:srgbClr val="0A2540"/>
                </a:solidFill>
                <a:latin typeface="Inter"/>
                <a:ea typeface="Inter"/>
                <a:cs typeface="Inter"/>
              </a:defRPr>
            </a:lvl3pPr>
            <a:lvl4pPr algn="l">
              <a:defRPr sz="1069" b="0" i="0" kern="0" spc="-9">
                <a:solidFill>
                  <a:srgbClr val="0A2540"/>
                </a:solidFill>
                <a:latin typeface="Inter"/>
                <a:ea typeface="Inter"/>
                <a:cs typeface="Inter"/>
              </a:defRPr>
            </a:lvl4pPr>
            <a:lvl5pPr algn="l">
              <a:defRPr sz="1069" b="0" i="0" kern="0" spc="-9">
                <a:solidFill>
                  <a:srgbClr val="0A2540"/>
                </a:solidFill>
                <a:latin typeface="Inter"/>
                <a:ea typeface="Inter"/>
                <a:cs typeface="Inter"/>
              </a:defRPr>
            </a:lvl5pPr>
            <a:lvl6pPr algn="l">
              <a:defRPr sz="1069" b="0" i="0" kern="0" spc="-9">
                <a:solidFill>
                  <a:srgbClr val="0A2540"/>
                </a:solidFill>
                <a:latin typeface="Inter"/>
                <a:ea typeface="Inter"/>
                <a:cs typeface="Inter"/>
              </a:defRPr>
            </a:lvl6pPr>
            <a:lvl7pPr algn="l">
              <a:defRPr sz="1069" b="0" i="0" kern="0" spc="-9">
                <a:solidFill>
                  <a:srgbClr val="0A2540"/>
                </a:solidFill>
                <a:latin typeface="Inter"/>
                <a:ea typeface="Inter"/>
                <a:cs typeface="Inter"/>
              </a:defRPr>
            </a:lvl7pPr>
            <a:lvl8pPr algn="l">
              <a:defRPr sz="1069" b="0" i="0" kern="0" spc="-9">
                <a:solidFill>
                  <a:srgbClr val="0A2540"/>
                </a:solidFill>
                <a:latin typeface="Inter"/>
                <a:ea typeface="Inter"/>
                <a:cs typeface="Inter"/>
              </a:defRPr>
            </a:lvl8pPr>
            <a:lvl9pPr algn="l">
              <a:defRPr sz="1069" b="0" i="0" kern="0" spc="-9">
                <a:solidFill>
                  <a:srgbClr val="0A2540"/>
                </a:solidFill>
                <a:latin typeface="Inter"/>
                <a:ea typeface="Inter"/>
                <a:cs typeface="Inter"/>
              </a:defRPr>
            </a:lvl9pPr>
          </a:lstStyle>
          <a:p>
            <a:pPr algn="l">
              <a:lnSpc>
                <a:spcPct val="100000"/>
              </a:lnSpc>
              <a:buNone/>
              <a:defRPr sz="1069" b="0" i="0" kern="0" spc="-9">
                <a:solidFill>
                  <a:srgbClr val="0A2540"/>
                </a:solidFill>
                <a:latin typeface="Inter"/>
                <a:ea typeface="Inter"/>
                <a:cs typeface="Inter"/>
              </a:defRPr>
            </a:pPr>
            <a:r>
              <a:rPr sz="1069" b="0" i="0" kern="0" spc="-9">
                <a:solidFill>
                  <a:srgbClr val="0A2540"/>
                </a:solidFill>
                <a:latin typeface="Inter"/>
                <a:ea typeface="Inter"/>
                <a:cs typeface="Inter"/>
              </a:rPr>
              <a:t>, Reuters, 29 October 2024.</a:t>
            </a:r>
          </a:p>
        </p:txBody>
      </p:sp>
      <p:sp>
        <p:nvSpPr>
          <p:cNvPr id="29" name="s24 text 11">
            <a:extLst>
              <a:ext uri="{FF2B5EF4-FFF2-40B4-BE49-F238E27FC236}">
                <a16:creationId xmlns:a16="http://schemas.microsoft.com/office/drawing/2014/main" id="{FE40B841-3BCF-470C-87F4-E493465DC288}"/>
              </a:ext>
            </a:extLst>
          </p:cNvPr>
          <p:cNvSpPr>
            <a:spLocks noGrp="1"/>
          </p:cNvSpPr>
          <p:nvPr/>
        </p:nvSpPr>
        <p:spPr>
          <a:xfrm>
            <a:off x="721519" y="2376859"/>
            <a:ext cx="4731734"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After a year-long anti-subsidy investigation, the EU imposed</a:t>
            </a:r>
          </a:p>
        </p:txBody>
      </p:sp>
      <p:sp>
        <p:nvSpPr>
          <p:cNvPr id="30" name="s24 text 12">
            <a:extLst>
              <a:ext uri="{FF2B5EF4-FFF2-40B4-BE49-F238E27FC236}">
                <a16:creationId xmlns:a16="http://schemas.microsoft.com/office/drawing/2014/main" id="{C9DD5DBB-247C-4B8F-AD68-F3AF8E31D80B}"/>
              </a:ext>
            </a:extLst>
          </p:cNvPr>
          <p:cNvSpPr>
            <a:spLocks noGrp="1"/>
          </p:cNvSpPr>
          <p:nvPr/>
        </p:nvSpPr>
        <p:spPr>
          <a:xfrm>
            <a:off x="721519" y="2612603"/>
            <a:ext cx="3662363" cy="228625"/>
          </a:xfrm>
          <a:prstGeom prst="rect">
            <a:avLst/>
          </a:prstGeom>
          <a:noFill/>
          <a:ln w="0">
            <a:noFill/>
            <a:prstDash val="solid"/>
          </a:ln>
        </p:spPr>
        <p:txBody>
          <a:bodyPr wrap="none" lIns="0" tIns="0" rIns="0" bIns="0" anchor="t">
            <a:noAutofit/>
          </a:bodyPr>
          <a:lstStyle>
            <a:defPPr algn="l">
              <a:defRPr sz="1294" b="1" i="0" kern="0" spc="-9">
                <a:solidFill>
                  <a:srgbClr val="3D4D68"/>
                </a:solidFill>
                <a:latin typeface="Inter"/>
                <a:ea typeface="Inter"/>
                <a:cs typeface="Inter"/>
              </a:defRPr>
            </a:defPPr>
            <a:lvl1pPr algn="l">
              <a:defRPr sz="1294" b="1" i="0" kern="0" spc="-9">
                <a:solidFill>
                  <a:srgbClr val="3D4D68"/>
                </a:solidFill>
                <a:latin typeface="Inter"/>
                <a:ea typeface="Inter"/>
                <a:cs typeface="Inter"/>
              </a:defRPr>
            </a:lvl1pPr>
            <a:lvl2pPr algn="l">
              <a:defRPr sz="1294" b="1" i="0" kern="0" spc="-9">
                <a:solidFill>
                  <a:srgbClr val="3D4D68"/>
                </a:solidFill>
                <a:latin typeface="Inter"/>
                <a:ea typeface="Inter"/>
                <a:cs typeface="Inter"/>
              </a:defRPr>
            </a:lvl2pPr>
            <a:lvl3pPr algn="l">
              <a:defRPr sz="1294" b="1" i="0" kern="0" spc="-9">
                <a:solidFill>
                  <a:srgbClr val="3D4D68"/>
                </a:solidFill>
                <a:latin typeface="Inter"/>
                <a:ea typeface="Inter"/>
                <a:cs typeface="Inter"/>
              </a:defRPr>
            </a:lvl3pPr>
            <a:lvl4pPr algn="l">
              <a:defRPr sz="1294" b="1" i="0" kern="0" spc="-9">
                <a:solidFill>
                  <a:srgbClr val="3D4D68"/>
                </a:solidFill>
                <a:latin typeface="Inter"/>
                <a:ea typeface="Inter"/>
                <a:cs typeface="Inter"/>
              </a:defRPr>
            </a:lvl4pPr>
            <a:lvl5pPr algn="l">
              <a:defRPr sz="1294" b="1" i="0" kern="0" spc="-9">
                <a:solidFill>
                  <a:srgbClr val="3D4D68"/>
                </a:solidFill>
                <a:latin typeface="Inter"/>
                <a:ea typeface="Inter"/>
                <a:cs typeface="Inter"/>
              </a:defRPr>
            </a:lvl5pPr>
            <a:lvl6pPr algn="l">
              <a:defRPr sz="1294" b="1" i="0" kern="0" spc="-9">
                <a:solidFill>
                  <a:srgbClr val="3D4D68"/>
                </a:solidFill>
                <a:latin typeface="Inter"/>
                <a:ea typeface="Inter"/>
                <a:cs typeface="Inter"/>
              </a:defRPr>
            </a:lvl6pPr>
            <a:lvl7pPr algn="l">
              <a:defRPr sz="1294" b="1" i="0" kern="0" spc="-9">
                <a:solidFill>
                  <a:srgbClr val="3D4D68"/>
                </a:solidFill>
                <a:latin typeface="Inter"/>
                <a:ea typeface="Inter"/>
                <a:cs typeface="Inter"/>
              </a:defRPr>
            </a:lvl7pPr>
            <a:lvl8pPr algn="l">
              <a:defRPr sz="1294" b="1" i="0" kern="0" spc="-9">
                <a:solidFill>
                  <a:srgbClr val="3D4D68"/>
                </a:solidFill>
                <a:latin typeface="Inter"/>
                <a:ea typeface="Inter"/>
                <a:cs typeface="Inter"/>
              </a:defRPr>
            </a:lvl8pPr>
            <a:lvl9pPr algn="l">
              <a:defRPr sz="1294" b="1" i="0" kern="0" spc="-9">
                <a:solidFill>
                  <a:srgbClr val="3D4D68"/>
                </a:solidFill>
                <a:latin typeface="Inter"/>
                <a:ea typeface="Inter"/>
                <a:cs typeface="Inter"/>
              </a:defRPr>
            </a:lvl9pPr>
          </a:lstStyle>
          <a:p>
            <a:pPr algn="l">
              <a:lnSpc>
                <a:spcPct val="100000"/>
              </a:lnSpc>
              <a:buNone/>
              <a:defRPr sz="1294" b="1" i="0" kern="0" spc="-9">
                <a:solidFill>
                  <a:srgbClr val="3D4D68"/>
                </a:solidFill>
                <a:latin typeface="Inter"/>
                <a:ea typeface="Inter"/>
                <a:cs typeface="Inter"/>
              </a:defRPr>
            </a:pPr>
            <a:r>
              <a:rPr sz="1294" b="1" i="0" kern="0" spc="-9">
                <a:solidFill>
                  <a:srgbClr val="3D4D68"/>
                </a:solidFill>
                <a:latin typeface="Inter"/>
                <a:ea typeface="Inter"/>
                <a:cs typeface="Inter"/>
              </a:rPr>
              <a:t>definitive countervailing duties for five years</a:t>
            </a:r>
          </a:p>
        </p:txBody>
      </p:sp>
      <p:sp>
        <p:nvSpPr>
          <p:cNvPr id="31" name="s24 text 13">
            <a:extLst>
              <a:ext uri="{FF2B5EF4-FFF2-40B4-BE49-F238E27FC236}">
                <a16:creationId xmlns:a16="http://schemas.microsoft.com/office/drawing/2014/main" id="{71126C05-E395-4F8E-B4B4-3BA718E17C58}"/>
              </a:ext>
            </a:extLst>
          </p:cNvPr>
          <p:cNvSpPr>
            <a:spLocks noGrp="1"/>
          </p:cNvSpPr>
          <p:nvPr/>
        </p:nvSpPr>
        <p:spPr>
          <a:xfrm>
            <a:off x="4264595" y="2612603"/>
            <a:ext cx="857917"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 on top of</a:t>
            </a:r>
          </a:p>
        </p:txBody>
      </p:sp>
      <p:sp>
        <p:nvSpPr>
          <p:cNvPr id="32" name="s24 text 14">
            <a:extLst>
              <a:ext uri="{FF2B5EF4-FFF2-40B4-BE49-F238E27FC236}">
                <a16:creationId xmlns:a16="http://schemas.microsoft.com/office/drawing/2014/main" id="{FE7AFF1E-959D-4769-9591-D16C9D0E1D41}"/>
              </a:ext>
            </a:extLst>
          </p:cNvPr>
          <p:cNvSpPr>
            <a:spLocks noGrp="1"/>
          </p:cNvSpPr>
          <p:nvPr/>
        </p:nvSpPr>
        <p:spPr>
          <a:xfrm>
            <a:off x="721519" y="2841203"/>
            <a:ext cx="1860518"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the standard 10% duty:</a:t>
            </a:r>
          </a:p>
        </p:txBody>
      </p:sp>
      <p:sp>
        <p:nvSpPr>
          <p:cNvPr id="33" name="s24 text 15">
            <a:extLst>
              <a:ext uri="{FF2B5EF4-FFF2-40B4-BE49-F238E27FC236}">
                <a16:creationId xmlns:a16="http://schemas.microsoft.com/office/drawing/2014/main" id="{F7ECF55E-400E-42F4-A1BB-A00838F34A95}"/>
              </a:ext>
            </a:extLst>
          </p:cNvPr>
          <p:cNvSpPr>
            <a:spLocks noGrp="1"/>
          </p:cNvSpPr>
          <p:nvPr/>
        </p:nvSpPr>
        <p:spPr>
          <a:xfrm>
            <a:off x="721519" y="6021065"/>
            <a:ext cx="4642676"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EU members were divided; Beijing opened its own</a:t>
            </a:r>
          </a:p>
        </p:txBody>
      </p:sp>
      <p:sp>
        <p:nvSpPr>
          <p:cNvPr id="34" name="s24 text 16">
            <a:extLst>
              <a:ext uri="{FF2B5EF4-FFF2-40B4-BE49-F238E27FC236}">
                <a16:creationId xmlns:a16="http://schemas.microsoft.com/office/drawing/2014/main" id="{747D5423-89CA-470E-9C66-9C77884EBDC9}"/>
              </a:ext>
            </a:extLst>
          </p:cNvPr>
          <p:cNvSpPr>
            <a:spLocks noGrp="1"/>
          </p:cNvSpPr>
          <p:nvPr/>
        </p:nvSpPr>
        <p:spPr>
          <a:xfrm>
            <a:off x="721519" y="6299671"/>
            <a:ext cx="3591020"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probes into EU brandy, dairy and pork.</a:t>
            </a:r>
          </a:p>
        </p:txBody>
      </p:sp>
      <p:sp>
        <p:nvSpPr>
          <p:cNvPr id="35" name="s24 text 17">
            <a:extLst>
              <a:ext uri="{FF2B5EF4-FFF2-40B4-BE49-F238E27FC236}">
                <a16:creationId xmlns:a16="http://schemas.microsoft.com/office/drawing/2014/main" id="{77DC412E-435B-4344-9455-7630335ACF0F}"/>
              </a:ext>
            </a:extLst>
          </p:cNvPr>
          <p:cNvSpPr>
            <a:spLocks noGrp="1"/>
          </p:cNvSpPr>
          <p:nvPr/>
        </p:nvSpPr>
        <p:spPr>
          <a:xfrm>
            <a:off x="514350" y="7370207"/>
            <a:ext cx="2688564"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QUESTION 5.4 · ARTICLE APPLICATION</a:t>
            </a:r>
          </a:p>
        </p:txBody>
      </p:sp>
      <p:sp>
        <p:nvSpPr>
          <p:cNvPr id="36" name="s24 text 18">
            <a:extLst>
              <a:ext uri="{FF2B5EF4-FFF2-40B4-BE49-F238E27FC236}">
                <a16:creationId xmlns:a16="http://schemas.microsoft.com/office/drawing/2014/main" id="{B4532AF0-D582-4181-BBE0-845B8838562B}"/>
              </a:ext>
            </a:extLst>
          </p:cNvPr>
          <p:cNvSpPr>
            <a:spLocks noGrp="1"/>
          </p:cNvSpPr>
          <p:nvPr/>
        </p:nvSpPr>
        <p:spPr>
          <a:xfrm>
            <a:off x="12654037" y="7370207"/>
            <a:ext cx="576503"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24 / 26</a:t>
            </a:r>
          </a:p>
        </p:txBody>
      </p:sp>
    </p:spTree>
    <p:extLst>
      <p:ext uri="{BB962C8B-B14F-4D97-AF65-F5344CB8AC3E}">
        <p14:creationId xmlns:p14="http://schemas.microsoft.com/office/powerpoint/2010/main" val="2423853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 name="Blueprint grid">
            <a:extLst>
              <a:ext uri="{FF2B5EF4-FFF2-40B4-BE49-F238E27FC236}">
                <a16:creationId xmlns:a16="http://schemas.microsoft.com/office/drawing/2014/main" id="{ADC73DF9-F19B-436E-B93F-682C0F3252E3}"/>
              </a:ext>
            </a:extLst>
          </p:cNvPr>
          <p:cNvSpPr>
            <a:spLocks noGrp="1"/>
          </p:cNvSpPr>
          <p:nvPr/>
        </p:nvSpPr>
        <p:spPr>
          <a:xfrm>
            <a:off x="7144" y="0"/>
            <a:ext cx="7144" cy="7715250"/>
          </a:xfrm>
          <a:prstGeom prst="rect">
            <a:avLst/>
          </a:prstGeom>
          <a:solidFill>
            <a:srgbClr val="0A2540">
              <a:alpha val="5000"/>
            </a:srgbClr>
          </a:solidFill>
          <a:ln w="0">
            <a:noFill/>
            <a:prstDash val="solid"/>
          </a:ln>
        </p:spPr>
      </p:sp>
      <p:sp>
        <p:nvSpPr>
          <p:cNvPr id="2" name="Blueprint grid">
            <a:extLst>
              <a:ext uri="{FF2B5EF4-FFF2-40B4-BE49-F238E27FC236}">
                <a16:creationId xmlns:a16="http://schemas.microsoft.com/office/drawing/2014/main" id="{A8291F51-3BB3-4B98-ABF3-9FBA5AD9E203}"/>
              </a:ext>
            </a:extLst>
          </p:cNvPr>
          <p:cNvSpPr>
            <a:spLocks noGrp="1"/>
          </p:cNvSpPr>
          <p:nvPr/>
        </p:nvSpPr>
        <p:spPr>
          <a:xfrm>
            <a:off x="578644" y="0"/>
            <a:ext cx="7144" cy="7715250"/>
          </a:xfrm>
          <a:prstGeom prst="rect">
            <a:avLst/>
          </a:prstGeom>
          <a:solidFill>
            <a:srgbClr val="0A2540">
              <a:alpha val="5000"/>
            </a:srgbClr>
          </a:solidFill>
          <a:ln w="0">
            <a:noFill/>
            <a:prstDash val="solid"/>
          </a:ln>
        </p:spPr>
      </p:sp>
      <p:sp>
        <p:nvSpPr>
          <p:cNvPr id="3" name="Blueprint grid">
            <a:extLst>
              <a:ext uri="{FF2B5EF4-FFF2-40B4-BE49-F238E27FC236}">
                <a16:creationId xmlns:a16="http://schemas.microsoft.com/office/drawing/2014/main" id="{BC02AB9F-7340-4798-A602-11570B9A1CEE}"/>
              </a:ext>
            </a:extLst>
          </p:cNvPr>
          <p:cNvSpPr>
            <a:spLocks noGrp="1"/>
          </p:cNvSpPr>
          <p:nvPr/>
        </p:nvSpPr>
        <p:spPr>
          <a:xfrm>
            <a:off x="9151144" y="0"/>
            <a:ext cx="7144" cy="7715250"/>
          </a:xfrm>
          <a:prstGeom prst="rect">
            <a:avLst/>
          </a:prstGeom>
          <a:solidFill>
            <a:srgbClr val="0A2540">
              <a:alpha val="5000"/>
            </a:srgbClr>
          </a:solidFill>
          <a:ln w="0">
            <a:noFill/>
            <a:prstDash val="solid"/>
          </a:ln>
        </p:spPr>
      </p:sp>
      <p:sp>
        <p:nvSpPr>
          <p:cNvPr id="4" name="Blueprint grid">
            <a:extLst>
              <a:ext uri="{FF2B5EF4-FFF2-40B4-BE49-F238E27FC236}">
                <a16:creationId xmlns:a16="http://schemas.microsoft.com/office/drawing/2014/main" id="{BC843FCA-7EBF-4161-A842-6224B005679D}"/>
              </a:ext>
            </a:extLst>
          </p:cNvPr>
          <p:cNvSpPr>
            <a:spLocks noGrp="1"/>
          </p:cNvSpPr>
          <p:nvPr/>
        </p:nvSpPr>
        <p:spPr>
          <a:xfrm>
            <a:off x="9436894" y="0"/>
            <a:ext cx="7144" cy="7715250"/>
          </a:xfrm>
          <a:prstGeom prst="rect">
            <a:avLst/>
          </a:prstGeom>
          <a:solidFill>
            <a:srgbClr val="0A2540">
              <a:alpha val="5000"/>
            </a:srgbClr>
          </a:solidFill>
          <a:ln w="0">
            <a:noFill/>
            <a:prstDash val="solid"/>
          </a:ln>
        </p:spPr>
      </p:sp>
      <p:sp>
        <p:nvSpPr>
          <p:cNvPr id="5" name="Blueprint grid">
            <a:extLst>
              <a:ext uri="{FF2B5EF4-FFF2-40B4-BE49-F238E27FC236}">
                <a16:creationId xmlns:a16="http://schemas.microsoft.com/office/drawing/2014/main" id="{5A1A3A2A-25E3-4A2C-AD81-B25F37DA24AE}"/>
              </a:ext>
            </a:extLst>
          </p:cNvPr>
          <p:cNvSpPr>
            <a:spLocks noGrp="1"/>
          </p:cNvSpPr>
          <p:nvPr/>
        </p:nvSpPr>
        <p:spPr>
          <a:xfrm>
            <a:off x="9722644" y="0"/>
            <a:ext cx="7144" cy="7715250"/>
          </a:xfrm>
          <a:prstGeom prst="rect">
            <a:avLst/>
          </a:prstGeom>
          <a:solidFill>
            <a:srgbClr val="0A2540">
              <a:alpha val="5000"/>
            </a:srgbClr>
          </a:solidFill>
          <a:ln w="0">
            <a:noFill/>
            <a:prstDash val="solid"/>
          </a:ln>
        </p:spPr>
      </p:sp>
      <p:sp>
        <p:nvSpPr>
          <p:cNvPr id="6" name="Blueprint grid">
            <a:extLst>
              <a:ext uri="{FF2B5EF4-FFF2-40B4-BE49-F238E27FC236}">
                <a16:creationId xmlns:a16="http://schemas.microsoft.com/office/drawing/2014/main" id="{6581AE8A-65DC-4E79-8C77-0C69C4FEC469}"/>
              </a:ext>
            </a:extLst>
          </p:cNvPr>
          <p:cNvSpPr>
            <a:spLocks noGrp="1"/>
          </p:cNvSpPr>
          <p:nvPr/>
        </p:nvSpPr>
        <p:spPr>
          <a:xfrm>
            <a:off x="10008394" y="0"/>
            <a:ext cx="7144" cy="7715250"/>
          </a:xfrm>
          <a:prstGeom prst="rect">
            <a:avLst/>
          </a:prstGeom>
          <a:solidFill>
            <a:srgbClr val="0A2540">
              <a:alpha val="5000"/>
            </a:srgbClr>
          </a:solidFill>
          <a:ln w="0">
            <a:noFill/>
            <a:prstDash val="solid"/>
          </a:ln>
        </p:spPr>
      </p:sp>
      <p:sp>
        <p:nvSpPr>
          <p:cNvPr id="7" name="Blueprint grid">
            <a:extLst>
              <a:ext uri="{FF2B5EF4-FFF2-40B4-BE49-F238E27FC236}">
                <a16:creationId xmlns:a16="http://schemas.microsoft.com/office/drawing/2014/main" id="{A30B1ED0-F166-4EA7-B7BE-FCE12696A380}"/>
              </a:ext>
            </a:extLst>
          </p:cNvPr>
          <p:cNvSpPr>
            <a:spLocks noGrp="1"/>
          </p:cNvSpPr>
          <p:nvPr/>
        </p:nvSpPr>
        <p:spPr>
          <a:xfrm>
            <a:off x="10294144" y="0"/>
            <a:ext cx="7144" cy="7715250"/>
          </a:xfrm>
          <a:prstGeom prst="rect">
            <a:avLst/>
          </a:prstGeom>
          <a:solidFill>
            <a:srgbClr val="0A2540">
              <a:alpha val="5000"/>
            </a:srgbClr>
          </a:solidFill>
          <a:ln w="0">
            <a:noFill/>
            <a:prstDash val="solid"/>
          </a:ln>
        </p:spPr>
      </p:sp>
      <p:sp>
        <p:nvSpPr>
          <p:cNvPr id="8" name="Blueprint grid">
            <a:extLst>
              <a:ext uri="{FF2B5EF4-FFF2-40B4-BE49-F238E27FC236}">
                <a16:creationId xmlns:a16="http://schemas.microsoft.com/office/drawing/2014/main" id="{840176B6-CE28-49A8-A4F5-A9D5A27AD57B}"/>
              </a:ext>
            </a:extLst>
          </p:cNvPr>
          <p:cNvSpPr>
            <a:spLocks noGrp="1"/>
          </p:cNvSpPr>
          <p:nvPr/>
        </p:nvSpPr>
        <p:spPr>
          <a:xfrm>
            <a:off x="10579894" y="0"/>
            <a:ext cx="7144" cy="7715250"/>
          </a:xfrm>
          <a:prstGeom prst="rect">
            <a:avLst/>
          </a:prstGeom>
          <a:solidFill>
            <a:srgbClr val="0A2540">
              <a:alpha val="5000"/>
            </a:srgbClr>
          </a:solidFill>
          <a:ln w="0">
            <a:noFill/>
            <a:prstDash val="solid"/>
          </a:ln>
        </p:spPr>
      </p:sp>
      <p:sp>
        <p:nvSpPr>
          <p:cNvPr id="9" name="Blueprint grid">
            <a:extLst>
              <a:ext uri="{FF2B5EF4-FFF2-40B4-BE49-F238E27FC236}">
                <a16:creationId xmlns:a16="http://schemas.microsoft.com/office/drawing/2014/main" id="{68D6238A-FA0D-498E-853C-07CC24DFABBF}"/>
              </a:ext>
            </a:extLst>
          </p:cNvPr>
          <p:cNvSpPr>
            <a:spLocks noGrp="1"/>
          </p:cNvSpPr>
          <p:nvPr/>
        </p:nvSpPr>
        <p:spPr>
          <a:xfrm>
            <a:off x="10865644" y="0"/>
            <a:ext cx="7144" cy="7715250"/>
          </a:xfrm>
          <a:prstGeom prst="rect">
            <a:avLst/>
          </a:prstGeom>
          <a:solidFill>
            <a:srgbClr val="0A2540">
              <a:alpha val="5000"/>
            </a:srgbClr>
          </a:solidFill>
          <a:ln w="0">
            <a:noFill/>
            <a:prstDash val="solid"/>
          </a:ln>
        </p:spPr>
      </p:sp>
      <p:sp>
        <p:nvSpPr>
          <p:cNvPr id="10" name="Layout surface">
            <a:extLst>
              <a:ext uri="{FF2B5EF4-FFF2-40B4-BE49-F238E27FC236}">
                <a16:creationId xmlns:a16="http://schemas.microsoft.com/office/drawing/2014/main" id="{A7B7F92B-F849-4B15-8412-6D9F331FEB1F}"/>
              </a:ext>
            </a:extLst>
          </p:cNvPr>
          <p:cNvSpPr>
            <a:spLocks noGrp="1"/>
          </p:cNvSpPr>
          <p:nvPr/>
        </p:nvSpPr>
        <p:spPr>
          <a:xfrm>
            <a:off x="0" y="0"/>
            <a:ext cx="1428750" cy="35719"/>
          </a:xfrm>
          <a:prstGeom prst="rect">
            <a:avLst/>
          </a:prstGeom>
          <a:solidFill>
            <a:srgbClr val="0A2540"/>
          </a:solidFill>
          <a:ln w="0">
            <a:noFill/>
            <a:prstDash val="solid"/>
          </a:ln>
        </p:spPr>
      </p:sp>
      <p:sp>
        <p:nvSpPr>
          <p:cNvPr id="11" name="Layout surface">
            <a:extLst>
              <a:ext uri="{FF2B5EF4-FFF2-40B4-BE49-F238E27FC236}">
                <a16:creationId xmlns:a16="http://schemas.microsoft.com/office/drawing/2014/main" id="{9DB166A5-8CDE-4A48-AE85-1946FC8F7832}"/>
              </a:ext>
            </a:extLst>
          </p:cNvPr>
          <p:cNvSpPr>
            <a:spLocks noGrp="1"/>
          </p:cNvSpPr>
          <p:nvPr/>
        </p:nvSpPr>
        <p:spPr>
          <a:xfrm>
            <a:off x="1428750" y="0"/>
            <a:ext cx="1000125" cy="35719"/>
          </a:xfrm>
          <a:prstGeom prst="rect">
            <a:avLst/>
          </a:prstGeom>
          <a:solidFill>
            <a:srgbClr val="1D4ED8"/>
          </a:solidFill>
          <a:ln w="0">
            <a:noFill/>
            <a:prstDash val="solid"/>
          </a:ln>
        </p:spPr>
      </p:sp>
      <p:sp>
        <p:nvSpPr>
          <p:cNvPr id="12" name="Layout surface">
            <a:extLst>
              <a:ext uri="{FF2B5EF4-FFF2-40B4-BE49-F238E27FC236}">
                <a16:creationId xmlns:a16="http://schemas.microsoft.com/office/drawing/2014/main" id="{7A661D82-9B73-489E-8920-5B87A6A4E027}"/>
              </a:ext>
            </a:extLst>
          </p:cNvPr>
          <p:cNvSpPr>
            <a:spLocks noGrp="1"/>
          </p:cNvSpPr>
          <p:nvPr/>
        </p:nvSpPr>
        <p:spPr>
          <a:xfrm>
            <a:off x="2428875" y="0"/>
            <a:ext cx="11287125" cy="35719"/>
          </a:xfrm>
          <a:prstGeom prst="rect">
            <a:avLst/>
          </a:prstGeom>
          <a:solidFill>
            <a:srgbClr val="0A2540">
              <a:alpha val="16000"/>
            </a:srgbClr>
          </a:solidFill>
          <a:ln w="0">
            <a:noFill/>
            <a:prstDash val="solid"/>
          </a:ln>
        </p:spPr>
      </p:sp>
      <p:sp>
        <p:nvSpPr>
          <p:cNvPr id="13" name="Source layout 5">
            <a:extLst>
              <a:ext uri="{FF2B5EF4-FFF2-40B4-BE49-F238E27FC236}">
                <a16:creationId xmlns:a16="http://schemas.microsoft.com/office/drawing/2014/main" id="{339AEFAA-C9F7-4849-9866-7CE15727E704}"/>
              </a:ext>
            </a:extLst>
          </p:cNvPr>
          <p:cNvSpPr>
            <a:spLocks noGrp="1"/>
          </p:cNvSpPr>
          <p:nvPr/>
        </p:nvSpPr>
        <p:spPr>
          <a:xfrm>
            <a:off x="514350" y="1750219"/>
            <a:ext cx="78581" cy="78581"/>
          </a:xfrm>
          <a:custGeom>
            <a:avLst/>
            <a:gdLst/>
            <a:ahLst/>
            <a:cxnLst/>
            <a:rect l="0" t="0" r="0" b="0"/>
            <a:pathLst>
              <a:path w="78581" h="78581">
                <a:moveTo>
                  <a:pt x="0" y="0"/>
                </a:moveTo>
                <a:lnTo>
                  <a:pt x="78581" y="0"/>
                </a:lnTo>
                <a:lnTo>
                  <a:pt x="78581" y="78581"/>
                </a:lnTo>
                <a:lnTo>
                  <a:pt x="0" y="78581"/>
                </a:lnTo>
                <a:close/>
              </a:path>
            </a:pathLst>
          </a:custGeom>
          <a:solidFill>
            <a:srgbClr val="1D4ED8"/>
          </a:solidFill>
          <a:ln w="7144">
            <a:noFill/>
            <a:prstDash val="solid"/>
          </a:ln>
        </p:spPr>
      </p:sp>
      <p:sp>
        <p:nvSpPr>
          <p:cNvPr id="14" name="Source layout 6">
            <a:extLst>
              <a:ext uri="{FF2B5EF4-FFF2-40B4-BE49-F238E27FC236}">
                <a16:creationId xmlns:a16="http://schemas.microsoft.com/office/drawing/2014/main" id="{FC7B2069-99AF-42DF-BB53-BD3F9240C8A1}"/>
              </a:ext>
            </a:extLst>
          </p:cNvPr>
          <p:cNvSpPr>
            <a:spLocks noGrp="1"/>
          </p:cNvSpPr>
          <p:nvPr/>
        </p:nvSpPr>
        <p:spPr>
          <a:xfrm>
            <a:off x="514350" y="2678906"/>
            <a:ext cx="4114800" cy="2293144"/>
          </a:xfrm>
          <a:custGeom>
            <a:avLst/>
            <a:gdLst/>
            <a:ahLst/>
            <a:cxnLst/>
            <a:rect l="0" t="0" r="0" b="0"/>
            <a:pathLst>
              <a:path w="4114800" h="2293144">
                <a:moveTo>
                  <a:pt x="0" y="0"/>
                </a:moveTo>
                <a:lnTo>
                  <a:pt x="4114800" y="0"/>
                </a:lnTo>
                <a:lnTo>
                  <a:pt x="4114800" y="2293144"/>
                </a:lnTo>
                <a:lnTo>
                  <a:pt x="0" y="2293144"/>
                </a:lnTo>
                <a:close/>
              </a:path>
            </a:pathLst>
          </a:custGeom>
          <a:solidFill>
            <a:srgbClr val="FFFFFF"/>
          </a:solidFill>
          <a:ln w="7144">
            <a:noFill/>
            <a:prstDash val="solid"/>
          </a:ln>
        </p:spPr>
      </p:sp>
      <p:sp>
        <p:nvSpPr>
          <p:cNvPr id="15" name="Source layout 7">
            <a:extLst>
              <a:ext uri="{FF2B5EF4-FFF2-40B4-BE49-F238E27FC236}">
                <a16:creationId xmlns:a16="http://schemas.microsoft.com/office/drawing/2014/main" id="{157E26A7-451A-45D1-8BE7-AA1ED3EFED90}"/>
              </a:ext>
            </a:extLst>
          </p:cNvPr>
          <p:cNvSpPr>
            <a:spLocks noGrp="1"/>
          </p:cNvSpPr>
          <p:nvPr/>
        </p:nvSpPr>
        <p:spPr>
          <a:xfrm>
            <a:off x="514350" y="4964906"/>
            <a:ext cx="4114800" cy="7144"/>
          </a:xfrm>
          <a:custGeom>
            <a:avLst/>
            <a:gdLst/>
            <a:ahLst/>
            <a:cxnLst/>
            <a:rect l="0" t="0" r="0" b="0"/>
            <a:pathLst>
              <a:path w="4114800" h="7144">
                <a:moveTo>
                  <a:pt x="0" y="0"/>
                </a:moveTo>
                <a:lnTo>
                  <a:pt x="4114800" y="0"/>
                </a:lnTo>
                <a:lnTo>
                  <a:pt x="4114800" y="7144"/>
                </a:lnTo>
                <a:lnTo>
                  <a:pt x="0" y="7144"/>
                </a:lnTo>
                <a:close/>
              </a:path>
            </a:pathLst>
          </a:custGeom>
          <a:solidFill>
            <a:srgbClr val="0A2540">
              <a:alpha val="34120"/>
            </a:srgbClr>
          </a:solidFill>
          <a:ln w="7144">
            <a:noFill/>
            <a:prstDash val="solid"/>
          </a:ln>
        </p:spPr>
      </p:sp>
      <p:sp>
        <p:nvSpPr>
          <p:cNvPr id="16" name="Source layout 8">
            <a:extLst>
              <a:ext uri="{FF2B5EF4-FFF2-40B4-BE49-F238E27FC236}">
                <a16:creationId xmlns:a16="http://schemas.microsoft.com/office/drawing/2014/main" id="{3AF59C13-EFB5-4881-BEFE-79820960FC31}"/>
              </a:ext>
            </a:extLst>
          </p:cNvPr>
          <p:cNvSpPr>
            <a:spLocks noGrp="1"/>
          </p:cNvSpPr>
          <p:nvPr/>
        </p:nvSpPr>
        <p:spPr>
          <a:xfrm>
            <a:off x="4622006" y="2678906"/>
            <a:ext cx="7144" cy="2293144"/>
          </a:xfrm>
          <a:custGeom>
            <a:avLst/>
            <a:gdLst/>
            <a:ahLst/>
            <a:cxnLst/>
            <a:rect l="0" t="0" r="0" b="0"/>
            <a:pathLst>
              <a:path w="7144" h="2293144">
                <a:moveTo>
                  <a:pt x="0" y="0"/>
                </a:moveTo>
                <a:lnTo>
                  <a:pt x="7144" y="0"/>
                </a:lnTo>
                <a:lnTo>
                  <a:pt x="7144" y="2293144"/>
                </a:lnTo>
                <a:lnTo>
                  <a:pt x="0" y="2293144"/>
                </a:lnTo>
                <a:close/>
              </a:path>
            </a:pathLst>
          </a:custGeom>
          <a:solidFill>
            <a:srgbClr val="0A2540">
              <a:alpha val="34120"/>
            </a:srgbClr>
          </a:solidFill>
          <a:ln w="7144">
            <a:noFill/>
            <a:prstDash val="solid"/>
          </a:ln>
        </p:spPr>
      </p:sp>
      <p:sp>
        <p:nvSpPr>
          <p:cNvPr id="17" name="Source layout 9">
            <a:extLst>
              <a:ext uri="{FF2B5EF4-FFF2-40B4-BE49-F238E27FC236}">
                <a16:creationId xmlns:a16="http://schemas.microsoft.com/office/drawing/2014/main" id="{DB0DEBDE-C41C-4432-ABC6-A424FF906527}"/>
              </a:ext>
            </a:extLst>
          </p:cNvPr>
          <p:cNvSpPr>
            <a:spLocks noGrp="1"/>
          </p:cNvSpPr>
          <p:nvPr/>
        </p:nvSpPr>
        <p:spPr>
          <a:xfrm>
            <a:off x="514350" y="2678906"/>
            <a:ext cx="7144" cy="2293144"/>
          </a:xfrm>
          <a:custGeom>
            <a:avLst/>
            <a:gdLst/>
            <a:ahLst/>
            <a:cxnLst/>
            <a:rect l="0" t="0" r="0" b="0"/>
            <a:pathLst>
              <a:path w="7144" h="2293144">
                <a:moveTo>
                  <a:pt x="0" y="0"/>
                </a:moveTo>
                <a:lnTo>
                  <a:pt x="7144" y="0"/>
                </a:lnTo>
                <a:lnTo>
                  <a:pt x="7144" y="2293144"/>
                </a:lnTo>
                <a:lnTo>
                  <a:pt x="0" y="2293144"/>
                </a:lnTo>
                <a:close/>
              </a:path>
            </a:pathLst>
          </a:custGeom>
          <a:solidFill>
            <a:srgbClr val="0A2540">
              <a:alpha val="34120"/>
            </a:srgbClr>
          </a:solidFill>
          <a:ln w="7144">
            <a:noFill/>
            <a:prstDash val="solid"/>
          </a:ln>
        </p:spPr>
      </p:sp>
      <p:sp>
        <p:nvSpPr>
          <p:cNvPr id="18" name="Source layout 10">
            <a:extLst>
              <a:ext uri="{FF2B5EF4-FFF2-40B4-BE49-F238E27FC236}">
                <a16:creationId xmlns:a16="http://schemas.microsoft.com/office/drawing/2014/main" id="{0437A7F5-94CF-4313-A9CE-EDB57C47252B}"/>
              </a:ext>
            </a:extLst>
          </p:cNvPr>
          <p:cNvSpPr>
            <a:spLocks noGrp="1"/>
          </p:cNvSpPr>
          <p:nvPr/>
        </p:nvSpPr>
        <p:spPr>
          <a:xfrm>
            <a:off x="514350" y="2678906"/>
            <a:ext cx="4114800" cy="28575"/>
          </a:xfrm>
          <a:custGeom>
            <a:avLst/>
            <a:gdLst/>
            <a:ahLst/>
            <a:cxnLst/>
            <a:rect l="0" t="0" r="0" b="0"/>
            <a:pathLst>
              <a:path w="4114800" h="28575">
                <a:moveTo>
                  <a:pt x="0" y="0"/>
                </a:moveTo>
                <a:lnTo>
                  <a:pt x="7144" y="28575"/>
                </a:lnTo>
                <a:lnTo>
                  <a:pt x="4107656" y="28575"/>
                </a:lnTo>
                <a:lnTo>
                  <a:pt x="4114800" y="0"/>
                </a:lnTo>
              </a:path>
            </a:pathLst>
          </a:custGeom>
          <a:solidFill>
            <a:srgbClr val="0A2540"/>
          </a:solidFill>
          <a:ln w="7144">
            <a:noFill/>
            <a:prstDash val="solid"/>
          </a:ln>
        </p:spPr>
      </p:sp>
      <p:sp>
        <p:nvSpPr>
          <p:cNvPr id="19" name="Source layout 11">
            <a:extLst>
              <a:ext uri="{FF2B5EF4-FFF2-40B4-BE49-F238E27FC236}">
                <a16:creationId xmlns:a16="http://schemas.microsoft.com/office/drawing/2014/main" id="{F877101B-0196-443C-B5A6-4395FF1C749E}"/>
              </a:ext>
            </a:extLst>
          </p:cNvPr>
          <p:cNvSpPr>
            <a:spLocks noGrp="1"/>
          </p:cNvSpPr>
          <p:nvPr/>
        </p:nvSpPr>
        <p:spPr>
          <a:xfrm>
            <a:off x="4800600" y="2678906"/>
            <a:ext cx="4114800" cy="2293144"/>
          </a:xfrm>
          <a:custGeom>
            <a:avLst/>
            <a:gdLst/>
            <a:ahLst/>
            <a:cxnLst/>
            <a:rect l="0" t="0" r="0" b="0"/>
            <a:pathLst>
              <a:path w="4114800" h="2293144">
                <a:moveTo>
                  <a:pt x="0" y="0"/>
                </a:moveTo>
                <a:lnTo>
                  <a:pt x="4114800" y="0"/>
                </a:lnTo>
                <a:lnTo>
                  <a:pt x="4114800" y="2293144"/>
                </a:lnTo>
                <a:lnTo>
                  <a:pt x="0" y="2293144"/>
                </a:lnTo>
                <a:close/>
              </a:path>
            </a:pathLst>
          </a:custGeom>
          <a:solidFill>
            <a:srgbClr val="FFFFFF"/>
          </a:solidFill>
          <a:ln w="7144">
            <a:noFill/>
            <a:prstDash val="solid"/>
          </a:ln>
        </p:spPr>
      </p:sp>
      <p:sp>
        <p:nvSpPr>
          <p:cNvPr id="20" name="Source layout 12">
            <a:extLst>
              <a:ext uri="{FF2B5EF4-FFF2-40B4-BE49-F238E27FC236}">
                <a16:creationId xmlns:a16="http://schemas.microsoft.com/office/drawing/2014/main" id="{61B0EFDF-9BFA-4BEA-8014-12F5E9ED3E77}"/>
              </a:ext>
            </a:extLst>
          </p:cNvPr>
          <p:cNvSpPr>
            <a:spLocks noGrp="1"/>
          </p:cNvSpPr>
          <p:nvPr/>
        </p:nvSpPr>
        <p:spPr>
          <a:xfrm>
            <a:off x="4800600" y="4964906"/>
            <a:ext cx="4114800" cy="7144"/>
          </a:xfrm>
          <a:custGeom>
            <a:avLst/>
            <a:gdLst/>
            <a:ahLst/>
            <a:cxnLst/>
            <a:rect l="0" t="0" r="0" b="0"/>
            <a:pathLst>
              <a:path w="4114800" h="7144">
                <a:moveTo>
                  <a:pt x="0" y="0"/>
                </a:moveTo>
                <a:lnTo>
                  <a:pt x="4114800" y="0"/>
                </a:lnTo>
                <a:lnTo>
                  <a:pt x="4114800" y="7144"/>
                </a:lnTo>
                <a:lnTo>
                  <a:pt x="0" y="7144"/>
                </a:lnTo>
                <a:close/>
              </a:path>
            </a:pathLst>
          </a:custGeom>
          <a:solidFill>
            <a:srgbClr val="0A2540">
              <a:alpha val="34120"/>
            </a:srgbClr>
          </a:solidFill>
          <a:ln w="7144">
            <a:noFill/>
            <a:prstDash val="solid"/>
          </a:ln>
        </p:spPr>
      </p:sp>
      <p:sp>
        <p:nvSpPr>
          <p:cNvPr id="21" name="Source layout 13">
            <a:extLst>
              <a:ext uri="{FF2B5EF4-FFF2-40B4-BE49-F238E27FC236}">
                <a16:creationId xmlns:a16="http://schemas.microsoft.com/office/drawing/2014/main" id="{AE918B17-5C38-413E-96C5-9C59A6CA2E7B}"/>
              </a:ext>
            </a:extLst>
          </p:cNvPr>
          <p:cNvSpPr>
            <a:spLocks noGrp="1"/>
          </p:cNvSpPr>
          <p:nvPr/>
        </p:nvSpPr>
        <p:spPr>
          <a:xfrm>
            <a:off x="8908256" y="2678906"/>
            <a:ext cx="7144" cy="2293144"/>
          </a:xfrm>
          <a:custGeom>
            <a:avLst/>
            <a:gdLst/>
            <a:ahLst/>
            <a:cxnLst/>
            <a:rect l="0" t="0" r="0" b="0"/>
            <a:pathLst>
              <a:path w="7144" h="2293144">
                <a:moveTo>
                  <a:pt x="0" y="0"/>
                </a:moveTo>
                <a:lnTo>
                  <a:pt x="7144" y="0"/>
                </a:lnTo>
                <a:lnTo>
                  <a:pt x="7144" y="2293144"/>
                </a:lnTo>
                <a:lnTo>
                  <a:pt x="0" y="2293144"/>
                </a:lnTo>
                <a:close/>
              </a:path>
            </a:pathLst>
          </a:custGeom>
          <a:solidFill>
            <a:srgbClr val="0A2540">
              <a:alpha val="34120"/>
            </a:srgbClr>
          </a:solidFill>
          <a:ln w="7144">
            <a:noFill/>
            <a:prstDash val="solid"/>
          </a:ln>
        </p:spPr>
      </p:sp>
      <p:sp>
        <p:nvSpPr>
          <p:cNvPr id="22" name="Source layout 14">
            <a:extLst>
              <a:ext uri="{FF2B5EF4-FFF2-40B4-BE49-F238E27FC236}">
                <a16:creationId xmlns:a16="http://schemas.microsoft.com/office/drawing/2014/main" id="{0481B3FE-7560-44A3-80F1-B66C51D5A3CB}"/>
              </a:ext>
            </a:extLst>
          </p:cNvPr>
          <p:cNvSpPr>
            <a:spLocks noGrp="1"/>
          </p:cNvSpPr>
          <p:nvPr/>
        </p:nvSpPr>
        <p:spPr>
          <a:xfrm>
            <a:off x="4800600" y="2678906"/>
            <a:ext cx="7144" cy="2293144"/>
          </a:xfrm>
          <a:custGeom>
            <a:avLst/>
            <a:gdLst/>
            <a:ahLst/>
            <a:cxnLst/>
            <a:rect l="0" t="0" r="0" b="0"/>
            <a:pathLst>
              <a:path w="7144" h="2293144">
                <a:moveTo>
                  <a:pt x="0" y="0"/>
                </a:moveTo>
                <a:lnTo>
                  <a:pt x="7144" y="0"/>
                </a:lnTo>
                <a:lnTo>
                  <a:pt x="7144" y="2293144"/>
                </a:lnTo>
                <a:lnTo>
                  <a:pt x="0" y="2293144"/>
                </a:lnTo>
                <a:close/>
              </a:path>
            </a:pathLst>
          </a:custGeom>
          <a:solidFill>
            <a:srgbClr val="0A2540">
              <a:alpha val="34120"/>
            </a:srgbClr>
          </a:solidFill>
          <a:ln w="7144">
            <a:noFill/>
            <a:prstDash val="solid"/>
          </a:ln>
        </p:spPr>
      </p:sp>
      <p:sp>
        <p:nvSpPr>
          <p:cNvPr id="23" name="Source layout 15">
            <a:extLst>
              <a:ext uri="{FF2B5EF4-FFF2-40B4-BE49-F238E27FC236}">
                <a16:creationId xmlns:a16="http://schemas.microsoft.com/office/drawing/2014/main" id="{9481BE7E-8292-4A8D-A906-85612C805CBE}"/>
              </a:ext>
            </a:extLst>
          </p:cNvPr>
          <p:cNvSpPr>
            <a:spLocks noGrp="1"/>
          </p:cNvSpPr>
          <p:nvPr/>
        </p:nvSpPr>
        <p:spPr>
          <a:xfrm>
            <a:off x="4800600" y="2678906"/>
            <a:ext cx="4114800" cy="28575"/>
          </a:xfrm>
          <a:custGeom>
            <a:avLst/>
            <a:gdLst/>
            <a:ahLst/>
            <a:cxnLst/>
            <a:rect l="0" t="0" r="0" b="0"/>
            <a:pathLst>
              <a:path w="4114800" h="28575">
                <a:moveTo>
                  <a:pt x="0" y="0"/>
                </a:moveTo>
                <a:lnTo>
                  <a:pt x="7144" y="28575"/>
                </a:lnTo>
                <a:lnTo>
                  <a:pt x="4107656" y="28575"/>
                </a:lnTo>
                <a:lnTo>
                  <a:pt x="4114800" y="0"/>
                </a:lnTo>
              </a:path>
            </a:pathLst>
          </a:custGeom>
          <a:solidFill>
            <a:srgbClr val="0A2540"/>
          </a:solidFill>
          <a:ln w="7144">
            <a:noFill/>
            <a:prstDash val="solid"/>
          </a:ln>
        </p:spPr>
      </p:sp>
      <p:sp>
        <p:nvSpPr>
          <p:cNvPr id="24" name="Source layout 16">
            <a:extLst>
              <a:ext uri="{FF2B5EF4-FFF2-40B4-BE49-F238E27FC236}">
                <a16:creationId xmlns:a16="http://schemas.microsoft.com/office/drawing/2014/main" id="{55F430F9-4D08-43B1-BDD3-58A504FD15C3}"/>
              </a:ext>
            </a:extLst>
          </p:cNvPr>
          <p:cNvSpPr>
            <a:spLocks noGrp="1"/>
          </p:cNvSpPr>
          <p:nvPr/>
        </p:nvSpPr>
        <p:spPr>
          <a:xfrm>
            <a:off x="9086850" y="2678906"/>
            <a:ext cx="4114800" cy="2293144"/>
          </a:xfrm>
          <a:custGeom>
            <a:avLst/>
            <a:gdLst/>
            <a:ahLst/>
            <a:cxnLst/>
            <a:rect l="0" t="0" r="0" b="0"/>
            <a:pathLst>
              <a:path w="4114800" h="2293144">
                <a:moveTo>
                  <a:pt x="0" y="0"/>
                </a:moveTo>
                <a:lnTo>
                  <a:pt x="4114800" y="0"/>
                </a:lnTo>
                <a:lnTo>
                  <a:pt x="4114800" y="2293144"/>
                </a:lnTo>
                <a:lnTo>
                  <a:pt x="0" y="2293144"/>
                </a:lnTo>
                <a:close/>
              </a:path>
            </a:pathLst>
          </a:custGeom>
          <a:solidFill>
            <a:srgbClr val="FFFFFF"/>
          </a:solidFill>
          <a:ln w="7144">
            <a:noFill/>
            <a:prstDash val="solid"/>
          </a:ln>
        </p:spPr>
      </p:sp>
      <p:sp>
        <p:nvSpPr>
          <p:cNvPr id="25" name="Source layout 17">
            <a:extLst>
              <a:ext uri="{FF2B5EF4-FFF2-40B4-BE49-F238E27FC236}">
                <a16:creationId xmlns:a16="http://schemas.microsoft.com/office/drawing/2014/main" id="{6E88958F-405D-4275-8B14-D842B9525416}"/>
              </a:ext>
            </a:extLst>
          </p:cNvPr>
          <p:cNvSpPr>
            <a:spLocks noGrp="1"/>
          </p:cNvSpPr>
          <p:nvPr/>
        </p:nvSpPr>
        <p:spPr>
          <a:xfrm>
            <a:off x="9086850" y="4964906"/>
            <a:ext cx="4114800" cy="7144"/>
          </a:xfrm>
          <a:custGeom>
            <a:avLst/>
            <a:gdLst/>
            <a:ahLst/>
            <a:cxnLst/>
            <a:rect l="0" t="0" r="0" b="0"/>
            <a:pathLst>
              <a:path w="4114800" h="7144">
                <a:moveTo>
                  <a:pt x="0" y="0"/>
                </a:moveTo>
                <a:lnTo>
                  <a:pt x="4114800" y="0"/>
                </a:lnTo>
                <a:lnTo>
                  <a:pt x="4114800" y="7144"/>
                </a:lnTo>
                <a:lnTo>
                  <a:pt x="0" y="7144"/>
                </a:lnTo>
                <a:close/>
              </a:path>
            </a:pathLst>
          </a:custGeom>
          <a:solidFill>
            <a:srgbClr val="0A2540">
              <a:alpha val="34120"/>
            </a:srgbClr>
          </a:solidFill>
          <a:ln w="7144">
            <a:noFill/>
            <a:prstDash val="solid"/>
          </a:ln>
        </p:spPr>
      </p:sp>
      <p:sp>
        <p:nvSpPr>
          <p:cNvPr id="26" name="Source layout 18">
            <a:extLst>
              <a:ext uri="{FF2B5EF4-FFF2-40B4-BE49-F238E27FC236}">
                <a16:creationId xmlns:a16="http://schemas.microsoft.com/office/drawing/2014/main" id="{F7F0CD42-D348-4F2C-A1E8-87D512A6178E}"/>
              </a:ext>
            </a:extLst>
          </p:cNvPr>
          <p:cNvSpPr>
            <a:spLocks noGrp="1"/>
          </p:cNvSpPr>
          <p:nvPr/>
        </p:nvSpPr>
        <p:spPr>
          <a:xfrm>
            <a:off x="13194506" y="2678906"/>
            <a:ext cx="7144" cy="2293144"/>
          </a:xfrm>
          <a:custGeom>
            <a:avLst/>
            <a:gdLst/>
            <a:ahLst/>
            <a:cxnLst/>
            <a:rect l="0" t="0" r="0" b="0"/>
            <a:pathLst>
              <a:path w="7144" h="2293144">
                <a:moveTo>
                  <a:pt x="0" y="0"/>
                </a:moveTo>
                <a:lnTo>
                  <a:pt x="7144" y="0"/>
                </a:lnTo>
                <a:lnTo>
                  <a:pt x="7144" y="2293144"/>
                </a:lnTo>
                <a:lnTo>
                  <a:pt x="0" y="2293144"/>
                </a:lnTo>
                <a:close/>
              </a:path>
            </a:pathLst>
          </a:custGeom>
          <a:solidFill>
            <a:srgbClr val="0A2540">
              <a:alpha val="34120"/>
            </a:srgbClr>
          </a:solidFill>
          <a:ln w="7144">
            <a:noFill/>
            <a:prstDash val="solid"/>
          </a:ln>
        </p:spPr>
      </p:sp>
      <p:sp>
        <p:nvSpPr>
          <p:cNvPr id="27" name="Source layout 19">
            <a:extLst>
              <a:ext uri="{FF2B5EF4-FFF2-40B4-BE49-F238E27FC236}">
                <a16:creationId xmlns:a16="http://schemas.microsoft.com/office/drawing/2014/main" id="{10C804DF-55D4-4A71-BFAC-178965FF0FA4}"/>
              </a:ext>
            </a:extLst>
          </p:cNvPr>
          <p:cNvSpPr>
            <a:spLocks noGrp="1"/>
          </p:cNvSpPr>
          <p:nvPr/>
        </p:nvSpPr>
        <p:spPr>
          <a:xfrm>
            <a:off x="9086850" y="2678906"/>
            <a:ext cx="7144" cy="2293144"/>
          </a:xfrm>
          <a:custGeom>
            <a:avLst/>
            <a:gdLst/>
            <a:ahLst/>
            <a:cxnLst/>
            <a:rect l="0" t="0" r="0" b="0"/>
            <a:pathLst>
              <a:path w="7144" h="2293144">
                <a:moveTo>
                  <a:pt x="0" y="0"/>
                </a:moveTo>
                <a:lnTo>
                  <a:pt x="7144" y="0"/>
                </a:lnTo>
                <a:lnTo>
                  <a:pt x="7144" y="2293144"/>
                </a:lnTo>
                <a:lnTo>
                  <a:pt x="0" y="2293144"/>
                </a:lnTo>
                <a:close/>
              </a:path>
            </a:pathLst>
          </a:custGeom>
          <a:solidFill>
            <a:srgbClr val="0A2540">
              <a:alpha val="34120"/>
            </a:srgbClr>
          </a:solidFill>
          <a:ln w="7144">
            <a:noFill/>
            <a:prstDash val="solid"/>
          </a:ln>
        </p:spPr>
      </p:sp>
      <p:sp>
        <p:nvSpPr>
          <p:cNvPr id="28" name="Source layout 20">
            <a:extLst>
              <a:ext uri="{FF2B5EF4-FFF2-40B4-BE49-F238E27FC236}">
                <a16:creationId xmlns:a16="http://schemas.microsoft.com/office/drawing/2014/main" id="{3536B7D4-B105-4B86-9C91-F592A46A8C87}"/>
              </a:ext>
            </a:extLst>
          </p:cNvPr>
          <p:cNvSpPr>
            <a:spLocks noGrp="1"/>
          </p:cNvSpPr>
          <p:nvPr/>
        </p:nvSpPr>
        <p:spPr>
          <a:xfrm>
            <a:off x="9086850" y="2678906"/>
            <a:ext cx="4114800" cy="28575"/>
          </a:xfrm>
          <a:custGeom>
            <a:avLst/>
            <a:gdLst/>
            <a:ahLst/>
            <a:cxnLst/>
            <a:rect l="0" t="0" r="0" b="0"/>
            <a:pathLst>
              <a:path w="4114800" h="28575">
                <a:moveTo>
                  <a:pt x="0" y="0"/>
                </a:moveTo>
                <a:lnTo>
                  <a:pt x="7144" y="28575"/>
                </a:lnTo>
                <a:lnTo>
                  <a:pt x="4107656" y="28575"/>
                </a:lnTo>
                <a:lnTo>
                  <a:pt x="4114800" y="0"/>
                </a:lnTo>
              </a:path>
            </a:pathLst>
          </a:custGeom>
          <a:solidFill>
            <a:srgbClr val="0A2540"/>
          </a:solidFill>
          <a:ln w="7144">
            <a:noFill/>
            <a:prstDash val="solid"/>
          </a:ln>
        </p:spPr>
      </p:sp>
      <p:sp>
        <p:nvSpPr>
          <p:cNvPr id="29" name="Source layout 21">
            <a:extLst>
              <a:ext uri="{FF2B5EF4-FFF2-40B4-BE49-F238E27FC236}">
                <a16:creationId xmlns:a16="http://schemas.microsoft.com/office/drawing/2014/main" id="{22CD452A-2F18-4618-9101-D69A4475CBD5}"/>
              </a:ext>
            </a:extLst>
          </p:cNvPr>
          <p:cNvSpPr>
            <a:spLocks noGrp="1"/>
          </p:cNvSpPr>
          <p:nvPr/>
        </p:nvSpPr>
        <p:spPr>
          <a:xfrm>
            <a:off x="514350" y="7250906"/>
            <a:ext cx="12687299" cy="7144"/>
          </a:xfrm>
          <a:custGeom>
            <a:avLst/>
            <a:gdLst/>
            <a:ahLst/>
            <a:cxnLst/>
            <a:rect l="0" t="0" r="0" b="0"/>
            <a:pathLst>
              <a:path w="12687299" h="7144">
                <a:moveTo>
                  <a:pt x="0" y="0"/>
                </a:moveTo>
                <a:lnTo>
                  <a:pt x="12687299" y="0"/>
                </a:lnTo>
                <a:lnTo>
                  <a:pt x="12687299" y="7144"/>
                </a:lnTo>
                <a:lnTo>
                  <a:pt x="0" y="7144"/>
                </a:lnTo>
                <a:close/>
              </a:path>
            </a:pathLst>
          </a:custGeom>
          <a:solidFill>
            <a:srgbClr val="0A2540">
              <a:alpha val="16080"/>
            </a:srgbClr>
          </a:solidFill>
          <a:ln w="7144">
            <a:noFill/>
            <a:prstDash val="solid"/>
          </a:ln>
        </p:spPr>
      </p:sp>
      <p:sp>
        <p:nvSpPr>
          <p:cNvPr id="30" name="s25 text 1">
            <a:extLst>
              <a:ext uri="{FF2B5EF4-FFF2-40B4-BE49-F238E27FC236}">
                <a16:creationId xmlns:a16="http://schemas.microsoft.com/office/drawing/2014/main" id="{DD213C06-BAC4-4CEE-85E5-8D9379700E12}"/>
              </a:ext>
            </a:extLst>
          </p:cNvPr>
          <p:cNvSpPr>
            <a:spLocks noGrp="1"/>
          </p:cNvSpPr>
          <p:nvPr/>
        </p:nvSpPr>
        <p:spPr>
          <a:xfrm>
            <a:off x="678656" y="1719358"/>
            <a:ext cx="937261" cy="173507"/>
          </a:xfrm>
          <a:prstGeom prst="rect">
            <a:avLst/>
          </a:prstGeom>
          <a:noFill/>
          <a:ln w="0">
            <a:noFill/>
            <a:prstDash val="solid"/>
          </a:ln>
        </p:spPr>
        <p:txBody>
          <a:bodyPr wrap="none" lIns="0" tIns="0" rIns="0" bIns="0" anchor="t">
            <a:noAutofit/>
          </a:bodyPr>
          <a:lstStyle>
            <a:defPPr algn="l">
              <a:defRPr sz="900" b="0" i="0" kern="0" spc="180">
                <a:solidFill>
                  <a:srgbClr val="1D4ED8"/>
                </a:solidFill>
                <a:latin typeface="JetBrains Mono"/>
                <a:ea typeface="JetBrains Mono"/>
                <a:cs typeface="JetBrains Mono"/>
              </a:defRPr>
            </a:defPPr>
            <a:lvl1pPr algn="l">
              <a:defRPr sz="900" b="0" i="0" kern="0" spc="180">
                <a:solidFill>
                  <a:srgbClr val="1D4ED8"/>
                </a:solidFill>
                <a:latin typeface="JetBrains Mono"/>
                <a:ea typeface="JetBrains Mono"/>
                <a:cs typeface="JetBrains Mono"/>
              </a:defRPr>
            </a:lvl1pPr>
            <a:lvl2pPr algn="l">
              <a:defRPr sz="900" b="0" i="0" kern="0" spc="180">
                <a:solidFill>
                  <a:srgbClr val="1D4ED8"/>
                </a:solidFill>
                <a:latin typeface="JetBrains Mono"/>
                <a:ea typeface="JetBrains Mono"/>
                <a:cs typeface="JetBrains Mono"/>
              </a:defRPr>
            </a:lvl2pPr>
            <a:lvl3pPr algn="l">
              <a:defRPr sz="900" b="0" i="0" kern="0" spc="180">
                <a:solidFill>
                  <a:srgbClr val="1D4ED8"/>
                </a:solidFill>
                <a:latin typeface="JetBrains Mono"/>
                <a:ea typeface="JetBrains Mono"/>
                <a:cs typeface="JetBrains Mono"/>
              </a:defRPr>
            </a:lvl3pPr>
            <a:lvl4pPr algn="l">
              <a:defRPr sz="900" b="0" i="0" kern="0" spc="180">
                <a:solidFill>
                  <a:srgbClr val="1D4ED8"/>
                </a:solidFill>
                <a:latin typeface="JetBrains Mono"/>
                <a:ea typeface="JetBrains Mono"/>
                <a:cs typeface="JetBrains Mono"/>
              </a:defRPr>
            </a:lvl4pPr>
            <a:lvl5pPr algn="l">
              <a:defRPr sz="900" b="0" i="0" kern="0" spc="180">
                <a:solidFill>
                  <a:srgbClr val="1D4ED8"/>
                </a:solidFill>
                <a:latin typeface="JetBrains Mono"/>
                <a:ea typeface="JetBrains Mono"/>
                <a:cs typeface="JetBrains Mono"/>
              </a:defRPr>
            </a:lvl5pPr>
            <a:lvl6pPr algn="l">
              <a:defRPr sz="900" b="0" i="0" kern="0" spc="180">
                <a:solidFill>
                  <a:srgbClr val="1D4ED8"/>
                </a:solidFill>
                <a:latin typeface="JetBrains Mono"/>
                <a:ea typeface="JetBrains Mono"/>
                <a:cs typeface="JetBrains Mono"/>
              </a:defRPr>
            </a:lvl6pPr>
            <a:lvl7pPr algn="l">
              <a:defRPr sz="900" b="0" i="0" kern="0" spc="180">
                <a:solidFill>
                  <a:srgbClr val="1D4ED8"/>
                </a:solidFill>
                <a:latin typeface="JetBrains Mono"/>
                <a:ea typeface="JetBrains Mono"/>
                <a:cs typeface="JetBrains Mono"/>
              </a:defRPr>
            </a:lvl7pPr>
            <a:lvl8pPr algn="l">
              <a:defRPr sz="900" b="0" i="0" kern="0" spc="180">
                <a:solidFill>
                  <a:srgbClr val="1D4ED8"/>
                </a:solidFill>
                <a:latin typeface="JetBrains Mono"/>
                <a:ea typeface="JetBrains Mono"/>
                <a:cs typeface="JetBrains Mono"/>
              </a:defRPr>
            </a:lvl8pPr>
            <a:lvl9pPr algn="l">
              <a:defRPr sz="900" b="0" i="0" kern="0" spc="180">
                <a:solidFill>
                  <a:srgbClr val="1D4ED8"/>
                </a:solidFill>
                <a:latin typeface="JetBrains Mono"/>
                <a:ea typeface="JetBrains Mono"/>
                <a:cs typeface="JetBrains Mono"/>
              </a:defRPr>
            </a:lvl9pPr>
          </a:lstStyle>
          <a:p>
            <a:pPr algn="l">
              <a:lnSpc>
                <a:spcPct val="100000"/>
              </a:lnSpc>
              <a:buNone/>
              <a:defRPr sz="900" b="0" i="0" kern="0" spc="180">
                <a:solidFill>
                  <a:srgbClr val="1D4ED8"/>
                </a:solidFill>
                <a:latin typeface="JetBrains Mono"/>
                <a:ea typeface="JetBrains Mono"/>
                <a:cs typeface="JetBrains Mono"/>
              </a:defRPr>
            </a:pPr>
            <a:r>
              <a:rPr sz="900" b="0" i="0" kern="0" spc="180">
                <a:solidFill>
                  <a:srgbClr val="1D4ED8"/>
                </a:solidFill>
                <a:latin typeface="JetBrains Mono"/>
                <a:ea typeface="JetBrains Mono"/>
                <a:cs typeface="JetBrains Mono"/>
              </a:rPr>
              <a:t>CONCLUSION</a:t>
            </a:r>
          </a:p>
        </p:txBody>
      </p:sp>
      <p:sp>
        <p:nvSpPr>
          <p:cNvPr id="31" name="s25 text 2">
            <a:extLst>
              <a:ext uri="{FF2B5EF4-FFF2-40B4-BE49-F238E27FC236}">
                <a16:creationId xmlns:a16="http://schemas.microsoft.com/office/drawing/2014/main" id="{60A766A9-DF1D-4041-AE0C-0A2E4D5FD5A4}"/>
              </a:ext>
            </a:extLst>
          </p:cNvPr>
          <p:cNvSpPr>
            <a:spLocks noGrp="1"/>
          </p:cNvSpPr>
          <p:nvPr/>
        </p:nvSpPr>
        <p:spPr>
          <a:xfrm>
            <a:off x="514350" y="1920329"/>
            <a:ext cx="5429726" cy="576532"/>
          </a:xfrm>
          <a:prstGeom prst="rect">
            <a:avLst/>
          </a:prstGeom>
          <a:noFill/>
          <a:ln w="0">
            <a:noFill/>
            <a:prstDash val="solid"/>
          </a:ln>
        </p:spPr>
        <p:txBody>
          <a:bodyPr wrap="none" lIns="0" tIns="0" rIns="0" bIns="0" anchor="t">
            <a:noAutofit/>
          </a:bodyPr>
          <a:lstStyle>
            <a:defPPr algn="l">
              <a:defRPr sz="3262" b="0" i="0" kern="0" spc="-104">
                <a:solidFill>
                  <a:srgbClr val="0A2540"/>
                </a:solidFill>
                <a:latin typeface="Inter ExtraBold"/>
                <a:ea typeface="Inter ExtraBold"/>
                <a:cs typeface="Inter ExtraBold"/>
              </a:defRPr>
            </a:defPPr>
            <a:lvl1pPr algn="l">
              <a:defRPr sz="3262" b="0" i="0" kern="0" spc="-104">
                <a:solidFill>
                  <a:srgbClr val="0A2540"/>
                </a:solidFill>
                <a:latin typeface="Inter ExtraBold"/>
                <a:ea typeface="Inter ExtraBold"/>
                <a:cs typeface="Inter ExtraBold"/>
              </a:defRPr>
            </a:lvl1pPr>
            <a:lvl2pPr algn="l">
              <a:defRPr sz="3262" b="0" i="0" kern="0" spc="-104">
                <a:solidFill>
                  <a:srgbClr val="0A2540"/>
                </a:solidFill>
                <a:latin typeface="Inter ExtraBold"/>
                <a:ea typeface="Inter ExtraBold"/>
                <a:cs typeface="Inter ExtraBold"/>
              </a:defRPr>
            </a:lvl2pPr>
            <a:lvl3pPr algn="l">
              <a:defRPr sz="3262" b="0" i="0" kern="0" spc="-104">
                <a:solidFill>
                  <a:srgbClr val="0A2540"/>
                </a:solidFill>
                <a:latin typeface="Inter ExtraBold"/>
                <a:ea typeface="Inter ExtraBold"/>
                <a:cs typeface="Inter ExtraBold"/>
              </a:defRPr>
            </a:lvl3pPr>
            <a:lvl4pPr algn="l">
              <a:defRPr sz="3262" b="0" i="0" kern="0" spc="-104">
                <a:solidFill>
                  <a:srgbClr val="0A2540"/>
                </a:solidFill>
                <a:latin typeface="Inter ExtraBold"/>
                <a:ea typeface="Inter ExtraBold"/>
                <a:cs typeface="Inter ExtraBold"/>
              </a:defRPr>
            </a:lvl4pPr>
            <a:lvl5pPr algn="l">
              <a:defRPr sz="3262" b="0" i="0" kern="0" spc="-104">
                <a:solidFill>
                  <a:srgbClr val="0A2540"/>
                </a:solidFill>
                <a:latin typeface="Inter ExtraBold"/>
                <a:ea typeface="Inter ExtraBold"/>
                <a:cs typeface="Inter ExtraBold"/>
              </a:defRPr>
            </a:lvl5pPr>
            <a:lvl6pPr algn="l">
              <a:defRPr sz="3262" b="0" i="0" kern="0" spc="-104">
                <a:solidFill>
                  <a:srgbClr val="0A2540"/>
                </a:solidFill>
                <a:latin typeface="Inter ExtraBold"/>
                <a:ea typeface="Inter ExtraBold"/>
                <a:cs typeface="Inter ExtraBold"/>
              </a:defRPr>
            </a:lvl6pPr>
            <a:lvl7pPr algn="l">
              <a:defRPr sz="3262" b="0" i="0" kern="0" spc="-104">
                <a:solidFill>
                  <a:srgbClr val="0A2540"/>
                </a:solidFill>
                <a:latin typeface="Inter ExtraBold"/>
                <a:ea typeface="Inter ExtraBold"/>
                <a:cs typeface="Inter ExtraBold"/>
              </a:defRPr>
            </a:lvl7pPr>
            <a:lvl8pPr algn="l">
              <a:defRPr sz="3262" b="0" i="0" kern="0" spc="-104">
                <a:solidFill>
                  <a:srgbClr val="0A2540"/>
                </a:solidFill>
                <a:latin typeface="Inter ExtraBold"/>
                <a:ea typeface="Inter ExtraBold"/>
                <a:cs typeface="Inter ExtraBold"/>
              </a:defRPr>
            </a:lvl8pPr>
            <a:lvl9pPr algn="l">
              <a:defRPr sz="3262" b="0" i="0" kern="0" spc="-104">
                <a:solidFill>
                  <a:srgbClr val="0A2540"/>
                </a:solidFill>
                <a:latin typeface="Inter ExtraBold"/>
                <a:ea typeface="Inter ExtraBold"/>
                <a:cs typeface="Inter ExtraBold"/>
              </a:defRPr>
            </a:lvl9pPr>
          </a:lstStyle>
          <a:p>
            <a:pPr algn="l">
              <a:lnSpc>
                <a:spcPct val="100000"/>
              </a:lnSpc>
              <a:buNone/>
              <a:defRPr sz="3262" b="0" i="0" kern="0" spc="-104">
                <a:solidFill>
                  <a:srgbClr val="0A2540"/>
                </a:solidFill>
                <a:latin typeface="Inter ExtraBold"/>
                <a:ea typeface="Inter ExtraBold"/>
                <a:cs typeface="Inter ExtraBold"/>
              </a:defRPr>
            </a:pPr>
            <a:r>
              <a:rPr sz="3262" b="0" i="0" kern="0" spc="-104">
                <a:solidFill>
                  <a:srgbClr val="0A2540"/>
                </a:solidFill>
                <a:latin typeface="Inter ExtraBold"/>
                <a:ea typeface="Inter ExtraBold"/>
                <a:cs typeface="Inter ExtraBold"/>
              </a:rPr>
              <a:t>Three things to take away</a:t>
            </a:r>
          </a:p>
        </p:txBody>
      </p:sp>
      <p:sp>
        <p:nvSpPr>
          <p:cNvPr id="32" name="s25 text 3">
            <a:extLst>
              <a:ext uri="{FF2B5EF4-FFF2-40B4-BE49-F238E27FC236}">
                <a16:creationId xmlns:a16="http://schemas.microsoft.com/office/drawing/2014/main" id="{3241569C-D51F-484E-9C9B-0B79D070C435}"/>
              </a:ext>
            </a:extLst>
          </p:cNvPr>
          <p:cNvSpPr>
            <a:spLocks noGrp="1"/>
          </p:cNvSpPr>
          <p:nvPr/>
        </p:nvSpPr>
        <p:spPr>
          <a:xfrm>
            <a:off x="514350" y="5227439"/>
            <a:ext cx="7566850" cy="238565"/>
          </a:xfrm>
          <a:prstGeom prst="rect">
            <a:avLst/>
          </a:prstGeom>
          <a:noFill/>
          <a:ln w="0">
            <a:noFill/>
            <a:prstDash val="solid"/>
          </a:ln>
        </p:spPr>
        <p:txBody>
          <a:bodyPr wrap="none" lIns="0" tIns="0" rIns="0" bIns="0" anchor="t">
            <a:noAutofit/>
          </a:bodyPr>
          <a:lstStyle>
            <a:defPPr algn="l">
              <a:defRPr sz="1350" b="1" i="0" kern="0" spc="-9">
                <a:solidFill>
                  <a:srgbClr val="0A2540"/>
                </a:solidFill>
                <a:latin typeface="Inter"/>
                <a:ea typeface="Inter"/>
                <a:cs typeface="Inter"/>
              </a:defRPr>
            </a:defPPr>
            <a:lvl1pPr algn="l">
              <a:defRPr sz="1350" b="1" i="0" kern="0" spc="-9">
                <a:solidFill>
                  <a:srgbClr val="0A2540"/>
                </a:solidFill>
                <a:latin typeface="Inter"/>
                <a:ea typeface="Inter"/>
                <a:cs typeface="Inter"/>
              </a:defRPr>
            </a:lvl1pPr>
            <a:lvl2pPr algn="l">
              <a:defRPr sz="1350" b="1" i="0" kern="0" spc="-9">
                <a:solidFill>
                  <a:srgbClr val="0A2540"/>
                </a:solidFill>
                <a:latin typeface="Inter"/>
                <a:ea typeface="Inter"/>
                <a:cs typeface="Inter"/>
              </a:defRPr>
            </a:lvl2pPr>
            <a:lvl3pPr algn="l">
              <a:defRPr sz="1350" b="1" i="0" kern="0" spc="-9">
                <a:solidFill>
                  <a:srgbClr val="0A2540"/>
                </a:solidFill>
                <a:latin typeface="Inter"/>
                <a:ea typeface="Inter"/>
                <a:cs typeface="Inter"/>
              </a:defRPr>
            </a:lvl3pPr>
            <a:lvl4pPr algn="l">
              <a:defRPr sz="1350" b="1" i="0" kern="0" spc="-9">
                <a:solidFill>
                  <a:srgbClr val="0A2540"/>
                </a:solidFill>
                <a:latin typeface="Inter"/>
                <a:ea typeface="Inter"/>
                <a:cs typeface="Inter"/>
              </a:defRPr>
            </a:lvl4pPr>
            <a:lvl5pPr algn="l">
              <a:defRPr sz="1350" b="1" i="0" kern="0" spc="-9">
                <a:solidFill>
                  <a:srgbClr val="0A2540"/>
                </a:solidFill>
                <a:latin typeface="Inter"/>
                <a:ea typeface="Inter"/>
                <a:cs typeface="Inter"/>
              </a:defRPr>
            </a:lvl5pPr>
            <a:lvl6pPr algn="l">
              <a:defRPr sz="1350" b="1" i="0" kern="0" spc="-9">
                <a:solidFill>
                  <a:srgbClr val="0A2540"/>
                </a:solidFill>
                <a:latin typeface="Inter"/>
                <a:ea typeface="Inter"/>
                <a:cs typeface="Inter"/>
              </a:defRPr>
            </a:lvl6pPr>
            <a:lvl7pPr algn="l">
              <a:defRPr sz="1350" b="1" i="0" kern="0" spc="-9">
                <a:solidFill>
                  <a:srgbClr val="0A2540"/>
                </a:solidFill>
                <a:latin typeface="Inter"/>
                <a:ea typeface="Inter"/>
                <a:cs typeface="Inter"/>
              </a:defRPr>
            </a:lvl7pPr>
            <a:lvl8pPr algn="l">
              <a:defRPr sz="1350" b="1" i="0" kern="0" spc="-9">
                <a:solidFill>
                  <a:srgbClr val="0A2540"/>
                </a:solidFill>
                <a:latin typeface="Inter"/>
                <a:ea typeface="Inter"/>
                <a:cs typeface="Inter"/>
              </a:defRPr>
            </a:lvl8pPr>
            <a:lvl9pPr algn="l">
              <a:defRPr sz="1350" b="1" i="0" kern="0" spc="-9">
                <a:solidFill>
                  <a:srgbClr val="0A2540"/>
                </a:solidFill>
                <a:latin typeface="Inter"/>
                <a:ea typeface="Inter"/>
                <a:cs typeface="Inter"/>
              </a:defRPr>
            </a:lvl9pPr>
          </a:lstStyle>
          <a:p>
            <a:pPr algn="l">
              <a:lnSpc>
                <a:spcPct val="100000"/>
              </a:lnSpc>
              <a:buNone/>
              <a:defRPr sz="1350" b="1" i="0" kern="0" spc="-9">
                <a:solidFill>
                  <a:srgbClr val="0A2540"/>
                </a:solidFill>
                <a:latin typeface="Inter"/>
                <a:ea typeface="Inter"/>
                <a:cs typeface="Inter"/>
              </a:defRPr>
            </a:pPr>
            <a:r>
              <a:rPr sz="1350" b="1" i="0" kern="0" spc="-9">
                <a:solidFill>
                  <a:srgbClr val="0A2540"/>
                </a:solidFill>
                <a:latin typeface="Inter"/>
                <a:ea typeface="Inter"/>
                <a:cs typeface="Inter"/>
              </a:rPr>
              <a:t>Protection can help specific groups, but it does not make the country as a whole better off</a:t>
            </a:r>
          </a:p>
        </p:txBody>
      </p:sp>
      <p:sp>
        <p:nvSpPr>
          <p:cNvPr id="33" name="s25 text 4">
            <a:extLst>
              <a:ext uri="{FF2B5EF4-FFF2-40B4-BE49-F238E27FC236}">
                <a16:creationId xmlns:a16="http://schemas.microsoft.com/office/drawing/2014/main" id="{A4A60046-A0AC-48DF-A2E9-D8A79F76663B}"/>
              </a:ext>
            </a:extLst>
          </p:cNvPr>
          <p:cNvSpPr>
            <a:spLocks noGrp="1"/>
          </p:cNvSpPr>
          <p:nvPr/>
        </p:nvSpPr>
        <p:spPr>
          <a:xfrm>
            <a:off x="7955766" y="5227439"/>
            <a:ext cx="2079593" cy="238565"/>
          </a:xfrm>
          <a:prstGeom prst="rect">
            <a:avLst/>
          </a:prstGeom>
          <a:noFill/>
          <a:ln w="0">
            <a:noFill/>
            <a:prstDash val="solid"/>
          </a:ln>
        </p:spPr>
        <p:txBody>
          <a:bodyPr wrap="none" lIns="0" tIns="0" rIns="0" bIns="0" anchor="t">
            <a:noAutofit/>
          </a:bodyPr>
          <a:lstStyle>
            <a:defPPr algn="l">
              <a:defRPr sz="1350" b="0" i="0" kern="0" spc="-9">
                <a:solidFill>
                  <a:srgbClr val="0A2540"/>
                </a:solidFill>
                <a:latin typeface="Inter"/>
                <a:ea typeface="Inter"/>
                <a:cs typeface="Inter"/>
              </a:defRPr>
            </a:defPPr>
            <a:lvl1pPr algn="l">
              <a:defRPr sz="1350" b="0" i="0" kern="0" spc="-9">
                <a:solidFill>
                  <a:srgbClr val="0A2540"/>
                </a:solidFill>
                <a:latin typeface="Inter"/>
                <a:ea typeface="Inter"/>
                <a:cs typeface="Inter"/>
              </a:defRPr>
            </a:lvl1pPr>
            <a:lvl2pPr algn="l">
              <a:defRPr sz="1350" b="0" i="0" kern="0" spc="-9">
                <a:solidFill>
                  <a:srgbClr val="0A2540"/>
                </a:solidFill>
                <a:latin typeface="Inter"/>
                <a:ea typeface="Inter"/>
                <a:cs typeface="Inter"/>
              </a:defRPr>
            </a:lvl2pPr>
            <a:lvl3pPr algn="l">
              <a:defRPr sz="1350" b="0" i="0" kern="0" spc="-9">
                <a:solidFill>
                  <a:srgbClr val="0A2540"/>
                </a:solidFill>
                <a:latin typeface="Inter"/>
                <a:ea typeface="Inter"/>
                <a:cs typeface="Inter"/>
              </a:defRPr>
            </a:lvl3pPr>
            <a:lvl4pPr algn="l">
              <a:defRPr sz="1350" b="0" i="0" kern="0" spc="-9">
                <a:solidFill>
                  <a:srgbClr val="0A2540"/>
                </a:solidFill>
                <a:latin typeface="Inter"/>
                <a:ea typeface="Inter"/>
                <a:cs typeface="Inter"/>
              </a:defRPr>
            </a:lvl4pPr>
            <a:lvl5pPr algn="l">
              <a:defRPr sz="1350" b="0" i="0" kern="0" spc="-9">
                <a:solidFill>
                  <a:srgbClr val="0A2540"/>
                </a:solidFill>
                <a:latin typeface="Inter"/>
                <a:ea typeface="Inter"/>
                <a:cs typeface="Inter"/>
              </a:defRPr>
            </a:lvl5pPr>
            <a:lvl6pPr algn="l">
              <a:defRPr sz="1350" b="0" i="0" kern="0" spc="-9">
                <a:solidFill>
                  <a:srgbClr val="0A2540"/>
                </a:solidFill>
                <a:latin typeface="Inter"/>
                <a:ea typeface="Inter"/>
                <a:cs typeface="Inter"/>
              </a:defRPr>
            </a:lvl6pPr>
            <a:lvl7pPr algn="l">
              <a:defRPr sz="1350" b="0" i="0" kern="0" spc="-9">
                <a:solidFill>
                  <a:srgbClr val="0A2540"/>
                </a:solidFill>
                <a:latin typeface="Inter"/>
                <a:ea typeface="Inter"/>
                <a:cs typeface="Inter"/>
              </a:defRPr>
            </a:lvl7pPr>
            <a:lvl8pPr algn="l">
              <a:defRPr sz="1350" b="0" i="0" kern="0" spc="-9">
                <a:solidFill>
                  <a:srgbClr val="0A2540"/>
                </a:solidFill>
                <a:latin typeface="Inter"/>
                <a:ea typeface="Inter"/>
                <a:cs typeface="Inter"/>
              </a:defRPr>
            </a:lvl8pPr>
            <a:lvl9pPr algn="l">
              <a:defRPr sz="1350" b="0" i="0" kern="0" spc="-9">
                <a:solidFill>
                  <a:srgbClr val="0A2540"/>
                </a:solidFill>
                <a:latin typeface="Inter"/>
                <a:ea typeface="Inter"/>
                <a:cs typeface="Inter"/>
              </a:defRPr>
            </a:lvl9pPr>
          </a:lstStyle>
          <a:p>
            <a:pPr algn="l">
              <a:lnSpc>
                <a:spcPct val="100000"/>
              </a:lnSpc>
              <a:buNone/>
              <a:defRPr sz="1350" b="0" i="0" kern="0" spc="-9">
                <a:solidFill>
                  <a:srgbClr val="0A2540"/>
                </a:solidFill>
                <a:latin typeface="Inter"/>
                <a:ea typeface="Inter"/>
                <a:cs typeface="Inter"/>
              </a:defRPr>
            </a:pPr>
            <a:r>
              <a:rPr sz="1350" b="0" i="0" kern="0" spc="-9">
                <a:solidFill>
                  <a:srgbClr val="0A2540"/>
                </a:solidFill>
                <a:latin typeface="Inter"/>
                <a:ea typeface="Inter"/>
                <a:cs typeface="Inter"/>
              </a:rPr>
              <a:t>— the question is always</a:t>
            </a:r>
          </a:p>
        </p:txBody>
      </p:sp>
      <p:sp>
        <p:nvSpPr>
          <p:cNvPr id="34" name="s25 text 5">
            <a:extLst>
              <a:ext uri="{FF2B5EF4-FFF2-40B4-BE49-F238E27FC236}">
                <a16:creationId xmlns:a16="http://schemas.microsoft.com/office/drawing/2014/main" id="{3AAF8C94-07C7-4B58-9F5F-1A847F840608}"/>
              </a:ext>
            </a:extLst>
          </p:cNvPr>
          <p:cNvSpPr>
            <a:spLocks noGrp="1"/>
          </p:cNvSpPr>
          <p:nvPr/>
        </p:nvSpPr>
        <p:spPr>
          <a:xfrm>
            <a:off x="9986516" y="5227439"/>
            <a:ext cx="603504" cy="238565"/>
          </a:xfrm>
          <a:prstGeom prst="rect">
            <a:avLst/>
          </a:prstGeom>
          <a:noFill/>
          <a:ln w="0">
            <a:noFill/>
            <a:prstDash val="solid"/>
          </a:ln>
        </p:spPr>
        <p:txBody>
          <a:bodyPr wrap="none" lIns="0" tIns="0" rIns="0" bIns="0" anchor="t">
            <a:noAutofit/>
          </a:bodyPr>
          <a:lstStyle>
            <a:defPPr algn="l">
              <a:defRPr sz="1350" b="0" i="1" kern="0" spc="-9">
                <a:solidFill>
                  <a:srgbClr val="0A2540"/>
                </a:solidFill>
                <a:latin typeface="Inter"/>
                <a:ea typeface="Inter"/>
                <a:cs typeface="Inter"/>
              </a:defRPr>
            </a:defPPr>
            <a:lvl1pPr algn="l">
              <a:defRPr sz="1350" b="0" i="1" kern="0" spc="-9">
                <a:solidFill>
                  <a:srgbClr val="0A2540"/>
                </a:solidFill>
                <a:latin typeface="Inter"/>
                <a:ea typeface="Inter"/>
                <a:cs typeface="Inter"/>
              </a:defRPr>
            </a:lvl1pPr>
            <a:lvl2pPr algn="l">
              <a:defRPr sz="1350" b="0" i="1" kern="0" spc="-9">
                <a:solidFill>
                  <a:srgbClr val="0A2540"/>
                </a:solidFill>
                <a:latin typeface="Inter"/>
                <a:ea typeface="Inter"/>
                <a:cs typeface="Inter"/>
              </a:defRPr>
            </a:lvl2pPr>
            <a:lvl3pPr algn="l">
              <a:defRPr sz="1350" b="0" i="1" kern="0" spc="-9">
                <a:solidFill>
                  <a:srgbClr val="0A2540"/>
                </a:solidFill>
                <a:latin typeface="Inter"/>
                <a:ea typeface="Inter"/>
                <a:cs typeface="Inter"/>
              </a:defRPr>
            </a:lvl3pPr>
            <a:lvl4pPr algn="l">
              <a:defRPr sz="1350" b="0" i="1" kern="0" spc="-9">
                <a:solidFill>
                  <a:srgbClr val="0A2540"/>
                </a:solidFill>
                <a:latin typeface="Inter"/>
                <a:ea typeface="Inter"/>
                <a:cs typeface="Inter"/>
              </a:defRPr>
            </a:lvl4pPr>
            <a:lvl5pPr algn="l">
              <a:defRPr sz="1350" b="0" i="1" kern="0" spc="-9">
                <a:solidFill>
                  <a:srgbClr val="0A2540"/>
                </a:solidFill>
                <a:latin typeface="Inter"/>
                <a:ea typeface="Inter"/>
                <a:cs typeface="Inter"/>
              </a:defRPr>
            </a:lvl5pPr>
            <a:lvl6pPr algn="l">
              <a:defRPr sz="1350" b="0" i="1" kern="0" spc="-9">
                <a:solidFill>
                  <a:srgbClr val="0A2540"/>
                </a:solidFill>
                <a:latin typeface="Inter"/>
                <a:ea typeface="Inter"/>
                <a:cs typeface="Inter"/>
              </a:defRPr>
            </a:lvl6pPr>
            <a:lvl7pPr algn="l">
              <a:defRPr sz="1350" b="0" i="1" kern="0" spc="-9">
                <a:solidFill>
                  <a:srgbClr val="0A2540"/>
                </a:solidFill>
                <a:latin typeface="Inter"/>
                <a:ea typeface="Inter"/>
                <a:cs typeface="Inter"/>
              </a:defRPr>
            </a:lvl7pPr>
            <a:lvl8pPr algn="l">
              <a:defRPr sz="1350" b="0" i="1" kern="0" spc="-9">
                <a:solidFill>
                  <a:srgbClr val="0A2540"/>
                </a:solidFill>
                <a:latin typeface="Inter"/>
                <a:ea typeface="Inter"/>
                <a:cs typeface="Inter"/>
              </a:defRPr>
            </a:lvl8pPr>
            <a:lvl9pPr algn="l">
              <a:defRPr sz="1350" b="0" i="1" kern="0" spc="-9">
                <a:solidFill>
                  <a:srgbClr val="0A2540"/>
                </a:solidFill>
                <a:latin typeface="Inter"/>
                <a:ea typeface="Inter"/>
                <a:cs typeface="Inter"/>
              </a:defRPr>
            </a:lvl9pPr>
          </a:lstStyle>
          <a:p>
            <a:pPr algn="l">
              <a:lnSpc>
                <a:spcPct val="100000"/>
              </a:lnSpc>
              <a:buNone/>
              <a:defRPr sz="1350" b="0" i="1" kern="0" spc="-9">
                <a:solidFill>
                  <a:srgbClr val="0A2540"/>
                </a:solidFill>
                <a:latin typeface="Inter"/>
                <a:ea typeface="Inter"/>
                <a:cs typeface="Inter"/>
              </a:defRPr>
            </a:pPr>
            <a:r>
              <a:rPr sz="1350" b="0" i="1" kern="0" spc="-9">
                <a:solidFill>
                  <a:srgbClr val="0A2540"/>
                </a:solidFill>
                <a:latin typeface="Inter"/>
                <a:ea typeface="Inter"/>
                <a:cs typeface="Inter"/>
              </a:rPr>
              <a:t>whose</a:t>
            </a:r>
          </a:p>
        </p:txBody>
      </p:sp>
      <p:sp>
        <p:nvSpPr>
          <p:cNvPr id="35" name="s25 text 6">
            <a:extLst>
              <a:ext uri="{FF2B5EF4-FFF2-40B4-BE49-F238E27FC236}">
                <a16:creationId xmlns:a16="http://schemas.microsoft.com/office/drawing/2014/main" id="{AEAA1F2A-D3E3-4817-877F-5EF12D89061D}"/>
              </a:ext>
            </a:extLst>
          </p:cNvPr>
          <p:cNvSpPr>
            <a:spLocks noGrp="1"/>
          </p:cNvSpPr>
          <p:nvPr/>
        </p:nvSpPr>
        <p:spPr>
          <a:xfrm>
            <a:off x="10562900" y="5227439"/>
            <a:ext cx="2442781" cy="238565"/>
          </a:xfrm>
          <a:prstGeom prst="rect">
            <a:avLst/>
          </a:prstGeom>
          <a:noFill/>
          <a:ln w="0">
            <a:noFill/>
            <a:prstDash val="solid"/>
          </a:ln>
        </p:spPr>
        <p:txBody>
          <a:bodyPr wrap="none" lIns="0" tIns="0" rIns="0" bIns="0" anchor="t">
            <a:noAutofit/>
          </a:bodyPr>
          <a:lstStyle>
            <a:defPPr algn="l">
              <a:defRPr sz="1350" b="0" i="0" kern="0" spc="-9">
                <a:solidFill>
                  <a:srgbClr val="0A2540"/>
                </a:solidFill>
                <a:latin typeface="Inter"/>
                <a:ea typeface="Inter"/>
                <a:cs typeface="Inter"/>
              </a:defRPr>
            </a:defPPr>
            <a:lvl1pPr algn="l">
              <a:defRPr sz="1350" b="0" i="0" kern="0" spc="-9">
                <a:solidFill>
                  <a:srgbClr val="0A2540"/>
                </a:solidFill>
                <a:latin typeface="Inter"/>
                <a:ea typeface="Inter"/>
                <a:cs typeface="Inter"/>
              </a:defRPr>
            </a:lvl1pPr>
            <a:lvl2pPr algn="l">
              <a:defRPr sz="1350" b="0" i="0" kern="0" spc="-9">
                <a:solidFill>
                  <a:srgbClr val="0A2540"/>
                </a:solidFill>
                <a:latin typeface="Inter"/>
                <a:ea typeface="Inter"/>
                <a:cs typeface="Inter"/>
              </a:defRPr>
            </a:lvl2pPr>
            <a:lvl3pPr algn="l">
              <a:defRPr sz="1350" b="0" i="0" kern="0" spc="-9">
                <a:solidFill>
                  <a:srgbClr val="0A2540"/>
                </a:solidFill>
                <a:latin typeface="Inter"/>
                <a:ea typeface="Inter"/>
                <a:cs typeface="Inter"/>
              </a:defRPr>
            </a:lvl3pPr>
            <a:lvl4pPr algn="l">
              <a:defRPr sz="1350" b="0" i="0" kern="0" spc="-9">
                <a:solidFill>
                  <a:srgbClr val="0A2540"/>
                </a:solidFill>
                <a:latin typeface="Inter"/>
                <a:ea typeface="Inter"/>
                <a:cs typeface="Inter"/>
              </a:defRPr>
            </a:lvl4pPr>
            <a:lvl5pPr algn="l">
              <a:defRPr sz="1350" b="0" i="0" kern="0" spc="-9">
                <a:solidFill>
                  <a:srgbClr val="0A2540"/>
                </a:solidFill>
                <a:latin typeface="Inter"/>
                <a:ea typeface="Inter"/>
                <a:cs typeface="Inter"/>
              </a:defRPr>
            </a:lvl5pPr>
            <a:lvl6pPr algn="l">
              <a:defRPr sz="1350" b="0" i="0" kern="0" spc="-9">
                <a:solidFill>
                  <a:srgbClr val="0A2540"/>
                </a:solidFill>
                <a:latin typeface="Inter"/>
                <a:ea typeface="Inter"/>
                <a:cs typeface="Inter"/>
              </a:defRPr>
            </a:lvl6pPr>
            <a:lvl7pPr algn="l">
              <a:defRPr sz="1350" b="0" i="0" kern="0" spc="-9">
                <a:solidFill>
                  <a:srgbClr val="0A2540"/>
                </a:solidFill>
                <a:latin typeface="Inter"/>
                <a:ea typeface="Inter"/>
                <a:cs typeface="Inter"/>
              </a:defRPr>
            </a:lvl7pPr>
            <a:lvl8pPr algn="l">
              <a:defRPr sz="1350" b="0" i="0" kern="0" spc="-9">
                <a:solidFill>
                  <a:srgbClr val="0A2540"/>
                </a:solidFill>
                <a:latin typeface="Inter"/>
                <a:ea typeface="Inter"/>
                <a:cs typeface="Inter"/>
              </a:defRPr>
            </a:lvl8pPr>
            <a:lvl9pPr algn="l">
              <a:defRPr sz="1350" b="0" i="0" kern="0" spc="-9">
                <a:solidFill>
                  <a:srgbClr val="0A2540"/>
                </a:solidFill>
                <a:latin typeface="Inter"/>
                <a:ea typeface="Inter"/>
                <a:cs typeface="Inter"/>
              </a:defRPr>
            </a:lvl9pPr>
          </a:lstStyle>
          <a:p>
            <a:pPr algn="l">
              <a:lnSpc>
                <a:spcPct val="100000"/>
              </a:lnSpc>
              <a:buNone/>
              <a:defRPr sz="1350" b="0" i="0" kern="0" spc="-9">
                <a:solidFill>
                  <a:srgbClr val="0A2540"/>
                </a:solidFill>
                <a:latin typeface="Inter"/>
                <a:ea typeface="Inter"/>
                <a:cs typeface="Inter"/>
              </a:defRPr>
            </a:pPr>
            <a:r>
              <a:rPr sz="1350" b="0" i="0" kern="0" spc="-9">
                <a:solidFill>
                  <a:srgbClr val="0A2540"/>
                </a:solidFill>
                <a:latin typeface="Inter"/>
                <a:ea typeface="Inter"/>
                <a:cs typeface="Inter"/>
              </a:rPr>
              <a:t>surplus changes, and by how</a:t>
            </a:r>
          </a:p>
        </p:txBody>
      </p:sp>
      <p:sp>
        <p:nvSpPr>
          <p:cNvPr id="36" name="s25 text 7">
            <a:extLst>
              <a:ext uri="{FF2B5EF4-FFF2-40B4-BE49-F238E27FC236}">
                <a16:creationId xmlns:a16="http://schemas.microsoft.com/office/drawing/2014/main" id="{F2833C61-4260-4998-9428-B81E98281F42}"/>
              </a:ext>
            </a:extLst>
          </p:cNvPr>
          <p:cNvSpPr>
            <a:spLocks noGrp="1"/>
          </p:cNvSpPr>
          <p:nvPr/>
        </p:nvSpPr>
        <p:spPr>
          <a:xfrm>
            <a:off x="514350" y="5498901"/>
            <a:ext cx="568833" cy="238565"/>
          </a:xfrm>
          <a:prstGeom prst="rect">
            <a:avLst/>
          </a:prstGeom>
          <a:noFill/>
          <a:ln w="0">
            <a:noFill/>
            <a:prstDash val="solid"/>
          </a:ln>
        </p:spPr>
        <p:txBody>
          <a:bodyPr wrap="none" lIns="0" tIns="0" rIns="0" bIns="0" anchor="t">
            <a:noAutofit/>
          </a:bodyPr>
          <a:lstStyle>
            <a:defPPr algn="l">
              <a:defRPr sz="1350" b="0" i="0" kern="0" spc="-9">
                <a:solidFill>
                  <a:srgbClr val="0A2540"/>
                </a:solidFill>
                <a:latin typeface="Inter"/>
                <a:ea typeface="Inter"/>
                <a:cs typeface="Inter"/>
              </a:defRPr>
            </a:defPPr>
            <a:lvl1pPr algn="l">
              <a:defRPr sz="1350" b="0" i="0" kern="0" spc="-9">
                <a:solidFill>
                  <a:srgbClr val="0A2540"/>
                </a:solidFill>
                <a:latin typeface="Inter"/>
                <a:ea typeface="Inter"/>
                <a:cs typeface="Inter"/>
              </a:defRPr>
            </a:lvl1pPr>
            <a:lvl2pPr algn="l">
              <a:defRPr sz="1350" b="0" i="0" kern="0" spc="-9">
                <a:solidFill>
                  <a:srgbClr val="0A2540"/>
                </a:solidFill>
                <a:latin typeface="Inter"/>
                <a:ea typeface="Inter"/>
                <a:cs typeface="Inter"/>
              </a:defRPr>
            </a:lvl2pPr>
            <a:lvl3pPr algn="l">
              <a:defRPr sz="1350" b="0" i="0" kern="0" spc="-9">
                <a:solidFill>
                  <a:srgbClr val="0A2540"/>
                </a:solidFill>
                <a:latin typeface="Inter"/>
                <a:ea typeface="Inter"/>
                <a:cs typeface="Inter"/>
              </a:defRPr>
            </a:lvl3pPr>
            <a:lvl4pPr algn="l">
              <a:defRPr sz="1350" b="0" i="0" kern="0" spc="-9">
                <a:solidFill>
                  <a:srgbClr val="0A2540"/>
                </a:solidFill>
                <a:latin typeface="Inter"/>
                <a:ea typeface="Inter"/>
                <a:cs typeface="Inter"/>
              </a:defRPr>
            </a:lvl4pPr>
            <a:lvl5pPr algn="l">
              <a:defRPr sz="1350" b="0" i="0" kern="0" spc="-9">
                <a:solidFill>
                  <a:srgbClr val="0A2540"/>
                </a:solidFill>
                <a:latin typeface="Inter"/>
                <a:ea typeface="Inter"/>
                <a:cs typeface="Inter"/>
              </a:defRPr>
            </a:lvl5pPr>
            <a:lvl6pPr algn="l">
              <a:defRPr sz="1350" b="0" i="0" kern="0" spc="-9">
                <a:solidFill>
                  <a:srgbClr val="0A2540"/>
                </a:solidFill>
                <a:latin typeface="Inter"/>
                <a:ea typeface="Inter"/>
                <a:cs typeface="Inter"/>
              </a:defRPr>
            </a:lvl6pPr>
            <a:lvl7pPr algn="l">
              <a:defRPr sz="1350" b="0" i="0" kern="0" spc="-9">
                <a:solidFill>
                  <a:srgbClr val="0A2540"/>
                </a:solidFill>
                <a:latin typeface="Inter"/>
                <a:ea typeface="Inter"/>
                <a:cs typeface="Inter"/>
              </a:defRPr>
            </a:lvl7pPr>
            <a:lvl8pPr algn="l">
              <a:defRPr sz="1350" b="0" i="0" kern="0" spc="-9">
                <a:solidFill>
                  <a:srgbClr val="0A2540"/>
                </a:solidFill>
                <a:latin typeface="Inter"/>
                <a:ea typeface="Inter"/>
                <a:cs typeface="Inter"/>
              </a:defRPr>
            </a:lvl8pPr>
            <a:lvl9pPr algn="l">
              <a:defRPr sz="1350" b="0" i="0" kern="0" spc="-9">
                <a:solidFill>
                  <a:srgbClr val="0A2540"/>
                </a:solidFill>
                <a:latin typeface="Inter"/>
                <a:ea typeface="Inter"/>
                <a:cs typeface="Inter"/>
              </a:defRPr>
            </a:lvl9pPr>
          </a:lstStyle>
          <a:p>
            <a:pPr algn="l">
              <a:lnSpc>
                <a:spcPct val="100000"/>
              </a:lnSpc>
              <a:buNone/>
              <a:defRPr sz="1350" b="0" i="0" kern="0" spc="-9">
                <a:solidFill>
                  <a:srgbClr val="0A2540"/>
                </a:solidFill>
                <a:latin typeface="Inter"/>
                <a:ea typeface="Inter"/>
                <a:cs typeface="Inter"/>
              </a:defRPr>
            </a:pPr>
            <a:r>
              <a:rPr sz="1350" b="0" i="0" kern="0" spc="-9">
                <a:solidFill>
                  <a:srgbClr val="0A2540"/>
                </a:solidFill>
                <a:latin typeface="Inter"/>
                <a:ea typeface="Inter"/>
                <a:cs typeface="Inter"/>
              </a:rPr>
              <a:t>much.</a:t>
            </a:r>
          </a:p>
        </p:txBody>
      </p:sp>
      <p:sp>
        <p:nvSpPr>
          <p:cNvPr id="37" name="s25 text 8">
            <a:extLst>
              <a:ext uri="{FF2B5EF4-FFF2-40B4-BE49-F238E27FC236}">
                <a16:creationId xmlns:a16="http://schemas.microsoft.com/office/drawing/2014/main" id="{E5282686-1300-45A5-97C3-EF7F22F573BB}"/>
              </a:ext>
            </a:extLst>
          </p:cNvPr>
          <p:cNvSpPr>
            <a:spLocks noGrp="1"/>
          </p:cNvSpPr>
          <p:nvPr/>
        </p:nvSpPr>
        <p:spPr>
          <a:xfrm>
            <a:off x="721519" y="2898130"/>
            <a:ext cx="2371915" cy="218685"/>
          </a:xfrm>
          <a:prstGeom prst="rect">
            <a:avLst/>
          </a:prstGeom>
          <a:noFill/>
          <a:ln w="0">
            <a:noFill/>
            <a:prstDash val="solid"/>
          </a:ln>
        </p:spPr>
        <p:txBody>
          <a:bodyPr wrap="none" lIns="0" tIns="0" rIns="0" bIns="0" anchor="t">
            <a:noAutofit/>
          </a:bodyPr>
          <a:lstStyle>
            <a:defPPr algn="l">
              <a:defRPr sz="1237" b="0" i="0" kern="0" spc="-9">
                <a:solidFill>
                  <a:srgbClr val="0A2540"/>
                </a:solidFill>
                <a:latin typeface="Inter SemiBold"/>
                <a:ea typeface="Inter SemiBold"/>
                <a:cs typeface="Inter SemiBold"/>
              </a:defRPr>
            </a:defPPr>
            <a:lvl1pPr algn="l">
              <a:defRPr sz="1237" b="0" i="0" kern="0" spc="-9">
                <a:solidFill>
                  <a:srgbClr val="0A2540"/>
                </a:solidFill>
                <a:latin typeface="Inter SemiBold"/>
                <a:ea typeface="Inter SemiBold"/>
                <a:cs typeface="Inter SemiBold"/>
              </a:defRPr>
            </a:lvl1pPr>
            <a:lvl2pPr algn="l">
              <a:defRPr sz="1237" b="0" i="0" kern="0" spc="-9">
                <a:solidFill>
                  <a:srgbClr val="0A2540"/>
                </a:solidFill>
                <a:latin typeface="Inter SemiBold"/>
                <a:ea typeface="Inter SemiBold"/>
                <a:cs typeface="Inter SemiBold"/>
              </a:defRPr>
            </a:lvl2pPr>
            <a:lvl3pPr algn="l">
              <a:defRPr sz="1237" b="0" i="0" kern="0" spc="-9">
                <a:solidFill>
                  <a:srgbClr val="0A2540"/>
                </a:solidFill>
                <a:latin typeface="Inter SemiBold"/>
                <a:ea typeface="Inter SemiBold"/>
                <a:cs typeface="Inter SemiBold"/>
              </a:defRPr>
            </a:lvl3pPr>
            <a:lvl4pPr algn="l">
              <a:defRPr sz="1237" b="0" i="0" kern="0" spc="-9">
                <a:solidFill>
                  <a:srgbClr val="0A2540"/>
                </a:solidFill>
                <a:latin typeface="Inter SemiBold"/>
                <a:ea typeface="Inter SemiBold"/>
                <a:cs typeface="Inter SemiBold"/>
              </a:defRPr>
            </a:lvl4pPr>
            <a:lvl5pPr algn="l">
              <a:defRPr sz="1237" b="0" i="0" kern="0" spc="-9">
                <a:solidFill>
                  <a:srgbClr val="0A2540"/>
                </a:solidFill>
                <a:latin typeface="Inter SemiBold"/>
                <a:ea typeface="Inter SemiBold"/>
                <a:cs typeface="Inter SemiBold"/>
              </a:defRPr>
            </a:lvl5pPr>
            <a:lvl6pPr algn="l">
              <a:defRPr sz="1237" b="0" i="0" kern="0" spc="-9">
                <a:solidFill>
                  <a:srgbClr val="0A2540"/>
                </a:solidFill>
                <a:latin typeface="Inter SemiBold"/>
                <a:ea typeface="Inter SemiBold"/>
                <a:cs typeface="Inter SemiBold"/>
              </a:defRPr>
            </a:lvl6pPr>
            <a:lvl7pPr algn="l">
              <a:defRPr sz="1237" b="0" i="0" kern="0" spc="-9">
                <a:solidFill>
                  <a:srgbClr val="0A2540"/>
                </a:solidFill>
                <a:latin typeface="Inter SemiBold"/>
                <a:ea typeface="Inter SemiBold"/>
                <a:cs typeface="Inter SemiBold"/>
              </a:defRPr>
            </a:lvl7pPr>
            <a:lvl8pPr algn="l">
              <a:defRPr sz="1237" b="0" i="0" kern="0" spc="-9">
                <a:solidFill>
                  <a:srgbClr val="0A2540"/>
                </a:solidFill>
                <a:latin typeface="Inter SemiBold"/>
                <a:ea typeface="Inter SemiBold"/>
                <a:cs typeface="Inter SemiBold"/>
              </a:defRPr>
            </a:lvl8pPr>
            <a:lvl9pPr algn="l">
              <a:defRPr sz="1237" b="0" i="0" kern="0" spc="-9">
                <a:solidFill>
                  <a:srgbClr val="0A2540"/>
                </a:solidFill>
                <a:latin typeface="Inter SemiBold"/>
                <a:ea typeface="Inter SemiBold"/>
                <a:cs typeface="Inter SemiBold"/>
              </a:defRPr>
            </a:lvl9pPr>
          </a:lstStyle>
          <a:p>
            <a:pPr algn="l">
              <a:lnSpc>
                <a:spcPct val="100000"/>
              </a:lnSpc>
              <a:buNone/>
              <a:defRPr sz="1237" b="0" i="0" kern="0" spc="-9">
                <a:solidFill>
                  <a:srgbClr val="0A2540"/>
                </a:solidFill>
                <a:latin typeface="Inter SemiBold"/>
                <a:ea typeface="Inter SemiBold"/>
                <a:cs typeface="Inter SemiBold"/>
              </a:defRPr>
            </a:pPr>
            <a:r>
              <a:rPr sz="1237" b="0" i="0" kern="0" spc="-9">
                <a:solidFill>
                  <a:srgbClr val="0A2540"/>
                </a:solidFill>
                <a:latin typeface="Inter SemiBold"/>
                <a:ea typeface="Inter SemiBold"/>
                <a:cs typeface="Inter SemiBold"/>
              </a:rPr>
              <a:t>1 · Both barriers raise the price</a:t>
            </a:r>
          </a:p>
        </p:txBody>
      </p:sp>
      <p:sp>
        <p:nvSpPr>
          <p:cNvPr id="38" name="s25 text 9">
            <a:extLst>
              <a:ext uri="{FF2B5EF4-FFF2-40B4-BE49-F238E27FC236}">
                <a16:creationId xmlns:a16="http://schemas.microsoft.com/office/drawing/2014/main" id="{742438CC-E229-4F9D-87FA-A4E8EB05CE9F}"/>
              </a:ext>
            </a:extLst>
          </p:cNvPr>
          <p:cNvSpPr>
            <a:spLocks noGrp="1"/>
          </p:cNvSpPr>
          <p:nvPr/>
        </p:nvSpPr>
        <p:spPr>
          <a:xfrm>
            <a:off x="721519" y="3299296"/>
            <a:ext cx="2564416"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A tariff fixes the price gap (</a:t>
            </a:r>
          </a:p>
        </p:txBody>
      </p:sp>
      <p:sp>
        <p:nvSpPr>
          <p:cNvPr id="39" name="s25 text 10">
            <a:extLst>
              <a:ext uri="{FF2B5EF4-FFF2-40B4-BE49-F238E27FC236}">
                <a16:creationId xmlns:a16="http://schemas.microsoft.com/office/drawing/2014/main" id="{4C9226EA-8244-4D47-B1AA-C42D11F4FA20}"/>
              </a:ext>
            </a:extLst>
          </p:cNvPr>
          <p:cNvSpPr>
            <a:spLocks noGrp="1"/>
          </p:cNvSpPr>
          <p:nvPr/>
        </p:nvSpPr>
        <p:spPr>
          <a:xfrm>
            <a:off x="3174615" y="3301215"/>
            <a:ext cx="181308" cy="275226"/>
          </a:xfrm>
          <a:prstGeom prst="rect">
            <a:avLst/>
          </a:prstGeom>
          <a:noFill/>
          <a:ln w="0">
            <a:noFill/>
            <a:prstDash val="solid"/>
          </a:ln>
        </p:spPr>
        <p:txBody>
          <a:bodyPr wrap="none" lIns="0" tIns="0" rIns="0" bIns="0" anchor="t">
            <a:noAutofit/>
          </a:bodyPr>
          <a:lstStyle>
            <a:defPPr algn="l">
              <a:defRPr sz="1428" b="0" i="0" kern="0" spc="0">
                <a:solidFill>
                  <a:srgbClr val="3D4D68"/>
                </a:solidFill>
                <a:latin typeface="JetBrains Mono"/>
                <a:ea typeface="JetBrains Mono"/>
                <a:cs typeface="JetBrains Mono"/>
              </a:defRPr>
            </a:defPPr>
            <a:lvl1pPr algn="l">
              <a:defRPr sz="1428" b="0" i="0" kern="0" spc="0">
                <a:solidFill>
                  <a:srgbClr val="3D4D68"/>
                </a:solidFill>
                <a:latin typeface="JetBrains Mono"/>
                <a:ea typeface="JetBrains Mono"/>
                <a:cs typeface="JetBrains Mono"/>
              </a:defRPr>
            </a:lvl1pPr>
            <a:lvl2pPr algn="l">
              <a:defRPr sz="1428" b="0" i="0" kern="0" spc="0">
                <a:solidFill>
                  <a:srgbClr val="3D4D68"/>
                </a:solidFill>
                <a:latin typeface="JetBrains Mono"/>
                <a:ea typeface="JetBrains Mono"/>
                <a:cs typeface="JetBrains Mono"/>
              </a:defRPr>
            </a:lvl2pPr>
            <a:lvl3pPr algn="l">
              <a:defRPr sz="1428" b="0" i="0" kern="0" spc="0">
                <a:solidFill>
                  <a:srgbClr val="3D4D68"/>
                </a:solidFill>
                <a:latin typeface="JetBrains Mono"/>
                <a:ea typeface="JetBrains Mono"/>
                <a:cs typeface="JetBrains Mono"/>
              </a:defRPr>
            </a:lvl3pPr>
            <a:lvl4pPr algn="l">
              <a:defRPr sz="1428" b="0" i="0" kern="0" spc="0">
                <a:solidFill>
                  <a:srgbClr val="3D4D68"/>
                </a:solidFill>
                <a:latin typeface="JetBrains Mono"/>
                <a:ea typeface="JetBrains Mono"/>
                <a:cs typeface="JetBrains Mono"/>
              </a:defRPr>
            </a:lvl4pPr>
            <a:lvl5pPr algn="l">
              <a:defRPr sz="1428" b="0" i="0" kern="0" spc="0">
                <a:solidFill>
                  <a:srgbClr val="3D4D68"/>
                </a:solidFill>
                <a:latin typeface="JetBrains Mono"/>
                <a:ea typeface="JetBrains Mono"/>
                <a:cs typeface="JetBrains Mono"/>
              </a:defRPr>
            </a:lvl5pPr>
            <a:lvl6pPr algn="l">
              <a:defRPr sz="1428" b="0" i="0" kern="0" spc="0">
                <a:solidFill>
                  <a:srgbClr val="3D4D68"/>
                </a:solidFill>
                <a:latin typeface="JetBrains Mono"/>
                <a:ea typeface="JetBrains Mono"/>
                <a:cs typeface="JetBrains Mono"/>
              </a:defRPr>
            </a:lvl6pPr>
            <a:lvl7pPr algn="l">
              <a:defRPr sz="1428" b="0" i="0" kern="0" spc="0">
                <a:solidFill>
                  <a:srgbClr val="3D4D68"/>
                </a:solidFill>
                <a:latin typeface="JetBrains Mono"/>
                <a:ea typeface="JetBrains Mono"/>
                <a:cs typeface="JetBrains Mono"/>
              </a:defRPr>
            </a:lvl7pPr>
            <a:lvl8pPr algn="l">
              <a:defRPr sz="1428" b="0" i="0" kern="0" spc="0">
                <a:solidFill>
                  <a:srgbClr val="3D4D68"/>
                </a:solidFill>
                <a:latin typeface="JetBrains Mono"/>
                <a:ea typeface="JetBrains Mono"/>
                <a:cs typeface="JetBrains Mono"/>
              </a:defRPr>
            </a:lvl8pPr>
            <a:lvl9pPr algn="l">
              <a:defRPr sz="1428" b="0" i="0" kern="0" spc="0">
                <a:solidFill>
                  <a:srgbClr val="3D4D68"/>
                </a:solidFill>
                <a:latin typeface="JetBrains Mono"/>
                <a:ea typeface="JetBrains Mono"/>
                <a:cs typeface="JetBrains Mono"/>
              </a:defRPr>
            </a:lvl9pPr>
          </a:lstStyle>
          <a:p>
            <a:pPr algn="l">
              <a:lnSpc>
                <a:spcPct val="100000"/>
              </a:lnSpc>
              <a:buNone/>
              <a:defRPr sz="1428" b="0" i="0" kern="0" spc="0">
                <a:solidFill>
                  <a:srgbClr val="3D4D68"/>
                </a:solidFill>
                <a:latin typeface="JetBrains Mono"/>
                <a:ea typeface="JetBrains Mono"/>
                <a:cs typeface="JetBrains Mono"/>
              </a:defRPr>
            </a:pPr>
            <a:r>
              <a:rPr sz="1428" b="0" i="0" kern="0" spc="0">
                <a:solidFill>
                  <a:srgbClr val="3D4D68"/>
                </a:solidFill>
                <a:latin typeface="JetBrains Mono"/>
                <a:ea typeface="JetBrains Mono"/>
                <a:cs typeface="JetBrains Mono"/>
              </a:rPr>
              <a:t>t</a:t>
            </a:r>
          </a:p>
        </p:txBody>
      </p:sp>
      <p:sp>
        <p:nvSpPr>
          <p:cNvPr id="40" name="s25 text 11">
            <a:extLst>
              <a:ext uri="{FF2B5EF4-FFF2-40B4-BE49-F238E27FC236}">
                <a16:creationId xmlns:a16="http://schemas.microsoft.com/office/drawing/2014/main" id="{8793DA69-473A-45AF-81F9-6B68F449E62B}"/>
              </a:ext>
            </a:extLst>
          </p:cNvPr>
          <p:cNvSpPr>
            <a:spLocks noGrp="1"/>
          </p:cNvSpPr>
          <p:nvPr/>
        </p:nvSpPr>
        <p:spPr>
          <a:xfrm>
            <a:off x="3282330" y="3299296"/>
            <a:ext cx="942689"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 a quota</a:t>
            </a:r>
          </a:p>
        </p:txBody>
      </p:sp>
      <p:sp>
        <p:nvSpPr>
          <p:cNvPr id="41" name="s25 text 12">
            <a:extLst>
              <a:ext uri="{FF2B5EF4-FFF2-40B4-BE49-F238E27FC236}">
                <a16:creationId xmlns:a16="http://schemas.microsoft.com/office/drawing/2014/main" id="{B6F77744-3F4F-44ED-AA31-568782D1D55C}"/>
              </a:ext>
            </a:extLst>
          </p:cNvPr>
          <p:cNvSpPr>
            <a:spLocks noGrp="1"/>
          </p:cNvSpPr>
          <p:nvPr/>
        </p:nvSpPr>
        <p:spPr>
          <a:xfrm>
            <a:off x="721519" y="3577902"/>
            <a:ext cx="3668935"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fixes the quantity and lets the price rise</a:t>
            </a:r>
          </a:p>
        </p:txBody>
      </p:sp>
      <p:sp>
        <p:nvSpPr>
          <p:cNvPr id="42" name="s25 text 13">
            <a:extLst>
              <a:ext uri="{FF2B5EF4-FFF2-40B4-BE49-F238E27FC236}">
                <a16:creationId xmlns:a16="http://schemas.microsoft.com/office/drawing/2014/main" id="{C9AA8A9E-112C-46AC-AA59-CF0E86513D8B}"/>
              </a:ext>
            </a:extLst>
          </p:cNvPr>
          <p:cNvSpPr>
            <a:spLocks noGrp="1"/>
          </p:cNvSpPr>
          <p:nvPr/>
        </p:nvSpPr>
        <p:spPr>
          <a:xfrm>
            <a:off x="721519" y="3849365"/>
            <a:ext cx="3546348"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to the level that clears the market with</a:t>
            </a:r>
          </a:p>
        </p:txBody>
      </p:sp>
      <p:sp>
        <p:nvSpPr>
          <p:cNvPr id="43" name="s25 text 14">
            <a:extLst>
              <a:ext uri="{FF2B5EF4-FFF2-40B4-BE49-F238E27FC236}">
                <a16:creationId xmlns:a16="http://schemas.microsoft.com/office/drawing/2014/main" id="{8BF147CF-99BF-4177-81B2-018750F8D526}"/>
              </a:ext>
            </a:extLst>
          </p:cNvPr>
          <p:cNvSpPr>
            <a:spLocks noGrp="1"/>
          </p:cNvSpPr>
          <p:nvPr/>
        </p:nvSpPr>
        <p:spPr>
          <a:xfrm>
            <a:off x="721519" y="4120827"/>
            <a:ext cx="1382077"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those imports.</a:t>
            </a:r>
          </a:p>
        </p:txBody>
      </p:sp>
      <p:sp>
        <p:nvSpPr>
          <p:cNvPr id="44" name="s25 text 15">
            <a:extLst>
              <a:ext uri="{FF2B5EF4-FFF2-40B4-BE49-F238E27FC236}">
                <a16:creationId xmlns:a16="http://schemas.microsoft.com/office/drawing/2014/main" id="{EBACAC39-8840-472C-8197-DF2C0ECF974D}"/>
              </a:ext>
            </a:extLst>
          </p:cNvPr>
          <p:cNvSpPr>
            <a:spLocks noGrp="1"/>
          </p:cNvSpPr>
          <p:nvPr/>
        </p:nvSpPr>
        <p:spPr>
          <a:xfrm>
            <a:off x="5007769" y="2898130"/>
            <a:ext cx="2558320" cy="218685"/>
          </a:xfrm>
          <a:prstGeom prst="rect">
            <a:avLst/>
          </a:prstGeom>
          <a:noFill/>
          <a:ln w="0">
            <a:noFill/>
            <a:prstDash val="solid"/>
          </a:ln>
        </p:spPr>
        <p:txBody>
          <a:bodyPr wrap="none" lIns="0" tIns="0" rIns="0" bIns="0" anchor="t">
            <a:noAutofit/>
          </a:bodyPr>
          <a:lstStyle>
            <a:defPPr algn="l">
              <a:defRPr sz="1237" b="0" i="0" kern="0" spc="-9">
                <a:solidFill>
                  <a:srgbClr val="0A2540"/>
                </a:solidFill>
                <a:latin typeface="Inter SemiBold"/>
                <a:ea typeface="Inter SemiBold"/>
                <a:cs typeface="Inter SemiBold"/>
              </a:defRPr>
            </a:defPPr>
            <a:lvl1pPr algn="l">
              <a:defRPr sz="1237" b="0" i="0" kern="0" spc="-9">
                <a:solidFill>
                  <a:srgbClr val="0A2540"/>
                </a:solidFill>
                <a:latin typeface="Inter SemiBold"/>
                <a:ea typeface="Inter SemiBold"/>
                <a:cs typeface="Inter SemiBold"/>
              </a:defRPr>
            </a:lvl1pPr>
            <a:lvl2pPr algn="l">
              <a:defRPr sz="1237" b="0" i="0" kern="0" spc="-9">
                <a:solidFill>
                  <a:srgbClr val="0A2540"/>
                </a:solidFill>
                <a:latin typeface="Inter SemiBold"/>
                <a:ea typeface="Inter SemiBold"/>
                <a:cs typeface="Inter SemiBold"/>
              </a:defRPr>
            </a:lvl2pPr>
            <a:lvl3pPr algn="l">
              <a:defRPr sz="1237" b="0" i="0" kern="0" spc="-9">
                <a:solidFill>
                  <a:srgbClr val="0A2540"/>
                </a:solidFill>
                <a:latin typeface="Inter SemiBold"/>
                <a:ea typeface="Inter SemiBold"/>
                <a:cs typeface="Inter SemiBold"/>
              </a:defRPr>
            </a:lvl3pPr>
            <a:lvl4pPr algn="l">
              <a:defRPr sz="1237" b="0" i="0" kern="0" spc="-9">
                <a:solidFill>
                  <a:srgbClr val="0A2540"/>
                </a:solidFill>
                <a:latin typeface="Inter SemiBold"/>
                <a:ea typeface="Inter SemiBold"/>
                <a:cs typeface="Inter SemiBold"/>
              </a:defRPr>
            </a:lvl4pPr>
            <a:lvl5pPr algn="l">
              <a:defRPr sz="1237" b="0" i="0" kern="0" spc="-9">
                <a:solidFill>
                  <a:srgbClr val="0A2540"/>
                </a:solidFill>
                <a:latin typeface="Inter SemiBold"/>
                <a:ea typeface="Inter SemiBold"/>
                <a:cs typeface="Inter SemiBold"/>
              </a:defRPr>
            </a:lvl5pPr>
            <a:lvl6pPr algn="l">
              <a:defRPr sz="1237" b="0" i="0" kern="0" spc="-9">
                <a:solidFill>
                  <a:srgbClr val="0A2540"/>
                </a:solidFill>
                <a:latin typeface="Inter SemiBold"/>
                <a:ea typeface="Inter SemiBold"/>
                <a:cs typeface="Inter SemiBold"/>
              </a:defRPr>
            </a:lvl6pPr>
            <a:lvl7pPr algn="l">
              <a:defRPr sz="1237" b="0" i="0" kern="0" spc="-9">
                <a:solidFill>
                  <a:srgbClr val="0A2540"/>
                </a:solidFill>
                <a:latin typeface="Inter SemiBold"/>
                <a:ea typeface="Inter SemiBold"/>
                <a:cs typeface="Inter SemiBold"/>
              </a:defRPr>
            </a:lvl7pPr>
            <a:lvl8pPr algn="l">
              <a:defRPr sz="1237" b="0" i="0" kern="0" spc="-9">
                <a:solidFill>
                  <a:srgbClr val="0A2540"/>
                </a:solidFill>
                <a:latin typeface="Inter SemiBold"/>
                <a:ea typeface="Inter SemiBold"/>
                <a:cs typeface="Inter SemiBold"/>
              </a:defRPr>
            </a:lvl8pPr>
            <a:lvl9pPr algn="l">
              <a:defRPr sz="1237" b="0" i="0" kern="0" spc="-9">
                <a:solidFill>
                  <a:srgbClr val="0A2540"/>
                </a:solidFill>
                <a:latin typeface="Inter SemiBold"/>
                <a:ea typeface="Inter SemiBold"/>
                <a:cs typeface="Inter SemiBold"/>
              </a:defRPr>
            </a:lvl9pPr>
          </a:lstStyle>
          <a:p>
            <a:pPr algn="l">
              <a:lnSpc>
                <a:spcPct val="100000"/>
              </a:lnSpc>
              <a:buNone/>
              <a:defRPr sz="1237" b="0" i="0" kern="0" spc="-9">
                <a:solidFill>
                  <a:srgbClr val="0A2540"/>
                </a:solidFill>
                <a:latin typeface="Inter SemiBold"/>
                <a:ea typeface="Inter SemiBold"/>
                <a:cs typeface="Inter SemiBold"/>
              </a:defRPr>
            </a:pPr>
            <a:r>
              <a:rPr sz="1237" b="0" i="0" kern="0" spc="-9">
                <a:solidFill>
                  <a:srgbClr val="0A2540"/>
                </a:solidFill>
                <a:latin typeface="Inter SemiBold"/>
                <a:ea typeface="Inter SemiBold"/>
                <a:cs typeface="Inter SemiBold"/>
              </a:rPr>
              <a:t>2 · Someone always gets the gap</a:t>
            </a:r>
          </a:p>
        </p:txBody>
      </p:sp>
      <p:sp>
        <p:nvSpPr>
          <p:cNvPr id="45" name="s25 text 16">
            <a:extLst>
              <a:ext uri="{FF2B5EF4-FFF2-40B4-BE49-F238E27FC236}">
                <a16:creationId xmlns:a16="http://schemas.microsoft.com/office/drawing/2014/main" id="{0990E4B7-7DB9-4672-957F-CFB93CBFF4DA}"/>
              </a:ext>
            </a:extLst>
          </p:cNvPr>
          <p:cNvSpPr>
            <a:spLocks noGrp="1"/>
          </p:cNvSpPr>
          <p:nvPr/>
        </p:nvSpPr>
        <p:spPr>
          <a:xfrm>
            <a:off x="5007769" y="3299296"/>
            <a:ext cx="580930" cy="268386"/>
          </a:xfrm>
          <a:prstGeom prst="rect">
            <a:avLst/>
          </a:prstGeom>
          <a:noFill/>
          <a:ln w="0">
            <a:noFill/>
            <a:prstDash val="solid"/>
          </a:ln>
        </p:spPr>
        <p:txBody>
          <a:bodyPr wrap="none" lIns="0" tIns="0" rIns="0" bIns="0" anchor="t">
            <a:noAutofit/>
          </a:bodyPr>
          <a:lstStyle>
            <a:defPPr algn="l">
              <a:defRPr sz="1519" b="1" i="0" kern="0" spc="-11">
                <a:solidFill>
                  <a:srgbClr val="D97706"/>
                </a:solidFill>
                <a:latin typeface="Inter"/>
                <a:ea typeface="Inter"/>
                <a:cs typeface="Inter"/>
              </a:defRPr>
            </a:defPPr>
            <a:lvl1pPr algn="l">
              <a:defRPr sz="1519" b="1" i="0" kern="0" spc="-11">
                <a:solidFill>
                  <a:srgbClr val="D97706"/>
                </a:solidFill>
                <a:latin typeface="Inter"/>
                <a:ea typeface="Inter"/>
                <a:cs typeface="Inter"/>
              </a:defRPr>
            </a:lvl1pPr>
            <a:lvl2pPr algn="l">
              <a:defRPr sz="1519" b="1" i="0" kern="0" spc="-11">
                <a:solidFill>
                  <a:srgbClr val="D97706"/>
                </a:solidFill>
                <a:latin typeface="Inter"/>
                <a:ea typeface="Inter"/>
                <a:cs typeface="Inter"/>
              </a:defRPr>
            </a:lvl2pPr>
            <a:lvl3pPr algn="l">
              <a:defRPr sz="1519" b="1" i="0" kern="0" spc="-11">
                <a:solidFill>
                  <a:srgbClr val="D97706"/>
                </a:solidFill>
                <a:latin typeface="Inter"/>
                <a:ea typeface="Inter"/>
                <a:cs typeface="Inter"/>
              </a:defRPr>
            </a:lvl3pPr>
            <a:lvl4pPr algn="l">
              <a:defRPr sz="1519" b="1" i="0" kern="0" spc="-11">
                <a:solidFill>
                  <a:srgbClr val="D97706"/>
                </a:solidFill>
                <a:latin typeface="Inter"/>
                <a:ea typeface="Inter"/>
                <a:cs typeface="Inter"/>
              </a:defRPr>
            </a:lvl4pPr>
            <a:lvl5pPr algn="l">
              <a:defRPr sz="1519" b="1" i="0" kern="0" spc="-11">
                <a:solidFill>
                  <a:srgbClr val="D97706"/>
                </a:solidFill>
                <a:latin typeface="Inter"/>
                <a:ea typeface="Inter"/>
                <a:cs typeface="Inter"/>
              </a:defRPr>
            </a:lvl5pPr>
            <a:lvl6pPr algn="l">
              <a:defRPr sz="1519" b="1" i="0" kern="0" spc="-11">
                <a:solidFill>
                  <a:srgbClr val="D97706"/>
                </a:solidFill>
                <a:latin typeface="Inter"/>
                <a:ea typeface="Inter"/>
                <a:cs typeface="Inter"/>
              </a:defRPr>
            </a:lvl6pPr>
            <a:lvl7pPr algn="l">
              <a:defRPr sz="1519" b="1" i="0" kern="0" spc="-11">
                <a:solidFill>
                  <a:srgbClr val="D97706"/>
                </a:solidFill>
                <a:latin typeface="Inter"/>
                <a:ea typeface="Inter"/>
                <a:cs typeface="Inter"/>
              </a:defRPr>
            </a:lvl7pPr>
            <a:lvl8pPr algn="l">
              <a:defRPr sz="1519" b="1" i="0" kern="0" spc="-11">
                <a:solidFill>
                  <a:srgbClr val="D97706"/>
                </a:solidFill>
                <a:latin typeface="Inter"/>
                <a:ea typeface="Inter"/>
                <a:cs typeface="Inter"/>
              </a:defRPr>
            </a:lvl8pPr>
            <a:lvl9pPr algn="l">
              <a:defRPr sz="1519" b="1" i="0" kern="0" spc="-11">
                <a:solidFill>
                  <a:srgbClr val="D97706"/>
                </a:solidFill>
                <a:latin typeface="Inter"/>
                <a:ea typeface="Inter"/>
                <a:cs typeface="Inter"/>
              </a:defRPr>
            </a:lvl9pPr>
          </a:lstStyle>
          <a:p>
            <a:pPr algn="l">
              <a:lnSpc>
                <a:spcPct val="100000"/>
              </a:lnSpc>
              <a:buNone/>
              <a:defRPr sz="1519" b="1" i="0" kern="0" spc="-11">
                <a:solidFill>
                  <a:srgbClr val="D97706"/>
                </a:solidFill>
                <a:latin typeface="Inter"/>
                <a:ea typeface="Inter"/>
                <a:cs typeface="Inter"/>
              </a:defRPr>
            </a:pPr>
            <a:r>
              <a:rPr sz="1519" b="1" i="0" kern="0" spc="-11">
                <a:solidFill>
                  <a:srgbClr val="D97706"/>
                </a:solidFill>
                <a:latin typeface="Inter"/>
                <a:ea typeface="Inter"/>
                <a:cs typeface="Inter"/>
              </a:rPr>
              <a:t>Tariff</a:t>
            </a:r>
          </a:p>
        </p:txBody>
      </p:sp>
      <p:sp>
        <p:nvSpPr>
          <p:cNvPr id="46" name="s25 text 17">
            <a:extLst>
              <a:ext uri="{FF2B5EF4-FFF2-40B4-BE49-F238E27FC236}">
                <a16:creationId xmlns:a16="http://schemas.microsoft.com/office/drawing/2014/main" id="{2964BFBF-647C-4629-8355-7F9484A44333}"/>
              </a:ext>
            </a:extLst>
          </p:cNvPr>
          <p:cNvSpPr>
            <a:spLocks noGrp="1"/>
          </p:cNvSpPr>
          <p:nvPr/>
        </p:nvSpPr>
        <p:spPr>
          <a:xfrm>
            <a:off x="5549197" y="3308385"/>
            <a:ext cx="270034" cy="255064"/>
          </a:xfrm>
          <a:prstGeom prst="rect">
            <a:avLst/>
          </a:prstGeom>
          <a:noFill/>
          <a:ln w="0">
            <a:noFill/>
            <a:prstDash val="solid"/>
          </a:ln>
        </p:spPr>
        <p:txBody>
          <a:bodyPr wrap="none" lIns="0" tIns="0" rIns="0" bIns="0" anchor="t">
            <a:noAutofit/>
          </a:bodyPr>
          <a:lstStyle>
            <a:defPPr algn="l">
              <a:defRPr sz="1519" b="0" i="0" kern="0" spc="0">
                <a:solidFill>
                  <a:srgbClr val="D97706"/>
                </a:solidFill>
                <a:latin typeface="Arial"/>
                <a:ea typeface="Arial"/>
                <a:cs typeface="Arial"/>
              </a:defRPr>
            </a:defPPr>
            <a:lvl1pPr algn="l">
              <a:defRPr sz="1519" b="0" i="0" kern="0" spc="0">
                <a:solidFill>
                  <a:srgbClr val="D97706"/>
                </a:solidFill>
                <a:latin typeface="Arial"/>
                <a:ea typeface="Arial"/>
                <a:cs typeface="Arial"/>
              </a:defRPr>
            </a:lvl1pPr>
            <a:lvl2pPr algn="l">
              <a:defRPr sz="1519" b="0" i="0" kern="0" spc="0">
                <a:solidFill>
                  <a:srgbClr val="D97706"/>
                </a:solidFill>
                <a:latin typeface="Arial"/>
                <a:ea typeface="Arial"/>
                <a:cs typeface="Arial"/>
              </a:defRPr>
            </a:lvl2pPr>
            <a:lvl3pPr algn="l">
              <a:defRPr sz="1519" b="0" i="0" kern="0" spc="0">
                <a:solidFill>
                  <a:srgbClr val="D97706"/>
                </a:solidFill>
                <a:latin typeface="Arial"/>
                <a:ea typeface="Arial"/>
                <a:cs typeface="Arial"/>
              </a:defRPr>
            </a:lvl3pPr>
            <a:lvl4pPr algn="l">
              <a:defRPr sz="1519" b="0" i="0" kern="0" spc="0">
                <a:solidFill>
                  <a:srgbClr val="D97706"/>
                </a:solidFill>
                <a:latin typeface="Arial"/>
                <a:ea typeface="Arial"/>
                <a:cs typeface="Arial"/>
              </a:defRPr>
            </a:lvl4pPr>
            <a:lvl5pPr algn="l">
              <a:defRPr sz="1519" b="0" i="0" kern="0" spc="0">
                <a:solidFill>
                  <a:srgbClr val="D97706"/>
                </a:solidFill>
                <a:latin typeface="Arial"/>
                <a:ea typeface="Arial"/>
                <a:cs typeface="Arial"/>
              </a:defRPr>
            </a:lvl5pPr>
            <a:lvl6pPr algn="l">
              <a:defRPr sz="1519" b="0" i="0" kern="0" spc="0">
                <a:solidFill>
                  <a:srgbClr val="D97706"/>
                </a:solidFill>
                <a:latin typeface="Arial"/>
                <a:ea typeface="Arial"/>
                <a:cs typeface="Arial"/>
              </a:defRPr>
            </a:lvl6pPr>
            <a:lvl7pPr algn="l">
              <a:defRPr sz="1519" b="0" i="0" kern="0" spc="0">
                <a:solidFill>
                  <a:srgbClr val="D97706"/>
                </a:solidFill>
                <a:latin typeface="Arial"/>
                <a:ea typeface="Arial"/>
                <a:cs typeface="Arial"/>
              </a:defRPr>
            </a:lvl7pPr>
            <a:lvl8pPr algn="l">
              <a:defRPr sz="1519" b="0" i="0" kern="0" spc="0">
                <a:solidFill>
                  <a:srgbClr val="D97706"/>
                </a:solidFill>
                <a:latin typeface="Arial"/>
                <a:ea typeface="Arial"/>
                <a:cs typeface="Arial"/>
              </a:defRPr>
            </a:lvl8pPr>
            <a:lvl9pPr algn="l">
              <a:defRPr sz="1519" b="0" i="0" kern="0" spc="0">
                <a:solidFill>
                  <a:srgbClr val="D97706"/>
                </a:solidFill>
                <a:latin typeface="Arial"/>
                <a:ea typeface="Arial"/>
                <a:cs typeface="Arial"/>
              </a:defRPr>
            </a:lvl9pPr>
          </a:lstStyle>
          <a:p>
            <a:pPr algn="l">
              <a:lnSpc>
                <a:spcPct val="100000"/>
              </a:lnSpc>
              <a:buNone/>
              <a:defRPr sz="1519" b="0" i="0" kern="0" spc="0">
                <a:solidFill>
                  <a:srgbClr val="D97706"/>
                </a:solidFill>
                <a:latin typeface="Arial"/>
                <a:ea typeface="Arial"/>
                <a:cs typeface="Arial"/>
              </a:defRPr>
            </a:pPr>
            <a:r>
              <a:rPr sz="1519" b="0" i="0" kern="0" spc="0">
                <a:solidFill>
                  <a:srgbClr val="D97706"/>
                </a:solidFill>
                <a:latin typeface="Arial"/>
                <a:ea typeface="Arial"/>
                <a:cs typeface="Arial"/>
              </a:rPr>
              <a:t>→</a:t>
            </a:r>
          </a:p>
        </p:txBody>
      </p:sp>
      <p:sp>
        <p:nvSpPr>
          <p:cNvPr id="47" name="s25 text 18">
            <a:extLst>
              <a:ext uri="{FF2B5EF4-FFF2-40B4-BE49-F238E27FC236}">
                <a16:creationId xmlns:a16="http://schemas.microsoft.com/office/drawing/2014/main" id="{933F7E83-777D-4285-8A77-8DA6BF2511DA}"/>
              </a:ext>
            </a:extLst>
          </p:cNvPr>
          <p:cNvSpPr>
            <a:spLocks noGrp="1"/>
          </p:cNvSpPr>
          <p:nvPr/>
        </p:nvSpPr>
        <p:spPr>
          <a:xfrm>
            <a:off x="5785470" y="3299296"/>
            <a:ext cx="2250281" cy="268386"/>
          </a:xfrm>
          <a:prstGeom prst="rect">
            <a:avLst/>
          </a:prstGeom>
          <a:noFill/>
          <a:ln w="0">
            <a:noFill/>
            <a:prstDash val="solid"/>
          </a:ln>
        </p:spPr>
        <p:txBody>
          <a:bodyPr wrap="none" lIns="0" tIns="0" rIns="0" bIns="0" anchor="t">
            <a:noAutofit/>
          </a:bodyPr>
          <a:lstStyle>
            <a:defPPr algn="l">
              <a:defRPr sz="1519" b="1" i="0" kern="0" spc="-4">
                <a:solidFill>
                  <a:srgbClr val="D97706"/>
                </a:solidFill>
                <a:latin typeface="Inter"/>
                <a:ea typeface="Inter"/>
                <a:cs typeface="Inter"/>
              </a:defRPr>
            </a:defPPr>
            <a:lvl1pPr algn="l">
              <a:defRPr sz="1519" b="1" i="0" kern="0" spc="-4">
                <a:solidFill>
                  <a:srgbClr val="D97706"/>
                </a:solidFill>
                <a:latin typeface="Inter"/>
                <a:ea typeface="Inter"/>
                <a:cs typeface="Inter"/>
              </a:defRPr>
            </a:lvl1pPr>
            <a:lvl2pPr algn="l">
              <a:defRPr sz="1519" b="1" i="0" kern="0" spc="-4">
                <a:solidFill>
                  <a:srgbClr val="D97706"/>
                </a:solidFill>
                <a:latin typeface="Inter"/>
                <a:ea typeface="Inter"/>
                <a:cs typeface="Inter"/>
              </a:defRPr>
            </a:lvl2pPr>
            <a:lvl3pPr algn="l">
              <a:defRPr sz="1519" b="1" i="0" kern="0" spc="-4">
                <a:solidFill>
                  <a:srgbClr val="D97706"/>
                </a:solidFill>
                <a:latin typeface="Inter"/>
                <a:ea typeface="Inter"/>
                <a:cs typeface="Inter"/>
              </a:defRPr>
            </a:lvl3pPr>
            <a:lvl4pPr algn="l">
              <a:defRPr sz="1519" b="1" i="0" kern="0" spc="-4">
                <a:solidFill>
                  <a:srgbClr val="D97706"/>
                </a:solidFill>
                <a:latin typeface="Inter"/>
                <a:ea typeface="Inter"/>
                <a:cs typeface="Inter"/>
              </a:defRPr>
            </a:lvl4pPr>
            <a:lvl5pPr algn="l">
              <a:defRPr sz="1519" b="1" i="0" kern="0" spc="-4">
                <a:solidFill>
                  <a:srgbClr val="D97706"/>
                </a:solidFill>
                <a:latin typeface="Inter"/>
                <a:ea typeface="Inter"/>
                <a:cs typeface="Inter"/>
              </a:defRPr>
            </a:lvl5pPr>
            <a:lvl6pPr algn="l">
              <a:defRPr sz="1519" b="1" i="0" kern="0" spc="-4">
                <a:solidFill>
                  <a:srgbClr val="D97706"/>
                </a:solidFill>
                <a:latin typeface="Inter"/>
                <a:ea typeface="Inter"/>
                <a:cs typeface="Inter"/>
              </a:defRPr>
            </a:lvl6pPr>
            <a:lvl7pPr algn="l">
              <a:defRPr sz="1519" b="1" i="0" kern="0" spc="-4">
                <a:solidFill>
                  <a:srgbClr val="D97706"/>
                </a:solidFill>
                <a:latin typeface="Inter"/>
                <a:ea typeface="Inter"/>
                <a:cs typeface="Inter"/>
              </a:defRPr>
            </a:lvl7pPr>
            <a:lvl8pPr algn="l">
              <a:defRPr sz="1519" b="1" i="0" kern="0" spc="-4">
                <a:solidFill>
                  <a:srgbClr val="D97706"/>
                </a:solidFill>
                <a:latin typeface="Inter"/>
                <a:ea typeface="Inter"/>
                <a:cs typeface="Inter"/>
              </a:defRPr>
            </a:lvl8pPr>
            <a:lvl9pPr algn="l">
              <a:defRPr sz="1519" b="1" i="0" kern="0" spc="-4">
                <a:solidFill>
                  <a:srgbClr val="D97706"/>
                </a:solidFill>
                <a:latin typeface="Inter"/>
                <a:ea typeface="Inter"/>
                <a:cs typeface="Inter"/>
              </a:defRPr>
            </a:lvl9pPr>
          </a:lstStyle>
          <a:p>
            <a:pPr algn="l">
              <a:lnSpc>
                <a:spcPct val="100000"/>
              </a:lnSpc>
              <a:buNone/>
              <a:defRPr sz="1519" b="1" i="0" kern="0" spc="-4">
                <a:solidFill>
                  <a:srgbClr val="D97706"/>
                </a:solidFill>
                <a:latin typeface="Inter"/>
                <a:ea typeface="Inter"/>
                <a:cs typeface="Inter"/>
              </a:defRPr>
            </a:pPr>
            <a:r>
              <a:rPr sz="1519" b="1" i="0" kern="0" spc="-4">
                <a:solidFill>
                  <a:srgbClr val="D97706"/>
                </a:solidFill>
                <a:latin typeface="Inter"/>
                <a:ea typeface="Inter"/>
                <a:cs typeface="Inter"/>
              </a:rPr>
              <a:t>the government. Quota</a:t>
            </a:r>
          </a:p>
        </p:txBody>
      </p:sp>
      <p:sp>
        <p:nvSpPr>
          <p:cNvPr id="48" name="s25 text 19">
            <a:extLst>
              <a:ext uri="{FF2B5EF4-FFF2-40B4-BE49-F238E27FC236}">
                <a16:creationId xmlns:a16="http://schemas.microsoft.com/office/drawing/2014/main" id="{5E50F1C7-F19C-46F3-98EF-540B43828AA8}"/>
              </a:ext>
            </a:extLst>
          </p:cNvPr>
          <p:cNvSpPr>
            <a:spLocks noGrp="1"/>
          </p:cNvSpPr>
          <p:nvPr/>
        </p:nvSpPr>
        <p:spPr>
          <a:xfrm>
            <a:off x="7993765" y="3308385"/>
            <a:ext cx="270034" cy="255064"/>
          </a:xfrm>
          <a:prstGeom prst="rect">
            <a:avLst/>
          </a:prstGeom>
          <a:noFill/>
          <a:ln w="0">
            <a:noFill/>
            <a:prstDash val="solid"/>
          </a:ln>
        </p:spPr>
        <p:txBody>
          <a:bodyPr wrap="none" lIns="0" tIns="0" rIns="0" bIns="0" anchor="t">
            <a:noAutofit/>
          </a:bodyPr>
          <a:lstStyle>
            <a:defPPr algn="l">
              <a:defRPr sz="1519" b="0" i="0" kern="0" spc="0">
                <a:solidFill>
                  <a:srgbClr val="D97706"/>
                </a:solidFill>
                <a:latin typeface="Arial"/>
                <a:ea typeface="Arial"/>
                <a:cs typeface="Arial"/>
              </a:defRPr>
            </a:defPPr>
            <a:lvl1pPr algn="l">
              <a:defRPr sz="1519" b="0" i="0" kern="0" spc="0">
                <a:solidFill>
                  <a:srgbClr val="D97706"/>
                </a:solidFill>
                <a:latin typeface="Arial"/>
                <a:ea typeface="Arial"/>
                <a:cs typeface="Arial"/>
              </a:defRPr>
            </a:lvl1pPr>
            <a:lvl2pPr algn="l">
              <a:defRPr sz="1519" b="0" i="0" kern="0" spc="0">
                <a:solidFill>
                  <a:srgbClr val="D97706"/>
                </a:solidFill>
                <a:latin typeface="Arial"/>
                <a:ea typeface="Arial"/>
                <a:cs typeface="Arial"/>
              </a:defRPr>
            </a:lvl2pPr>
            <a:lvl3pPr algn="l">
              <a:defRPr sz="1519" b="0" i="0" kern="0" spc="0">
                <a:solidFill>
                  <a:srgbClr val="D97706"/>
                </a:solidFill>
                <a:latin typeface="Arial"/>
                <a:ea typeface="Arial"/>
                <a:cs typeface="Arial"/>
              </a:defRPr>
            </a:lvl3pPr>
            <a:lvl4pPr algn="l">
              <a:defRPr sz="1519" b="0" i="0" kern="0" spc="0">
                <a:solidFill>
                  <a:srgbClr val="D97706"/>
                </a:solidFill>
                <a:latin typeface="Arial"/>
                <a:ea typeface="Arial"/>
                <a:cs typeface="Arial"/>
              </a:defRPr>
            </a:lvl4pPr>
            <a:lvl5pPr algn="l">
              <a:defRPr sz="1519" b="0" i="0" kern="0" spc="0">
                <a:solidFill>
                  <a:srgbClr val="D97706"/>
                </a:solidFill>
                <a:latin typeface="Arial"/>
                <a:ea typeface="Arial"/>
                <a:cs typeface="Arial"/>
              </a:defRPr>
            </a:lvl5pPr>
            <a:lvl6pPr algn="l">
              <a:defRPr sz="1519" b="0" i="0" kern="0" spc="0">
                <a:solidFill>
                  <a:srgbClr val="D97706"/>
                </a:solidFill>
                <a:latin typeface="Arial"/>
                <a:ea typeface="Arial"/>
                <a:cs typeface="Arial"/>
              </a:defRPr>
            </a:lvl6pPr>
            <a:lvl7pPr algn="l">
              <a:defRPr sz="1519" b="0" i="0" kern="0" spc="0">
                <a:solidFill>
                  <a:srgbClr val="D97706"/>
                </a:solidFill>
                <a:latin typeface="Arial"/>
                <a:ea typeface="Arial"/>
                <a:cs typeface="Arial"/>
              </a:defRPr>
            </a:lvl7pPr>
            <a:lvl8pPr algn="l">
              <a:defRPr sz="1519" b="0" i="0" kern="0" spc="0">
                <a:solidFill>
                  <a:srgbClr val="D97706"/>
                </a:solidFill>
                <a:latin typeface="Arial"/>
                <a:ea typeface="Arial"/>
                <a:cs typeface="Arial"/>
              </a:defRPr>
            </a:lvl8pPr>
            <a:lvl9pPr algn="l">
              <a:defRPr sz="1519" b="0" i="0" kern="0" spc="0">
                <a:solidFill>
                  <a:srgbClr val="D97706"/>
                </a:solidFill>
                <a:latin typeface="Arial"/>
                <a:ea typeface="Arial"/>
                <a:cs typeface="Arial"/>
              </a:defRPr>
            </a:lvl9pPr>
          </a:lstStyle>
          <a:p>
            <a:pPr algn="l">
              <a:lnSpc>
                <a:spcPct val="100000"/>
              </a:lnSpc>
              <a:buNone/>
              <a:defRPr sz="1519" b="0" i="0" kern="0" spc="0">
                <a:solidFill>
                  <a:srgbClr val="D97706"/>
                </a:solidFill>
                <a:latin typeface="Arial"/>
                <a:ea typeface="Arial"/>
                <a:cs typeface="Arial"/>
              </a:defRPr>
            </a:pPr>
            <a:r>
              <a:rPr sz="1519" b="0" i="0" kern="0" spc="0">
                <a:solidFill>
                  <a:srgbClr val="D97706"/>
                </a:solidFill>
                <a:latin typeface="Arial"/>
                <a:ea typeface="Arial"/>
                <a:cs typeface="Arial"/>
              </a:rPr>
              <a:t>→</a:t>
            </a:r>
          </a:p>
        </p:txBody>
      </p:sp>
      <p:sp>
        <p:nvSpPr>
          <p:cNvPr id="49" name="s25 text 20">
            <a:extLst>
              <a:ext uri="{FF2B5EF4-FFF2-40B4-BE49-F238E27FC236}">
                <a16:creationId xmlns:a16="http://schemas.microsoft.com/office/drawing/2014/main" id="{1F8F4096-30B1-47F1-B108-39DFBABF519C}"/>
              </a:ext>
            </a:extLst>
          </p:cNvPr>
          <p:cNvSpPr>
            <a:spLocks noGrp="1"/>
          </p:cNvSpPr>
          <p:nvPr/>
        </p:nvSpPr>
        <p:spPr>
          <a:xfrm>
            <a:off x="8230038" y="3299296"/>
            <a:ext cx="383286" cy="268386"/>
          </a:xfrm>
          <a:prstGeom prst="rect">
            <a:avLst/>
          </a:prstGeom>
          <a:noFill/>
          <a:ln w="0">
            <a:noFill/>
            <a:prstDash val="solid"/>
          </a:ln>
        </p:spPr>
        <p:txBody>
          <a:bodyPr wrap="none" lIns="0" tIns="0" rIns="0" bIns="0" anchor="t">
            <a:noAutofit/>
          </a:bodyPr>
          <a:lstStyle>
            <a:defPPr algn="l">
              <a:defRPr sz="1519" b="1" i="0" kern="0" spc="-9">
                <a:solidFill>
                  <a:srgbClr val="D97706"/>
                </a:solidFill>
                <a:latin typeface="Inter"/>
                <a:ea typeface="Inter"/>
                <a:cs typeface="Inter"/>
              </a:defRPr>
            </a:defPPr>
            <a:lvl1pPr algn="l">
              <a:defRPr sz="1519" b="1" i="0" kern="0" spc="-9">
                <a:solidFill>
                  <a:srgbClr val="D97706"/>
                </a:solidFill>
                <a:latin typeface="Inter"/>
                <a:ea typeface="Inter"/>
                <a:cs typeface="Inter"/>
              </a:defRPr>
            </a:lvl1pPr>
            <a:lvl2pPr algn="l">
              <a:defRPr sz="1519" b="1" i="0" kern="0" spc="-9">
                <a:solidFill>
                  <a:srgbClr val="D97706"/>
                </a:solidFill>
                <a:latin typeface="Inter"/>
                <a:ea typeface="Inter"/>
                <a:cs typeface="Inter"/>
              </a:defRPr>
            </a:lvl2pPr>
            <a:lvl3pPr algn="l">
              <a:defRPr sz="1519" b="1" i="0" kern="0" spc="-9">
                <a:solidFill>
                  <a:srgbClr val="D97706"/>
                </a:solidFill>
                <a:latin typeface="Inter"/>
                <a:ea typeface="Inter"/>
                <a:cs typeface="Inter"/>
              </a:defRPr>
            </a:lvl3pPr>
            <a:lvl4pPr algn="l">
              <a:defRPr sz="1519" b="1" i="0" kern="0" spc="-9">
                <a:solidFill>
                  <a:srgbClr val="D97706"/>
                </a:solidFill>
                <a:latin typeface="Inter"/>
                <a:ea typeface="Inter"/>
                <a:cs typeface="Inter"/>
              </a:defRPr>
            </a:lvl4pPr>
            <a:lvl5pPr algn="l">
              <a:defRPr sz="1519" b="1" i="0" kern="0" spc="-9">
                <a:solidFill>
                  <a:srgbClr val="D97706"/>
                </a:solidFill>
                <a:latin typeface="Inter"/>
                <a:ea typeface="Inter"/>
                <a:cs typeface="Inter"/>
              </a:defRPr>
            </a:lvl5pPr>
            <a:lvl6pPr algn="l">
              <a:defRPr sz="1519" b="1" i="0" kern="0" spc="-9">
                <a:solidFill>
                  <a:srgbClr val="D97706"/>
                </a:solidFill>
                <a:latin typeface="Inter"/>
                <a:ea typeface="Inter"/>
                <a:cs typeface="Inter"/>
              </a:defRPr>
            </a:lvl6pPr>
            <a:lvl7pPr algn="l">
              <a:defRPr sz="1519" b="1" i="0" kern="0" spc="-9">
                <a:solidFill>
                  <a:srgbClr val="D97706"/>
                </a:solidFill>
                <a:latin typeface="Inter"/>
                <a:ea typeface="Inter"/>
                <a:cs typeface="Inter"/>
              </a:defRPr>
            </a:lvl7pPr>
            <a:lvl8pPr algn="l">
              <a:defRPr sz="1519" b="1" i="0" kern="0" spc="-9">
                <a:solidFill>
                  <a:srgbClr val="D97706"/>
                </a:solidFill>
                <a:latin typeface="Inter"/>
                <a:ea typeface="Inter"/>
                <a:cs typeface="Inter"/>
              </a:defRPr>
            </a:lvl8pPr>
            <a:lvl9pPr algn="l">
              <a:defRPr sz="1519" b="1" i="0" kern="0" spc="-9">
                <a:solidFill>
                  <a:srgbClr val="D97706"/>
                </a:solidFill>
                <a:latin typeface="Inter"/>
                <a:ea typeface="Inter"/>
                <a:cs typeface="Inter"/>
              </a:defRPr>
            </a:lvl9pPr>
          </a:lstStyle>
          <a:p>
            <a:pPr algn="l">
              <a:lnSpc>
                <a:spcPct val="100000"/>
              </a:lnSpc>
              <a:buNone/>
              <a:defRPr sz="1519" b="1" i="0" kern="0" spc="-9">
                <a:solidFill>
                  <a:srgbClr val="D97706"/>
                </a:solidFill>
                <a:latin typeface="Inter"/>
                <a:ea typeface="Inter"/>
                <a:cs typeface="Inter"/>
              </a:defRPr>
            </a:pPr>
            <a:r>
              <a:rPr sz="1519" b="1" i="0" kern="0" spc="-9">
                <a:solidFill>
                  <a:srgbClr val="D97706"/>
                </a:solidFill>
                <a:latin typeface="Inter"/>
                <a:ea typeface="Inter"/>
                <a:cs typeface="Inter"/>
              </a:rPr>
              <a:t>the</a:t>
            </a:r>
          </a:p>
        </p:txBody>
      </p:sp>
      <p:sp>
        <p:nvSpPr>
          <p:cNvPr id="50" name="s25 text 21">
            <a:extLst>
              <a:ext uri="{FF2B5EF4-FFF2-40B4-BE49-F238E27FC236}">
                <a16:creationId xmlns:a16="http://schemas.microsoft.com/office/drawing/2014/main" id="{E178A0E2-80BC-48E7-9CF4-2E4B0969381D}"/>
              </a:ext>
            </a:extLst>
          </p:cNvPr>
          <p:cNvSpPr>
            <a:spLocks noGrp="1"/>
          </p:cNvSpPr>
          <p:nvPr/>
        </p:nvSpPr>
        <p:spPr>
          <a:xfrm>
            <a:off x="5007769" y="3577902"/>
            <a:ext cx="2632996" cy="268386"/>
          </a:xfrm>
          <a:prstGeom prst="rect">
            <a:avLst/>
          </a:prstGeom>
          <a:noFill/>
          <a:ln w="0">
            <a:noFill/>
            <a:prstDash val="solid"/>
          </a:ln>
        </p:spPr>
        <p:txBody>
          <a:bodyPr wrap="none" lIns="0" tIns="0" rIns="0" bIns="0" anchor="t">
            <a:noAutofit/>
          </a:bodyPr>
          <a:lstStyle>
            <a:defPPr algn="l">
              <a:defRPr sz="1519" b="1" i="0" kern="0" spc="-9">
                <a:solidFill>
                  <a:srgbClr val="D97706"/>
                </a:solidFill>
                <a:latin typeface="Inter"/>
                <a:ea typeface="Inter"/>
                <a:cs typeface="Inter"/>
              </a:defRPr>
            </a:defPPr>
            <a:lvl1pPr algn="l">
              <a:defRPr sz="1519" b="1" i="0" kern="0" spc="-9">
                <a:solidFill>
                  <a:srgbClr val="D97706"/>
                </a:solidFill>
                <a:latin typeface="Inter"/>
                <a:ea typeface="Inter"/>
                <a:cs typeface="Inter"/>
              </a:defRPr>
            </a:lvl1pPr>
            <a:lvl2pPr algn="l">
              <a:defRPr sz="1519" b="1" i="0" kern="0" spc="-9">
                <a:solidFill>
                  <a:srgbClr val="D97706"/>
                </a:solidFill>
                <a:latin typeface="Inter"/>
                <a:ea typeface="Inter"/>
                <a:cs typeface="Inter"/>
              </a:defRPr>
            </a:lvl2pPr>
            <a:lvl3pPr algn="l">
              <a:defRPr sz="1519" b="1" i="0" kern="0" spc="-9">
                <a:solidFill>
                  <a:srgbClr val="D97706"/>
                </a:solidFill>
                <a:latin typeface="Inter"/>
                <a:ea typeface="Inter"/>
                <a:cs typeface="Inter"/>
              </a:defRPr>
            </a:lvl3pPr>
            <a:lvl4pPr algn="l">
              <a:defRPr sz="1519" b="1" i="0" kern="0" spc="-9">
                <a:solidFill>
                  <a:srgbClr val="D97706"/>
                </a:solidFill>
                <a:latin typeface="Inter"/>
                <a:ea typeface="Inter"/>
                <a:cs typeface="Inter"/>
              </a:defRPr>
            </a:lvl4pPr>
            <a:lvl5pPr algn="l">
              <a:defRPr sz="1519" b="1" i="0" kern="0" spc="-9">
                <a:solidFill>
                  <a:srgbClr val="D97706"/>
                </a:solidFill>
                <a:latin typeface="Inter"/>
                <a:ea typeface="Inter"/>
                <a:cs typeface="Inter"/>
              </a:defRPr>
            </a:lvl5pPr>
            <a:lvl6pPr algn="l">
              <a:defRPr sz="1519" b="1" i="0" kern="0" spc="-9">
                <a:solidFill>
                  <a:srgbClr val="D97706"/>
                </a:solidFill>
                <a:latin typeface="Inter"/>
                <a:ea typeface="Inter"/>
                <a:cs typeface="Inter"/>
              </a:defRPr>
            </a:lvl6pPr>
            <a:lvl7pPr algn="l">
              <a:defRPr sz="1519" b="1" i="0" kern="0" spc="-9">
                <a:solidFill>
                  <a:srgbClr val="D97706"/>
                </a:solidFill>
                <a:latin typeface="Inter"/>
                <a:ea typeface="Inter"/>
                <a:cs typeface="Inter"/>
              </a:defRPr>
            </a:lvl7pPr>
            <a:lvl8pPr algn="l">
              <a:defRPr sz="1519" b="1" i="0" kern="0" spc="-9">
                <a:solidFill>
                  <a:srgbClr val="D97706"/>
                </a:solidFill>
                <a:latin typeface="Inter"/>
                <a:ea typeface="Inter"/>
                <a:cs typeface="Inter"/>
              </a:defRPr>
            </a:lvl8pPr>
            <a:lvl9pPr algn="l">
              <a:defRPr sz="1519" b="1" i="0" kern="0" spc="-9">
                <a:solidFill>
                  <a:srgbClr val="D97706"/>
                </a:solidFill>
                <a:latin typeface="Inter"/>
                <a:ea typeface="Inter"/>
                <a:cs typeface="Inter"/>
              </a:defRPr>
            </a:lvl9pPr>
          </a:lstStyle>
          <a:p>
            <a:pPr algn="l">
              <a:lnSpc>
                <a:spcPct val="100000"/>
              </a:lnSpc>
              <a:buNone/>
              <a:defRPr sz="1519" b="1" i="0" kern="0" spc="-9">
                <a:solidFill>
                  <a:srgbClr val="D97706"/>
                </a:solidFill>
                <a:latin typeface="Inter"/>
                <a:ea typeface="Inter"/>
                <a:cs typeface="Inter"/>
              </a:defRPr>
            </a:pPr>
            <a:r>
              <a:rPr sz="1519" b="1" i="0" kern="0" spc="-9">
                <a:solidFill>
                  <a:srgbClr val="D97706"/>
                </a:solidFill>
                <a:latin typeface="Inter"/>
                <a:ea typeface="Inter"/>
                <a:cs typeface="Inter"/>
              </a:rPr>
              <a:t>licence holder (quota rent).</a:t>
            </a:r>
          </a:p>
        </p:txBody>
      </p:sp>
      <p:sp>
        <p:nvSpPr>
          <p:cNvPr id="51" name="s25 text 22">
            <a:extLst>
              <a:ext uri="{FF2B5EF4-FFF2-40B4-BE49-F238E27FC236}">
                <a16:creationId xmlns:a16="http://schemas.microsoft.com/office/drawing/2014/main" id="{B413D862-AF85-4A7A-A2DE-8A07309FFC34}"/>
              </a:ext>
            </a:extLst>
          </p:cNvPr>
          <p:cNvSpPr>
            <a:spLocks noGrp="1"/>
          </p:cNvSpPr>
          <p:nvPr/>
        </p:nvSpPr>
        <p:spPr>
          <a:xfrm>
            <a:off x="7584850" y="3577902"/>
            <a:ext cx="957358"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If the rent</a:t>
            </a:r>
          </a:p>
        </p:txBody>
      </p:sp>
      <p:sp>
        <p:nvSpPr>
          <p:cNvPr id="52" name="s25 text 23">
            <a:extLst>
              <a:ext uri="{FF2B5EF4-FFF2-40B4-BE49-F238E27FC236}">
                <a16:creationId xmlns:a16="http://schemas.microsoft.com/office/drawing/2014/main" id="{714F4CA4-2570-41A8-A2F3-EB4DD74C810C}"/>
              </a:ext>
            </a:extLst>
          </p:cNvPr>
          <p:cNvSpPr>
            <a:spLocks noGrp="1"/>
          </p:cNvSpPr>
          <p:nvPr/>
        </p:nvSpPr>
        <p:spPr>
          <a:xfrm>
            <a:off x="5007769" y="3849365"/>
            <a:ext cx="3493103"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goes abroad, the country is worse off</a:t>
            </a:r>
          </a:p>
        </p:txBody>
      </p:sp>
      <p:sp>
        <p:nvSpPr>
          <p:cNvPr id="53" name="s25 text 24">
            <a:extLst>
              <a:ext uri="{FF2B5EF4-FFF2-40B4-BE49-F238E27FC236}">
                <a16:creationId xmlns:a16="http://schemas.microsoft.com/office/drawing/2014/main" id="{4DF812D5-7923-42DC-B977-131A7A9C05AC}"/>
              </a:ext>
            </a:extLst>
          </p:cNvPr>
          <p:cNvSpPr>
            <a:spLocks noGrp="1"/>
          </p:cNvSpPr>
          <p:nvPr/>
        </p:nvSpPr>
        <p:spPr>
          <a:xfrm>
            <a:off x="5007769" y="4120827"/>
            <a:ext cx="437769"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still.</a:t>
            </a:r>
          </a:p>
        </p:txBody>
      </p:sp>
      <p:sp>
        <p:nvSpPr>
          <p:cNvPr id="54" name="s25 text 25">
            <a:extLst>
              <a:ext uri="{FF2B5EF4-FFF2-40B4-BE49-F238E27FC236}">
                <a16:creationId xmlns:a16="http://schemas.microsoft.com/office/drawing/2014/main" id="{6C78D01A-50F5-4DFF-A9DB-BA121B28CC72}"/>
              </a:ext>
            </a:extLst>
          </p:cNvPr>
          <p:cNvSpPr>
            <a:spLocks noGrp="1"/>
          </p:cNvSpPr>
          <p:nvPr/>
        </p:nvSpPr>
        <p:spPr>
          <a:xfrm>
            <a:off x="9294018" y="2898130"/>
            <a:ext cx="3639217" cy="218685"/>
          </a:xfrm>
          <a:prstGeom prst="rect">
            <a:avLst/>
          </a:prstGeom>
          <a:noFill/>
          <a:ln w="0">
            <a:noFill/>
            <a:prstDash val="solid"/>
          </a:ln>
        </p:spPr>
        <p:txBody>
          <a:bodyPr wrap="none" lIns="0" tIns="0" rIns="0" bIns="0" anchor="t">
            <a:noAutofit/>
          </a:bodyPr>
          <a:lstStyle>
            <a:defPPr algn="l">
              <a:defRPr sz="1237" b="0" i="0" kern="0" spc="-9">
                <a:solidFill>
                  <a:srgbClr val="0A2540"/>
                </a:solidFill>
                <a:latin typeface="Inter SemiBold"/>
                <a:ea typeface="Inter SemiBold"/>
                <a:cs typeface="Inter SemiBold"/>
              </a:defRPr>
            </a:defPPr>
            <a:lvl1pPr algn="l">
              <a:defRPr sz="1237" b="0" i="0" kern="0" spc="-9">
                <a:solidFill>
                  <a:srgbClr val="0A2540"/>
                </a:solidFill>
                <a:latin typeface="Inter SemiBold"/>
                <a:ea typeface="Inter SemiBold"/>
                <a:cs typeface="Inter SemiBold"/>
              </a:defRPr>
            </a:lvl1pPr>
            <a:lvl2pPr algn="l">
              <a:defRPr sz="1237" b="0" i="0" kern="0" spc="-9">
                <a:solidFill>
                  <a:srgbClr val="0A2540"/>
                </a:solidFill>
                <a:latin typeface="Inter SemiBold"/>
                <a:ea typeface="Inter SemiBold"/>
                <a:cs typeface="Inter SemiBold"/>
              </a:defRPr>
            </a:lvl2pPr>
            <a:lvl3pPr algn="l">
              <a:defRPr sz="1237" b="0" i="0" kern="0" spc="-9">
                <a:solidFill>
                  <a:srgbClr val="0A2540"/>
                </a:solidFill>
                <a:latin typeface="Inter SemiBold"/>
                <a:ea typeface="Inter SemiBold"/>
                <a:cs typeface="Inter SemiBold"/>
              </a:defRPr>
            </a:lvl3pPr>
            <a:lvl4pPr algn="l">
              <a:defRPr sz="1237" b="0" i="0" kern="0" spc="-9">
                <a:solidFill>
                  <a:srgbClr val="0A2540"/>
                </a:solidFill>
                <a:latin typeface="Inter SemiBold"/>
                <a:ea typeface="Inter SemiBold"/>
                <a:cs typeface="Inter SemiBold"/>
              </a:defRPr>
            </a:lvl4pPr>
            <a:lvl5pPr algn="l">
              <a:defRPr sz="1237" b="0" i="0" kern="0" spc="-9">
                <a:solidFill>
                  <a:srgbClr val="0A2540"/>
                </a:solidFill>
                <a:latin typeface="Inter SemiBold"/>
                <a:ea typeface="Inter SemiBold"/>
                <a:cs typeface="Inter SemiBold"/>
              </a:defRPr>
            </a:lvl5pPr>
            <a:lvl6pPr algn="l">
              <a:defRPr sz="1237" b="0" i="0" kern="0" spc="-9">
                <a:solidFill>
                  <a:srgbClr val="0A2540"/>
                </a:solidFill>
                <a:latin typeface="Inter SemiBold"/>
                <a:ea typeface="Inter SemiBold"/>
                <a:cs typeface="Inter SemiBold"/>
              </a:defRPr>
            </a:lvl6pPr>
            <a:lvl7pPr algn="l">
              <a:defRPr sz="1237" b="0" i="0" kern="0" spc="-9">
                <a:solidFill>
                  <a:srgbClr val="0A2540"/>
                </a:solidFill>
                <a:latin typeface="Inter SemiBold"/>
                <a:ea typeface="Inter SemiBold"/>
                <a:cs typeface="Inter SemiBold"/>
              </a:defRPr>
            </a:lvl7pPr>
            <a:lvl8pPr algn="l">
              <a:defRPr sz="1237" b="0" i="0" kern="0" spc="-9">
                <a:solidFill>
                  <a:srgbClr val="0A2540"/>
                </a:solidFill>
                <a:latin typeface="Inter SemiBold"/>
                <a:ea typeface="Inter SemiBold"/>
                <a:cs typeface="Inter SemiBold"/>
              </a:defRPr>
            </a:lvl8pPr>
            <a:lvl9pPr algn="l">
              <a:defRPr sz="1237" b="0" i="0" kern="0" spc="-9">
                <a:solidFill>
                  <a:srgbClr val="0A2540"/>
                </a:solidFill>
                <a:latin typeface="Inter SemiBold"/>
                <a:ea typeface="Inter SemiBold"/>
                <a:cs typeface="Inter SemiBold"/>
              </a:defRPr>
            </a:lvl9pPr>
          </a:lstStyle>
          <a:p>
            <a:pPr algn="l">
              <a:lnSpc>
                <a:spcPct val="100000"/>
              </a:lnSpc>
              <a:buNone/>
              <a:defRPr sz="1237" b="0" i="0" kern="0" spc="-9">
                <a:solidFill>
                  <a:srgbClr val="0A2540"/>
                </a:solidFill>
                <a:latin typeface="Inter SemiBold"/>
                <a:ea typeface="Inter SemiBold"/>
                <a:cs typeface="Inter SemiBold"/>
              </a:defRPr>
            </a:pPr>
            <a:r>
              <a:rPr sz="1237" b="0" i="0" kern="0" spc="-9">
                <a:solidFill>
                  <a:srgbClr val="0A2540"/>
                </a:solidFill>
                <a:latin typeface="Inter SemiBold"/>
                <a:ea typeface="Inter SemiBold"/>
                <a:cs typeface="Inter SemiBold"/>
              </a:rPr>
              <a:t>3 · Producers win, consumers lose, the country</a:t>
            </a:r>
          </a:p>
        </p:txBody>
      </p:sp>
      <p:sp>
        <p:nvSpPr>
          <p:cNvPr id="55" name="s25 text 26">
            <a:extLst>
              <a:ext uri="{FF2B5EF4-FFF2-40B4-BE49-F238E27FC236}">
                <a16:creationId xmlns:a16="http://schemas.microsoft.com/office/drawing/2014/main" id="{A61F0346-D6CA-4F23-ABB7-F1FE6D85DB5E}"/>
              </a:ext>
            </a:extLst>
          </p:cNvPr>
          <p:cNvSpPr>
            <a:spLocks noGrp="1"/>
          </p:cNvSpPr>
          <p:nvPr/>
        </p:nvSpPr>
        <p:spPr>
          <a:xfrm>
            <a:off x="9294018" y="3098155"/>
            <a:ext cx="465296" cy="218685"/>
          </a:xfrm>
          <a:prstGeom prst="rect">
            <a:avLst/>
          </a:prstGeom>
          <a:noFill/>
          <a:ln w="0">
            <a:noFill/>
            <a:prstDash val="solid"/>
          </a:ln>
        </p:spPr>
        <p:txBody>
          <a:bodyPr wrap="none" lIns="0" tIns="0" rIns="0" bIns="0" anchor="t">
            <a:noAutofit/>
          </a:bodyPr>
          <a:lstStyle>
            <a:defPPr algn="l">
              <a:defRPr sz="1237" b="0" i="0" kern="0" spc="-9">
                <a:solidFill>
                  <a:srgbClr val="0A2540"/>
                </a:solidFill>
                <a:latin typeface="Inter SemiBold"/>
                <a:ea typeface="Inter SemiBold"/>
                <a:cs typeface="Inter SemiBold"/>
              </a:defRPr>
            </a:defPPr>
            <a:lvl1pPr algn="l">
              <a:defRPr sz="1237" b="0" i="0" kern="0" spc="-9">
                <a:solidFill>
                  <a:srgbClr val="0A2540"/>
                </a:solidFill>
                <a:latin typeface="Inter SemiBold"/>
                <a:ea typeface="Inter SemiBold"/>
                <a:cs typeface="Inter SemiBold"/>
              </a:defRPr>
            </a:lvl1pPr>
            <a:lvl2pPr algn="l">
              <a:defRPr sz="1237" b="0" i="0" kern="0" spc="-9">
                <a:solidFill>
                  <a:srgbClr val="0A2540"/>
                </a:solidFill>
                <a:latin typeface="Inter SemiBold"/>
                <a:ea typeface="Inter SemiBold"/>
                <a:cs typeface="Inter SemiBold"/>
              </a:defRPr>
            </a:lvl2pPr>
            <a:lvl3pPr algn="l">
              <a:defRPr sz="1237" b="0" i="0" kern="0" spc="-9">
                <a:solidFill>
                  <a:srgbClr val="0A2540"/>
                </a:solidFill>
                <a:latin typeface="Inter SemiBold"/>
                <a:ea typeface="Inter SemiBold"/>
                <a:cs typeface="Inter SemiBold"/>
              </a:defRPr>
            </a:lvl3pPr>
            <a:lvl4pPr algn="l">
              <a:defRPr sz="1237" b="0" i="0" kern="0" spc="-9">
                <a:solidFill>
                  <a:srgbClr val="0A2540"/>
                </a:solidFill>
                <a:latin typeface="Inter SemiBold"/>
                <a:ea typeface="Inter SemiBold"/>
                <a:cs typeface="Inter SemiBold"/>
              </a:defRPr>
            </a:lvl4pPr>
            <a:lvl5pPr algn="l">
              <a:defRPr sz="1237" b="0" i="0" kern="0" spc="-9">
                <a:solidFill>
                  <a:srgbClr val="0A2540"/>
                </a:solidFill>
                <a:latin typeface="Inter SemiBold"/>
                <a:ea typeface="Inter SemiBold"/>
                <a:cs typeface="Inter SemiBold"/>
              </a:defRPr>
            </a:lvl5pPr>
            <a:lvl6pPr algn="l">
              <a:defRPr sz="1237" b="0" i="0" kern="0" spc="-9">
                <a:solidFill>
                  <a:srgbClr val="0A2540"/>
                </a:solidFill>
                <a:latin typeface="Inter SemiBold"/>
                <a:ea typeface="Inter SemiBold"/>
                <a:cs typeface="Inter SemiBold"/>
              </a:defRPr>
            </a:lvl6pPr>
            <a:lvl7pPr algn="l">
              <a:defRPr sz="1237" b="0" i="0" kern="0" spc="-9">
                <a:solidFill>
                  <a:srgbClr val="0A2540"/>
                </a:solidFill>
                <a:latin typeface="Inter SemiBold"/>
                <a:ea typeface="Inter SemiBold"/>
                <a:cs typeface="Inter SemiBold"/>
              </a:defRPr>
            </a:lvl7pPr>
            <a:lvl8pPr algn="l">
              <a:defRPr sz="1237" b="0" i="0" kern="0" spc="-9">
                <a:solidFill>
                  <a:srgbClr val="0A2540"/>
                </a:solidFill>
                <a:latin typeface="Inter SemiBold"/>
                <a:ea typeface="Inter SemiBold"/>
                <a:cs typeface="Inter SemiBold"/>
              </a:defRPr>
            </a:lvl8pPr>
            <a:lvl9pPr algn="l">
              <a:defRPr sz="1237" b="0" i="0" kern="0" spc="-9">
                <a:solidFill>
                  <a:srgbClr val="0A2540"/>
                </a:solidFill>
                <a:latin typeface="Inter SemiBold"/>
                <a:ea typeface="Inter SemiBold"/>
                <a:cs typeface="Inter SemiBold"/>
              </a:defRPr>
            </a:lvl9pPr>
          </a:lstStyle>
          <a:p>
            <a:pPr algn="l">
              <a:lnSpc>
                <a:spcPct val="100000"/>
              </a:lnSpc>
              <a:buNone/>
              <a:defRPr sz="1237" b="0" i="0" kern="0" spc="-9">
                <a:solidFill>
                  <a:srgbClr val="0A2540"/>
                </a:solidFill>
                <a:latin typeface="Inter SemiBold"/>
                <a:ea typeface="Inter SemiBold"/>
                <a:cs typeface="Inter SemiBold"/>
              </a:defRPr>
            </a:pPr>
            <a:r>
              <a:rPr sz="1237" b="0" i="0" kern="0" spc="-9">
                <a:solidFill>
                  <a:srgbClr val="0A2540"/>
                </a:solidFill>
                <a:latin typeface="Inter SemiBold"/>
                <a:ea typeface="Inter SemiBold"/>
                <a:cs typeface="Inter SemiBold"/>
              </a:rPr>
              <a:t>loses</a:t>
            </a:r>
          </a:p>
        </p:txBody>
      </p:sp>
      <p:sp>
        <p:nvSpPr>
          <p:cNvPr id="56" name="s25 text 27">
            <a:extLst>
              <a:ext uri="{FF2B5EF4-FFF2-40B4-BE49-F238E27FC236}">
                <a16:creationId xmlns:a16="http://schemas.microsoft.com/office/drawing/2014/main" id="{6F1DF47D-44D6-4D5C-989C-928903E45360}"/>
              </a:ext>
            </a:extLst>
          </p:cNvPr>
          <p:cNvSpPr>
            <a:spLocks noGrp="1"/>
          </p:cNvSpPr>
          <p:nvPr/>
        </p:nvSpPr>
        <p:spPr>
          <a:xfrm>
            <a:off x="9294018" y="3506465"/>
            <a:ext cx="3317653"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The gains are transfers. What is not</a:t>
            </a:r>
          </a:p>
        </p:txBody>
      </p:sp>
      <p:sp>
        <p:nvSpPr>
          <p:cNvPr id="57" name="s25 text 28">
            <a:extLst>
              <a:ext uri="{FF2B5EF4-FFF2-40B4-BE49-F238E27FC236}">
                <a16:creationId xmlns:a16="http://schemas.microsoft.com/office/drawing/2014/main" id="{1A22D60B-3CB5-4B4B-8DA0-FEED2F26B0F5}"/>
              </a:ext>
            </a:extLst>
          </p:cNvPr>
          <p:cNvSpPr>
            <a:spLocks noGrp="1"/>
          </p:cNvSpPr>
          <p:nvPr/>
        </p:nvSpPr>
        <p:spPr>
          <a:xfrm>
            <a:off x="9294018" y="3777927"/>
            <a:ext cx="2071878"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transferred — the two</a:t>
            </a:r>
          </a:p>
        </p:txBody>
      </p:sp>
      <p:sp>
        <p:nvSpPr>
          <p:cNvPr id="58" name="s25 text 29">
            <a:extLst>
              <a:ext uri="{FF2B5EF4-FFF2-40B4-BE49-F238E27FC236}">
                <a16:creationId xmlns:a16="http://schemas.microsoft.com/office/drawing/2014/main" id="{D74D7556-09C1-4AF5-92DF-432F95F01BD7}"/>
              </a:ext>
            </a:extLst>
          </p:cNvPr>
          <p:cNvSpPr>
            <a:spLocks noGrp="1"/>
          </p:cNvSpPr>
          <p:nvPr/>
        </p:nvSpPr>
        <p:spPr>
          <a:xfrm>
            <a:off x="11317932" y="3777927"/>
            <a:ext cx="1397984" cy="268386"/>
          </a:xfrm>
          <a:prstGeom prst="rect">
            <a:avLst/>
          </a:prstGeom>
          <a:noFill/>
          <a:ln w="0">
            <a:noFill/>
            <a:prstDash val="solid"/>
          </a:ln>
        </p:spPr>
        <p:txBody>
          <a:bodyPr wrap="none" lIns="0" tIns="0" rIns="0" bIns="0" anchor="t">
            <a:noAutofit/>
          </a:bodyPr>
          <a:lstStyle>
            <a:defPPr algn="l">
              <a:defRPr sz="1519" b="1" i="0" kern="0" spc="-9">
                <a:solidFill>
                  <a:srgbClr val="DC2626"/>
                </a:solidFill>
                <a:latin typeface="Inter"/>
                <a:ea typeface="Inter"/>
                <a:cs typeface="Inter"/>
              </a:defRPr>
            </a:defPPr>
            <a:lvl1pPr algn="l">
              <a:defRPr sz="1519" b="1" i="0" kern="0" spc="-9">
                <a:solidFill>
                  <a:srgbClr val="DC2626"/>
                </a:solidFill>
                <a:latin typeface="Inter"/>
                <a:ea typeface="Inter"/>
                <a:cs typeface="Inter"/>
              </a:defRPr>
            </a:lvl1pPr>
            <a:lvl2pPr algn="l">
              <a:defRPr sz="1519" b="1" i="0" kern="0" spc="-9">
                <a:solidFill>
                  <a:srgbClr val="DC2626"/>
                </a:solidFill>
                <a:latin typeface="Inter"/>
                <a:ea typeface="Inter"/>
                <a:cs typeface="Inter"/>
              </a:defRPr>
            </a:lvl2pPr>
            <a:lvl3pPr algn="l">
              <a:defRPr sz="1519" b="1" i="0" kern="0" spc="-9">
                <a:solidFill>
                  <a:srgbClr val="DC2626"/>
                </a:solidFill>
                <a:latin typeface="Inter"/>
                <a:ea typeface="Inter"/>
                <a:cs typeface="Inter"/>
              </a:defRPr>
            </a:lvl3pPr>
            <a:lvl4pPr algn="l">
              <a:defRPr sz="1519" b="1" i="0" kern="0" spc="-9">
                <a:solidFill>
                  <a:srgbClr val="DC2626"/>
                </a:solidFill>
                <a:latin typeface="Inter"/>
                <a:ea typeface="Inter"/>
                <a:cs typeface="Inter"/>
              </a:defRPr>
            </a:lvl4pPr>
            <a:lvl5pPr algn="l">
              <a:defRPr sz="1519" b="1" i="0" kern="0" spc="-9">
                <a:solidFill>
                  <a:srgbClr val="DC2626"/>
                </a:solidFill>
                <a:latin typeface="Inter"/>
                <a:ea typeface="Inter"/>
                <a:cs typeface="Inter"/>
              </a:defRPr>
            </a:lvl5pPr>
            <a:lvl6pPr algn="l">
              <a:defRPr sz="1519" b="1" i="0" kern="0" spc="-9">
                <a:solidFill>
                  <a:srgbClr val="DC2626"/>
                </a:solidFill>
                <a:latin typeface="Inter"/>
                <a:ea typeface="Inter"/>
                <a:cs typeface="Inter"/>
              </a:defRPr>
            </a:lvl6pPr>
            <a:lvl7pPr algn="l">
              <a:defRPr sz="1519" b="1" i="0" kern="0" spc="-9">
                <a:solidFill>
                  <a:srgbClr val="DC2626"/>
                </a:solidFill>
                <a:latin typeface="Inter"/>
                <a:ea typeface="Inter"/>
                <a:cs typeface="Inter"/>
              </a:defRPr>
            </a:lvl7pPr>
            <a:lvl8pPr algn="l">
              <a:defRPr sz="1519" b="1" i="0" kern="0" spc="-9">
                <a:solidFill>
                  <a:srgbClr val="DC2626"/>
                </a:solidFill>
                <a:latin typeface="Inter"/>
                <a:ea typeface="Inter"/>
                <a:cs typeface="Inter"/>
              </a:defRPr>
            </a:lvl8pPr>
            <a:lvl9pPr algn="l">
              <a:defRPr sz="1519" b="1" i="0" kern="0" spc="-9">
                <a:solidFill>
                  <a:srgbClr val="DC2626"/>
                </a:solidFill>
                <a:latin typeface="Inter"/>
                <a:ea typeface="Inter"/>
                <a:cs typeface="Inter"/>
              </a:defRPr>
            </a:lvl9pPr>
          </a:lstStyle>
          <a:p>
            <a:pPr algn="l">
              <a:lnSpc>
                <a:spcPct val="100000"/>
              </a:lnSpc>
              <a:buNone/>
              <a:defRPr sz="1519" b="1" i="0" kern="0" spc="-9">
                <a:solidFill>
                  <a:srgbClr val="DC2626"/>
                </a:solidFill>
                <a:latin typeface="Inter"/>
                <a:ea typeface="Inter"/>
                <a:cs typeface="Inter"/>
              </a:defRPr>
            </a:pPr>
            <a:r>
              <a:rPr sz="1519" b="1" i="0" kern="0" spc="-9">
                <a:solidFill>
                  <a:srgbClr val="DC2626"/>
                </a:solidFill>
                <a:latin typeface="Inter"/>
                <a:ea typeface="Inter"/>
                <a:cs typeface="Inter"/>
              </a:rPr>
              <a:t>DWL triangles</a:t>
            </a:r>
          </a:p>
        </p:txBody>
      </p:sp>
      <p:sp>
        <p:nvSpPr>
          <p:cNvPr id="59" name="s25 text 30">
            <a:extLst>
              <a:ext uri="{FF2B5EF4-FFF2-40B4-BE49-F238E27FC236}">
                <a16:creationId xmlns:a16="http://schemas.microsoft.com/office/drawing/2014/main" id="{0971D9DF-0A48-4877-9BD2-24BDDDDF7D80}"/>
              </a:ext>
            </a:extLst>
          </p:cNvPr>
          <p:cNvSpPr>
            <a:spLocks noGrp="1"/>
          </p:cNvSpPr>
          <p:nvPr/>
        </p:nvSpPr>
        <p:spPr>
          <a:xfrm>
            <a:off x="12677115" y="3777927"/>
            <a:ext cx="270034" cy="268386"/>
          </a:xfrm>
          <a:prstGeom prst="rect">
            <a:avLst/>
          </a:prstGeom>
          <a:noFill/>
          <a:ln w="0">
            <a:noFill/>
            <a:prstDash val="solid"/>
          </a:ln>
        </p:spPr>
        <p:txBody>
          <a:bodyPr wrap="none" lIns="0" tIns="0" rIns="0" bIns="0" anchor="t">
            <a:noAutofit/>
          </a:bodyPr>
          <a:lstStyle>
            <a:defPPr algn="l">
              <a:defRPr sz="1519" b="0" i="0" kern="0" spc="0">
                <a:solidFill>
                  <a:srgbClr val="3D4D68"/>
                </a:solidFill>
                <a:latin typeface="Inter"/>
                <a:ea typeface="Inter"/>
                <a:cs typeface="Inter"/>
              </a:defRPr>
            </a:defPPr>
            <a:lvl1pPr algn="l">
              <a:defRPr sz="1519" b="0" i="0" kern="0" spc="0">
                <a:solidFill>
                  <a:srgbClr val="3D4D68"/>
                </a:solidFill>
                <a:latin typeface="Inter"/>
                <a:ea typeface="Inter"/>
                <a:cs typeface="Inter"/>
              </a:defRPr>
            </a:lvl1pPr>
            <a:lvl2pPr algn="l">
              <a:defRPr sz="1519" b="0" i="0" kern="0" spc="0">
                <a:solidFill>
                  <a:srgbClr val="3D4D68"/>
                </a:solidFill>
                <a:latin typeface="Inter"/>
                <a:ea typeface="Inter"/>
                <a:cs typeface="Inter"/>
              </a:defRPr>
            </a:lvl2pPr>
            <a:lvl3pPr algn="l">
              <a:defRPr sz="1519" b="0" i="0" kern="0" spc="0">
                <a:solidFill>
                  <a:srgbClr val="3D4D68"/>
                </a:solidFill>
                <a:latin typeface="Inter"/>
                <a:ea typeface="Inter"/>
                <a:cs typeface="Inter"/>
              </a:defRPr>
            </a:lvl3pPr>
            <a:lvl4pPr algn="l">
              <a:defRPr sz="1519" b="0" i="0" kern="0" spc="0">
                <a:solidFill>
                  <a:srgbClr val="3D4D68"/>
                </a:solidFill>
                <a:latin typeface="Inter"/>
                <a:ea typeface="Inter"/>
                <a:cs typeface="Inter"/>
              </a:defRPr>
            </a:lvl4pPr>
            <a:lvl5pPr algn="l">
              <a:defRPr sz="1519" b="0" i="0" kern="0" spc="0">
                <a:solidFill>
                  <a:srgbClr val="3D4D68"/>
                </a:solidFill>
                <a:latin typeface="Inter"/>
                <a:ea typeface="Inter"/>
                <a:cs typeface="Inter"/>
              </a:defRPr>
            </a:lvl5pPr>
            <a:lvl6pPr algn="l">
              <a:defRPr sz="1519" b="0" i="0" kern="0" spc="0">
                <a:solidFill>
                  <a:srgbClr val="3D4D68"/>
                </a:solidFill>
                <a:latin typeface="Inter"/>
                <a:ea typeface="Inter"/>
                <a:cs typeface="Inter"/>
              </a:defRPr>
            </a:lvl6pPr>
            <a:lvl7pPr algn="l">
              <a:defRPr sz="1519" b="0" i="0" kern="0" spc="0">
                <a:solidFill>
                  <a:srgbClr val="3D4D68"/>
                </a:solidFill>
                <a:latin typeface="Inter"/>
                <a:ea typeface="Inter"/>
                <a:cs typeface="Inter"/>
              </a:defRPr>
            </a:lvl7pPr>
            <a:lvl8pPr algn="l">
              <a:defRPr sz="1519" b="0" i="0" kern="0" spc="0">
                <a:solidFill>
                  <a:srgbClr val="3D4D68"/>
                </a:solidFill>
                <a:latin typeface="Inter"/>
                <a:ea typeface="Inter"/>
                <a:cs typeface="Inter"/>
              </a:defRPr>
            </a:lvl8pPr>
            <a:lvl9pPr algn="l">
              <a:defRPr sz="1519" b="0" i="0" kern="0" spc="0">
                <a:solidFill>
                  <a:srgbClr val="3D4D68"/>
                </a:solidFill>
                <a:latin typeface="Inter"/>
                <a:ea typeface="Inter"/>
                <a:cs typeface="Inter"/>
              </a:defRPr>
            </a:lvl9pPr>
          </a:lstStyle>
          <a:p>
            <a:pPr algn="l">
              <a:lnSpc>
                <a:spcPct val="100000"/>
              </a:lnSpc>
              <a:buNone/>
              <a:defRPr sz="1519" b="0" i="0" kern="0" spc="0">
                <a:solidFill>
                  <a:srgbClr val="3D4D68"/>
                </a:solidFill>
                <a:latin typeface="Inter"/>
                <a:ea typeface="Inter"/>
                <a:cs typeface="Inter"/>
              </a:defRPr>
            </a:pPr>
            <a:r>
              <a:rPr sz="1519" b="0" i="0" kern="0" spc="0">
                <a:solidFill>
                  <a:srgbClr val="3D4D68"/>
                </a:solidFill>
                <a:latin typeface="Inter"/>
                <a:ea typeface="Inter"/>
                <a:cs typeface="Inter"/>
              </a:rPr>
              <a:t>—</a:t>
            </a:r>
          </a:p>
        </p:txBody>
      </p:sp>
      <p:sp>
        <p:nvSpPr>
          <p:cNvPr id="60" name="s25 text 31">
            <a:extLst>
              <a:ext uri="{FF2B5EF4-FFF2-40B4-BE49-F238E27FC236}">
                <a16:creationId xmlns:a16="http://schemas.microsoft.com/office/drawing/2014/main" id="{E702D63E-034C-443F-9C7D-44B06B809F79}"/>
              </a:ext>
            </a:extLst>
          </p:cNvPr>
          <p:cNvSpPr>
            <a:spLocks noGrp="1"/>
          </p:cNvSpPr>
          <p:nvPr/>
        </p:nvSpPr>
        <p:spPr>
          <a:xfrm>
            <a:off x="9294018" y="4049390"/>
            <a:ext cx="2949893"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is the net cost: $15,000 in Q5.2,</a:t>
            </a:r>
          </a:p>
        </p:txBody>
      </p:sp>
      <p:sp>
        <p:nvSpPr>
          <p:cNvPr id="61" name="s25 text 32">
            <a:extLst>
              <a:ext uri="{FF2B5EF4-FFF2-40B4-BE49-F238E27FC236}">
                <a16:creationId xmlns:a16="http://schemas.microsoft.com/office/drawing/2014/main" id="{D56CCE53-D122-46B6-990B-AF67D5BC4460}"/>
              </a:ext>
            </a:extLst>
          </p:cNvPr>
          <p:cNvSpPr>
            <a:spLocks noGrp="1"/>
          </p:cNvSpPr>
          <p:nvPr/>
        </p:nvSpPr>
        <p:spPr>
          <a:xfrm>
            <a:off x="9294018" y="4327996"/>
            <a:ext cx="1680210"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$100,000 in Q5.3.</a:t>
            </a:r>
          </a:p>
        </p:txBody>
      </p:sp>
      <p:sp>
        <p:nvSpPr>
          <p:cNvPr id="62" name="s25 text 33">
            <a:extLst>
              <a:ext uri="{FF2B5EF4-FFF2-40B4-BE49-F238E27FC236}">
                <a16:creationId xmlns:a16="http://schemas.microsoft.com/office/drawing/2014/main" id="{DEF5B5CF-D130-478C-846E-130849964631}"/>
              </a:ext>
            </a:extLst>
          </p:cNvPr>
          <p:cNvSpPr>
            <a:spLocks noGrp="1"/>
          </p:cNvSpPr>
          <p:nvPr/>
        </p:nvSpPr>
        <p:spPr>
          <a:xfrm>
            <a:off x="514350" y="7370207"/>
            <a:ext cx="811177"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CONCLUSION</a:t>
            </a:r>
          </a:p>
        </p:txBody>
      </p:sp>
      <p:sp>
        <p:nvSpPr>
          <p:cNvPr id="63" name="s25 text 34">
            <a:extLst>
              <a:ext uri="{FF2B5EF4-FFF2-40B4-BE49-F238E27FC236}">
                <a16:creationId xmlns:a16="http://schemas.microsoft.com/office/drawing/2014/main" id="{556F291C-C15D-4366-BA8D-B49DAF5F8F73}"/>
              </a:ext>
            </a:extLst>
          </p:cNvPr>
          <p:cNvSpPr>
            <a:spLocks noGrp="1"/>
          </p:cNvSpPr>
          <p:nvPr/>
        </p:nvSpPr>
        <p:spPr>
          <a:xfrm>
            <a:off x="12654037" y="7370207"/>
            <a:ext cx="576503"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25 / 26</a:t>
            </a:r>
          </a:p>
        </p:txBody>
      </p:sp>
    </p:spTree>
    <p:extLst>
      <p:ext uri="{BB962C8B-B14F-4D97-AF65-F5344CB8AC3E}">
        <p14:creationId xmlns:p14="http://schemas.microsoft.com/office/powerpoint/2010/main" val="17084101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 name="Blueprint grid">
            <a:extLst>
              <a:ext uri="{FF2B5EF4-FFF2-40B4-BE49-F238E27FC236}">
                <a16:creationId xmlns:a16="http://schemas.microsoft.com/office/drawing/2014/main" id="{09E21CEF-A042-4DF0-AF11-961BC69CEAEE}"/>
              </a:ext>
            </a:extLst>
          </p:cNvPr>
          <p:cNvSpPr>
            <a:spLocks noGrp="1"/>
          </p:cNvSpPr>
          <p:nvPr/>
        </p:nvSpPr>
        <p:spPr>
          <a:xfrm>
            <a:off x="7144" y="0"/>
            <a:ext cx="7144" cy="7715250"/>
          </a:xfrm>
          <a:prstGeom prst="rect">
            <a:avLst/>
          </a:prstGeom>
          <a:solidFill>
            <a:srgbClr val="0A2540">
              <a:alpha val="5000"/>
            </a:srgbClr>
          </a:solidFill>
          <a:ln w="0">
            <a:noFill/>
            <a:prstDash val="solid"/>
          </a:ln>
        </p:spPr>
      </p:sp>
      <p:sp>
        <p:nvSpPr>
          <p:cNvPr id="2" name="Blueprint grid">
            <a:extLst>
              <a:ext uri="{FF2B5EF4-FFF2-40B4-BE49-F238E27FC236}">
                <a16:creationId xmlns:a16="http://schemas.microsoft.com/office/drawing/2014/main" id="{9B2E802A-2380-4658-BE2D-105DD1971ECD}"/>
              </a:ext>
            </a:extLst>
          </p:cNvPr>
          <p:cNvSpPr>
            <a:spLocks noGrp="1"/>
          </p:cNvSpPr>
          <p:nvPr/>
        </p:nvSpPr>
        <p:spPr>
          <a:xfrm>
            <a:off x="578644" y="0"/>
            <a:ext cx="7144" cy="7715250"/>
          </a:xfrm>
          <a:prstGeom prst="rect">
            <a:avLst/>
          </a:prstGeom>
          <a:solidFill>
            <a:srgbClr val="0A2540">
              <a:alpha val="5000"/>
            </a:srgbClr>
          </a:solidFill>
          <a:ln w="0">
            <a:noFill/>
            <a:prstDash val="solid"/>
          </a:ln>
        </p:spPr>
      </p:sp>
      <p:sp>
        <p:nvSpPr>
          <p:cNvPr id="3" name="Blueprint grid">
            <a:extLst>
              <a:ext uri="{FF2B5EF4-FFF2-40B4-BE49-F238E27FC236}">
                <a16:creationId xmlns:a16="http://schemas.microsoft.com/office/drawing/2014/main" id="{065A7024-8951-4455-954E-8F4CBD54C837}"/>
              </a:ext>
            </a:extLst>
          </p:cNvPr>
          <p:cNvSpPr>
            <a:spLocks noGrp="1"/>
          </p:cNvSpPr>
          <p:nvPr/>
        </p:nvSpPr>
        <p:spPr>
          <a:xfrm>
            <a:off x="9151144" y="0"/>
            <a:ext cx="7144" cy="7715250"/>
          </a:xfrm>
          <a:prstGeom prst="rect">
            <a:avLst/>
          </a:prstGeom>
          <a:solidFill>
            <a:srgbClr val="0A2540">
              <a:alpha val="5000"/>
            </a:srgbClr>
          </a:solidFill>
          <a:ln w="0">
            <a:noFill/>
            <a:prstDash val="solid"/>
          </a:ln>
        </p:spPr>
      </p:sp>
      <p:sp>
        <p:nvSpPr>
          <p:cNvPr id="4" name="Blueprint grid">
            <a:extLst>
              <a:ext uri="{FF2B5EF4-FFF2-40B4-BE49-F238E27FC236}">
                <a16:creationId xmlns:a16="http://schemas.microsoft.com/office/drawing/2014/main" id="{B319EB36-ACD8-46CA-A159-1A1C10CBBCA2}"/>
              </a:ext>
            </a:extLst>
          </p:cNvPr>
          <p:cNvSpPr>
            <a:spLocks noGrp="1"/>
          </p:cNvSpPr>
          <p:nvPr/>
        </p:nvSpPr>
        <p:spPr>
          <a:xfrm>
            <a:off x="9436894" y="0"/>
            <a:ext cx="7144" cy="7715250"/>
          </a:xfrm>
          <a:prstGeom prst="rect">
            <a:avLst/>
          </a:prstGeom>
          <a:solidFill>
            <a:srgbClr val="0A2540">
              <a:alpha val="5000"/>
            </a:srgbClr>
          </a:solidFill>
          <a:ln w="0">
            <a:noFill/>
            <a:prstDash val="solid"/>
          </a:ln>
        </p:spPr>
      </p:sp>
      <p:sp>
        <p:nvSpPr>
          <p:cNvPr id="5" name="Blueprint grid">
            <a:extLst>
              <a:ext uri="{FF2B5EF4-FFF2-40B4-BE49-F238E27FC236}">
                <a16:creationId xmlns:a16="http://schemas.microsoft.com/office/drawing/2014/main" id="{186ED624-A436-4BA9-981B-B19F75D8F3FE}"/>
              </a:ext>
            </a:extLst>
          </p:cNvPr>
          <p:cNvSpPr>
            <a:spLocks noGrp="1"/>
          </p:cNvSpPr>
          <p:nvPr/>
        </p:nvSpPr>
        <p:spPr>
          <a:xfrm>
            <a:off x="9722644" y="0"/>
            <a:ext cx="7144" cy="7715250"/>
          </a:xfrm>
          <a:prstGeom prst="rect">
            <a:avLst/>
          </a:prstGeom>
          <a:solidFill>
            <a:srgbClr val="0A2540">
              <a:alpha val="5000"/>
            </a:srgbClr>
          </a:solidFill>
          <a:ln w="0">
            <a:noFill/>
            <a:prstDash val="solid"/>
          </a:ln>
        </p:spPr>
      </p:sp>
      <p:sp>
        <p:nvSpPr>
          <p:cNvPr id="6" name="Blueprint grid">
            <a:extLst>
              <a:ext uri="{FF2B5EF4-FFF2-40B4-BE49-F238E27FC236}">
                <a16:creationId xmlns:a16="http://schemas.microsoft.com/office/drawing/2014/main" id="{B3C29F6D-65F0-47E9-8308-8CAB6658D95F}"/>
              </a:ext>
            </a:extLst>
          </p:cNvPr>
          <p:cNvSpPr>
            <a:spLocks noGrp="1"/>
          </p:cNvSpPr>
          <p:nvPr/>
        </p:nvSpPr>
        <p:spPr>
          <a:xfrm>
            <a:off x="10008394" y="0"/>
            <a:ext cx="7144" cy="7715250"/>
          </a:xfrm>
          <a:prstGeom prst="rect">
            <a:avLst/>
          </a:prstGeom>
          <a:solidFill>
            <a:srgbClr val="0A2540">
              <a:alpha val="5000"/>
            </a:srgbClr>
          </a:solidFill>
          <a:ln w="0">
            <a:noFill/>
            <a:prstDash val="solid"/>
          </a:ln>
        </p:spPr>
      </p:sp>
      <p:sp>
        <p:nvSpPr>
          <p:cNvPr id="7" name="Blueprint grid">
            <a:extLst>
              <a:ext uri="{FF2B5EF4-FFF2-40B4-BE49-F238E27FC236}">
                <a16:creationId xmlns:a16="http://schemas.microsoft.com/office/drawing/2014/main" id="{FDB9A9A5-A475-4AF2-BB73-E1E6B1A43E1E}"/>
              </a:ext>
            </a:extLst>
          </p:cNvPr>
          <p:cNvSpPr>
            <a:spLocks noGrp="1"/>
          </p:cNvSpPr>
          <p:nvPr/>
        </p:nvSpPr>
        <p:spPr>
          <a:xfrm>
            <a:off x="10294144" y="0"/>
            <a:ext cx="7144" cy="7715250"/>
          </a:xfrm>
          <a:prstGeom prst="rect">
            <a:avLst/>
          </a:prstGeom>
          <a:solidFill>
            <a:srgbClr val="0A2540">
              <a:alpha val="5000"/>
            </a:srgbClr>
          </a:solidFill>
          <a:ln w="0">
            <a:noFill/>
            <a:prstDash val="solid"/>
          </a:ln>
        </p:spPr>
      </p:sp>
      <p:sp>
        <p:nvSpPr>
          <p:cNvPr id="8" name="Blueprint grid">
            <a:extLst>
              <a:ext uri="{FF2B5EF4-FFF2-40B4-BE49-F238E27FC236}">
                <a16:creationId xmlns:a16="http://schemas.microsoft.com/office/drawing/2014/main" id="{5E941510-84B6-49BC-ACF2-111E73DEE191}"/>
              </a:ext>
            </a:extLst>
          </p:cNvPr>
          <p:cNvSpPr>
            <a:spLocks noGrp="1"/>
          </p:cNvSpPr>
          <p:nvPr/>
        </p:nvSpPr>
        <p:spPr>
          <a:xfrm>
            <a:off x="10579894" y="0"/>
            <a:ext cx="7144" cy="7715250"/>
          </a:xfrm>
          <a:prstGeom prst="rect">
            <a:avLst/>
          </a:prstGeom>
          <a:solidFill>
            <a:srgbClr val="0A2540">
              <a:alpha val="5000"/>
            </a:srgbClr>
          </a:solidFill>
          <a:ln w="0">
            <a:noFill/>
            <a:prstDash val="solid"/>
          </a:ln>
        </p:spPr>
      </p:sp>
      <p:sp>
        <p:nvSpPr>
          <p:cNvPr id="9" name="Blueprint grid">
            <a:extLst>
              <a:ext uri="{FF2B5EF4-FFF2-40B4-BE49-F238E27FC236}">
                <a16:creationId xmlns:a16="http://schemas.microsoft.com/office/drawing/2014/main" id="{10C2D0ED-FE95-4733-8005-CAEDFE3DA9B1}"/>
              </a:ext>
            </a:extLst>
          </p:cNvPr>
          <p:cNvSpPr>
            <a:spLocks noGrp="1"/>
          </p:cNvSpPr>
          <p:nvPr/>
        </p:nvSpPr>
        <p:spPr>
          <a:xfrm>
            <a:off x="10865644" y="0"/>
            <a:ext cx="7144" cy="7715250"/>
          </a:xfrm>
          <a:prstGeom prst="rect">
            <a:avLst/>
          </a:prstGeom>
          <a:solidFill>
            <a:srgbClr val="0A2540">
              <a:alpha val="5000"/>
            </a:srgbClr>
          </a:solidFill>
          <a:ln w="0">
            <a:noFill/>
            <a:prstDash val="solid"/>
          </a:ln>
        </p:spPr>
      </p:sp>
      <p:sp>
        <p:nvSpPr>
          <p:cNvPr id="10" name="Layout surface">
            <a:extLst>
              <a:ext uri="{FF2B5EF4-FFF2-40B4-BE49-F238E27FC236}">
                <a16:creationId xmlns:a16="http://schemas.microsoft.com/office/drawing/2014/main" id="{F6935575-D16E-4BA3-A170-C6158D934365}"/>
              </a:ext>
            </a:extLst>
          </p:cNvPr>
          <p:cNvSpPr>
            <a:spLocks noGrp="1"/>
          </p:cNvSpPr>
          <p:nvPr/>
        </p:nvSpPr>
        <p:spPr>
          <a:xfrm>
            <a:off x="0" y="0"/>
            <a:ext cx="1428750" cy="35719"/>
          </a:xfrm>
          <a:prstGeom prst="rect">
            <a:avLst/>
          </a:prstGeom>
          <a:solidFill>
            <a:srgbClr val="0A2540"/>
          </a:solidFill>
          <a:ln w="0">
            <a:noFill/>
            <a:prstDash val="solid"/>
          </a:ln>
        </p:spPr>
      </p:sp>
      <p:sp>
        <p:nvSpPr>
          <p:cNvPr id="11" name="Layout surface">
            <a:extLst>
              <a:ext uri="{FF2B5EF4-FFF2-40B4-BE49-F238E27FC236}">
                <a16:creationId xmlns:a16="http://schemas.microsoft.com/office/drawing/2014/main" id="{DADCB5B5-0484-46AC-8CC4-CA290F2081A2}"/>
              </a:ext>
            </a:extLst>
          </p:cNvPr>
          <p:cNvSpPr>
            <a:spLocks noGrp="1"/>
          </p:cNvSpPr>
          <p:nvPr/>
        </p:nvSpPr>
        <p:spPr>
          <a:xfrm>
            <a:off x="1428750" y="0"/>
            <a:ext cx="1000125" cy="35719"/>
          </a:xfrm>
          <a:prstGeom prst="rect">
            <a:avLst/>
          </a:prstGeom>
          <a:solidFill>
            <a:srgbClr val="1D4ED8"/>
          </a:solidFill>
          <a:ln w="0">
            <a:noFill/>
            <a:prstDash val="solid"/>
          </a:ln>
        </p:spPr>
      </p:sp>
      <p:sp>
        <p:nvSpPr>
          <p:cNvPr id="12" name="Layout surface">
            <a:extLst>
              <a:ext uri="{FF2B5EF4-FFF2-40B4-BE49-F238E27FC236}">
                <a16:creationId xmlns:a16="http://schemas.microsoft.com/office/drawing/2014/main" id="{1F4FF390-CEF3-4B09-B135-643FA8039CE3}"/>
              </a:ext>
            </a:extLst>
          </p:cNvPr>
          <p:cNvSpPr>
            <a:spLocks noGrp="1"/>
          </p:cNvSpPr>
          <p:nvPr/>
        </p:nvSpPr>
        <p:spPr>
          <a:xfrm>
            <a:off x="2428875" y="0"/>
            <a:ext cx="11287125" cy="35719"/>
          </a:xfrm>
          <a:prstGeom prst="rect">
            <a:avLst/>
          </a:prstGeom>
          <a:solidFill>
            <a:srgbClr val="0A2540">
              <a:alpha val="16000"/>
            </a:srgbClr>
          </a:solidFill>
          <a:ln w="0">
            <a:noFill/>
            <a:prstDash val="solid"/>
          </a:ln>
        </p:spPr>
      </p:sp>
      <p:sp>
        <p:nvSpPr>
          <p:cNvPr id="13" name="Source layout 5">
            <a:extLst>
              <a:ext uri="{FF2B5EF4-FFF2-40B4-BE49-F238E27FC236}">
                <a16:creationId xmlns:a16="http://schemas.microsoft.com/office/drawing/2014/main" id="{3B15AD68-4188-4DB9-A714-9854FCB24F9E}"/>
              </a:ext>
            </a:extLst>
          </p:cNvPr>
          <p:cNvSpPr>
            <a:spLocks noGrp="1"/>
          </p:cNvSpPr>
          <p:nvPr/>
        </p:nvSpPr>
        <p:spPr>
          <a:xfrm>
            <a:off x="514350" y="842962"/>
            <a:ext cx="78581" cy="78581"/>
          </a:xfrm>
          <a:custGeom>
            <a:avLst/>
            <a:gdLst/>
            <a:ahLst/>
            <a:cxnLst/>
            <a:rect l="0" t="0" r="0" b="0"/>
            <a:pathLst>
              <a:path w="78581" h="78581">
                <a:moveTo>
                  <a:pt x="0" y="0"/>
                </a:moveTo>
                <a:lnTo>
                  <a:pt x="78581" y="0"/>
                </a:lnTo>
                <a:lnTo>
                  <a:pt x="78581" y="78581"/>
                </a:lnTo>
                <a:lnTo>
                  <a:pt x="0" y="78581"/>
                </a:lnTo>
                <a:close/>
              </a:path>
            </a:pathLst>
          </a:custGeom>
          <a:solidFill>
            <a:srgbClr val="1D4ED8"/>
          </a:solidFill>
          <a:ln w="7144">
            <a:noFill/>
            <a:prstDash val="solid"/>
          </a:ln>
        </p:spPr>
      </p:sp>
      <p:sp>
        <p:nvSpPr>
          <p:cNvPr id="14" name="Source layout 6">
            <a:extLst>
              <a:ext uri="{FF2B5EF4-FFF2-40B4-BE49-F238E27FC236}">
                <a16:creationId xmlns:a16="http://schemas.microsoft.com/office/drawing/2014/main" id="{0E90B866-B231-4696-A921-A861553C8D2A}"/>
              </a:ext>
            </a:extLst>
          </p:cNvPr>
          <p:cNvSpPr>
            <a:spLocks noGrp="1"/>
          </p:cNvSpPr>
          <p:nvPr/>
        </p:nvSpPr>
        <p:spPr>
          <a:xfrm>
            <a:off x="464344" y="2271712"/>
            <a:ext cx="71438" cy="71437"/>
          </a:xfrm>
          <a:custGeom>
            <a:avLst/>
            <a:gdLst/>
            <a:ahLst/>
            <a:cxnLst/>
            <a:rect l="0" t="0" r="0" b="0"/>
            <a:pathLst>
              <a:path w="71438" h="71437">
                <a:moveTo>
                  <a:pt x="71438" y="35719"/>
                </a:moveTo>
                <a:cubicBezTo>
                  <a:pt x="71437" y="40434"/>
                  <a:pt x="70531" y="44984"/>
                  <a:pt x="68719" y="49349"/>
                </a:cubicBezTo>
                <a:cubicBezTo>
                  <a:pt x="66906" y="53728"/>
                  <a:pt x="64325" y="57600"/>
                  <a:pt x="60976" y="60958"/>
                </a:cubicBezTo>
                <a:cubicBezTo>
                  <a:pt x="57626" y="64294"/>
                  <a:pt x="53764" y="66873"/>
                  <a:pt x="49388" y="68701"/>
                </a:cubicBezTo>
                <a:cubicBezTo>
                  <a:pt x="45012" y="70516"/>
                  <a:pt x="40455" y="71423"/>
                  <a:pt x="35719" y="71437"/>
                </a:cubicBezTo>
                <a:cubicBezTo>
                  <a:pt x="30982" y="71423"/>
                  <a:pt x="26426" y="70516"/>
                  <a:pt x="22050" y="68701"/>
                </a:cubicBezTo>
                <a:cubicBezTo>
                  <a:pt x="17674" y="66873"/>
                  <a:pt x="13811" y="64294"/>
                  <a:pt x="10462" y="60958"/>
                </a:cubicBezTo>
                <a:cubicBezTo>
                  <a:pt x="7113" y="57600"/>
                  <a:pt x="4532" y="53728"/>
                  <a:pt x="2719" y="49363"/>
                </a:cubicBezTo>
                <a:cubicBezTo>
                  <a:pt x="906" y="44984"/>
                  <a:pt x="0" y="40434"/>
                  <a:pt x="0" y="35719"/>
                </a:cubicBezTo>
                <a:cubicBezTo>
                  <a:pt x="0" y="30961"/>
                  <a:pt x="906" y="26396"/>
                  <a:pt x="2719" y="22017"/>
                </a:cubicBezTo>
                <a:cubicBezTo>
                  <a:pt x="4532" y="17652"/>
                  <a:pt x="7113" y="13802"/>
                  <a:pt x="10462" y="10451"/>
                </a:cubicBezTo>
                <a:cubicBezTo>
                  <a:pt x="13811" y="7087"/>
                  <a:pt x="17674" y="4508"/>
                  <a:pt x="22050" y="2707"/>
                </a:cubicBezTo>
                <a:cubicBezTo>
                  <a:pt x="26426" y="907"/>
                  <a:pt x="30982" y="0"/>
                  <a:pt x="35719" y="0"/>
                </a:cubicBezTo>
                <a:cubicBezTo>
                  <a:pt x="40455" y="0"/>
                  <a:pt x="45012" y="893"/>
                  <a:pt x="49388" y="2693"/>
                </a:cubicBezTo>
                <a:cubicBezTo>
                  <a:pt x="53764" y="4508"/>
                  <a:pt x="57626" y="7087"/>
                  <a:pt x="60976" y="10451"/>
                </a:cubicBezTo>
                <a:cubicBezTo>
                  <a:pt x="64325" y="13802"/>
                  <a:pt x="66906" y="17652"/>
                  <a:pt x="68719" y="22017"/>
                </a:cubicBezTo>
                <a:cubicBezTo>
                  <a:pt x="70531" y="26396"/>
                  <a:pt x="71437" y="30961"/>
                  <a:pt x="71438" y="35719"/>
                </a:cubicBezTo>
                <a:close/>
              </a:path>
            </a:pathLst>
          </a:custGeom>
          <a:solidFill>
            <a:srgbClr val="1D4ED8"/>
          </a:solidFill>
          <a:ln w="7144">
            <a:noFill/>
            <a:prstDash val="solid"/>
          </a:ln>
        </p:spPr>
      </p:sp>
      <p:sp>
        <p:nvSpPr>
          <p:cNvPr id="15" name="Source layout 7">
            <a:extLst>
              <a:ext uri="{FF2B5EF4-FFF2-40B4-BE49-F238E27FC236}">
                <a16:creationId xmlns:a16="http://schemas.microsoft.com/office/drawing/2014/main" id="{A36FA723-9C5D-4DD8-BFD3-5D0DD1E9E6BE}"/>
              </a:ext>
            </a:extLst>
          </p:cNvPr>
          <p:cNvSpPr>
            <a:spLocks noGrp="1"/>
          </p:cNvSpPr>
          <p:nvPr/>
        </p:nvSpPr>
        <p:spPr>
          <a:xfrm>
            <a:off x="464344" y="4564856"/>
            <a:ext cx="71438" cy="71437"/>
          </a:xfrm>
          <a:custGeom>
            <a:avLst/>
            <a:gdLst/>
            <a:ahLst/>
            <a:cxnLst/>
            <a:rect l="0" t="0" r="0" b="0"/>
            <a:pathLst>
              <a:path w="71438" h="71437">
                <a:moveTo>
                  <a:pt x="71438" y="35719"/>
                </a:moveTo>
                <a:cubicBezTo>
                  <a:pt x="71437" y="40448"/>
                  <a:pt x="70531" y="44998"/>
                  <a:pt x="68719" y="49363"/>
                </a:cubicBezTo>
                <a:cubicBezTo>
                  <a:pt x="66906" y="53728"/>
                  <a:pt x="64325" y="57607"/>
                  <a:pt x="60976" y="60972"/>
                </a:cubicBezTo>
                <a:cubicBezTo>
                  <a:pt x="57626" y="64322"/>
                  <a:pt x="53764" y="66901"/>
                  <a:pt x="49388" y="68701"/>
                </a:cubicBezTo>
                <a:cubicBezTo>
                  <a:pt x="45012" y="70502"/>
                  <a:pt x="40455" y="71423"/>
                  <a:pt x="35719" y="71437"/>
                </a:cubicBezTo>
                <a:cubicBezTo>
                  <a:pt x="30982" y="71423"/>
                  <a:pt x="26426" y="70502"/>
                  <a:pt x="22050" y="68687"/>
                </a:cubicBezTo>
                <a:cubicBezTo>
                  <a:pt x="17674" y="66887"/>
                  <a:pt x="13811" y="64322"/>
                  <a:pt x="10462" y="60972"/>
                </a:cubicBezTo>
                <a:cubicBezTo>
                  <a:pt x="7113" y="57607"/>
                  <a:pt x="4532" y="53728"/>
                  <a:pt x="2719" y="49363"/>
                </a:cubicBezTo>
                <a:cubicBezTo>
                  <a:pt x="906" y="44998"/>
                  <a:pt x="0" y="40448"/>
                  <a:pt x="0" y="35719"/>
                </a:cubicBezTo>
                <a:cubicBezTo>
                  <a:pt x="0" y="30975"/>
                  <a:pt x="906" y="26410"/>
                  <a:pt x="2719" y="22046"/>
                </a:cubicBezTo>
                <a:cubicBezTo>
                  <a:pt x="4532" y="17666"/>
                  <a:pt x="7113" y="13802"/>
                  <a:pt x="10462" y="10466"/>
                </a:cubicBezTo>
                <a:cubicBezTo>
                  <a:pt x="13811" y="7101"/>
                  <a:pt x="17674" y="4508"/>
                  <a:pt x="22050" y="2707"/>
                </a:cubicBezTo>
                <a:cubicBezTo>
                  <a:pt x="26426" y="907"/>
                  <a:pt x="30982" y="0"/>
                  <a:pt x="35719" y="0"/>
                </a:cubicBezTo>
                <a:cubicBezTo>
                  <a:pt x="40455" y="0"/>
                  <a:pt x="45012" y="907"/>
                  <a:pt x="49388" y="2722"/>
                </a:cubicBezTo>
                <a:cubicBezTo>
                  <a:pt x="53764" y="4522"/>
                  <a:pt x="57626" y="7101"/>
                  <a:pt x="60976" y="10466"/>
                </a:cubicBezTo>
                <a:cubicBezTo>
                  <a:pt x="64325" y="13802"/>
                  <a:pt x="66906" y="17666"/>
                  <a:pt x="68719" y="22046"/>
                </a:cubicBezTo>
                <a:cubicBezTo>
                  <a:pt x="70531" y="26410"/>
                  <a:pt x="71437" y="30975"/>
                  <a:pt x="71438" y="35719"/>
                </a:cubicBezTo>
                <a:close/>
              </a:path>
            </a:pathLst>
          </a:custGeom>
          <a:solidFill>
            <a:srgbClr val="1D4ED8"/>
          </a:solidFill>
          <a:ln w="7144">
            <a:noFill/>
            <a:prstDash val="solid"/>
          </a:ln>
        </p:spPr>
      </p:sp>
      <p:sp>
        <p:nvSpPr>
          <p:cNvPr id="16" name="Source layout 8">
            <a:extLst>
              <a:ext uri="{FF2B5EF4-FFF2-40B4-BE49-F238E27FC236}">
                <a16:creationId xmlns:a16="http://schemas.microsoft.com/office/drawing/2014/main" id="{A200F4DE-55F3-4D75-91FA-7C696D637400}"/>
              </a:ext>
            </a:extLst>
          </p:cNvPr>
          <p:cNvSpPr>
            <a:spLocks noGrp="1"/>
          </p:cNvSpPr>
          <p:nvPr/>
        </p:nvSpPr>
        <p:spPr>
          <a:xfrm>
            <a:off x="464344" y="5222081"/>
            <a:ext cx="71438" cy="71437"/>
          </a:xfrm>
          <a:custGeom>
            <a:avLst/>
            <a:gdLst/>
            <a:ahLst/>
            <a:cxnLst/>
            <a:rect l="0" t="0" r="0" b="0"/>
            <a:pathLst>
              <a:path w="71438" h="71437">
                <a:moveTo>
                  <a:pt x="71438" y="35719"/>
                </a:moveTo>
                <a:cubicBezTo>
                  <a:pt x="71437" y="40448"/>
                  <a:pt x="70531" y="44998"/>
                  <a:pt x="68719" y="49378"/>
                </a:cubicBezTo>
                <a:cubicBezTo>
                  <a:pt x="66906" y="53742"/>
                  <a:pt x="64325" y="57607"/>
                  <a:pt x="60976" y="60972"/>
                </a:cubicBezTo>
                <a:cubicBezTo>
                  <a:pt x="57626" y="64308"/>
                  <a:pt x="53764" y="66887"/>
                  <a:pt x="49388" y="68701"/>
                </a:cubicBezTo>
                <a:cubicBezTo>
                  <a:pt x="45012" y="70516"/>
                  <a:pt x="40455" y="71423"/>
                  <a:pt x="35719" y="71437"/>
                </a:cubicBezTo>
                <a:cubicBezTo>
                  <a:pt x="30982" y="71423"/>
                  <a:pt x="26426" y="70516"/>
                  <a:pt x="22050" y="68701"/>
                </a:cubicBezTo>
                <a:cubicBezTo>
                  <a:pt x="17674" y="66887"/>
                  <a:pt x="13811" y="64308"/>
                  <a:pt x="10462" y="60972"/>
                </a:cubicBezTo>
                <a:cubicBezTo>
                  <a:pt x="7113" y="57607"/>
                  <a:pt x="4532" y="53742"/>
                  <a:pt x="2719" y="49378"/>
                </a:cubicBezTo>
                <a:cubicBezTo>
                  <a:pt x="906" y="44998"/>
                  <a:pt x="0" y="40448"/>
                  <a:pt x="0" y="35719"/>
                </a:cubicBezTo>
                <a:cubicBezTo>
                  <a:pt x="0" y="30961"/>
                  <a:pt x="906" y="26396"/>
                  <a:pt x="2719" y="22017"/>
                </a:cubicBezTo>
                <a:cubicBezTo>
                  <a:pt x="4532" y="17652"/>
                  <a:pt x="7113" y="13802"/>
                  <a:pt x="10462" y="10451"/>
                </a:cubicBezTo>
                <a:cubicBezTo>
                  <a:pt x="13811" y="7087"/>
                  <a:pt x="17674" y="4508"/>
                  <a:pt x="22050" y="2707"/>
                </a:cubicBezTo>
                <a:cubicBezTo>
                  <a:pt x="26426" y="907"/>
                  <a:pt x="30982" y="0"/>
                  <a:pt x="35719" y="0"/>
                </a:cubicBezTo>
                <a:cubicBezTo>
                  <a:pt x="40455" y="0"/>
                  <a:pt x="45012" y="893"/>
                  <a:pt x="49388" y="2693"/>
                </a:cubicBezTo>
                <a:cubicBezTo>
                  <a:pt x="53764" y="4508"/>
                  <a:pt x="57626" y="7087"/>
                  <a:pt x="60976" y="10451"/>
                </a:cubicBezTo>
                <a:cubicBezTo>
                  <a:pt x="64325" y="13802"/>
                  <a:pt x="66906" y="17652"/>
                  <a:pt x="68719" y="22017"/>
                </a:cubicBezTo>
                <a:cubicBezTo>
                  <a:pt x="70531" y="26396"/>
                  <a:pt x="71437" y="30961"/>
                  <a:pt x="71438" y="35719"/>
                </a:cubicBezTo>
                <a:close/>
              </a:path>
            </a:pathLst>
          </a:custGeom>
          <a:solidFill>
            <a:srgbClr val="1D4ED8"/>
          </a:solidFill>
          <a:ln w="7144">
            <a:noFill/>
            <a:prstDash val="solid"/>
          </a:ln>
        </p:spPr>
      </p:sp>
      <p:sp>
        <p:nvSpPr>
          <p:cNvPr id="17" name="Source layout 9">
            <a:extLst>
              <a:ext uri="{FF2B5EF4-FFF2-40B4-BE49-F238E27FC236}">
                <a16:creationId xmlns:a16="http://schemas.microsoft.com/office/drawing/2014/main" id="{78370D97-A097-44C0-972A-DCCE5159235A}"/>
              </a:ext>
            </a:extLst>
          </p:cNvPr>
          <p:cNvSpPr>
            <a:spLocks noGrp="1"/>
          </p:cNvSpPr>
          <p:nvPr/>
        </p:nvSpPr>
        <p:spPr>
          <a:xfrm>
            <a:off x="464344" y="5579269"/>
            <a:ext cx="71438" cy="71437"/>
          </a:xfrm>
          <a:custGeom>
            <a:avLst/>
            <a:gdLst/>
            <a:ahLst/>
            <a:cxnLst/>
            <a:rect l="0" t="0" r="0" b="0"/>
            <a:pathLst>
              <a:path w="71438" h="71437">
                <a:moveTo>
                  <a:pt x="71438" y="35719"/>
                </a:moveTo>
                <a:cubicBezTo>
                  <a:pt x="71437" y="40434"/>
                  <a:pt x="70531" y="44984"/>
                  <a:pt x="68719" y="49349"/>
                </a:cubicBezTo>
                <a:cubicBezTo>
                  <a:pt x="66906" y="53721"/>
                  <a:pt x="64325" y="57600"/>
                  <a:pt x="60976" y="60958"/>
                </a:cubicBezTo>
                <a:cubicBezTo>
                  <a:pt x="57626" y="64308"/>
                  <a:pt x="53764" y="66887"/>
                  <a:pt x="49388" y="68687"/>
                </a:cubicBezTo>
                <a:cubicBezTo>
                  <a:pt x="45012" y="70516"/>
                  <a:pt x="40455" y="71423"/>
                  <a:pt x="35719" y="71437"/>
                </a:cubicBezTo>
                <a:cubicBezTo>
                  <a:pt x="30982" y="71423"/>
                  <a:pt x="26426" y="70516"/>
                  <a:pt x="22050" y="68687"/>
                </a:cubicBezTo>
                <a:cubicBezTo>
                  <a:pt x="17674" y="66887"/>
                  <a:pt x="13811" y="64308"/>
                  <a:pt x="10462" y="60958"/>
                </a:cubicBezTo>
                <a:cubicBezTo>
                  <a:pt x="7113" y="57600"/>
                  <a:pt x="4532" y="53721"/>
                  <a:pt x="2719" y="49349"/>
                </a:cubicBezTo>
                <a:cubicBezTo>
                  <a:pt x="906" y="44984"/>
                  <a:pt x="0" y="40434"/>
                  <a:pt x="0" y="35719"/>
                </a:cubicBezTo>
                <a:cubicBezTo>
                  <a:pt x="0" y="30975"/>
                  <a:pt x="906" y="26410"/>
                  <a:pt x="2719" y="22031"/>
                </a:cubicBezTo>
                <a:cubicBezTo>
                  <a:pt x="4532" y="17666"/>
                  <a:pt x="7113" y="13802"/>
                  <a:pt x="10462" y="10451"/>
                </a:cubicBezTo>
                <a:cubicBezTo>
                  <a:pt x="13811" y="7087"/>
                  <a:pt x="17674" y="4508"/>
                  <a:pt x="22050" y="2707"/>
                </a:cubicBezTo>
                <a:cubicBezTo>
                  <a:pt x="26426" y="907"/>
                  <a:pt x="30982" y="0"/>
                  <a:pt x="35719" y="0"/>
                </a:cubicBezTo>
                <a:cubicBezTo>
                  <a:pt x="40455" y="0"/>
                  <a:pt x="45012" y="893"/>
                  <a:pt x="49388" y="2693"/>
                </a:cubicBezTo>
                <a:cubicBezTo>
                  <a:pt x="53764" y="4508"/>
                  <a:pt x="57626" y="7087"/>
                  <a:pt x="60976" y="10451"/>
                </a:cubicBezTo>
                <a:cubicBezTo>
                  <a:pt x="64325" y="13802"/>
                  <a:pt x="66906" y="17666"/>
                  <a:pt x="68719" y="22031"/>
                </a:cubicBezTo>
                <a:cubicBezTo>
                  <a:pt x="70531" y="26410"/>
                  <a:pt x="71437" y="30975"/>
                  <a:pt x="71438" y="35719"/>
                </a:cubicBezTo>
                <a:close/>
              </a:path>
            </a:pathLst>
          </a:custGeom>
          <a:solidFill>
            <a:srgbClr val="1D4ED8"/>
          </a:solidFill>
          <a:ln w="7144">
            <a:noFill/>
            <a:prstDash val="solid"/>
          </a:ln>
        </p:spPr>
      </p:sp>
      <p:sp>
        <p:nvSpPr>
          <p:cNvPr id="18" name="Source layout 10">
            <a:extLst>
              <a:ext uri="{FF2B5EF4-FFF2-40B4-BE49-F238E27FC236}">
                <a16:creationId xmlns:a16="http://schemas.microsoft.com/office/drawing/2014/main" id="{94730220-CDF1-45F0-A6B2-B618AE42E1B4}"/>
              </a:ext>
            </a:extLst>
          </p:cNvPr>
          <p:cNvSpPr>
            <a:spLocks noGrp="1"/>
          </p:cNvSpPr>
          <p:nvPr/>
        </p:nvSpPr>
        <p:spPr>
          <a:xfrm>
            <a:off x="6979443" y="2271712"/>
            <a:ext cx="71438" cy="71437"/>
          </a:xfrm>
          <a:custGeom>
            <a:avLst/>
            <a:gdLst/>
            <a:ahLst/>
            <a:cxnLst/>
            <a:rect l="0" t="0" r="0" b="0"/>
            <a:pathLst>
              <a:path w="71438" h="71437">
                <a:moveTo>
                  <a:pt x="71438" y="35719"/>
                </a:moveTo>
                <a:cubicBezTo>
                  <a:pt x="71437" y="40434"/>
                  <a:pt x="70531" y="44984"/>
                  <a:pt x="68718" y="49349"/>
                </a:cubicBezTo>
                <a:cubicBezTo>
                  <a:pt x="66905" y="53728"/>
                  <a:pt x="64324" y="57600"/>
                  <a:pt x="60975" y="60958"/>
                </a:cubicBezTo>
                <a:cubicBezTo>
                  <a:pt x="57626" y="64294"/>
                  <a:pt x="53763" y="66873"/>
                  <a:pt x="49387" y="68701"/>
                </a:cubicBezTo>
                <a:cubicBezTo>
                  <a:pt x="45011" y="70516"/>
                  <a:pt x="40455" y="71423"/>
                  <a:pt x="35719" y="71437"/>
                </a:cubicBezTo>
                <a:cubicBezTo>
                  <a:pt x="30982" y="71423"/>
                  <a:pt x="26425" y="70516"/>
                  <a:pt x="22049" y="68701"/>
                </a:cubicBezTo>
                <a:cubicBezTo>
                  <a:pt x="17673" y="66873"/>
                  <a:pt x="13811" y="64294"/>
                  <a:pt x="10461" y="60958"/>
                </a:cubicBezTo>
                <a:cubicBezTo>
                  <a:pt x="7112" y="57600"/>
                  <a:pt x="4531" y="53728"/>
                  <a:pt x="2718" y="49363"/>
                </a:cubicBezTo>
                <a:cubicBezTo>
                  <a:pt x="906" y="44984"/>
                  <a:pt x="0" y="40434"/>
                  <a:pt x="0" y="35719"/>
                </a:cubicBezTo>
                <a:cubicBezTo>
                  <a:pt x="0" y="30961"/>
                  <a:pt x="906" y="26396"/>
                  <a:pt x="2718" y="22017"/>
                </a:cubicBezTo>
                <a:cubicBezTo>
                  <a:pt x="4531" y="17652"/>
                  <a:pt x="7112" y="13802"/>
                  <a:pt x="10461" y="10451"/>
                </a:cubicBezTo>
                <a:cubicBezTo>
                  <a:pt x="13811" y="7087"/>
                  <a:pt x="17673" y="4508"/>
                  <a:pt x="22049" y="2707"/>
                </a:cubicBezTo>
                <a:cubicBezTo>
                  <a:pt x="26425" y="907"/>
                  <a:pt x="30982" y="0"/>
                  <a:pt x="35719" y="0"/>
                </a:cubicBezTo>
                <a:cubicBezTo>
                  <a:pt x="40455" y="0"/>
                  <a:pt x="45011" y="893"/>
                  <a:pt x="49387" y="2693"/>
                </a:cubicBezTo>
                <a:cubicBezTo>
                  <a:pt x="53763" y="4508"/>
                  <a:pt x="57626" y="7087"/>
                  <a:pt x="60975" y="10451"/>
                </a:cubicBezTo>
                <a:cubicBezTo>
                  <a:pt x="64324" y="13802"/>
                  <a:pt x="66905" y="17652"/>
                  <a:pt x="68718" y="22017"/>
                </a:cubicBezTo>
                <a:cubicBezTo>
                  <a:pt x="70531" y="26396"/>
                  <a:pt x="71437" y="30961"/>
                  <a:pt x="71438" y="35719"/>
                </a:cubicBezTo>
                <a:close/>
              </a:path>
            </a:pathLst>
          </a:custGeom>
          <a:solidFill>
            <a:srgbClr val="1D4ED8"/>
          </a:solidFill>
          <a:ln w="7144">
            <a:noFill/>
            <a:prstDash val="solid"/>
          </a:ln>
        </p:spPr>
      </p:sp>
      <p:sp>
        <p:nvSpPr>
          <p:cNvPr id="19" name="Source layout 11">
            <a:extLst>
              <a:ext uri="{FF2B5EF4-FFF2-40B4-BE49-F238E27FC236}">
                <a16:creationId xmlns:a16="http://schemas.microsoft.com/office/drawing/2014/main" id="{1DAA4146-93D5-4D64-B6DC-A3855B64A808}"/>
              </a:ext>
            </a:extLst>
          </p:cNvPr>
          <p:cNvSpPr>
            <a:spLocks noGrp="1"/>
          </p:cNvSpPr>
          <p:nvPr/>
        </p:nvSpPr>
        <p:spPr>
          <a:xfrm>
            <a:off x="6979443" y="2928937"/>
            <a:ext cx="71438" cy="71437"/>
          </a:xfrm>
          <a:custGeom>
            <a:avLst/>
            <a:gdLst/>
            <a:ahLst/>
            <a:cxnLst/>
            <a:rect l="0" t="0" r="0" b="0"/>
            <a:pathLst>
              <a:path w="71438" h="71437">
                <a:moveTo>
                  <a:pt x="71438" y="35719"/>
                </a:moveTo>
                <a:cubicBezTo>
                  <a:pt x="71437" y="40448"/>
                  <a:pt x="70531" y="44998"/>
                  <a:pt x="68718" y="49363"/>
                </a:cubicBezTo>
                <a:cubicBezTo>
                  <a:pt x="66905" y="53728"/>
                  <a:pt x="64324" y="57600"/>
                  <a:pt x="60975" y="60958"/>
                </a:cubicBezTo>
                <a:cubicBezTo>
                  <a:pt x="57626" y="64294"/>
                  <a:pt x="53763" y="66873"/>
                  <a:pt x="49387" y="68687"/>
                </a:cubicBezTo>
                <a:cubicBezTo>
                  <a:pt x="45011" y="70502"/>
                  <a:pt x="40455" y="71423"/>
                  <a:pt x="35719" y="71437"/>
                </a:cubicBezTo>
                <a:cubicBezTo>
                  <a:pt x="30982" y="71423"/>
                  <a:pt x="26425" y="70502"/>
                  <a:pt x="22049" y="68673"/>
                </a:cubicBezTo>
                <a:cubicBezTo>
                  <a:pt x="17673" y="66873"/>
                  <a:pt x="13811" y="64294"/>
                  <a:pt x="10461" y="60958"/>
                </a:cubicBezTo>
                <a:cubicBezTo>
                  <a:pt x="7112" y="57600"/>
                  <a:pt x="4531" y="53728"/>
                  <a:pt x="2718" y="49363"/>
                </a:cubicBezTo>
                <a:cubicBezTo>
                  <a:pt x="906" y="44998"/>
                  <a:pt x="0" y="40448"/>
                  <a:pt x="0" y="35719"/>
                </a:cubicBezTo>
                <a:cubicBezTo>
                  <a:pt x="0" y="30961"/>
                  <a:pt x="906" y="26396"/>
                  <a:pt x="2718" y="22017"/>
                </a:cubicBezTo>
                <a:cubicBezTo>
                  <a:pt x="4531" y="17652"/>
                  <a:pt x="7112" y="13787"/>
                  <a:pt x="10461" y="10451"/>
                </a:cubicBezTo>
                <a:cubicBezTo>
                  <a:pt x="13811" y="7087"/>
                  <a:pt x="17673" y="4508"/>
                  <a:pt x="22049" y="2693"/>
                </a:cubicBezTo>
                <a:cubicBezTo>
                  <a:pt x="26425" y="893"/>
                  <a:pt x="30982" y="0"/>
                  <a:pt x="35719" y="0"/>
                </a:cubicBezTo>
                <a:cubicBezTo>
                  <a:pt x="40455" y="0"/>
                  <a:pt x="45011" y="893"/>
                  <a:pt x="49387" y="2693"/>
                </a:cubicBezTo>
                <a:cubicBezTo>
                  <a:pt x="53763" y="4508"/>
                  <a:pt x="57626" y="7087"/>
                  <a:pt x="60975" y="10451"/>
                </a:cubicBezTo>
                <a:cubicBezTo>
                  <a:pt x="64324" y="13787"/>
                  <a:pt x="66905" y="17652"/>
                  <a:pt x="68718" y="22031"/>
                </a:cubicBezTo>
                <a:cubicBezTo>
                  <a:pt x="70531" y="26396"/>
                  <a:pt x="71437" y="30961"/>
                  <a:pt x="71438" y="35719"/>
                </a:cubicBezTo>
                <a:close/>
              </a:path>
            </a:pathLst>
          </a:custGeom>
          <a:solidFill>
            <a:srgbClr val="1D4ED8"/>
          </a:solidFill>
          <a:ln w="7144">
            <a:noFill/>
            <a:prstDash val="solid"/>
          </a:ln>
        </p:spPr>
      </p:sp>
      <p:sp>
        <p:nvSpPr>
          <p:cNvPr id="20" name="Source layout 12">
            <a:extLst>
              <a:ext uri="{FF2B5EF4-FFF2-40B4-BE49-F238E27FC236}">
                <a16:creationId xmlns:a16="http://schemas.microsoft.com/office/drawing/2014/main" id="{578A0103-CEFD-43A8-8499-13B974B17C75}"/>
              </a:ext>
            </a:extLst>
          </p:cNvPr>
          <p:cNvSpPr>
            <a:spLocks noGrp="1"/>
          </p:cNvSpPr>
          <p:nvPr/>
        </p:nvSpPr>
        <p:spPr>
          <a:xfrm>
            <a:off x="6979443" y="3593306"/>
            <a:ext cx="71438" cy="71437"/>
          </a:xfrm>
          <a:custGeom>
            <a:avLst/>
            <a:gdLst/>
            <a:ahLst/>
            <a:cxnLst/>
            <a:rect l="0" t="0" r="0" b="0"/>
            <a:pathLst>
              <a:path w="71438" h="71437">
                <a:moveTo>
                  <a:pt x="71438" y="35719"/>
                </a:moveTo>
                <a:cubicBezTo>
                  <a:pt x="71437" y="40448"/>
                  <a:pt x="70531" y="44998"/>
                  <a:pt x="68718" y="49363"/>
                </a:cubicBezTo>
                <a:cubicBezTo>
                  <a:pt x="66905" y="53728"/>
                  <a:pt x="64324" y="57600"/>
                  <a:pt x="60975" y="60958"/>
                </a:cubicBezTo>
                <a:cubicBezTo>
                  <a:pt x="57626" y="64294"/>
                  <a:pt x="53763" y="66873"/>
                  <a:pt x="49387" y="68701"/>
                </a:cubicBezTo>
                <a:cubicBezTo>
                  <a:pt x="45011" y="70502"/>
                  <a:pt x="40455" y="71423"/>
                  <a:pt x="35719" y="71437"/>
                </a:cubicBezTo>
                <a:cubicBezTo>
                  <a:pt x="30982" y="71423"/>
                  <a:pt x="26425" y="70502"/>
                  <a:pt x="22049" y="68687"/>
                </a:cubicBezTo>
                <a:cubicBezTo>
                  <a:pt x="17673" y="66873"/>
                  <a:pt x="13811" y="64294"/>
                  <a:pt x="10461" y="60958"/>
                </a:cubicBezTo>
                <a:cubicBezTo>
                  <a:pt x="7112" y="57600"/>
                  <a:pt x="4531" y="53728"/>
                  <a:pt x="2718" y="49363"/>
                </a:cubicBezTo>
                <a:cubicBezTo>
                  <a:pt x="906" y="44998"/>
                  <a:pt x="0" y="40448"/>
                  <a:pt x="0" y="35719"/>
                </a:cubicBezTo>
                <a:cubicBezTo>
                  <a:pt x="0" y="30961"/>
                  <a:pt x="906" y="26396"/>
                  <a:pt x="2718" y="22017"/>
                </a:cubicBezTo>
                <a:cubicBezTo>
                  <a:pt x="4531" y="17652"/>
                  <a:pt x="7112" y="13787"/>
                  <a:pt x="10461" y="10437"/>
                </a:cubicBezTo>
                <a:cubicBezTo>
                  <a:pt x="13811" y="7087"/>
                  <a:pt x="17673" y="4508"/>
                  <a:pt x="22049" y="2693"/>
                </a:cubicBezTo>
                <a:cubicBezTo>
                  <a:pt x="26425" y="893"/>
                  <a:pt x="30982" y="0"/>
                  <a:pt x="35719" y="0"/>
                </a:cubicBezTo>
                <a:cubicBezTo>
                  <a:pt x="40455" y="0"/>
                  <a:pt x="45011" y="907"/>
                  <a:pt x="49387" y="2707"/>
                </a:cubicBezTo>
                <a:cubicBezTo>
                  <a:pt x="53763" y="4508"/>
                  <a:pt x="57626" y="7087"/>
                  <a:pt x="60975" y="10437"/>
                </a:cubicBezTo>
                <a:cubicBezTo>
                  <a:pt x="64324" y="13787"/>
                  <a:pt x="66905" y="17638"/>
                  <a:pt x="68718" y="22003"/>
                </a:cubicBezTo>
                <a:cubicBezTo>
                  <a:pt x="70531" y="26396"/>
                  <a:pt x="71437" y="30961"/>
                  <a:pt x="71438" y="35719"/>
                </a:cubicBezTo>
                <a:close/>
              </a:path>
            </a:pathLst>
          </a:custGeom>
          <a:solidFill>
            <a:srgbClr val="1D4ED8"/>
          </a:solidFill>
          <a:ln w="7144">
            <a:noFill/>
            <a:prstDash val="solid"/>
          </a:ln>
        </p:spPr>
      </p:sp>
      <p:sp>
        <p:nvSpPr>
          <p:cNvPr id="21" name="Source layout 13">
            <a:extLst>
              <a:ext uri="{FF2B5EF4-FFF2-40B4-BE49-F238E27FC236}">
                <a16:creationId xmlns:a16="http://schemas.microsoft.com/office/drawing/2014/main" id="{6C8ED185-B5C0-47FD-8F69-3C3F4A90EC8B}"/>
              </a:ext>
            </a:extLst>
          </p:cNvPr>
          <p:cNvSpPr>
            <a:spLocks noGrp="1"/>
          </p:cNvSpPr>
          <p:nvPr/>
        </p:nvSpPr>
        <p:spPr>
          <a:xfrm>
            <a:off x="6979443" y="4250531"/>
            <a:ext cx="71438" cy="71437"/>
          </a:xfrm>
          <a:custGeom>
            <a:avLst/>
            <a:gdLst/>
            <a:ahLst/>
            <a:cxnLst/>
            <a:rect l="0" t="0" r="0" b="0"/>
            <a:pathLst>
              <a:path w="71438" h="71437">
                <a:moveTo>
                  <a:pt x="71438" y="35719"/>
                </a:moveTo>
                <a:cubicBezTo>
                  <a:pt x="71437" y="40434"/>
                  <a:pt x="70531" y="44984"/>
                  <a:pt x="68718" y="49349"/>
                </a:cubicBezTo>
                <a:cubicBezTo>
                  <a:pt x="66905" y="53721"/>
                  <a:pt x="64324" y="57586"/>
                  <a:pt x="60975" y="60943"/>
                </a:cubicBezTo>
                <a:cubicBezTo>
                  <a:pt x="57626" y="64279"/>
                  <a:pt x="53763" y="66858"/>
                  <a:pt x="49387" y="68687"/>
                </a:cubicBezTo>
                <a:cubicBezTo>
                  <a:pt x="45011" y="70502"/>
                  <a:pt x="40455" y="71423"/>
                  <a:pt x="35719" y="71437"/>
                </a:cubicBezTo>
                <a:cubicBezTo>
                  <a:pt x="30982" y="71423"/>
                  <a:pt x="26425" y="70502"/>
                  <a:pt x="22049" y="68687"/>
                </a:cubicBezTo>
                <a:cubicBezTo>
                  <a:pt x="17673" y="66858"/>
                  <a:pt x="13811" y="64279"/>
                  <a:pt x="10461" y="60943"/>
                </a:cubicBezTo>
                <a:cubicBezTo>
                  <a:pt x="7112" y="57586"/>
                  <a:pt x="4531" y="53721"/>
                  <a:pt x="2718" y="49349"/>
                </a:cubicBezTo>
                <a:cubicBezTo>
                  <a:pt x="906" y="44984"/>
                  <a:pt x="0" y="40434"/>
                  <a:pt x="0" y="35719"/>
                </a:cubicBezTo>
                <a:cubicBezTo>
                  <a:pt x="0" y="30961"/>
                  <a:pt x="906" y="26396"/>
                  <a:pt x="2718" y="22017"/>
                </a:cubicBezTo>
                <a:cubicBezTo>
                  <a:pt x="4531" y="17638"/>
                  <a:pt x="7112" y="13773"/>
                  <a:pt x="10461" y="10437"/>
                </a:cubicBezTo>
                <a:cubicBezTo>
                  <a:pt x="13811" y="7087"/>
                  <a:pt x="17673" y="4508"/>
                  <a:pt x="22049" y="2707"/>
                </a:cubicBezTo>
                <a:cubicBezTo>
                  <a:pt x="26425" y="907"/>
                  <a:pt x="30982" y="0"/>
                  <a:pt x="35719" y="0"/>
                </a:cubicBezTo>
                <a:cubicBezTo>
                  <a:pt x="40455" y="0"/>
                  <a:pt x="45011" y="907"/>
                  <a:pt x="49387" y="2707"/>
                </a:cubicBezTo>
                <a:cubicBezTo>
                  <a:pt x="53763" y="4508"/>
                  <a:pt x="57626" y="7087"/>
                  <a:pt x="60975" y="10437"/>
                </a:cubicBezTo>
                <a:cubicBezTo>
                  <a:pt x="64324" y="13773"/>
                  <a:pt x="66905" y="17638"/>
                  <a:pt x="68718" y="22017"/>
                </a:cubicBezTo>
                <a:cubicBezTo>
                  <a:pt x="70531" y="26396"/>
                  <a:pt x="71437" y="30961"/>
                  <a:pt x="71438" y="35719"/>
                </a:cubicBezTo>
                <a:close/>
              </a:path>
            </a:pathLst>
          </a:custGeom>
          <a:solidFill>
            <a:srgbClr val="1D4ED8"/>
          </a:solidFill>
          <a:ln w="7144">
            <a:noFill/>
            <a:prstDash val="solid"/>
          </a:ln>
        </p:spPr>
      </p:sp>
      <p:sp>
        <p:nvSpPr>
          <p:cNvPr id="22" name="Source layout 14">
            <a:extLst>
              <a:ext uri="{FF2B5EF4-FFF2-40B4-BE49-F238E27FC236}">
                <a16:creationId xmlns:a16="http://schemas.microsoft.com/office/drawing/2014/main" id="{2DEFCD99-2188-4D3F-B348-3562C2F039AB}"/>
              </a:ext>
            </a:extLst>
          </p:cNvPr>
          <p:cNvSpPr>
            <a:spLocks noGrp="1"/>
          </p:cNvSpPr>
          <p:nvPr/>
        </p:nvSpPr>
        <p:spPr>
          <a:xfrm>
            <a:off x="7029450" y="4857750"/>
            <a:ext cx="6172200" cy="1800225"/>
          </a:xfrm>
          <a:custGeom>
            <a:avLst/>
            <a:gdLst/>
            <a:ahLst/>
            <a:cxnLst/>
            <a:rect l="0" t="0" r="0" b="0"/>
            <a:pathLst>
              <a:path w="6172200" h="1800225">
                <a:moveTo>
                  <a:pt x="0" y="0"/>
                </a:moveTo>
                <a:lnTo>
                  <a:pt x="6172200" y="0"/>
                </a:lnTo>
                <a:lnTo>
                  <a:pt x="6172200" y="1800225"/>
                </a:lnTo>
                <a:lnTo>
                  <a:pt x="0" y="1800225"/>
                </a:lnTo>
                <a:close/>
              </a:path>
            </a:pathLst>
          </a:custGeom>
          <a:solidFill>
            <a:srgbClr val="FFFFFF"/>
          </a:solidFill>
          <a:ln w="7144">
            <a:noFill/>
            <a:prstDash val="solid"/>
          </a:ln>
        </p:spPr>
      </p:sp>
      <p:sp>
        <p:nvSpPr>
          <p:cNvPr id="23" name="Source layout 15">
            <a:extLst>
              <a:ext uri="{FF2B5EF4-FFF2-40B4-BE49-F238E27FC236}">
                <a16:creationId xmlns:a16="http://schemas.microsoft.com/office/drawing/2014/main" id="{5775BFC0-256A-4AC6-96B5-7BFF4DAFBB23}"/>
              </a:ext>
            </a:extLst>
          </p:cNvPr>
          <p:cNvSpPr>
            <a:spLocks noGrp="1"/>
          </p:cNvSpPr>
          <p:nvPr/>
        </p:nvSpPr>
        <p:spPr>
          <a:xfrm>
            <a:off x="7029450" y="4857750"/>
            <a:ext cx="6172200" cy="7144"/>
          </a:xfrm>
          <a:custGeom>
            <a:avLst/>
            <a:gdLst/>
            <a:ahLst/>
            <a:cxnLst/>
            <a:rect l="0" t="0" r="0" b="0"/>
            <a:pathLst>
              <a:path w="6172200" h="7144">
                <a:moveTo>
                  <a:pt x="0" y="0"/>
                </a:moveTo>
                <a:lnTo>
                  <a:pt x="6172200" y="0"/>
                </a:lnTo>
                <a:lnTo>
                  <a:pt x="6172200" y="7144"/>
                </a:lnTo>
                <a:lnTo>
                  <a:pt x="0" y="7144"/>
                </a:lnTo>
                <a:close/>
              </a:path>
            </a:pathLst>
          </a:custGeom>
          <a:solidFill>
            <a:srgbClr val="0A2540">
              <a:alpha val="34120"/>
            </a:srgbClr>
          </a:solidFill>
          <a:ln w="7144">
            <a:noFill/>
            <a:prstDash val="solid"/>
          </a:ln>
        </p:spPr>
      </p:sp>
      <p:sp>
        <p:nvSpPr>
          <p:cNvPr id="24" name="Source layout 16">
            <a:extLst>
              <a:ext uri="{FF2B5EF4-FFF2-40B4-BE49-F238E27FC236}">
                <a16:creationId xmlns:a16="http://schemas.microsoft.com/office/drawing/2014/main" id="{D44324F0-46D4-49F6-BAB3-D5E8A0B785B5}"/>
              </a:ext>
            </a:extLst>
          </p:cNvPr>
          <p:cNvSpPr>
            <a:spLocks noGrp="1"/>
          </p:cNvSpPr>
          <p:nvPr/>
        </p:nvSpPr>
        <p:spPr>
          <a:xfrm>
            <a:off x="7029450" y="6650831"/>
            <a:ext cx="6172200" cy="7144"/>
          </a:xfrm>
          <a:custGeom>
            <a:avLst/>
            <a:gdLst/>
            <a:ahLst/>
            <a:cxnLst/>
            <a:rect l="0" t="0" r="0" b="0"/>
            <a:pathLst>
              <a:path w="6172200" h="7144">
                <a:moveTo>
                  <a:pt x="0" y="0"/>
                </a:moveTo>
                <a:lnTo>
                  <a:pt x="6172200" y="0"/>
                </a:lnTo>
                <a:lnTo>
                  <a:pt x="6172200" y="7144"/>
                </a:lnTo>
                <a:lnTo>
                  <a:pt x="0" y="7144"/>
                </a:lnTo>
                <a:close/>
              </a:path>
            </a:pathLst>
          </a:custGeom>
          <a:solidFill>
            <a:srgbClr val="0A2540">
              <a:alpha val="34120"/>
            </a:srgbClr>
          </a:solidFill>
          <a:ln w="7144">
            <a:noFill/>
            <a:prstDash val="solid"/>
          </a:ln>
        </p:spPr>
      </p:sp>
      <p:sp>
        <p:nvSpPr>
          <p:cNvPr id="25" name="Source layout 17">
            <a:extLst>
              <a:ext uri="{FF2B5EF4-FFF2-40B4-BE49-F238E27FC236}">
                <a16:creationId xmlns:a16="http://schemas.microsoft.com/office/drawing/2014/main" id="{CD5ADA43-E034-4F4D-A74A-8F168399E616}"/>
              </a:ext>
            </a:extLst>
          </p:cNvPr>
          <p:cNvSpPr>
            <a:spLocks noGrp="1"/>
          </p:cNvSpPr>
          <p:nvPr/>
        </p:nvSpPr>
        <p:spPr>
          <a:xfrm>
            <a:off x="13194506" y="4857750"/>
            <a:ext cx="7144" cy="1800225"/>
          </a:xfrm>
          <a:custGeom>
            <a:avLst/>
            <a:gdLst/>
            <a:ahLst/>
            <a:cxnLst/>
            <a:rect l="0" t="0" r="0" b="0"/>
            <a:pathLst>
              <a:path w="7144" h="1800225">
                <a:moveTo>
                  <a:pt x="0" y="0"/>
                </a:moveTo>
                <a:lnTo>
                  <a:pt x="7144" y="0"/>
                </a:lnTo>
                <a:lnTo>
                  <a:pt x="7144" y="1800225"/>
                </a:lnTo>
                <a:lnTo>
                  <a:pt x="0" y="1800225"/>
                </a:lnTo>
                <a:close/>
              </a:path>
            </a:pathLst>
          </a:custGeom>
          <a:solidFill>
            <a:srgbClr val="0A2540">
              <a:alpha val="34120"/>
            </a:srgbClr>
          </a:solidFill>
          <a:ln w="7144">
            <a:noFill/>
            <a:prstDash val="solid"/>
          </a:ln>
        </p:spPr>
      </p:sp>
      <p:sp>
        <p:nvSpPr>
          <p:cNvPr id="26" name="Source layout 18">
            <a:extLst>
              <a:ext uri="{FF2B5EF4-FFF2-40B4-BE49-F238E27FC236}">
                <a16:creationId xmlns:a16="http://schemas.microsoft.com/office/drawing/2014/main" id="{2B96045D-FB58-4A9E-873F-900D5C7F1459}"/>
              </a:ext>
            </a:extLst>
          </p:cNvPr>
          <p:cNvSpPr>
            <a:spLocks noGrp="1"/>
          </p:cNvSpPr>
          <p:nvPr/>
        </p:nvSpPr>
        <p:spPr>
          <a:xfrm>
            <a:off x="7029450" y="4857750"/>
            <a:ext cx="28575" cy="1800225"/>
          </a:xfrm>
          <a:custGeom>
            <a:avLst/>
            <a:gdLst/>
            <a:ahLst/>
            <a:cxnLst/>
            <a:rect l="0" t="0" r="0" b="0"/>
            <a:pathLst>
              <a:path w="28575" h="1800225">
                <a:moveTo>
                  <a:pt x="0" y="0"/>
                </a:moveTo>
                <a:lnTo>
                  <a:pt x="0" y="1800225"/>
                </a:lnTo>
                <a:lnTo>
                  <a:pt x="28575" y="1793081"/>
                </a:lnTo>
                <a:lnTo>
                  <a:pt x="28575" y="7144"/>
                </a:lnTo>
              </a:path>
            </a:pathLst>
          </a:custGeom>
          <a:solidFill>
            <a:srgbClr val="0A2540"/>
          </a:solidFill>
          <a:ln w="7144">
            <a:noFill/>
            <a:prstDash val="solid"/>
          </a:ln>
        </p:spPr>
      </p:sp>
      <p:sp>
        <p:nvSpPr>
          <p:cNvPr id="27" name="Source layout 19">
            <a:extLst>
              <a:ext uri="{FF2B5EF4-FFF2-40B4-BE49-F238E27FC236}">
                <a16:creationId xmlns:a16="http://schemas.microsoft.com/office/drawing/2014/main" id="{7C909C20-8EFB-4370-A43F-9BEAB6EE5444}"/>
              </a:ext>
            </a:extLst>
          </p:cNvPr>
          <p:cNvSpPr>
            <a:spLocks noGrp="1"/>
          </p:cNvSpPr>
          <p:nvPr/>
        </p:nvSpPr>
        <p:spPr>
          <a:xfrm>
            <a:off x="514350" y="7250906"/>
            <a:ext cx="12687299" cy="7144"/>
          </a:xfrm>
          <a:custGeom>
            <a:avLst/>
            <a:gdLst/>
            <a:ahLst/>
            <a:cxnLst/>
            <a:rect l="0" t="0" r="0" b="0"/>
            <a:pathLst>
              <a:path w="12687299" h="7144">
                <a:moveTo>
                  <a:pt x="0" y="0"/>
                </a:moveTo>
                <a:lnTo>
                  <a:pt x="12687299" y="0"/>
                </a:lnTo>
                <a:lnTo>
                  <a:pt x="12687299" y="7144"/>
                </a:lnTo>
                <a:lnTo>
                  <a:pt x="0" y="7144"/>
                </a:lnTo>
                <a:close/>
              </a:path>
            </a:pathLst>
          </a:custGeom>
          <a:solidFill>
            <a:srgbClr val="0A2540">
              <a:alpha val="16080"/>
            </a:srgbClr>
          </a:solidFill>
          <a:ln w="7144">
            <a:noFill/>
            <a:prstDash val="solid"/>
          </a:ln>
        </p:spPr>
      </p:sp>
      <p:sp>
        <p:nvSpPr>
          <p:cNvPr id="28" name="s26 text 1">
            <a:extLst>
              <a:ext uri="{FF2B5EF4-FFF2-40B4-BE49-F238E27FC236}">
                <a16:creationId xmlns:a16="http://schemas.microsoft.com/office/drawing/2014/main" id="{9DD63067-19D2-47A2-B4D0-AAB6A61D0232}"/>
              </a:ext>
            </a:extLst>
          </p:cNvPr>
          <p:cNvSpPr>
            <a:spLocks noGrp="1"/>
          </p:cNvSpPr>
          <p:nvPr/>
        </p:nvSpPr>
        <p:spPr>
          <a:xfrm>
            <a:off x="678656" y="812101"/>
            <a:ext cx="2034543" cy="173507"/>
          </a:xfrm>
          <a:prstGeom prst="rect">
            <a:avLst/>
          </a:prstGeom>
          <a:noFill/>
          <a:ln w="0">
            <a:noFill/>
            <a:prstDash val="solid"/>
          </a:ln>
        </p:spPr>
        <p:txBody>
          <a:bodyPr wrap="none" lIns="0" tIns="0" rIns="0" bIns="0" anchor="t">
            <a:noAutofit/>
          </a:bodyPr>
          <a:lstStyle>
            <a:defPPr algn="l">
              <a:defRPr sz="900" b="0" i="0" kern="0" spc="180">
                <a:solidFill>
                  <a:srgbClr val="1D4ED8"/>
                </a:solidFill>
                <a:latin typeface="JetBrains Mono"/>
                <a:ea typeface="JetBrains Mono"/>
                <a:cs typeface="JetBrains Mono"/>
              </a:defRPr>
            </a:defPPr>
            <a:lvl1pPr algn="l">
              <a:defRPr sz="900" b="0" i="0" kern="0" spc="180">
                <a:solidFill>
                  <a:srgbClr val="1D4ED8"/>
                </a:solidFill>
                <a:latin typeface="JetBrains Mono"/>
                <a:ea typeface="JetBrains Mono"/>
                <a:cs typeface="JetBrains Mono"/>
              </a:defRPr>
            </a:lvl1pPr>
            <a:lvl2pPr algn="l">
              <a:defRPr sz="900" b="0" i="0" kern="0" spc="180">
                <a:solidFill>
                  <a:srgbClr val="1D4ED8"/>
                </a:solidFill>
                <a:latin typeface="JetBrains Mono"/>
                <a:ea typeface="JetBrains Mono"/>
                <a:cs typeface="JetBrains Mono"/>
              </a:defRPr>
            </a:lvl2pPr>
            <a:lvl3pPr algn="l">
              <a:defRPr sz="900" b="0" i="0" kern="0" spc="180">
                <a:solidFill>
                  <a:srgbClr val="1D4ED8"/>
                </a:solidFill>
                <a:latin typeface="JetBrains Mono"/>
                <a:ea typeface="JetBrains Mono"/>
                <a:cs typeface="JetBrains Mono"/>
              </a:defRPr>
            </a:lvl3pPr>
            <a:lvl4pPr algn="l">
              <a:defRPr sz="900" b="0" i="0" kern="0" spc="180">
                <a:solidFill>
                  <a:srgbClr val="1D4ED8"/>
                </a:solidFill>
                <a:latin typeface="JetBrains Mono"/>
                <a:ea typeface="JetBrains Mono"/>
                <a:cs typeface="JetBrains Mono"/>
              </a:defRPr>
            </a:lvl4pPr>
            <a:lvl5pPr algn="l">
              <a:defRPr sz="900" b="0" i="0" kern="0" spc="180">
                <a:solidFill>
                  <a:srgbClr val="1D4ED8"/>
                </a:solidFill>
                <a:latin typeface="JetBrains Mono"/>
                <a:ea typeface="JetBrains Mono"/>
                <a:cs typeface="JetBrains Mono"/>
              </a:defRPr>
            </a:lvl5pPr>
            <a:lvl6pPr algn="l">
              <a:defRPr sz="900" b="0" i="0" kern="0" spc="180">
                <a:solidFill>
                  <a:srgbClr val="1D4ED8"/>
                </a:solidFill>
                <a:latin typeface="JetBrains Mono"/>
                <a:ea typeface="JetBrains Mono"/>
                <a:cs typeface="JetBrains Mono"/>
              </a:defRPr>
            </a:lvl6pPr>
            <a:lvl7pPr algn="l">
              <a:defRPr sz="900" b="0" i="0" kern="0" spc="180">
                <a:solidFill>
                  <a:srgbClr val="1D4ED8"/>
                </a:solidFill>
                <a:latin typeface="JetBrains Mono"/>
                <a:ea typeface="JetBrains Mono"/>
                <a:cs typeface="JetBrains Mono"/>
              </a:defRPr>
            </a:lvl7pPr>
            <a:lvl8pPr algn="l">
              <a:defRPr sz="900" b="0" i="0" kern="0" spc="180">
                <a:solidFill>
                  <a:srgbClr val="1D4ED8"/>
                </a:solidFill>
                <a:latin typeface="JetBrains Mono"/>
                <a:ea typeface="JetBrains Mono"/>
                <a:cs typeface="JetBrains Mono"/>
              </a:defRPr>
            </a:lvl8pPr>
            <a:lvl9pPr algn="l">
              <a:defRPr sz="900" b="0" i="0" kern="0" spc="180">
                <a:solidFill>
                  <a:srgbClr val="1D4ED8"/>
                </a:solidFill>
                <a:latin typeface="JetBrains Mono"/>
                <a:ea typeface="JetBrains Mono"/>
                <a:cs typeface="JetBrains Mono"/>
              </a:defRPr>
            </a:lvl9pPr>
          </a:lstStyle>
          <a:p>
            <a:pPr algn="l">
              <a:lnSpc>
                <a:spcPct val="100000"/>
              </a:lnSpc>
              <a:buNone/>
              <a:defRPr sz="900" b="0" i="0" kern="0" spc="180">
                <a:solidFill>
                  <a:srgbClr val="1D4ED8"/>
                </a:solidFill>
                <a:latin typeface="JetBrains Mono"/>
                <a:ea typeface="JetBrains Mono"/>
                <a:cs typeface="JetBrains Mono"/>
              </a:defRPr>
            </a:pPr>
            <a:r>
              <a:rPr sz="900" b="0" i="0" kern="0" spc="180">
                <a:solidFill>
                  <a:srgbClr val="1D4ED8"/>
                </a:solidFill>
                <a:latin typeface="JetBrains Mono"/>
                <a:ea typeface="JetBrains Mono"/>
                <a:cs typeface="JetBrains Mono"/>
              </a:rPr>
              <a:t>REFERENCES · QUESTIONS</a:t>
            </a:r>
          </a:p>
        </p:txBody>
      </p:sp>
      <p:sp>
        <p:nvSpPr>
          <p:cNvPr id="29" name="s26 text 2">
            <a:extLst>
              <a:ext uri="{FF2B5EF4-FFF2-40B4-BE49-F238E27FC236}">
                <a16:creationId xmlns:a16="http://schemas.microsoft.com/office/drawing/2014/main" id="{599D733F-5F5F-49E2-98B0-EEAC7228D9D0}"/>
              </a:ext>
            </a:extLst>
          </p:cNvPr>
          <p:cNvSpPr>
            <a:spLocks noGrp="1"/>
          </p:cNvSpPr>
          <p:nvPr/>
        </p:nvSpPr>
        <p:spPr>
          <a:xfrm>
            <a:off x="514350" y="1013073"/>
            <a:ext cx="4381309" cy="576532"/>
          </a:xfrm>
          <a:prstGeom prst="rect">
            <a:avLst/>
          </a:prstGeom>
          <a:noFill/>
          <a:ln w="0">
            <a:noFill/>
            <a:prstDash val="solid"/>
          </a:ln>
        </p:spPr>
        <p:txBody>
          <a:bodyPr wrap="none" lIns="0" tIns="0" rIns="0" bIns="0" anchor="t">
            <a:noAutofit/>
          </a:bodyPr>
          <a:lstStyle>
            <a:defPPr algn="l">
              <a:defRPr sz="3262" b="0" i="0" kern="0" spc="-104">
                <a:solidFill>
                  <a:srgbClr val="0A2540"/>
                </a:solidFill>
                <a:latin typeface="Inter ExtraBold"/>
                <a:ea typeface="Inter ExtraBold"/>
                <a:cs typeface="Inter ExtraBold"/>
              </a:defRPr>
            </a:defPPr>
            <a:lvl1pPr algn="l">
              <a:defRPr sz="3262" b="0" i="0" kern="0" spc="-104">
                <a:solidFill>
                  <a:srgbClr val="0A2540"/>
                </a:solidFill>
                <a:latin typeface="Inter ExtraBold"/>
                <a:ea typeface="Inter ExtraBold"/>
                <a:cs typeface="Inter ExtraBold"/>
              </a:defRPr>
            </a:lvl1pPr>
            <a:lvl2pPr algn="l">
              <a:defRPr sz="3262" b="0" i="0" kern="0" spc="-104">
                <a:solidFill>
                  <a:srgbClr val="0A2540"/>
                </a:solidFill>
                <a:latin typeface="Inter ExtraBold"/>
                <a:ea typeface="Inter ExtraBold"/>
                <a:cs typeface="Inter ExtraBold"/>
              </a:defRPr>
            </a:lvl2pPr>
            <a:lvl3pPr algn="l">
              <a:defRPr sz="3262" b="0" i="0" kern="0" spc="-104">
                <a:solidFill>
                  <a:srgbClr val="0A2540"/>
                </a:solidFill>
                <a:latin typeface="Inter ExtraBold"/>
                <a:ea typeface="Inter ExtraBold"/>
                <a:cs typeface="Inter ExtraBold"/>
              </a:defRPr>
            </a:lvl3pPr>
            <a:lvl4pPr algn="l">
              <a:defRPr sz="3262" b="0" i="0" kern="0" spc="-104">
                <a:solidFill>
                  <a:srgbClr val="0A2540"/>
                </a:solidFill>
                <a:latin typeface="Inter ExtraBold"/>
                <a:ea typeface="Inter ExtraBold"/>
                <a:cs typeface="Inter ExtraBold"/>
              </a:defRPr>
            </a:lvl4pPr>
            <a:lvl5pPr algn="l">
              <a:defRPr sz="3262" b="0" i="0" kern="0" spc="-104">
                <a:solidFill>
                  <a:srgbClr val="0A2540"/>
                </a:solidFill>
                <a:latin typeface="Inter ExtraBold"/>
                <a:ea typeface="Inter ExtraBold"/>
                <a:cs typeface="Inter ExtraBold"/>
              </a:defRPr>
            </a:lvl5pPr>
            <a:lvl6pPr algn="l">
              <a:defRPr sz="3262" b="0" i="0" kern="0" spc="-104">
                <a:solidFill>
                  <a:srgbClr val="0A2540"/>
                </a:solidFill>
                <a:latin typeface="Inter ExtraBold"/>
                <a:ea typeface="Inter ExtraBold"/>
                <a:cs typeface="Inter ExtraBold"/>
              </a:defRPr>
            </a:lvl6pPr>
            <a:lvl7pPr algn="l">
              <a:defRPr sz="3262" b="0" i="0" kern="0" spc="-104">
                <a:solidFill>
                  <a:srgbClr val="0A2540"/>
                </a:solidFill>
                <a:latin typeface="Inter ExtraBold"/>
                <a:ea typeface="Inter ExtraBold"/>
                <a:cs typeface="Inter ExtraBold"/>
              </a:defRPr>
            </a:lvl7pPr>
            <a:lvl8pPr algn="l">
              <a:defRPr sz="3262" b="0" i="0" kern="0" spc="-104">
                <a:solidFill>
                  <a:srgbClr val="0A2540"/>
                </a:solidFill>
                <a:latin typeface="Inter ExtraBold"/>
                <a:ea typeface="Inter ExtraBold"/>
                <a:cs typeface="Inter ExtraBold"/>
              </a:defRPr>
            </a:lvl8pPr>
            <a:lvl9pPr algn="l">
              <a:defRPr sz="3262" b="0" i="0" kern="0" spc="-104">
                <a:solidFill>
                  <a:srgbClr val="0A2540"/>
                </a:solidFill>
                <a:latin typeface="Inter ExtraBold"/>
                <a:ea typeface="Inter ExtraBold"/>
                <a:cs typeface="Inter ExtraBold"/>
              </a:defRPr>
            </a:lvl9pPr>
          </a:lstStyle>
          <a:p>
            <a:pPr algn="l">
              <a:lnSpc>
                <a:spcPct val="100000"/>
              </a:lnSpc>
              <a:buNone/>
              <a:defRPr sz="3262" b="0" i="0" kern="0" spc="-104">
                <a:solidFill>
                  <a:srgbClr val="0A2540"/>
                </a:solidFill>
                <a:latin typeface="Inter ExtraBold"/>
                <a:ea typeface="Inter ExtraBold"/>
                <a:cs typeface="Inter ExtraBold"/>
              </a:defRPr>
            </a:pPr>
            <a:r>
              <a:rPr sz="3262" b="0" i="0" kern="0" spc="-104">
                <a:solidFill>
                  <a:srgbClr val="0A2540"/>
                </a:solidFill>
                <a:latin typeface="Inter ExtraBold"/>
                <a:ea typeface="Inter ExtraBold"/>
                <a:cs typeface="Inter ExtraBold"/>
              </a:rPr>
              <a:t>References and Q&amp;A</a:t>
            </a:r>
          </a:p>
        </p:txBody>
      </p:sp>
      <p:sp>
        <p:nvSpPr>
          <p:cNvPr id="30" name="s26 text 3">
            <a:extLst>
              <a:ext uri="{FF2B5EF4-FFF2-40B4-BE49-F238E27FC236}">
                <a16:creationId xmlns:a16="http://schemas.microsoft.com/office/drawing/2014/main" id="{B3FACAFE-0BC3-4821-9740-65A198A567A6}"/>
              </a:ext>
            </a:extLst>
          </p:cNvPr>
          <p:cNvSpPr>
            <a:spLocks noGrp="1"/>
          </p:cNvSpPr>
          <p:nvPr/>
        </p:nvSpPr>
        <p:spPr>
          <a:xfrm>
            <a:off x="514350" y="1765399"/>
            <a:ext cx="1811179" cy="357847"/>
          </a:xfrm>
          <a:prstGeom prst="rect">
            <a:avLst/>
          </a:prstGeom>
          <a:noFill/>
          <a:ln w="0">
            <a:noFill/>
            <a:prstDash val="solid"/>
          </a:ln>
        </p:spPr>
        <p:txBody>
          <a:bodyPr wrap="none" lIns="0" tIns="0" rIns="0" bIns="0" anchor="t">
            <a:noAutofit/>
          </a:bodyPr>
          <a:lstStyle>
            <a:defPPr algn="l">
              <a:defRPr sz="2025" b="1" i="0" kern="0" spc="-24">
                <a:solidFill>
                  <a:srgbClr val="0A2540"/>
                </a:solidFill>
                <a:latin typeface="Inter"/>
                <a:ea typeface="Inter"/>
                <a:cs typeface="Inter"/>
              </a:defRPr>
            </a:defPPr>
            <a:lvl1pPr algn="l">
              <a:defRPr sz="2025" b="1" i="0" kern="0" spc="-24">
                <a:solidFill>
                  <a:srgbClr val="0A2540"/>
                </a:solidFill>
                <a:latin typeface="Inter"/>
                <a:ea typeface="Inter"/>
                <a:cs typeface="Inter"/>
              </a:defRPr>
            </a:lvl1pPr>
            <a:lvl2pPr algn="l">
              <a:defRPr sz="2025" b="1" i="0" kern="0" spc="-24">
                <a:solidFill>
                  <a:srgbClr val="0A2540"/>
                </a:solidFill>
                <a:latin typeface="Inter"/>
                <a:ea typeface="Inter"/>
                <a:cs typeface="Inter"/>
              </a:defRPr>
            </a:lvl2pPr>
            <a:lvl3pPr algn="l">
              <a:defRPr sz="2025" b="1" i="0" kern="0" spc="-24">
                <a:solidFill>
                  <a:srgbClr val="0A2540"/>
                </a:solidFill>
                <a:latin typeface="Inter"/>
                <a:ea typeface="Inter"/>
                <a:cs typeface="Inter"/>
              </a:defRPr>
            </a:lvl3pPr>
            <a:lvl4pPr algn="l">
              <a:defRPr sz="2025" b="1" i="0" kern="0" spc="-24">
                <a:solidFill>
                  <a:srgbClr val="0A2540"/>
                </a:solidFill>
                <a:latin typeface="Inter"/>
                <a:ea typeface="Inter"/>
                <a:cs typeface="Inter"/>
              </a:defRPr>
            </a:lvl4pPr>
            <a:lvl5pPr algn="l">
              <a:defRPr sz="2025" b="1" i="0" kern="0" spc="-24">
                <a:solidFill>
                  <a:srgbClr val="0A2540"/>
                </a:solidFill>
                <a:latin typeface="Inter"/>
                <a:ea typeface="Inter"/>
                <a:cs typeface="Inter"/>
              </a:defRPr>
            </a:lvl5pPr>
            <a:lvl6pPr algn="l">
              <a:defRPr sz="2025" b="1" i="0" kern="0" spc="-24">
                <a:solidFill>
                  <a:srgbClr val="0A2540"/>
                </a:solidFill>
                <a:latin typeface="Inter"/>
                <a:ea typeface="Inter"/>
                <a:cs typeface="Inter"/>
              </a:defRPr>
            </a:lvl6pPr>
            <a:lvl7pPr algn="l">
              <a:defRPr sz="2025" b="1" i="0" kern="0" spc="-24">
                <a:solidFill>
                  <a:srgbClr val="0A2540"/>
                </a:solidFill>
                <a:latin typeface="Inter"/>
                <a:ea typeface="Inter"/>
                <a:cs typeface="Inter"/>
              </a:defRPr>
            </a:lvl7pPr>
            <a:lvl8pPr algn="l">
              <a:defRPr sz="2025" b="1" i="0" kern="0" spc="-24">
                <a:solidFill>
                  <a:srgbClr val="0A2540"/>
                </a:solidFill>
                <a:latin typeface="Inter"/>
                <a:ea typeface="Inter"/>
                <a:cs typeface="Inter"/>
              </a:defRPr>
            </a:lvl8pPr>
            <a:lvl9pPr algn="l">
              <a:defRPr sz="2025" b="1" i="0" kern="0" spc="-24">
                <a:solidFill>
                  <a:srgbClr val="0A2540"/>
                </a:solidFill>
                <a:latin typeface="Inter"/>
                <a:ea typeface="Inter"/>
                <a:cs typeface="Inter"/>
              </a:defRPr>
            </a:lvl9pPr>
          </a:lstStyle>
          <a:p>
            <a:pPr algn="l">
              <a:lnSpc>
                <a:spcPct val="100000"/>
              </a:lnSpc>
              <a:buNone/>
              <a:defRPr sz="2025" b="1" i="0" kern="0" spc="-24">
                <a:solidFill>
                  <a:srgbClr val="0A2540"/>
                </a:solidFill>
                <a:latin typeface="Inter"/>
                <a:ea typeface="Inter"/>
                <a:cs typeface="Inter"/>
              </a:defRPr>
            </a:pPr>
            <a:r>
              <a:rPr sz="2025" b="1" i="0" kern="0" spc="-24">
                <a:solidFill>
                  <a:srgbClr val="0A2540"/>
                </a:solidFill>
                <a:latin typeface="Inter"/>
                <a:ea typeface="Inter"/>
                <a:cs typeface="Inter"/>
              </a:rPr>
              <a:t>Article (Q5.4)</a:t>
            </a:r>
          </a:p>
        </p:txBody>
      </p:sp>
      <p:sp>
        <p:nvSpPr>
          <p:cNvPr id="31" name="s26 text 4">
            <a:extLst>
              <a:ext uri="{FF2B5EF4-FFF2-40B4-BE49-F238E27FC236}">
                <a16:creationId xmlns:a16="http://schemas.microsoft.com/office/drawing/2014/main" id="{EE42F0AF-A69A-4323-8463-925DA05FC7C6}"/>
              </a:ext>
            </a:extLst>
          </p:cNvPr>
          <p:cNvSpPr>
            <a:spLocks noGrp="1"/>
          </p:cNvSpPr>
          <p:nvPr/>
        </p:nvSpPr>
        <p:spPr>
          <a:xfrm>
            <a:off x="657225" y="2164333"/>
            <a:ext cx="5828729"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Blenkinsop, P. (2024) “EU slaps tariffs on Chinese EVs,</a:t>
            </a:r>
          </a:p>
        </p:txBody>
      </p:sp>
      <p:sp>
        <p:nvSpPr>
          <p:cNvPr id="32" name="s26 text 5">
            <a:extLst>
              <a:ext uri="{FF2B5EF4-FFF2-40B4-BE49-F238E27FC236}">
                <a16:creationId xmlns:a16="http://schemas.microsoft.com/office/drawing/2014/main" id="{32AE70ED-2165-407C-9363-9344CF2DA758}"/>
              </a:ext>
            </a:extLst>
          </p:cNvPr>
          <p:cNvSpPr>
            <a:spLocks noGrp="1"/>
          </p:cNvSpPr>
          <p:nvPr/>
        </p:nvSpPr>
        <p:spPr>
          <a:xfrm>
            <a:off x="657225" y="2464370"/>
            <a:ext cx="2683669"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risking Beijing backlash”,</a:t>
            </a:r>
          </a:p>
        </p:txBody>
      </p:sp>
      <p:sp>
        <p:nvSpPr>
          <p:cNvPr id="33" name="s26 text 6">
            <a:extLst>
              <a:ext uri="{FF2B5EF4-FFF2-40B4-BE49-F238E27FC236}">
                <a16:creationId xmlns:a16="http://schemas.microsoft.com/office/drawing/2014/main" id="{CFE356CB-6B81-4FFC-8815-DAE83CAB424D}"/>
              </a:ext>
            </a:extLst>
          </p:cNvPr>
          <p:cNvSpPr>
            <a:spLocks noGrp="1"/>
          </p:cNvSpPr>
          <p:nvPr/>
        </p:nvSpPr>
        <p:spPr>
          <a:xfrm>
            <a:off x="3283781" y="2464370"/>
            <a:ext cx="887539" cy="308146"/>
          </a:xfrm>
          <a:prstGeom prst="rect">
            <a:avLst/>
          </a:prstGeom>
          <a:noFill/>
          <a:ln w="0">
            <a:noFill/>
            <a:prstDash val="solid"/>
          </a:ln>
        </p:spPr>
        <p:txBody>
          <a:bodyPr wrap="none" lIns="0" tIns="0" rIns="0" bIns="0" anchor="t">
            <a:noAutofit/>
          </a:bodyPr>
          <a:lstStyle>
            <a:defPPr algn="l">
              <a:defRPr sz="1744" b="0" i="1" kern="0" spc="-9">
                <a:solidFill>
                  <a:srgbClr val="0A2540"/>
                </a:solidFill>
                <a:latin typeface="Inter"/>
                <a:ea typeface="Inter"/>
                <a:cs typeface="Inter"/>
              </a:defRPr>
            </a:defPPr>
            <a:lvl1pPr algn="l">
              <a:defRPr sz="1744" b="0" i="1" kern="0" spc="-9">
                <a:solidFill>
                  <a:srgbClr val="0A2540"/>
                </a:solidFill>
                <a:latin typeface="Inter"/>
                <a:ea typeface="Inter"/>
                <a:cs typeface="Inter"/>
              </a:defRPr>
            </a:lvl1pPr>
            <a:lvl2pPr algn="l">
              <a:defRPr sz="1744" b="0" i="1" kern="0" spc="-9">
                <a:solidFill>
                  <a:srgbClr val="0A2540"/>
                </a:solidFill>
                <a:latin typeface="Inter"/>
                <a:ea typeface="Inter"/>
                <a:cs typeface="Inter"/>
              </a:defRPr>
            </a:lvl2pPr>
            <a:lvl3pPr algn="l">
              <a:defRPr sz="1744" b="0" i="1" kern="0" spc="-9">
                <a:solidFill>
                  <a:srgbClr val="0A2540"/>
                </a:solidFill>
                <a:latin typeface="Inter"/>
                <a:ea typeface="Inter"/>
                <a:cs typeface="Inter"/>
              </a:defRPr>
            </a:lvl3pPr>
            <a:lvl4pPr algn="l">
              <a:defRPr sz="1744" b="0" i="1" kern="0" spc="-9">
                <a:solidFill>
                  <a:srgbClr val="0A2540"/>
                </a:solidFill>
                <a:latin typeface="Inter"/>
                <a:ea typeface="Inter"/>
                <a:cs typeface="Inter"/>
              </a:defRPr>
            </a:lvl4pPr>
            <a:lvl5pPr algn="l">
              <a:defRPr sz="1744" b="0" i="1" kern="0" spc="-9">
                <a:solidFill>
                  <a:srgbClr val="0A2540"/>
                </a:solidFill>
                <a:latin typeface="Inter"/>
                <a:ea typeface="Inter"/>
                <a:cs typeface="Inter"/>
              </a:defRPr>
            </a:lvl5pPr>
            <a:lvl6pPr algn="l">
              <a:defRPr sz="1744" b="0" i="1" kern="0" spc="-9">
                <a:solidFill>
                  <a:srgbClr val="0A2540"/>
                </a:solidFill>
                <a:latin typeface="Inter"/>
                <a:ea typeface="Inter"/>
                <a:cs typeface="Inter"/>
              </a:defRPr>
            </a:lvl6pPr>
            <a:lvl7pPr algn="l">
              <a:defRPr sz="1744" b="0" i="1" kern="0" spc="-9">
                <a:solidFill>
                  <a:srgbClr val="0A2540"/>
                </a:solidFill>
                <a:latin typeface="Inter"/>
                <a:ea typeface="Inter"/>
                <a:cs typeface="Inter"/>
              </a:defRPr>
            </a:lvl7pPr>
            <a:lvl8pPr algn="l">
              <a:defRPr sz="1744" b="0" i="1" kern="0" spc="-9">
                <a:solidFill>
                  <a:srgbClr val="0A2540"/>
                </a:solidFill>
                <a:latin typeface="Inter"/>
                <a:ea typeface="Inter"/>
                <a:cs typeface="Inter"/>
              </a:defRPr>
            </a:lvl8pPr>
            <a:lvl9pPr algn="l">
              <a:defRPr sz="1744" b="0" i="1" kern="0" spc="-9">
                <a:solidFill>
                  <a:srgbClr val="0A2540"/>
                </a:solidFill>
                <a:latin typeface="Inter"/>
                <a:ea typeface="Inter"/>
                <a:cs typeface="Inter"/>
              </a:defRPr>
            </a:lvl9pPr>
          </a:lstStyle>
          <a:p>
            <a:pPr algn="l">
              <a:lnSpc>
                <a:spcPct val="100000"/>
              </a:lnSpc>
              <a:buNone/>
              <a:defRPr sz="1744" b="0" i="1" kern="0" spc="-9">
                <a:solidFill>
                  <a:srgbClr val="0A2540"/>
                </a:solidFill>
                <a:latin typeface="Inter"/>
                <a:ea typeface="Inter"/>
                <a:cs typeface="Inter"/>
              </a:defRPr>
            </a:pPr>
            <a:r>
              <a:rPr sz="1744" b="0" i="1" kern="0" spc="-9">
                <a:solidFill>
                  <a:srgbClr val="0A2540"/>
                </a:solidFill>
                <a:latin typeface="Inter"/>
                <a:ea typeface="Inter"/>
                <a:cs typeface="Inter"/>
              </a:rPr>
              <a:t>Reuters</a:t>
            </a:r>
          </a:p>
        </p:txBody>
      </p:sp>
      <p:sp>
        <p:nvSpPr>
          <p:cNvPr id="34" name="s26 text 7">
            <a:extLst>
              <a:ext uri="{FF2B5EF4-FFF2-40B4-BE49-F238E27FC236}">
                <a16:creationId xmlns:a16="http://schemas.microsoft.com/office/drawing/2014/main" id="{16C85295-6737-4247-BCD6-AC0956309717}"/>
              </a:ext>
            </a:extLst>
          </p:cNvPr>
          <p:cNvSpPr>
            <a:spLocks noGrp="1"/>
          </p:cNvSpPr>
          <p:nvPr/>
        </p:nvSpPr>
        <p:spPr>
          <a:xfrm>
            <a:off x="4074839" y="2464370"/>
            <a:ext cx="2064353"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 29 October 2024.</a:t>
            </a:r>
          </a:p>
        </p:txBody>
      </p:sp>
      <p:sp>
        <p:nvSpPr>
          <p:cNvPr id="35" name="s26 text 8">
            <a:extLst>
              <a:ext uri="{FF2B5EF4-FFF2-40B4-BE49-F238E27FC236}">
                <a16:creationId xmlns:a16="http://schemas.microsoft.com/office/drawing/2014/main" id="{22F5A3A5-6E58-4550-AFC3-5D160EC6A9C0}"/>
              </a:ext>
            </a:extLst>
          </p:cNvPr>
          <p:cNvSpPr>
            <a:spLocks noGrp="1"/>
          </p:cNvSpPr>
          <p:nvPr/>
        </p:nvSpPr>
        <p:spPr>
          <a:xfrm>
            <a:off x="657225" y="2764408"/>
            <a:ext cx="1345120"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reuters.com</a:t>
            </a:r>
          </a:p>
        </p:txBody>
      </p:sp>
      <p:sp>
        <p:nvSpPr>
          <p:cNvPr id="36" name="s26 text 9">
            <a:extLst>
              <a:ext uri="{FF2B5EF4-FFF2-40B4-BE49-F238E27FC236}">
                <a16:creationId xmlns:a16="http://schemas.microsoft.com/office/drawing/2014/main" id="{7B2A2E6F-773D-4841-B68C-6C33F6B202D3}"/>
              </a:ext>
            </a:extLst>
          </p:cNvPr>
          <p:cNvSpPr>
            <a:spLocks noGrp="1"/>
          </p:cNvSpPr>
          <p:nvPr/>
        </p:nvSpPr>
        <p:spPr>
          <a:xfrm>
            <a:off x="514350" y="3134097"/>
            <a:ext cx="3333274"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Supporting: European Commission (2024)</a:t>
            </a:r>
          </a:p>
        </p:txBody>
      </p:sp>
      <p:sp>
        <p:nvSpPr>
          <p:cNvPr id="37" name="s26 text 10">
            <a:extLst>
              <a:ext uri="{FF2B5EF4-FFF2-40B4-BE49-F238E27FC236}">
                <a16:creationId xmlns:a16="http://schemas.microsoft.com/office/drawing/2014/main" id="{C20F3D3E-9580-4C6E-B3FD-A29DB08EBA2E}"/>
              </a:ext>
            </a:extLst>
          </p:cNvPr>
          <p:cNvSpPr>
            <a:spLocks noGrp="1"/>
          </p:cNvSpPr>
          <p:nvPr/>
        </p:nvSpPr>
        <p:spPr>
          <a:xfrm>
            <a:off x="3783508" y="3134097"/>
            <a:ext cx="2983801" cy="228625"/>
          </a:xfrm>
          <a:prstGeom prst="rect">
            <a:avLst/>
          </a:prstGeom>
          <a:noFill/>
          <a:ln w="0">
            <a:noFill/>
            <a:prstDash val="solid"/>
          </a:ln>
        </p:spPr>
        <p:txBody>
          <a:bodyPr wrap="none" lIns="0" tIns="0" rIns="0" bIns="0" anchor="t">
            <a:noAutofit/>
          </a:bodyPr>
          <a:lstStyle>
            <a:defPPr algn="l">
              <a:defRPr sz="1294" b="0" i="1" kern="0" spc="-9">
                <a:solidFill>
                  <a:srgbClr val="3D4D68"/>
                </a:solidFill>
                <a:latin typeface="Inter"/>
                <a:ea typeface="Inter"/>
                <a:cs typeface="Inter"/>
              </a:defRPr>
            </a:defPPr>
            <a:lvl1pPr algn="l">
              <a:defRPr sz="1294" b="0" i="1" kern="0" spc="-9">
                <a:solidFill>
                  <a:srgbClr val="3D4D68"/>
                </a:solidFill>
                <a:latin typeface="Inter"/>
                <a:ea typeface="Inter"/>
                <a:cs typeface="Inter"/>
              </a:defRPr>
            </a:lvl1pPr>
            <a:lvl2pPr algn="l">
              <a:defRPr sz="1294" b="0" i="1" kern="0" spc="-9">
                <a:solidFill>
                  <a:srgbClr val="3D4D68"/>
                </a:solidFill>
                <a:latin typeface="Inter"/>
                <a:ea typeface="Inter"/>
                <a:cs typeface="Inter"/>
              </a:defRPr>
            </a:lvl2pPr>
            <a:lvl3pPr algn="l">
              <a:defRPr sz="1294" b="0" i="1" kern="0" spc="-9">
                <a:solidFill>
                  <a:srgbClr val="3D4D68"/>
                </a:solidFill>
                <a:latin typeface="Inter"/>
                <a:ea typeface="Inter"/>
                <a:cs typeface="Inter"/>
              </a:defRPr>
            </a:lvl3pPr>
            <a:lvl4pPr algn="l">
              <a:defRPr sz="1294" b="0" i="1" kern="0" spc="-9">
                <a:solidFill>
                  <a:srgbClr val="3D4D68"/>
                </a:solidFill>
                <a:latin typeface="Inter"/>
                <a:ea typeface="Inter"/>
                <a:cs typeface="Inter"/>
              </a:defRPr>
            </a:lvl4pPr>
            <a:lvl5pPr algn="l">
              <a:defRPr sz="1294" b="0" i="1" kern="0" spc="-9">
                <a:solidFill>
                  <a:srgbClr val="3D4D68"/>
                </a:solidFill>
                <a:latin typeface="Inter"/>
                <a:ea typeface="Inter"/>
                <a:cs typeface="Inter"/>
              </a:defRPr>
            </a:lvl5pPr>
            <a:lvl6pPr algn="l">
              <a:defRPr sz="1294" b="0" i="1" kern="0" spc="-9">
                <a:solidFill>
                  <a:srgbClr val="3D4D68"/>
                </a:solidFill>
                <a:latin typeface="Inter"/>
                <a:ea typeface="Inter"/>
                <a:cs typeface="Inter"/>
              </a:defRPr>
            </a:lvl6pPr>
            <a:lvl7pPr algn="l">
              <a:defRPr sz="1294" b="0" i="1" kern="0" spc="-9">
                <a:solidFill>
                  <a:srgbClr val="3D4D68"/>
                </a:solidFill>
                <a:latin typeface="Inter"/>
                <a:ea typeface="Inter"/>
                <a:cs typeface="Inter"/>
              </a:defRPr>
            </a:lvl7pPr>
            <a:lvl8pPr algn="l">
              <a:defRPr sz="1294" b="0" i="1" kern="0" spc="-9">
                <a:solidFill>
                  <a:srgbClr val="3D4D68"/>
                </a:solidFill>
                <a:latin typeface="Inter"/>
                <a:ea typeface="Inter"/>
                <a:cs typeface="Inter"/>
              </a:defRPr>
            </a:lvl8pPr>
            <a:lvl9pPr algn="l">
              <a:defRPr sz="1294" b="0" i="1" kern="0" spc="-9">
                <a:solidFill>
                  <a:srgbClr val="3D4D68"/>
                </a:solidFill>
                <a:latin typeface="Inter"/>
                <a:ea typeface="Inter"/>
                <a:cs typeface="Inter"/>
              </a:defRPr>
            </a:lvl9pPr>
          </a:lstStyle>
          <a:p>
            <a:pPr algn="l">
              <a:lnSpc>
                <a:spcPct val="100000"/>
              </a:lnSpc>
              <a:buNone/>
              <a:defRPr sz="1294" b="0" i="1" kern="0" spc="-9">
                <a:solidFill>
                  <a:srgbClr val="3D4D68"/>
                </a:solidFill>
                <a:latin typeface="Inter"/>
                <a:ea typeface="Inter"/>
                <a:cs typeface="Inter"/>
              </a:defRPr>
            </a:pPr>
            <a:r>
              <a:rPr sz="1294" b="0" i="1" kern="0" spc="-9">
                <a:solidFill>
                  <a:srgbClr val="3D4D68"/>
                </a:solidFill>
                <a:latin typeface="Inter"/>
                <a:ea typeface="Inter"/>
                <a:cs typeface="Inter"/>
              </a:rPr>
              <a:t>Commission Implementing Regulation</a:t>
            </a:r>
          </a:p>
        </p:txBody>
      </p:sp>
      <p:sp>
        <p:nvSpPr>
          <p:cNvPr id="38" name="s26 text 11">
            <a:extLst>
              <a:ext uri="{FF2B5EF4-FFF2-40B4-BE49-F238E27FC236}">
                <a16:creationId xmlns:a16="http://schemas.microsoft.com/office/drawing/2014/main" id="{4FA61343-BD4E-470B-B65A-5995AD276785}"/>
              </a:ext>
            </a:extLst>
          </p:cNvPr>
          <p:cNvSpPr>
            <a:spLocks noGrp="1"/>
          </p:cNvSpPr>
          <p:nvPr/>
        </p:nvSpPr>
        <p:spPr>
          <a:xfrm>
            <a:off x="514350" y="3398416"/>
            <a:ext cx="1314831" cy="228625"/>
          </a:xfrm>
          <a:prstGeom prst="rect">
            <a:avLst/>
          </a:prstGeom>
          <a:noFill/>
          <a:ln w="0">
            <a:noFill/>
            <a:prstDash val="solid"/>
          </a:ln>
        </p:spPr>
        <p:txBody>
          <a:bodyPr wrap="none" lIns="0" tIns="0" rIns="0" bIns="0" anchor="t">
            <a:noAutofit/>
          </a:bodyPr>
          <a:lstStyle>
            <a:defPPr algn="l">
              <a:defRPr sz="1294" b="0" i="1" kern="0" spc="-9">
                <a:solidFill>
                  <a:srgbClr val="3D4D68"/>
                </a:solidFill>
                <a:latin typeface="Inter"/>
                <a:ea typeface="Inter"/>
                <a:cs typeface="Inter"/>
              </a:defRPr>
            </a:defPPr>
            <a:lvl1pPr algn="l">
              <a:defRPr sz="1294" b="0" i="1" kern="0" spc="-9">
                <a:solidFill>
                  <a:srgbClr val="3D4D68"/>
                </a:solidFill>
                <a:latin typeface="Inter"/>
                <a:ea typeface="Inter"/>
                <a:cs typeface="Inter"/>
              </a:defRPr>
            </a:lvl1pPr>
            <a:lvl2pPr algn="l">
              <a:defRPr sz="1294" b="0" i="1" kern="0" spc="-9">
                <a:solidFill>
                  <a:srgbClr val="3D4D68"/>
                </a:solidFill>
                <a:latin typeface="Inter"/>
                <a:ea typeface="Inter"/>
                <a:cs typeface="Inter"/>
              </a:defRPr>
            </a:lvl2pPr>
            <a:lvl3pPr algn="l">
              <a:defRPr sz="1294" b="0" i="1" kern="0" spc="-9">
                <a:solidFill>
                  <a:srgbClr val="3D4D68"/>
                </a:solidFill>
                <a:latin typeface="Inter"/>
                <a:ea typeface="Inter"/>
                <a:cs typeface="Inter"/>
              </a:defRPr>
            </a:lvl3pPr>
            <a:lvl4pPr algn="l">
              <a:defRPr sz="1294" b="0" i="1" kern="0" spc="-9">
                <a:solidFill>
                  <a:srgbClr val="3D4D68"/>
                </a:solidFill>
                <a:latin typeface="Inter"/>
                <a:ea typeface="Inter"/>
                <a:cs typeface="Inter"/>
              </a:defRPr>
            </a:lvl4pPr>
            <a:lvl5pPr algn="l">
              <a:defRPr sz="1294" b="0" i="1" kern="0" spc="-9">
                <a:solidFill>
                  <a:srgbClr val="3D4D68"/>
                </a:solidFill>
                <a:latin typeface="Inter"/>
                <a:ea typeface="Inter"/>
                <a:cs typeface="Inter"/>
              </a:defRPr>
            </a:lvl5pPr>
            <a:lvl6pPr algn="l">
              <a:defRPr sz="1294" b="0" i="1" kern="0" spc="-9">
                <a:solidFill>
                  <a:srgbClr val="3D4D68"/>
                </a:solidFill>
                <a:latin typeface="Inter"/>
                <a:ea typeface="Inter"/>
                <a:cs typeface="Inter"/>
              </a:defRPr>
            </a:lvl6pPr>
            <a:lvl7pPr algn="l">
              <a:defRPr sz="1294" b="0" i="1" kern="0" spc="-9">
                <a:solidFill>
                  <a:srgbClr val="3D4D68"/>
                </a:solidFill>
                <a:latin typeface="Inter"/>
                <a:ea typeface="Inter"/>
                <a:cs typeface="Inter"/>
              </a:defRPr>
            </a:lvl7pPr>
            <a:lvl8pPr algn="l">
              <a:defRPr sz="1294" b="0" i="1" kern="0" spc="-9">
                <a:solidFill>
                  <a:srgbClr val="3D4D68"/>
                </a:solidFill>
                <a:latin typeface="Inter"/>
                <a:ea typeface="Inter"/>
                <a:cs typeface="Inter"/>
              </a:defRPr>
            </a:lvl8pPr>
            <a:lvl9pPr algn="l">
              <a:defRPr sz="1294" b="0" i="1" kern="0" spc="-9">
                <a:solidFill>
                  <a:srgbClr val="3D4D68"/>
                </a:solidFill>
                <a:latin typeface="Inter"/>
                <a:ea typeface="Inter"/>
                <a:cs typeface="Inter"/>
              </a:defRPr>
            </a:lvl9pPr>
          </a:lstStyle>
          <a:p>
            <a:pPr algn="l">
              <a:lnSpc>
                <a:spcPct val="100000"/>
              </a:lnSpc>
              <a:buNone/>
              <a:defRPr sz="1294" b="0" i="1" kern="0" spc="-9">
                <a:solidFill>
                  <a:srgbClr val="3D4D68"/>
                </a:solidFill>
                <a:latin typeface="Inter"/>
                <a:ea typeface="Inter"/>
                <a:cs typeface="Inter"/>
              </a:defRPr>
            </a:pPr>
            <a:r>
              <a:rPr sz="1294" b="0" i="1" kern="0" spc="-9">
                <a:solidFill>
                  <a:srgbClr val="3D4D68"/>
                </a:solidFill>
                <a:latin typeface="Inter"/>
                <a:ea typeface="Inter"/>
                <a:cs typeface="Inter"/>
              </a:rPr>
              <a:t>(EU) 2024/2754</a:t>
            </a:r>
          </a:p>
        </p:txBody>
      </p:sp>
      <p:sp>
        <p:nvSpPr>
          <p:cNvPr id="39" name="s26 text 12">
            <a:extLst>
              <a:ext uri="{FF2B5EF4-FFF2-40B4-BE49-F238E27FC236}">
                <a16:creationId xmlns:a16="http://schemas.microsoft.com/office/drawing/2014/main" id="{EA06A75F-BB7B-4C1E-A5F3-C683C6F08F1E}"/>
              </a:ext>
            </a:extLst>
          </p:cNvPr>
          <p:cNvSpPr>
            <a:spLocks noGrp="1"/>
          </p:cNvSpPr>
          <p:nvPr/>
        </p:nvSpPr>
        <p:spPr>
          <a:xfrm>
            <a:off x="1792608" y="3398416"/>
            <a:ext cx="1443990" cy="228625"/>
          </a:xfrm>
          <a:prstGeom prst="rect">
            <a:avLst/>
          </a:prstGeom>
          <a:noFill/>
          <a:ln w="0">
            <a:noFill/>
            <a:prstDash val="solid"/>
          </a:ln>
        </p:spPr>
        <p:txBody>
          <a:bodyPr wrap="none" lIns="0" tIns="0" rIns="0" bIns="0" anchor="t">
            <a:noAutofit/>
          </a:bodyPr>
          <a:lstStyle>
            <a:defPPr algn="l">
              <a:defRPr sz="1294" b="0" i="0" kern="0" spc="-10">
                <a:solidFill>
                  <a:srgbClr val="3D4D68"/>
                </a:solidFill>
                <a:latin typeface="Inter"/>
                <a:ea typeface="Inter"/>
                <a:cs typeface="Inter"/>
              </a:defRPr>
            </a:defPPr>
            <a:lvl1pPr algn="l">
              <a:defRPr sz="1294" b="0" i="0" kern="0" spc="-10">
                <a:solidFill>
                  <a:srgbClr val="3D4D68"/>
                </a:solidFill>
                <a:latin typeface="Inter"/>
                <a:ea typeface="Inter"/>
                <a:cs typeface="Inter"/>
              </a:defRPr>
            </a:lvl1pPr>
            <a:lvl2pPr algn="l">
              <a:defRPr sz="1294" b="0" i="0" kern="0" spc="-10">
                <a:solidFill>
                  <a:srgbClr val="3D4D68"/>
                </a:solidFill>
                <a:latin typeface="Inter"/>
                <a:ea typeface="Inter"/>
                <a:cs typeface="Inter"/>
              </a:defRPr>
            </a:lvl2pPr>
            <a:lvl3pPr algn="l">
              <a:defRPr sz="1294" b="0" i="0" kern="0" spc="-10">
                <a:solidFill>
                  <a:srgbClr val="3D4D68"/>
                </a:solidFill>
                <a:latin typeface="Inter"/>
                <a:ea typeface="Inter"/>
                <a:cs typeface="Inter"/>
              </a:defRPr>
            </a:lvl3pPr>
            <a:lvl4pPr algn="l">
              <a:defRPr sz="1294" b="0" i="0" kern="0" spc="-10">
                <a:solidFill>
                  <a:srgbClr val="3D4D68"/>
                </a:solidFill>
                <a:latin typeface="Inter"/>
                <a:ea typeface="Inter"/>
                <a:cs typeface="Inter"/>
              </a:defRPr>
            </a:lvl4pPr>
            <a:lvl5pPr algn="l">
              <a:defRPr sz="1294" b="0" i="0" kern="0" spc="-10">
                <a:solidFill>
                  <a:srgbClr val="3D4D68"/>
                </a:solidFill>
                <a:latin typeface="Inter"/>
                <a:ea typeface="Inter"/>
                <a:cs typeface="Inter"/>
              </a:defRPr>
            </a:lvl5pPr>
            <a:lvl6pPr algn="l">
              <a:defRPr sz="1294" b="0" i="0" kern="0" spc="-10">
                <a:solidFill>
                  <a:srgbClr val="3D4D68"/>
                </a:solidFill>
                <a:latin typeface="Inter"/>
                <a:ea typeface="Inter"/>
                <a:cs typeface="Inter"/>
              </a:defRPr>
            </a:lvl6pPr>
            <a:lvl7pPr algn="l">
              <a:defRPr sz="1294" b="0" i="0" kern="0" spc="-10">
                <a:solidFill>
                  <a:srgbClr val="3D4D68"/>
                </a:solidFill>
                <a:latin typeface="Inter"/>
                <a:ea typeface="Inter"/>
                <a:cs typeface="Inter"/>
              </a:defRPr>
            </a:lvl7pPr>
            <a:lvl8pPr algn="l">
              <a:defRPr sz="1294" b="0" i="0" kern="0" spc="-10">
                <a:solidFill>
                  <a:srgbClr val="3D4D68"/>
                </a:solidFill>
                <a:latin typeface="Inter"/>
                <a:ea typeface="Inter"/>
                <a:cs typeface="Inter"/>
              </a:defRPr>
            </a:lvl8pPr>
            <a:lvl9pPr algn="l">
              <a:defRPr sz="1294" b="0" i="0" kern="0" spc="-10">
                <a:solidFill>
                  <a:srgbClr val="3D4D68"/>
                </a:solidFill>
                <a:latin typeface="Inter"/>
                <a:ea typeface="Inter"/>
                <a:cs typeface="Inter"/>
              </a:defRPr>
            </a:lvl9pPr>
          </a:lstStyle>
          <a:p>
            <a:pPr algn="l">
              <a:lnSpc>
                <a:spcPct val="100000"/>
              </a:lnSpc>
              <a:buNone/>
              <a:defRPr sz="1294" b="0" i="0" kern="0" spc="-10">
                <a:solidFill>
                  <a:srgbClr val="3D4D68"/>
                </a:solidFill>
                <a:latin typeface="Inter"/>
                <a:ea typeface="Inter"/>
                <a:cs typeface="Inter"/>
              </a:defRPr>
            </a:pPr>
            <a:r>
              <a:rPr sz="1294" b="0" i="0" kern="0" spc="-10">
                <a:solidFill>
                  <a:srgbClr val="3D4D68"/>
                </a:solidFill>
                <a:latin typeface="Inter"/>
                <a:ea typeface="Inter"/>
                <a:cs typeface="Inter"/>
              </a:rPr>
              <a:t>and press release</a:t>
            </a:r>
          </a:p>
        </p:txBody>
      </p:sp>
      <p:sp>
        <p:nvSpPr>
          <p:cNvPr id="40" name="s26 text 13">
            <a:extLst>
              <a:ext uri="{FF2B5EF4-FFF2-40B4-BE49-F238E27FC236}">
                <a16:creationId xmlns:a16="http://schemas.microsoft.com/office/drawing/2014/main" id="{D6DA2674-5ABD-48A2-A7EA-5307AB487D0A}"/>
              </a:ext>
            </a:extLst>
          </p:cNvPr>
          <p:cNvSpPr>
            <a:spLocks noGrp="1"/>
          </p:cNvSpPr>
          <p:nvPr/>
        </p:nvSpPr>
        <p:spPr>
          <a:xfrm>
            <a:off x="3196493" y="3398416"/>
            <a:ext cx="935450" cy="228625"/>
          </a:xfrm>
          <a:prstGeom prst="rect">
            <a:avLst/>
          </a:prstGeom>
          <a:noFill/>
          <a:ln w="0">
            <a:noFill/>
            <a:prstDash val="solid"/>
          </a:ln>
        </p:spPr>
        <p:txBody>
          <a:bodyPr wrap="none" lIns="0" tIns="0" rIns="0" bIns="0" anchor="t">
            <a:noAutofit/>
          </a:bodyPr>
          <a:lstStyle>
            <a:defPPr algn="l">
              <a:defRPr sz="1294" b="0" i="1" kern="0" spc="-9">
                <a:solidFill>
                  <a:srgbClr val="3D4D68"/>
                </a:solidFill>
                <a:latin typeface="Inter"/>
                <a:ea typeface="Inter"/>
                <a:cs typeface="Inter"/>
              </a:defRPr>
            </a:defPPr>
            <a:lvl1pPr algn="l">
              <a:defRPr sz="1294" b="0" i="1" kern="0" spc="-9">
                <a:solidFill>
                  <a:srgbClr val="3D4D68"/>
                </a:solidFill>
                <a:latin typeface="Inter"/>
                <a:ea typeface="Inter"/>
                <a:cs typeface="Inter"/>
              </a:defRPr>
            </a:lvl1pPr>
            <a:lvl2pPr algn="l">
              <a:defRPr sz="1294" b="0" i="1" kern="0" spc="-9">
                <a:solidFill>
                  <a:srgbClr val="3D4D68"/>
                </a:solidFill>
                <a:latin typeface="Inter"/>
                <a:ea typeface="Inter"/>
                <a:cs typeface="Inter"/>
              </a:defRPr>
            </a:lvl2pPr>
            <a:lvl3pPr algn="l">
              <a:defRPr sz="1294" b="0" i="1" kern="0" spc="-9">
                <a:solidFill>
                  <a:srgbClr val="3D4D68"/>
                </a:solidFill>
                <a:latin typeface="Inter"/>
                <a:ea typeface="Inter"/>
                <a:cs typeface="Inter"/>
              </a:defRPr>
            </a:lvl3pPr>
            <a:lvl4pPr algn="l">
              <a:defRPr sz="1294" b="0" i="1" kern="0" spc="-9">
                <a:solidFill>
                  <a:srgbClr val="3D4D68"/>
                </a:solidFill>
                <a:latin typeface="Inter"/>
                <a:ea typeface="Inter"/>
                <a:cs typeface="Inter"/>
              </a:defRPr>
            </a:lvl4pPr>
            <a:lvl5pPr algn="l">
              <a:defRPr sz="1294" b="0" i="1" kern="0" spc="-9">
                <a:solidFill>
                  <a:srgbClr val="3D4D68"/>
                </a:solidFill>
                <a:latin typeface="Inter"/>
                <a:ea typeface="Inter"/>
                <a:cs typeface="Inter"/>
              </a:defRPr>
            </a:lvl5pPr>
            <a:lvl6pPr algn="l">
              <a:defRPr sz="1294" b="0" i="1" kern="0" spc="-9">
                <a:solidFill>
                  <a:srgbClr val="3D4D68"/>
                </a:solidFill>
                <a:latin typeface="Inter"/>
                <a:ea typeface="Inter"/>
                <a:cs typeface="Inter"/>
              </a:defRPr>
            </a:lvl6pPr>
            <a:lvl7pPr algn="l">
              <a:defRPr sz="1294" b="0" i="1" kern="0" spc="-9">
                <a:solidFill>
                  <a:srgbClr val="3D4D68"/>
                </a:solidFill>
                <a:latin typeface="Inter"/>
                <a:ea typeface="Inter"/>
                <a:cs typeface="Inter"/>
              </a:defRPr>
            </a:lvl7pPr>
            <a:lvl8pPr algn="l">
              <a:defRPr sz="1294" b="0" i="1" kern="0" spc="-9">
                <a:solidFill>
                  <a:srgbClr val="3D4D68"/>
                </a:solidFill>
                <a:latin typeface="Inter"/>
                <a:ea typeface="Inter"/>
                <a:cs typeface="Inter"/>
              </a:defRPr>
            </a:lvl8pPr>
            <a:lvl9pPr algn="l">
              <a:defRPr sz="1294" b="0" i="1" kern="0" spc="-9">
                <a:solidFill>
                  <a:srgbClr val="3D4D68"/>
                </a:solidFill>
                <a:latin typeface="Inter"/>
                <a:ea typeface="Inter"/>
                <a:cs typeface="Inter"/>
              </a:defRPr>
            </a:lvl9pPr>
          </a:lstStyle>
          <a:p>
            <a:pPr algn="l">
              <a:lnSpc>
                <a:spcPct val="100000"/>
              </a:lnSpc>
              <a:buNone/>
              <a:defRPr sz="1294" b="0" i="1" kern="0" spc="-9">
                <a:solidFill>
                  <a:srgbClr val="3D4D68"/>
                </a:solidFill>
                <a:latin typeface="Inter"/>
                <a:ea typeface="Inter"/>
                <a:cs typeface="Inter"/>
              </a:defRPr>
            </a:pPr>
            <a:r>
              <a:rPr sz="1294" b="0" i="1" kern="0" spc="-9">
                <a:solidFill>
                  <a:srgbClr val="3D4D68"/>
                </a:solidFill>
                <a:latin typeface="Inter"/>
                <a:ea typeface="Inter"/>
                <a:cs typeface="Inter"/>
              </a:rPr>
              <a:t>IP/24/5589</a:t>
            </a:r>
          </a:p>
        </p:txBody>
      </p:sp>
      <p:sp>
        <p:nvSpPr>
          <p:cNvPr id="41" name="s26 text 14">
            <a:extLst>
              <a:ext uri="{FF2B5EF4-FFF2-40B4-BE49-F238E27FC236}">
                <a16:creationId xmlns:a16="http://schemas.microsoft.com/office/drawing/2014/main" id="{F3BE1EAA-C998-4070-8729-CF418660DB44}"/>
              </a:ext>
            </a:extLst>
          </p:cNvPr>
          <p:cNvSpPr>
            <a:spLocks noGrp="1"/>
          </p:cNvSpPr>
          <p:nvPr/>
        </p:nvSpPr>
        <p:spPr>
          <a:xfrm>
            <a:off x="4054859" y="3398416"/>
            <a:ext cx="2540889"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 “EU imposes duties on unfairly</a:t>
            </a:r>
          </a:p>
        </p:txBody>
      </p:sp>
      <p:sp>
        <p:nvSpPr>
          <p:cNvPr id="42" name="s26 text 15">
            <a:extLst>
              <a:ext uri="{FF2B5EF4-FFF2-40B4-BE49-F238E27FC236}">
                <a16:creationId xmlns:a16="http://schemas.microsoft.com/office/drawing/2014/main" id="{2643B398-56A3-4A77-9373-CE5BA4FBD5A6}"/>
              </a:ext>
            </a:extLst>
          </p:cNvPr>
          <p:cNvSpPr>
            <a:spLocks noGrp="1"/>
          </p:cNvSpPr>
          <p:nvPr/>
        </p:nvSpPr>
        <p:spPr>
          <a:xfrm>
            <a:off x="514350" y="3662734"/>
            <a:ext cx="4626769" cy="228625"/>
          </a:xfrm>
          <a:prstGeom prst="rect">
            <a:avLst/>
          </a:prstGeom>
          <a:noFill/>
          <a:ln w="0">
            <a:noFill/>
            <a:prstDash val="solid"/>
          </a:ln>
        </p:spPr>
        <p:txBody>
          <a:bodyPr wrap="none" lIns="0" tIns="0" rIns="0" bIns="0" anchor="t">
            <a:noAutofit/>
          </a:bodyPr>
          <a:lstStyle>
            <a:defPPr algn="l">
              <a:defRPr sz="1294" b="0" i="0" kern="0" spc="-9">
                <a:solidFill>
                  <a:srgbClr val="3D4D68"/>
                </a:solidFill>
                <a:latin typeface="Inter"/>
                <a:ea typeface="Inter"/>
                <a:cs typeface="Inter"/>
              </a:defRPr>
            </a:defPPr>
            <a:lvl1pPr algn="l">
              <a:defRPr sz="1294" b="0" i="0" kern="0" spc="-9">
                <a:solidFill>
                  <a:srgbClr val="3D4D68"/>
                </a:solidFill>
                <a:latin typeface="Inter"/>
                <a:ea typeface="Inter"/>
                <a:cs typeface="Inter"/>
              </a:defRPr>
            </a:lvl1pPr>
            <a:lvl2pPr algn="l">
              <a:defRPr sz="1294" b="0" i="0" kern="0" spc="-9">
                <a:solidFill>
                  <a:srgbClr val="3D4D68"/>
                </a:solidFill>
                <a:latin typeface="Inter"/>
                <a:ea typeface="Inter"/>
                <a:cs typeface="Inter"/>
              </a:defRPr>
            </a:lvl2pPr>
            <a:lvl3pPr algn="l">
              <a:defRPr sz="1294" b="0" i="0" kern="0" spc="-9">
                <a:solidFill>
                  <a:srgbClr val="3D4D68"/>
                </a:solidFill>
                <a:latin typeface="Inter"/>
                <a:ea typeface="Inter"/>
                <a:cs typeface="Inter"/>
              </a:defRPr>
            </a:lvl3pPr>
            <a:lvl4pPr algn="l">
              <a:defRPr sz="1294" b="0" i="0" kern="0" spc="-9">
                <a:solidFill>
                  <a:srgbClr val="3D4D68"/>
                </a:solidFill>
                <a:latin typeface="Inter"/>
                <a:ea typeface="Inter"/>
                <a:cs typeface="Inter"/>
              </a:defRPr>
            </a:lvl4pPr>
            <a:lvl5pPr algn="l">
              <a:defRPr sz="1294" b="0" i="0" kern="0" spc="-9">
                <a:solidFill>
                  <a:srgbClr val="3D4D68"/>
                </a:solidFill>
                <a:latin typeface="Inter"/>
                <a:ea typeface="Inter"/>
                <a:cs typeface="Inter"/>
              </a:defRPr>
            </a:lvl5pPr>
            <a:lvl6pPr algn="l">
              <a:defRPr sz="1294" b="0" i="0" kern="0" spc="-9">
                <a:solidFill>
                  <a:srgbClr val="3D4D68"/>
                </a:solidFill>
                <a:latin typeface="Inter"/>
                <a:ea typeface="Inter"/>
                <a:cs typeface="Inter"/>
              </a:defRPr>
            </a:lvl6pPr>
            <a:lvl7pPr algn="l">
              <a:defRPr sz="1294" b="0" i="0" kern="0" spc="-9">
                <a:solidFill>
                  <a:srgbClr val="3D4D68"/>
                </a:solidFill>
                <a:latin typeface="Inter"/>
                <a:ea typeface="Inter"/>
                <a:cs typeface="Inter"/>
              </a:defRPr>
            </a:lvl7pPr>
            <a:lvl8pPr algn="l">
              <a:defRPr sz="1294" b="0" i="0" kern="0" spc="-9">
                <a:solidFill>
                  <a:srgbClr val="3D4D68"/>
                </a:solidFill>
                <a:latin typeface="Inter"/>
                <a:ea typeface="Inter"/>
                <a:cs typeface="Inter"/>
              </a:defRPr>
            </a:lvl8pPr>
            <a:lvl9pPr algn="l">
              <a:defRPr sz="1294" b="0" i="0" kern="0" spc="-9">
                <a:solidFill>
                  <a:srgbClr val="3D4D68"/>
                </a:solidFill>
                <a:latin typeface="Inter"/>
                <a:ea typeface="Inter"/>
                <a:cs typeface="Inter"/>
              </a:defRPr>
            </a:lvl9pPr>
          </a:lstStyle>
          <a:p>
            <a:pPr algn="l">
              <a:lnSpc>
                <a:spcPct val="100000"/>
              </a:lnSpc>
              <a:buNone/>
              <a:defRPr sz="1294" b="0" i="0" kern="0" spc="-9">
                <a:solidFill>
                  <a:srgbClr val="3D4D68"/>
                </a:solidFill>
                <a:latin typeface="Inter"/>
                <a:ea typeface="Inter"/>
                <a:cs typeface="Inter"/>
              </a:defRPr>
            </a:pPr>
            <a:r>
              <a:rPr sz="1294" b="0" i="0" kern="0" spc="-9">
                <a:solidFill>
                  <a:srgbClr val="3D4D68"/>
                </a:solidFill>
                <a:latin typeface="Inter"/>
                <a:ea typeface="Inter"/>
                <a:cs typeface="Inter"/>
              </a:rPr>
              <a:t>subsidised electric vehicles from China”, 29 October 2024.</a:t>
            </a:r>
          </a:p>
        </p:txBody>
      </p:sp>
      <p:sp>
        <p:nvSpPr>
          <p:cNvPr id="43" name="s26 text 16">
            <a:extLst>
              <a:ext uri="{FF2B5EF4-FFF2-40B4-BE49-F238E27FC236}">
                <a16:creationId xmlns:a16="http://schemas.microsoft.com/office/drawing/2014/main" id="{CDD43DF6-7C6F-4810-97B8-8443CE8EB4C6}"/>
              </a:ext>
            </a:extLst>
          </p:cNvPr>
          <p:cNvSpPr>
            <a:spLocks noGrp="1"/>
          </p:cNvSpPr>
          <p:nvPr/>
        </p:nvSpPr>
        <p:spPr>
          <a:xfrm>
            <a:off x="514350" y="4058543"/>
            <a:ext cx="2168462" cy="357847"/>
          </a:xfrm>
          <a:prstGeom prst="rect">
            <a:avLst/>
          </a:prstGeom>
          <a:noFill/>
          <a:ln w="0">
            <a:noFill/>
            <a:prstDash val="solid"/>
          </a:ln>
        </p:spPr>
        <p:txBody>
          <a:bodyPr wrap="none" lIns="0" tIns="0" rIns="0" bIns="0" anchor="t">
            <a:noAutofit/>
          </a:bodyPr>
          <a:lstStyle>
            <a:defPPr algn="l">
              <a:defRPr sz="2025" b="1" i="0" kern="0" spc="-24">
                <a:solidFill>
                  <a:srgbClr val="0A2540"/>
                </a:solidFill>
                <a:latin typeface="Inter"/>
                <a:ea typeface="Inter"/>
                <a:cs typeface="Inter"/>
              </a:defRPr>
            </a:defPPr>
            <a:lvl1pPr algn="l">
              <a:defRPr sz="2025" b="1" i="0" kern="0" spc="-24">
                <a:solidFill>
                  <a:srgbClr val="0A2540"/>
                </a:solidFill>
                <a:latin typeface="Inter"/>
                <a:ea typeface="Inter"/>
                <a:cs typeface="Inter"/>
              </a:defRPr>
            </a:lvl1pPr>
            <a:lvl2pPr algn="l">
              <a:defRPr sz="2025" b="1" i="0" kern="0" spc="-24">
                <a:solidFill>
                  <a:srgbClr val="0A2540"/>
                </a:solidFill>
                <a:latin typeface="Inter"/>
                <a:ea typeface="Inter"/>
                <a:cs typeface="Inter"/>
              </a:defRPr>
            </a:lvl2pPr>
            <a:lvl3pPr algn="l">
              <a:defRPr sz="2025" b="1" i="0" kern="0" spc="-24">
                <a:solidFill>
                  <a:srgbClr val="0A2540"/>
                </a:solidFill>
                <a:latin typeface="Inter"/>
                <a:ea typeface="Inter"/>
                <a:cs typeface="Inter"/>
              </a:defRPr>
            </a:lvl3pPr>
            <a:lvl4pPr algn="l">
              <a:defRPr sz="2025" b="1" i="0" kern="0" spc="-24">
                <a:solidFill>
                  <a:srgbClr val="0A2540"/>
                </a:solidFill>
                <a:latin typeface="Inter"/>
                <a:ea typeface="Inter"/>
                <a:cs typeface="Inter"/>
              </a:defRPr>
            </a:lvl4pPr>
            <a:lvl5pPr algn="l">
              <a:defRPr sz="2025" b="1" i="0" kern="0" spc="-24">
                <a:solidFill>
                  <a:srgbClr val="0A2540"/>
                </a:solidFill>
                <a:latin typeface="Inter"/>
                <a:ea typeface="Inter"/>
                <a:cs typeface="Inter"/>
              </a:defRPr>
            </a:lvl5pPr>
            <a:lvl6pPr algn="l">
              <a:defRPr sz="2025" b="1" i="0" kern="0" spc="-24">
                <a:solidFill>
                  <a:srgbClr val="0A2540"/>
                </a:solidFill>
                <a:latin typeface="Inter"/>
                <a:ea typeface="Inter"/>
                <a:cs typeface="Inter"/>
              </a:defRPr>
            </a:lvl6pPr>
            <a:lvl7pPr algn="l">
              <a:defRPr sz="2025" b="1" i="0" kern="0" spc="-24">
                <a:solidFill>
                  <a:srgbClr val="0A2540"/>
                </a:solidFill>
                <a:latin typeface="Inter"/>
                <a:ea typeface="Inter"/>
                <a:cs typeface="Inter"/>
              </a:defRPr>
            </a:lvl7pPr>
            <a:lvl8pPr algn="l">
              <a:defRPr sz="2025" b="1" i="0" kern="0" spc="-24">
                <a:solidFill>
                  <a:srgbClr val="0A2540"/>
                </a:solidFill>
                <a:latin typeface="Inter"/>
                <a:ea typeface="Inter"/>
                <a:cs typeface="Inter"/>
              </a:defRPr>
            </a:lvl8pPr>
            <a:lvl9pPr algn="l">
              <a:defRPr sz="2025" b="1" i="0" kern="0" spc="-24">
                <a:solidFill>
                  <a:srgbClr val="0A2540"/>
                </a:solidFill>
                <a:latin typeface="Inter"/>
                <a:ea typeface="Inter"/>
                <a:cs typeface="Inter"/>
              </a:defRPr>
            </a:lvl9pPr>
          </a:lstStyle>
          <a:p>
            <a:pPr algn="l">
              <a:lnSpc>
                <a:spcPct val="100000"/>
              </a:lnSpc>
              <a:buNone/>
              <a:defRPr sz="2025" b="1" i="0" kern="0" spc="-24">
                <a:solidFill>
                  <a:srgbClr val="0A2540"/>
                </a:solidFill>
                <a:latin typeface="Inter"/>
                <a:ea typeface="Inter"/>
                <a:cs typeface="Inter"/>
              </a:defRPr>
            </a:pPr>
            <a:r>
              <a:rPr sz="2025" b="1" i="0" kern="0" spc="-24">
                <a:solidFill>
                  <a:srgbClr val="0A2540"/>
                </a:solidFill>
                <a:latin typeface="Inter"/>
                <a:ea typeface="Inter"/>
                <a:cs typeface="Inter"/>
              </a:rPr>
              <a:t>Data and figures</a:t>
            </a:r>
          </a:p>
        </p:txBody>
      </p:sp>
      <p:sp>
        <p:nvSpPr>
          <p:cNvPr id="44" name="s26 text 17">
            <a:extLst>
              <a:ext uri="{FF2B5EF4-FFF2-40B4-BE49-F238E27FC236}">
                <a16:creationId xmlns:a16="http://schemas.microsoft.com/office/drawing/2014/main" id="{AA03CC0E-BEAD-41FA-A3E1-E8CBEBCF9AE1}"/>
              </a:ext>
            </a:extLst>
          </p:cNvPr>
          <p:cNvSpPr>
            <a:spLocks noGrp="1"/>
          </p:cNvSpPr>
          <p:nvPr/>
        </p:nvSpPr>
        <p:spPr>
          <a:xfrm>
            <a:off x="657225" y="4457477"/>
            <a:ext cx="5704428"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Country Z and country A data: tutorial question sheet,</a:t>
            </a:r>
          </a:p>
        </p:txBody>
      </p:sp>
      <p:sp>
        <p:nvSpPr>
          <p:cNvPr id="45" name="s26 text 18">
            <a:extLst>
              <a:ext uri="{FF2B5EF4-FFF2-40B4-BE49-F238E27FC236}">
                <a16:creationId xmlns:a16="http://schemas.microsoft.com/office/drawing/2014/main" id="{9286D152-8784-4CE0-AAD7-6F92898EEFE6}"/>
              </a:ext>
            </a:extLst>
          </p:cNvPr>
          <p:cNvSpPr>
            <a:spLocks noGrp="1"/>
          </p:cNvSpPr>
          <p:nvPr/>
        </p:nvSpPr>
        <p:spPr>
          <a:xfrm>
            <a:off x="657225" y="4757514"/>
            <a:ext cx="1590866"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Q5.1 and Q5.2.</a:t>
            </a:r>
          </a:p>
        </p:txBody>
      </p:sp>
      <p:sp>
        <p:nvSpPr>
          <p:cNvPr id="46" name="s26 text 19">
            <a:extLst>
              <a:ext uri="{FF2B5EF4-FFF2-40B4-BE49-F238E27FC236}">
                <a16:creationId xmlns:a16="http://schemas.microsoft.com/office/drawing/2014/main" id="{E16434F0-AFBA-4307-89C4-951B6E75F6E2}"/>
              </a:ext>
            </a:extLst>
          </p:cNvPr>
          <p:cNvSpPr>
            <a:spLocks noGrp="1"/>
          </p:cNvSpPr>
          <p:nvPr/>
        </p:nvSpPr>
        <p:spPr>
          <a:xfrm>
            <a:off x="657225" y="5114702"/>
            <a:ext cx="4339495"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Egypt data: tutorial question sheet, Q5.3.</a:t>
            </a:r>
          </a:p>
        </p:txBody>
      </p:sp>
      <p:sp>
        <p:nvSpPr>
          <p:cNvPr id="47" name="s26 text 20">
            <a:extLst>
              <a:ext uri="{FF2B5EF4-FFF2-40B4-BE49-F238E27FC236}">
                <a16:creationId xmlns:a16="http://schemas.microsoft.com/office/drawing/2014/main" id="{86859C7A-93EE-4E9E-B29C-75101E8528FD}"/>
              </a:ext>
            </a:extLst>
          </p:cNvPr>
          <p:cNvSpPr>
            <a:spLocks noGrp="1"/>
          </p:cNvSpPr>
          <p:nvPr/>
        </p:nvSpPr>
        <p:spPr>
          <a:xfrm>
            <a:off x="657225" y="5471889"/>
            <a:ext cx="6128575"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All diagrams redrawn from the assignment figure and Unit</a:t>
            </a:r>
          </a:p>
        </p:txBody>
      </p:sp>
      <p:sp>
        <p:nvSpPr>
          <p:cNvPr id="48" name="s26 text 21">
            <a:extLst>
              <a:ext uri="{FF2B5EF4-FFF2-40B4-BE49-F238E27FC236}">
                <a16:creationId xmlns:a16="http://schemas.microsoft.com/office/drawing/2014/main" id="{5B53D4ED-8109-45DC-8435-AEFD1F0AEE23}"/>
              </a:ext>
            </a:extLst>
          </p:cNvPr>
          <p:cNvSpPr>
            <a:spLocks noGrp="1"/>
          </p:cNvSpPr>
          <p:nvPr/>
        </p:nvSpPr>
        <p:spPr>
          <a:xfrm>
            <a:off x="657225" y="5779070"/>
            <a:ext cx="5688140"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5 (Figures 5.4 and 5.6) — same notation, same colour</a:t>
            </a:r>
          </a:p>
        </p:txBody>
      </p:sp>
      <p:sp>
        <p:nvSpPr>
          <p:cNvPr id="49" name="s26 text 22">
            <a:extLst>
              <a:ext uri="{FF2B5EF4-FFF2-40B4-BE49-F238E27FC236}">
                <a16:creationId xmlns:a16="http://schemas.microsoft.com/office/drawing/2014/main" id="{B756D301-421C-44E7-8CA9-EDC307BAE122}"/>
              </a:ext>
            </a:extLst>
          </p:cNvPr>
          <p:cNvSpPr>
            <a:spLocks noGrp="1"/>
          </p:cNvSpPr>
          <p:nvPr/>
        </p:nvSpPr>
        <p:spPr>
          <a:xfrm>
            <a:off x="657225" y="6079108"/>
            <a:ext cx="676370"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code.</a:t>
            </a:r>
          </a:p>
        </p:txBody>
      </p:sp>
      <p:sp>
        <p:nvSpPr>
          <p:cNvPr id="50" name="s26 text 23">
            <a:extLst>
              <a:ext uri="{FF2B5EF4-FFF2-40B4-BE49-F238E27FC236}">
                <a16:creationId xmlns:a16="http://schemas.microsoft.com/office/drawing/2014/main" id="{A89CE652-434E-4511-B625-187DF1BFDE87}"/>
              </a:ext>
            </a:extLst>
          </p:cNvPr>
          <p:cNvSpPr>
            <a:spLocks noGrp="1"/>
          </p:cNvSpPr>
          <p:nvPr/>
        </p:nvSpPr>
        <p:spPr>
          <a:xfrm>
            <a:off x="7029450" y="1765399"/>
            <a:ext cx="2082641" cy="357847"/>
          </a:xfrm>
          <a:prstGeom prst="rect">
            <a:avLst/>
          </a:prstGeom>
          <a:noFill/>
          <a:ln w="0">
            <a:noFill/>
            <a:prstDash val="solid"/>
          </a:ln>
        </p:spPr>
        <p:txBody>
          <a:bodyPr wrap="none" lIns="0" tIns="0" rIns="0" bIns="0" anchor="t">
            <a:noAutofit/>
          </a:bodyPr>
          <a:lstStyle>
            <a:defPPr algn="l">
              <a:defRPr sz="2025" b="1" i="0" kern="0" spc="-24">
                <a:solidFill>
                  <a:srgbClr val="0A2540"/>
                </a:solidFill>
                <a:latin typeface="Inter"/>
                <a:ea typeface="Inter"/>
                <a:cs typeface="Inter"/>
              </a:defRPr>
            </a:defPPr>
            <a:lvl1pPr algn="l">
              <a:defRPr sz="2025" b="1" i="0" kern="0" spc="-24">
                <a:solidFill>
                  <a:srgbClr val="0A2540"/>
                </a:solidFill>
                <a:latin typeface="Inter"/>
                <a:ea typeface="Inter"/>
                <a:cs typeface="Inter"/>
              </a:defRPr>
            </a:lvl1pPr>
            <a:lvl2pPr algn="l">
              <a:defRPr sz="2025" b="1" i="0" kern="0" spc="-24">
                <a:solidFill>
                  <a:srgbClr val="0A2540"/>
                </a:solidFill>
                <a:latin typeface="Inter"/>
                <a:ea typeface="Inter"/>
                <a:cs typeface="Inter"/>
              </a:defRPr>
            </a:lvl2pPr>
            <a:lvl3pPr algn="l">
              <a:defRPr sz="2025" b="1" i="0" kern="0" spc="-24">
                <a:solidFill>
                  <a:srgbClr val="0A2540"/>
                </a:solidFill>
                <a:latin typeface="Inter"/>
                <a:ea typeface="Inter"/>
                <a:cs typeface="Inter"/>
              </a:defRPr>
            </a:lvl3pPr>
            <a:lvl4pPr algn="l">
              <a:defRPr sz="2025" b="1" i="0" kern="0" spc="-24">
                <a:solidFill>
                  <a:srgbClr val="0A2540"/>
                </a:solidFill>
                <a:latin typeface="Inter"/>
                <a:ea typeface="Inter"/>
                <a:cs typeface="Inter"/>
              </a:defRPr>
            </a:lvl4pPr>
            <a:lvl5pPr algn="l">
              <a:defRPr sz="2025" b="1" i="0" kern="0" spc="-24">
                <a:solidFill>
                  <a:srgbClr val="0A2540"/>
                </a:solidFill>
                <a:latin typeface="Inter"/>
                <a:ea typeface="Inter"/>
                <a:cs typeface="Inter"/>
              </a:defRPr>
            </a:lvl5pPr>
            <a:lvl6pPr algn="l">
              <a:defRPr sz="2025" b="1" i="0" kern="0" spc="-24">
                <a:solidFill>
                  <a:srgbClr val="0A2540"/>
                </a:solidFill>
                <a:latin typeface="Inter"/>
                <a:ea typeface="Inter"/>
                <a:cs typeface="Inter"/>
              </a:defRPr>
            </a:lvl6pPr>
            <a:lvl7pPr algn="l">
              <a:defRPr sz="2025" b="1" i="0" kern="0" spc="-24">
                <a:solidFill>
                  <a:srgbClr val="0A2540"/>
                </a:solidFill>
                <a:latin typeface="Inter"/>
                <a:ea typeface="Inter"/>
                <a:cs typeface="Inter"/>
              </a:defRPr>
            </a:lvl7pPr>
            <a:lvl8pPr algn="l">
              <a:defRPr sz="2025" b="1" i="0" kern="0" spc="-24">
                <a:solidFill>
                  <a:srgbClr val="0A2540"/>
                </a:solidFill>
                <a:latin typeface="Inter"/>
                <a:ea typeface="Inter"/>
                <a:cs typeface="Inter"/>
              </a:defRPr>
            </a:lvl8pPr>
            <a:lvl9pPr algn="l">
              <a:defRPr sz="2025" b="1" i="0" kern="0" spc="-24">
                <a:solidFill>
                  <a:srgbClr val="0A2540"/>
                </a:solidFill>
                <a:latin typeface="Inter"/>
                <a:ea typeface="Inter"/>
                <a:cs typeface="Inter"/>
              </a:defRPr>
            </a:lvl9pPr>
          </a:lstStyle>
          <a:p>
            <a:pPr algn="l">
              <a:lnSpc>
                <a:spcPct val="100000"/>
              </a:lnSpc>
              <a:buNone/>
              <a:defRPr sz="2025" b="1" i="0" kern="0" spc="-24">
                <a:solidFill>
                  <a:srgbClr val="0A2540"/>
                </a:solidFill>
                <a:latin typeface="Inter"/>
                <a:ea typeface="Inter"/>
                <a:cs typeface="Inter"/>
              </a:defRPr>
            </a:pPr>
            <a:r>
              <a:rPr sz="2025" b="1" i="0" kern="0" spc="-24">
                <a:solidFill>
                  <a:srgbClr val="0A2540"/>
                </a:solidFill>
                <a:latin typeface="Inter"/>
                <a:ea typeface="Inter"/>
                <a:cs typeface="Inter"/>
              </a:rPr>
              <a:t>Course sources</a:t>
            </a:r>
          </a:p>
        </p:txBody>
      </p:sp>
      <p:sp>
        <p:nvSpPr>
          <p:cNvPr id="51" name="s26 text 24">
            <a:extLst>
              <a:ext uri="{FF2B5EF4-FFF2-40B4-BE49-F238E27FC236}">
                <a16:creationId xmlns:a16="http://schemas.microsoft.com/office/drawing/2014/main" id="{C6AD71E2-54C5-44AB-9DC3-ADE8AE8833E9}"/>
              </a:ext>
            </a:extLst>
          </p:cNvPr>
          <p:cNvSpPr>
            <a:spLocks noGrp="1"/>
          </p:cNvSpPr>
          <p:nvPr/>
        </p:nvSpPr>
        <p:spPr>
          <a:xfrm>
            <a:off x="7172325" y="2164333"/>
            <a:ext cx="3291364" cy="308146"/>
          </a:xfrm>
          <a:prstGeom prst="rect">
            <a:avLst/>
          </a:prstGeom>
          <a:noFill/>
          <a:ln w="0">
            <a:noFill/>
            <a:prstDash val="solid"/>
          </a:ln>
        </p:spPr>
        <p:txBody>
          <a:bodyPr wrap="none" lIns="0" tIns="0" rIns="0" bIns="0" anchor="t">
            <a:noAutofit/>
          </a:bodyPr>
          <a:lstStyle>
            <a:defPPr algn="l">
              <a:defRPr sz="1744" b="0" i="1" kern="0" spc="-9">
                <a:solidFill>
                  <a:srgbClr val="0A2540"/>
                </a:solidFill>
                <a:latin typeface="Inter"/>
                <a:ea typeface="Inter"/>
                <a:cs typeface="Inter"/>
              </a:defRPr>
            </a:defPPr>
            <a:lvl1pPr algn="l">
              <a:defRPr sz="1744" b="0" i="1" kern="0" spc="-9">
                <a:solidFill>
                  <a:srgbClr val="0A2540"/>
                </a:solidFill>
                <a:latin typeface="Inter"/>
                <a:ea typeface="Inter"/>
                <a:cs typeface="Inter"/>
              </a:defRPr>
            </a:lvl1pPr>
            <a:lvl2pPr algn="l">
              <a:defRPr sz="1744" b="0" i="1" kern="0" spc="-9">
                <a:solidFill>
                  <a:srgbClr val="0A2540"/>
                </a:solidFill>
                <a:latin typeface="Inter"/>
                <a:ea typeface="Inter"/>
                <a:cs typeface="Inter"/>
              </a:defRPr>
            </a:lvl2pPr>
            <a:lvl3pPr algn="l">
              <a:defRPr sz="1744" b="0" i="1" kern="0" spc="-9">
                <a:solidFill>
                  <a:srgbClr val="0A2540"/>
                </a:solidFill>
                <a:latin typeface="Inter"/>
                <a:ea typeface="Inter"/>
                <a:cs typeface="Inter"/>
              </a:defRPr>
            </a:lvl3pPr>
            <a:lvl4pPr algn="l">
              <a:defRPr sz="1744" b="0" i="1" kern="0" spc="-9">
                <a:solidFill>
                  <a:srgbClr val="0A2540"/>
                </a:solidFill>
                <a:latin typeface="Inter"/>
                <a:ea typeface="Inter"/>
                <a:cs typeface="Inter"/>
              </a:defRPr>
            </a:lvl4pPr>
            <a:lvl5pPr algn="l">
              <a:defRPr sz="1744" b="0" i="1" kern="0" spc="-9">
                <a:solidFill>
                  <a:srgbClr val="0A2540"/>
                </a:solidFill>
                <a:latin typeface="Inter"/>
                <a:ea typeface="Inter"/>
                <a:cs typeface="Inter"/>
              </a:defRPr>
            </a:lvl5pPr>
            <a:lvl6pPr algn="l">
              <a:defRPr sz="1744" b="0" i="1" kern="0" spc="-9">
                <a:solidFill>
                  <a:srgbClr val="0A2540"/>
                </a:solidFill>
                <a:latin typeface="Inter"/>
                <a:ea typeface="Inter"/>
                <a:cs typeface="Inter"/>
              </a:defRPr>
            </a:lvl6pPr>
            <a:lvl7pPr algn="l">
              <a:defRPr sz="1744" b="0" i="1" kern="0" spc="-9">
                <a:solidFill>
                  <a:srgbClr val="0A2540"/>
                </a:solidFill>
                <a:latin typeface="Inter"/>
                <a:ea typeface="Inter"/>
                <a:cs typeface="Inter"/>
              </a:defRPr>
            </a:lvl7pPr>
            <a:lvl8pPr algn="l">
              <a:defRPr sz="1744" b="0" i="1" kern="0" spc="-9">
                <a:solidFill>
                  <a:srgbClr val="0A2540"/>
                </a:solidFill>
                <a:latin typeface="Inter"/>
                <a:ea typeface="Inter"/>
                <a:cs typeface="Inter"/>
              </a:defRPr>
            </a:lvl8pPr>
            <a:lvl9pPr algn="l">
              <a:defRPr sz="1744" b="0" i="1" kern="0" spc="-9">
                <a:solidFill>
                  <a:srgbClr val="0A2540"/>
                </a:solidFill>
                <a:latin typeface="Inter"/>
                <a:ea typeface="Inter"/>
                <a:cs typeface="Inter"/>
              </a:defRPr>
            </a:lvl9pPr>
          </a:lstStyle>
          <a:p>
            <a:pPr algn="l">
              <a:lnSpc>
                <a:spcPct val="100000"/>
              </a:lnSpc>
              <a:buNone/>
              <a:defRPr sz="1744" b="0" i="1" kern="0" spc="-9">
                <a:solidFill>
                  <a:srgbClr val="0A2540"/>
                </a:solidFill>
                <a:latin typeface="Inter"/>
                <a:ea typeface="Inter"/>
                <a:cs typeface="Inter"/>
              </a:defRPr>
            </a:pPr>
            <a:r>
              <a:rPr sz="1744" b="0" i="1" kern="0" spc="-9">
                <a:solidFill>
                  <a:srgbClr val="0A2540"/>
                </a:solidFill>
                <a:latin typeface="Inter"/>
                <a:ea typeface="Inter"/>
                <a:cs typeface="Inter"/>
              </a:rPr>
              <a:t>AF3625 Topic 5 Lecture Slides</a:t>
            </a:r>
          </a:p>
        </p:txBody>
      </p:sp>
      <p:sp>
        <p:nvSpPr>
          <p:cNvPr id="52" name="s26 text 25">
            <a:extLst>
              <a:ext uri="{FF2B5EF4-FFF2-40B4-BE49-F238E27FC236}">
                <a16:creationId xmlns:a16="http://schemas.microsoft.com/office/drawing/2014/main" id="{DD585FA3-81A8-48C9-BEB1-E5AA2DCBFD3B}"/>
              </a:ext>
            </a:extLst>
          </p:cNvPr>
          <p:cNvSpPr>
            <a:spLocks noGrp="1"/>
          </p:cNvSpPr>
          <p:nvPr/>
        </p:nvSpPr>
        <p:spPr>
          <a:xfrm>
            <a:off x="10403170" y="2164333"/>
            <a:ext cx="2193512"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 free trade, tariffs,</a:t>
            </a:r>
          </a:p>
        </p:txBody>
      </p:sp>
      <p:sp>
        <p:nvSpPr>
          <p:cNvPr id="53" name="s26 text 26">
            <a:extLst>
              <a:ext uri="{FF2B5EF4-FFF2-40B4-BE49-F238E27FC236}">
                <a16:creationId xmlns:a16="http://schemas.microsoft.com/office/drawing/2014/main" id="{12C2FE66-5994-4235-8850-3C5C69CBA15A}"/>
              </a:ext>
            </a:extLst>
          </p:cNvPr>
          <p:cNvSpPr>
            <a:spLocks noGrp="1"/>
          </p:cNvSpPr>
          <p:nvPr/>
        </p:nvSpPr>
        <p:spPr>
          <a:xfrm>
            <a:off x="7172325" y="2464370"/>
            <a:ext cx="4164235"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quotas, quota rent, winners and losers.</a:t>
            </a:r>
          </a:p>
        </p:txBody>
      </p:sp>
      <p:sp>
        <p:nvSpPr>
          <p:cNvPr id="54" name="s26 text 27">
            <a:extLst>
              <a:ext uri="{FF2B5EF4-FFF2-40B4-BE49-F238E27FC236}">
                <a16:creationId xmlns:a16="http://schemas.microsoft.com/office/drawing/2014/main" id="{82E2BE23-9664-4648-93E3-84CDE8FC5B04}"/>
              </a:ext>
            </a:extLst>
          </p:cNvPr>
          <p:cNvSpPr>
            <a:spLocks noGrp="1"/>
          </p:cNvSpPr>
          <p:nvPr/>
        </p:nvSpPr>
        <p:spPr>
          <a:xfrm>
            <a:off x="7172325" y="2821558"/>
            <a:ext cx="3295079" cy="308146"/>
          </a:xfrm>
          <a:prstGeom prst="rect">
            <a:avLst/>
          </a:prstGeom>
          <a:noFill/>
          <a:ln w="0">
            <a:noFill/>
            <a:prstDash val="solid"/>
          </a:ln>
        </p:spPr>
        <p:txBody>
          <a:bodyPr wrap="none" lIns="0" tIns="0" rIns="0" bIns="0" anchor="t">
            <a:noAutofit/>
          </a:bodyPr>
          <a:lstStyle>
            <a:defPPr algn="l">
              <a:defRPr sz="1744" b="0" i="1" kern="0" spc="-9">
                <a:solidFill>
                  <a:srgbClr val="0A2540"/>
                </a:solidFill>
                <a:latin typeface="Inter"/>
                <a:ea typeface="Inter"/>
                <a:cs typeface="Inter"/>
              </a:defRPr>
            </a:defPPr>
            <a:lvl1pPr algn="l">
              <a:defRPr sz="1744" b="0" i="1" kern="0" spc="-9">
                <a:solidFill>
                  <a:srgbClr val="0A2540"/>
                </a:solidFill>
                <a:latin typeface="Inter"/>
                <a:ea typeface="Inter"/>
                <a:cs typeface="Inter"/>
              </a:defRPr>
            </a:lvl1pPr>
            <a:lvl2pPr algn="l">
              <a:defRPr sz="1744" b="0" i="1" kern="0" spc="-9">
                <a:solidFill>
                  <a:srgbClr val="0A2540"/>
                </a:solidFill>
                <a:latin typeface="Inter"/>
                <a:ea typeface="Inter"/>
                <a:cs typeface="Inter"/>
              </a:defRPr>
            </a:lvl2pPr>
            <a:lvl3pPr algn="l">
              <a:defRPr sz="1744" b="0" i="1" kern="0" spc="-9">
                <a:solidFill>
                  <a:srgbClr val="0A2540"/>
                </a:solidFill>
                <a:latin typeface="Inter"/>
                <a:ea typeface="Inter"/>
                <a:cs typeface="Inter"/>
              </a:defRPr>
            </a:lvl3pPr>
            <a:lvl4pPr algn="l">
              <a:defRPr sz="1744" b="0" i="1" kern="0" spc="-9">
                <a:solidFill>
                  <a:srgbClr val="0A2540"/>
                </a:solidFill>
                <a:latin typeface="Inter"/>
                <a:ea typeface="Inter"/>
                <a:cs typeface="Inter"/>
              </a:defRPr>
            </a:lvl4pPr>
            <a:lvl5pPr algn="l">
              <a:defRPr sz="1744" b="0" i="1" kern="0" spc="-9">
                <a:solidFill>
                  <a:srgbClr val="0A2540"/>
                </a:solidFill>
                <a:latin typeface="Inter"/>
                <a:ea typeface="Inter"/>
                <a:cs typeface="Inter"/>
              </a:defRPr>
            </a:lvl5pPr>
            <a:lvl6pPr algn="l">
              <a:defRPr sz="1744" b="0" i="1" kern="0" spc="-9">
                <a:solidFill>
                  <a:srgbClr val="0A2540"/>
                </a:solidFill>
                <a:latin typeface="Inter"/>
                <a:ea typeface="Inter"/>
                <a:cs typeface="Inter"/>
              </a:defRPr>
            </a:lvl6pPr>
            <a:lvl7pPr algn="l">
              <a:defRPr sz="1744" b="0" i="1" kern="0" spc="-9">
                <a:solidFill>
                  <a:srgbClr val="0A2540"/>
                </a:solidFill>
                <a:latin typeface="Inter"/>
                <a:ea typeface="Inter"/>
                <a:cs typeface="Inter"/>
              </a:defRPr>
            </a:lvl7pPr>
            <a:lvl8pPr algn="l">
              <a:defRPr sz="1744" b="0" i="1" kern="0" spc="-9">
                <a:solidFill>
                  <a:srgbClr val="0A2540"/>
                </a:solidFill>
                <a:latin typeface="Inter"/>
                <a:ea typeface="Inter"/>
                <a:cs typeface="Inter"/>
              </a:defRPr>
            </a:lvl8pPr>
            <a:lvl9pPr algn="l">
              <a:defRPr sz="1744" b="0" i="1" kern="0" spc="-9">
                <a:solidFill>
                  <a:srgbClr val="0A2540"/>
                </a:solidFill>
                <a:latin typeface="Inter"/>
                <a:ea typeface="Inter"/>
                <a:cs typeface="Inter"/>
              </a:defRPr>
            </a:lvl9pPr>
          </a:lstStyle>
          <a:p>
            <a:pPr algn="l">
              <a:lnSpc>
                <a:spcPct val="100000"/>
              </a:lnSpc>
              <a:buNone/>
              <a:defRPr sz="1744" b="0" i="1" kern="0" spc="-9">
                <a:solidFill>
                  <a:srgbClr val="0A2540"/>
                </a:solidFill>
                <a:latin typeface="Inter"/>
                <a:ea typeface="Inter"/>
                <a:cs typeface="Inter"/>
              </a:defRPr>
            </a:pPr>
            <a:r>
              <a:rPr sz="1744" b="0" i="1" kern="0" spc="-9">
                <a:solidFill>
                  <a:srgbClr val="0A2540"/>
                </a:solidFill>
                <a:latin typeface="Inter"/>
                <a:ea typeface="Inter"/>
                <a:cs typeface="Inter"/>
              </a:rPr>
              <a:t>AF3625 Topic 2 Lecture Slides</a:t>
            </a:r>
          </a:p>
        </p:txBody>
      </p:sp>
      <p:sp>
        <p:nvSpPr>
          <p:cNvPr id="55" name="s26 text 28">
            <a:extLst>
              <a:ext uri="{FF2B5EF4-FFF2-40B4-BE49-F238E27FC236}">
                <a16:creationId xmlns:a16="http://schemas.microsoft.com/office/drawing/2014/main" id="{9519708A-3929-438F-8415-81F6204FF2BF}"/>
              </a:ext>
            </a:extLst>
          </p:cNvPr>
          <p:cNvSpPr>
            <a:spLocks noGrp="1"/>
          </p:cNvSpPr>
          <p:nvPr/>
        </p:nvSpPr>
        <p:spPr>
          <a:xfrm>
            <a:off x="10406854" y="2821558"/>
            <a:ext cx="479393" cy="308146"/>
          </a:xfrm>
          <a:prstGeom prst="rect">
            <a:avLst/>
          </a:prstGeom>
          <a:noFill/>
          <a:ln w="0">
            <a:noFill/>
            <a:prstDash val="solid"/>
          </a:ln>
        </p:spPr>
        <p:txBody>
          <a:bodyPr wrap="none" lIns="0" tIns="0" rIns="0" bIns="0" anchor="t">
            <a:noAutofit/>
          </a:bodyPr>
          <a:lstStyle>
            <a:defPPr algn="l">
              <a:defRPr sz="1744" b="0" i="0" kern="0" spc="-14">
                <a:solidFill>
                  <a:srgbClr val="0A2540"/>
                </a:solidFill>
                <a:latin typeface="Inter"/>
                <a:ea typeface="Inter"/>
                <a:cs typeface="Inter"/>
              </a:defRPr>
            </a:defPPr>
            <a:lvl1pPr algn="l">
              <a:defRPr sz="1744" b="0" i="0" kern="0" spc="-14">
                <a:solidFill>
                  <a:srgbClr val="0A2540"/>
                </a:solidFill>
                <a:latin typeface="Inter"/>
                <a:ea typeface="Inter"/>
                <a:cs typeface="Inter"/>
              </a:defRPr>
            </a:lvl1pPr>
            <a:lvl2pPr algn="l">
              <a:defRPr sz="1744" b="0" i="0" kern="0" spc="-14">
                <a:solidFill>
                  <a:srgbClr val="0A2540"/>
                </a:solidFill>
                <a:latin typeface="Inter"/>
                <a:ea typeface="Inter"/>
                <a:cs typeface="Inter"/>
              </a:defRPr>
            </a:lvl2pPr>
            <a:lvl3pPr algn="l">
              <a:defRPr sz="1744" b="0" i="0" kern="0" spc="-14">
                <a:solidFill>
                  <a:srgbClr val="0A2540"/>
                </a:solidFill>
                <a:latin typeface="Inter"/>
                <a:ea typeface="Inter"/>
                <a:cs typeface="Inter"/>
              </a:defRPr>
            </a:lvl3pPr>
            <a:lvl4pPr algn="l">
              <a:defRPr sz="1744" b="0" i="0" kern="0" spc="-14">
                <a:solidFill>
                  <a:srgbClr val="0A2540"/>
                </a:solidFill>
                <a:latin typeface="Inter"/>
                <a:ea typeface="Inter"/>
                <a:cs typeface="Inter"/>
              </a:defRPr>
            </a:lvl4pPr>
            <a:lvl5pPr algn="l">
              <a:defRPr sz="1744" b="0" i="0" kern="0" spc="-14">
                <a:solidFill>
                  <a:srgbClr val="0A2540"/>
                </a:solidFill>
                <a:latin typeface="Inter"/>
                <a:ea typeface="Inter"/>
                <a:cs typeface="Inter"/>
              </a:defRPr>
            </a:lvl5pPr>
            <a:lvl6pPr algn="l">
              <a:defRPr sz="1744" b="0" i="0" kern="0" spc="-14">
                <a:solidFill>
                  <a:srgbClr val="0A2540"/>
                </a:solidFill>
                <a:latin typeface="Inter"/>
                <a:ea typeface="Inter"/>
                <a:cs typeface="Inter"/>
              </a:defRPr>
            </a:lvl6pPr>
            <a:lvl7pPr algn="l">
              <a:defRPr sz="1744" b="0" i="0" kern="0" spc="-14">
                <a:solidFill>
                  <a:srgbClr val="0A2540"/>
                </a:solidFill>
                <a:latin typeface="Inter"/>
                <a:ea typeface="Inter"/>
                <a:cs typeface="Inter"/>
              </a:defRPr>
            </a:lvl7pPr>
            <a:lvl8pPr algn="l">
              <a:defRPr sz="1744" b="0" i="0" kern="0" spc="-14">
                <a:solidFill>
                  <a:srgbClr val="0A2540"/>
                </a:solidFill>
                <a:latin typeface="Inter"/>
                <a:ea typeface="Inter"/>
                <a:cs typeface="Inter"/>
              </a:defRPr>
            </a:lvl8pPr>
            <a:lvl9pPr algn="l">
              <a:defRPr sz="1744" b="0" i="0" kern="0" spc="-14">
                <a:solidFill>
                  <a:srgbClr val="0A2540"/>
                </a:solidFill>
                <a:latin typeface="Inter"/>
                <a:ea typeface="Inter"/>
                <a:cs typeface="Inter"/>
              </a:defRPr>
            </a:lvl9pPr>
          </a:lstStyle>
          <a:p>
            <a:pPr algn="l">
              <a:lnSpc>
                <a:spcPct val="100000"/>
              </a:lnSpc>
              <a:buNone/>
              <a:defRPr sz="1744" b="0" i="0" kern="0" spc="-14">
                <a:solidFill>
                  <a:srgbClr val="0A2540"/>
                </a:solidFill>
                <a:latin typeface="Inter"/>
                <a:ea typeface="Inter"/>
                <a:cs typeface="Inter"/>
              </a:defRPr>
            </a:pPr>
            <a:r>
              <a:rPr sz="1744" b="0" i="0" kern="0" spc="-14">
                <a:solidFill>
                  <a:srgbClr val="0A2540"/>
                </a:solidFill>
                <a:latin typeface="Inter"/>
                <a:ea typeface="Inter"/>
                <a:cs typeface="Inter"/>
              </a:rPr>
              <a:t>and</a:t>
            </a:r>
          </a:p>
        </p:txBody>
      </p:sp>
      <p:sp>
        <p:nvSpPr>
          <p:cNvPr id="56" name="s26 text 29">
            <a:extLst>
              <a:ext uri="{FF2B5EF4-FFF2-40B4-BE49-F238E27FC236}">
                <a16:creationId xmlns:a16="http://schemas.microsoft.com/office/drawing/2014/main" id="{D482A0ED-119C-4AB1-B60E-2805C8BBFD89}"/>
              </a:ext>
            </a:extLst>
          </p:cNvPr>
          <p:cNvSpPr>
            <a:spLocks noGrp="1"/>
          </p:cNvSpPr>
          <p:nvPr/>
        </p:nvSpPr>
        <p:spPr>
          <a:xfrm>
            <a:off x="10855374" y="2821558"/>
            <a:ext cx="707612" cy="308146"/>
          </a:xfrm>
          <a:prstGeom prst="rect">
            <a:avLst/>
          </a:prstGeom>
          <a:noFill/>
          <a:ln w="0">
            <a:noFill/>
            <a:prstDash val="solid"/>
          </a:ln>
        </p:spPr>
        <p:txBody>
          <a:bodyPr wrap="none" lIns="0" tIns="0" rIns="0" bIns="0" anchor="t">
            <a:noAutofit/>
          </a:bodyPr>
          <a:lstStyle>
            <a:defPPr algn="l">
              <a:defRPr sz="1744" b="0" i="1" kern="0" spc="-9">
                <a:solidFill>
                  <a:srgbClr val="0A2540"/>
                </a:solidFill>
                <a:latin typeface="Inter"/>
                <a:ea typeface="Inter"/>
                <a:cs typeface="Inter"/>
              </a:defRPr>
            </a:defPPr>
            <a:lvl1pPr algn="l">
              <a:defRPr sz="1744" b="0" i="1" kern="0" spc="-9">
                <a:solidFill>
                  <a:srgbClr val="0A2540"/>
                </a:solidFill>
                <a:latin typeface="Inter"/>
                <a:ea typeface="Inter"/>
                <a:cs typeface="Inter"/>
              </a:defRPr>
            </a:lvl1pPr>
            <a:lvl2pPr algn="l">
              <a:defRPr sz="1744" b="0" i="1" kern="0" spc="-9">
                <a:solidFill>
                  <a:srgbClr val="0A2540"/>
                </a:solidFill>
                <a:latin typeface="Inter"/>
                <a:ea typeface="Inter"/>
                <a:cs typeface="Inter"/>
              </a:defRPr>
            </a:lvl2pPr>
            <a:lvl3pPr algn="l">
              <a:defRPr sz="1744" b="0" i="1" kern="0" spc="-9">
                <a:solidFill>
                  <a:srgbClr val="0A2540"/>
                </a:solidFill>
                <a:latin typeface="Inter"/>
                <a:ea typeface="Inter"/>
                <a:cs typeface="Inter"/>
              </a:defRPr>
            </a:lvl3pPr>
            <a:lvl4pPr algn="l">
              <a:defRPr sz="1744" b="0" i="1" kern="0" spc="-9">
                <a:solidFill>
                  <a:srgbClr val="0A2540"/>
                </a:solidFill>
                <a:latin typeface="Inter"/>
                <a:ea typeface="Inter"/>
                <a:cs typeface="Inter"/>
              </a:defRPr>
            </a:lvl4pPr>
            <a:lvl5pPr algn="l">
              <a:defRPr sz="1744" b="0" i="1" kern="0" spc="-9">
                <a:solidFill>
                  <a:srgbClr val="0A2540"/>
                </a:solidFill>
                <a:latin typeface="Inter"/>
                <a:ea typeface="Inter"/>
                <a:cs typeface="Inter"/>
              </a:defRPr>
            </a:lvl5pPr>
            <a:lvl6pPr algn="l">
              <a:defRPr sz="1744" b="0" i="1" kern="0" spc="-9">
                <a:solidFill>
                  <a:srgbClr val="0A2540"/>
                </a:solidFill>
                <a:latin typeface="Inter"/>
                <a:ea typeface="Inter"/>
                <a:cs typeface="Inter"/>
              </a:defRPr>
            </a:lvl6pPr>
            <a:lvl7pPr algn="l">
              <a:defRPr sz="1744" b="0" i="1" kern="0" spc="-9">
                <a:solidFill>
                  <a:srgbClr val="0A2540"/>
                </a:solidFill>
                <a:latin typeface="Inter"/>
                <a:ea typeface="Inter"/>
                <a:cs typeface="Inter"/>
              </a:defRPr>
            </a:lvl7pPr>
            <a:lvl8pPr algn="l">
              <a:defRPr sz="1744" b="0" i="1" kern="0" spc="-9">
                <a:solidFill>
                  <a:srgbClr val="0A2540"/>
                </a:solidFill>
                <a:latin typeface="Inter"/>
                <a:ea typeface="Inter"/>
                <a:cs typeface="Inter"/>
              </a:defRPr>
            </a:lvl8pPr>
            <a:lvl9pPr algn="l">
              <a:defRPr sz="1744" b="0" i="1" kern="0" spc="-9">
                <a:solidFill>
                  <a:srgbClr val="0A2540"/>
                </a:solidFill>
                <a:latin typeface="Inter"/>
                <a:ea typeface="Inter"/>
                <a:cs typeface="Inter"/>
              </a:defRPr>
            </a:lvl9pPr>
          </a:lstStyle>
          <a:p>
            <a:pPr algn="l">
              <a:lnSpc>
                <a:spcPct val="100000"/>
              </a:lnSpc>
              <a:buNone/>
              <a:defRPr sz="1744" b="0" i="1" kern="0" spc="-9">
                <a:solidFill>
                  <a:srgbClr val="0A2540"/>
                </a:solidFill>
                <a:latin typeface="Inter"/>
                <a:ea typeface="Inter"/>
                <a:cs typeface="Inter"/>
              </a:defRPr>
            </a:pPr>
            <a:r>
              <a:rPr sz="1744" b="0" i="1" kern="0" spc="-9">
                <a:solidFill>
                  <a:srgbClr val="0A2540"/>
                </a:solidFill>
                <a:latin typeface="Inter"/>
                <a:ea typeface="Inter"/>
                <a:cs typeface="Inter"/>
              </a:rPr>
              <a:t>Unit 2</a:t>
            </a:r>
          </a:p>
        </p:txBody>
      </p:sp>
      <p:sp>
        <p:nvSpPr>
          <p:cNvPr id="57" name="s26 text 30">
            <a:extLst>
              <a:ext uri="{FF2B5EF4-FFF2-40B4-BE49-F238E27FC236}">
                <a16:creationId xmlns:a16="http://schemas.microsoft.com/office/drawing/2014/main" id="{272F118F-7961-4631-8E0D-1AD6AC6F15BA}"/>
              </a:ext>
            </a:extLst>
          </p:cNvPr>
          <p:cNvSpPr>
            <a:spLocks noGrp="1"/>
          </p:cNvSpPr>
          <p:nvPr/>
        </p:nvSpPr>
        <p:spPr>
          <a:xfrm>
            <a:off x="11528758" y="2821558"/>
            <a:ext cx="1416749"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 consumer</a:t>
            </a:r>
          </a:p>
        </p:txBody>
      </p:sp>
      <p:sp>
        <p:nvSpPr>
          <p:cNvPr id="58" name="s26 text 31">
            <a:extLst>
              <a:ext uri="{FF2B5EF4-FFF2-40B4-BE49-F238E27FC236}">
                <a16:creationId xmlns:a16="http://schemas.microsoft.com/office/drawing/2014/main" id="{0850F3C2-C9C6-4A3A-9649-E28EB226F937}"/>
              </a:ext>
            </a:extLst>
          </p:cNvPr>
          <p:cNvSpPr>
            <a:spLocks noGrp="1"/>
          </p:cNvSpPr>
          <p:nvPr/>
        </p:nvSpPr>
        <p:spPr>
          <a:xfrm>
            <a:off x="7172325" y="3121595"/>
            <a:ext cx="4405789"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surplus, producer surplus, social surplus.</a:t>
            </a:r>
          </a:p>
        </p:txBody>
      </p:sp>
      <p:sp>
        <p:nvSpPr>
          <p:cNvPr id="59" name="s26 text 32">
            <a:extLst>
              <a:ext uri="{FF2B5EF4-FFF2-40B4-BE49-F238E27FC236}">
                <a16:creationId xmlns:a16="http://schemas.microsoft.com/office/drawing/2014/main" id="{AD33C340-1681-4084-A89D-5DC74699FB46}"/>
              </a:ext>
            </a:extLst>
          </p:cNvPr>
          <p:cNvSpPr>
            <a:spLocks noGrp="1"/>
          </p:cNvSpPr>
          <p:nvPr/>
        </p:nvSpPr>
        <p:spPr>
          <a:xfrm>
            <a:off x="7172325" y="3485927"/>
            <a:ext cx="3250025" cy="308146"/>
          </a:xfrm>
          <a:prstGeom prst="rect">
            <a:avLst/>
          </a:prstGeom>
          <a:noFill/>
          <a:ln w="0">
            <a:noFill/>
            <a:prstDash val="solid"/>
          </a:ln>
        </p:spPr>
        <p:txBody>
          <a:bodyPr wrap="none" lIns="0" tIns="0" rIns="0" bIns="0" anchor="t">
            <a:noAutofit/>
          </a:bodyPr>
          <a:lstStyle>
            <a:defPPr algn="l">
              <a:defRPr sz="1744" b="0" i="1" kern="0" spc="-9">
                <a:solidFill>
                  <a:srgbClr val="0A2540"/>
                </a:solidFill>
                <a:latin typeface="Inter"/>
                <a:ea typeface="Inter"/>
                <a:cs typeface="Inter"/>
              </a:defRPr>
            </a:defPPr>
            <a:lvl1pPr algn="l">
              <a:defRPr sz="1744" b="0" i="1" kern="0" spc="-9">
                <a:solidFill>
                  <a:srgbClr val="0A2540"/>
                </a:solidFill>
                <a:latin typeface="Inter"/>
                <a:ea typeface="Inter"/>
                <a:cs typeface="Inter"/>
              </a:defRPr>
            </a:lvl1pPr>
            <a:lvl2pPr algn="l">
              <a:defRPr sz="1744" b="0" i="1" kern="0" spc="-9">
                <a:solidFill>
                  <a:srgbClr val="0A2540"/>
                </a:solidFill>
                <a:latin typeface="Inter"/>
                <a:ea typeface="Inter"/>
                <a:cs typeface="Inter"/>
              </a:defRPr>
            </a:lvl2pPr>
            <a:lvl3pPr algn="l">
              <a:defRPr sz="1744" b="0" i="1" kern="0" spc="-9">
                <a:solidFill>
                  <a:srgbClr val="0A2540"/>
                </a:solidFill>
                <a:latin typeface="Inter"/>
                <a:ea typeface="Inter"/>
                <a:cs typeface="Inter"/>
              </a:defRPr>
            </a:lvl3pPr>
            <a:lvl4pPr algn="l">
              <a:defRPr sz="1744" b="0" i="1" kern="0" spc="-9">
                <a:solidFill>
                  <a:srgbClr val="0A2540"/>
                </a:solidFill>
                <a:latin typeface="Inter"/>
                <a:ea typeface="Inter"/>
                <a:cs typeface="Inter"/>
              </a:defRPr>
            </a:lvl4pPr>
            <a:lvl5pPr algn="l">
              <a:defRPr sz="1744" b="0" i="1" kern="0" spc="-9">
                <a:solidFill>
                  <a:srgbClr val="0A2540"/>
                </a:solidFill>
                <a:latin typeface="Inter"/>
                <a:ea typeface="Inter"/>
                <a:cs typeface="Inter"/>
              </a:defRPr>
            </a:lvl5pPr>
            <a:lvl6pPr algn="l">
              <a:defRPr sz="1744" b="0" i="1" kern="0" spc="-9">
                <a:solidFill>
                  <a:srgbClr val="0A2540"/>
                </a:solidFill>
                <a:latin typeface="Inter"/>
                <a:ea typeface="Inter"/>
                <a:cs typeface="Inter"/>
              </a:defRPr>
            </a:lvl6pPr>
            <a:lvl7pPr algn="l">
              <a:defRPr sz="1744" b="0" i="1" kern="0" spc="-9">
                <a:solidFill>
                  <a:srgbClr val="0A2540"/>
                </a:solidFill>
                <a:latin typeface="Inter"/>
                <a:ea typeface="Inter"/>
                <a:cs typeface="Inter"/>
              </a:defRPr>
            </a:lvl7pPr>
            <a:lvl8pPr algn="l">
              <a:defRPr sz="1744" b="0" i="1" kern="0" spc="-9">
                <a:solidFill>
                  <a:srgbClr val="0A2540"/>
                </a:solidFill>
                <a:latin typeface="Inter"/>
                <a:ea typeface="Inter"/>
                <a:cs typeface="Inter"/>
              </a:defRPr>
            </a:lvl8pPr>
            <a:lvl9pPr algn="l">
              <a:defRPr sz="1744" b="0" i="1" kern="0" spc="-9">
                <a:solidFill>
                  <a:srgbClr val="0A2540"/>
                </a:solidFill>
                <a:latin typeface="Inter"/>
                <a:ea typeface="Inter"/>
                <a:cs typeface="Inter"/>
              </a:defRPr>
            </a:lvl9pPr>
          </a:lstStyle>
          <a:p>
            <a:pPr algn="l">
              <a:lnSpc>
                <a:spcPct val="100000"/>
              </a:lnSpc>
              <a:buNone/>
              <a:defRPr sz="1744" b="0" i="1" kern="0" spc="-9">
                <a:solidFill>
                  <a:srgbClr val="0A2540"/>
                </a:solidFill>
                <a:latin typeface="Inter"/>
                <a:ea typeface="Inter"/>
                <a:cs typeface="Inter"/>
              </a:defRPr>
            </a:pPr>
            <a:r>
              <a:rPr sz="1744" b="0" i="1" kern="0" spc="-9">
                <a:solidFill>
                  <a:srgbClr val="0A2540"/>
                </a:solidFill>
                <a:latin typeface="Inter"/>
                <a:ea typeface="Inter"/>
                <a:cs typeface="Inter"/>
              </a:rPr>
              <a:t>AF3625 Topic 1 Lecture Slides</a:t>
            </a:r>
          </a:p>
        </p:txBody>
      </p:sp>
      <p:sp>
        <p:nvSpPr>
          <p:cNvPr id="60" name="s26 text 33">
            <a:extLst>
              <a:ext uri="{FF2B5EF4-FFF2-40B4-BE49-F238E27FC236}">
                <a16:creationId xmlns:a16="http://schemas.microsoft.com/office/drawing/2014/main" id="{5DDF29C1-1A33-4703-BF0C-E3AA5397E6BE}"/>
              </a:ext>
            </a:extLst>
          </p:cNvPr>
          <p:cNvSpPr>
            <a:spLocks noGrp="1"/>
          </p:cNvSpPr>
          <p:nvPr/>
        </p:nvSpPr>
        <p:spPr>
          <a:xfrm>
            <a:off x="10361871" y="3485927"/>
            <a:ext cx="2499170"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 demand, supply and</a:t>
            </a:r>
          </a:p>
        </p:txBody>
      </p:sp>
      <p:sp>
        <p:nvSpPr>
          <p:cNvPr id="61" name="s26 text 34">
            <a:extLst>
              <a:ext uri="{FF2B5EF4-FFF2-40B4-BE49-F238E27FC236}">
                <a16:creationId xmlns:a16="http://schemas.microsoft.com/office/drawing/2014/main" id="{F5B519A6-9133-47AF-932A-E26426FCF95A}"/>
              </a:ext>
            </a:extLst>
          </p:cNvPr>
          <p:cNvSpPr>
            <a:spLocks noGrp="1"/>
          </p:cNvSpPr>
          <p:nvPr/>
        </p:nvSpPr>
        <p:spPr>
          <a:xfrm>
            <a:off x="7172325" y="3785964"/>
            <a:ext cx="1308640"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equilibrium.</a:t>
            </a:r>
          </a:p>
        </p:txBody>
      </p:sp>
      <p:sp>
        <p:nvSpPr>
          <p:cNvPr id="62" name="s26 text 35">
            <a:extLst>
              <a:ext uri="{FF2B5EF4-FFF2-40B4-BE49-F238E27FC236}">
                <a16:creationId xmlns:a16="http://schemas.microsoft.com/office/drawing/2014/main" id="{CF374619-67DB-45D4-86B7-CD53FA30BD94}"/>
              </a:ext>
            </a:extLst>
          </p:cNvPr>
          <p:cNvSpPr>
            <a:spLocks noGrp="1"/>
          </p:cNvSpPr>
          <p:nvPr/>
        </p:nvSpPr>
        <p:spPr>
          <a:xfrm>
            <a:off x="7172325" y="4143152"/>
            <a:ext cx="2307050" cy="308146"/>
          </a:xfrm>
          <a:prstGeom prst="rect">
            <a:avLst/>
          </a:prstGeom>
          <a:noFill/>
          <a:ln w="0">
            <a:noFill/>
            <a:prstDash val="solid"/>
          </a:ln>
        </p:spPr>
        <p:txBody>
          <a:bodyPr wrap="none" lIns="0" tIns="0" rIns="0" bIns="0" anchor="t">
            <a:noAutofit/>
          </a:bodyPr>
          <a:lstStyle>
            <a:defPPr algn="l">
              <a:defRPr sz="1744" b="0" i="1" kern="0" spc="-9">
                <a:solidFill>
                  <a:srgbClr val="0A2540"/>
                </a:solidFill>
                <a:latin typeface="Inter"/>
                <a:ea typeface="Inter"/>
                <a:cs typeface="Inter"/>
              </a:defRPr>
            </a:defPPr>
            <a:lvl1pPr algn="l">
              <a:defRPr sz="1744" b="0" i="1" kern="0" spc="-9">
                <a:solidFill>
                  <a:srgbClr val="0A2540"/>
                </a:solidFill>
                <a:latin typeface="Inter"/>
                <a:ea typeface="Inter"/>
                <a:cs typeface="Inter"/>
              </a:defRPr>
            </a:lvl1pPr>
            <a:lvl2pPr algn="l">
              <a:defRPr sz="1744" b="0" i="1" kern="0" spc="-9">
                <a:solidFill>
                  <a:srgbClr val="0A2540"/>
                </a:solidFill>
                <a:latin typeface="Inter"/>
                <a:ea typeface="Inter"/>
                <a:cs typeface="Inter"/>
              </a:defRPr>
            </a:lvl2pPr>
            <a:lvl3pPr algn="l">
              <a:defRPr sz="1744" b="0" i="1" kern="0" spc="-9">
                <a:solidFill>
                  <a:srgbClr val="0A2540"/>
                </a:solidFill>
                <a:latin typeface="Inter"/>
                <a:ea typeface="Inter"/>
                <a:cs typeface="Inter"/>
              </a:defRPr>
            </a:lvl3pPr>
            <a:lvl4pPr algn="l">
              <a:defRPr sz="1744" b="0" i="1" kern="0" spc="-9">
                <a:solidFill>
                  <a:srgbClr val="0A2540"/>
                </a:solidFill>
                <a:latin typeface="Inter"/>
                <a:ea typeface="Inter"/>
                <a:cs typeface="Inter"/>
              </a:defRPr>
            </a:lvl4pPr>
            <a:lvl5pPr algn="l">
              <a:defRPr sz="1744" b="0" i="1" kern="0" spc="-9">
                <a:solidFill>
                  <a:srgbClr val="0A2540"/>
                </a:solidFill>
                <a:latin typeface="Inter"/>
                <a:ea typeface="Inter"/>
                <a:cs typeface="Inter"/>
              </a:defRPr>
            </a:lvl5pPr>
            <a:lvl6pPr algn="l">
              <a:defRPr sz="1744" b="0" i="1" kern="0" spc="-9">
                <a:solidFill>
                  <a:srgbClr val="0A2540"/>
                </a:solidFill>
                <a:latin typeface="Inter"/>
                <a:ea typeface="Inter"/>
                <a:cs typeface="Inter"/>
              </a:defRPr>
            </a:lvl6pPr>
            <a:lvl7pPr algn="l">
              <a:defRPr sz="1744" b="0" i="1" kern="0" spc="-9">
                <a:solidFill>
                  <a:srgbClr val="0A2540"/>
                </a:solidFill>
                <a:latin typeface="Inter"/>
                <a:ea typeface="Inter"/>
                <a:cs typeface="Inter"/>
              </a:defRPr>
            </a:lvl7pPr>
            <a:lvl8pPr algn="l">
              <a:defRPr sz="1744" b="0" i="1" kern="0" spc="-9">
                <a:solidFill>
                  <a:srgbClr val="0A2540"/>
                </a:solidFill>
                <a:latin typeface="Inter"/>
                <a:ea typeface="Inter"/>
                <a:cs typeface="Inter"/>
              </a:defRPr>
            </a:lvl8pPr>
            <a:lvl9pPr algn="l">
              <a:defRPr sz="1744" b="0" i="1" kern="0" spc="-9">
                <a:solidFill>
                  <a:srgbClr val="0A2540"/>
                </a:solidFill>
                <a:latin typeface="Inter"/>
                <a:ea typeface="Inter"/>
                <a:cs typeface="Inter"/>
              </a:defRPr>
            </a:lvl9pPr>
          </a:lstStyle>
          <a:p>
            <a:pPr algn="l">
              <a:lnSpc>
                <a:spcPct val="100000"/>
              </a:lnSpc>
              <a:buNone/>
              <a:defRPr sz="1744" b="0" i="1" kern="0" spc="-9">
                <a:solidFill>
                  <a:srgbClr val="0A2540"/>
                </a:solidFill>
                <a:latin typeface="Inter"/>
                <a:ea typeface="Inter"/>
                <a:cs typeface="Inter"/>
              </a:defRPr>
            </a:pPr>
            <a:r>
              <a:rPr sz="1744" b="0" i="1" kern="0" spc="-9">
                <a:solidFill>
                  <a:srgbClr val="0A2540"/>
                </a:solidFill>
                <a:latin typeface="Inter"/>
                <a:ea typeface="Inter"/>
                <a:cs typeface="Inter"/>
              </a:rPr>
              <a:t>Unit 5 (with answers)</a:t>
            </a:r>
          </a:p>
        </p:txBody>
      </p:sp>
      <p:sp>
        <p:nvSpPr>
          <p:cNvPr id="63" name="s26 text 36">
            <a:extLst>
              <a:ext uri="{FF2B5EF4-FFF2-40B4-BE49-F238E27FC236}">
                <a16:creationId xmlns:a16="http://schemas.microsoft.com/office/drawing/2014/main" id="{D6F99F69-AF32-4765-A4AA-816DD7A36343}"/>
              </a:ext>
            </a:extLst>
          </p:cNvPr>
          <p:cNvSpPr>
            <a:spLocks noGrp="1"/>
          </p:cNvSpPr>
          <p:nvPr/>
        </p:nvSpPr>
        <p:spPr>
          <a:xfrm>
            <a:off x="9427937" y="4143152"/>
            <a:ext cx="3671792"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 worked tariff and quota figures,</a:t>
            </a:r>
          </a:p>
        </p:txBody>
      </p:sp>
      <p:sp>
        <p:nvSpPr>
          <p:cNvPr id="64" name="s26 text 37">
            <a:extLst>
              <a:ext uri="{FF2B5EF4-FFF2-40B4-BE49-F238E27FC236}">
                <a16:creationId xmlns:a16="http://schemas.microsoft.com/office/drawing/2014/main" id="{107D7049-CCBD-435D-818D-AAE87A32A6D9}"/>
              </a:ext>
            </a:extLst>
          </p:cNvPr>
          <p:cNvSpPr>
            <a:spLocks noGrp="1"/>
          </p:cNvSpPr>
          <p:nvPr/>
        </p:nvSpPr>
        <p:spPr>
          <a:xfrm>
            <a:off x="7172325" y="4443189"/>
            <a:ext cx="1274826"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Figure 5.6 (</a:t>
            </a:r>
          </a:p>
        </p:txBody>
      </p:sp>
      <p:sp>
        <p:nvSpPr>
          <p:cNvPr id="65" name="s26 text 38">
            <a:extLst>
              <a:ext uri="{FF2B5EF4-FFF2-40B4-BE49-F238E27FC236}">
                <a16:creationId xmlns:a16="http://schemas.microsoft.com/office/drawing/2014/main" id="{458FE734-C1D7-485C-AED0-C52640DFAA30}"/>
              </a:ext>
            </a:extLst>
          </p:cNvPr>
          <p:cNvSpPr>
            <a:spLocks noGrp="1"/>
          </p:cNvSpPr>
          <p:nvPr/>
        </p:nvSpPr>
        <p:spPr>
          <a:xfrm>
            <a:off x="8344904" y="4445393"/>
            <a:ext cx="333108" cy="316000"/>
          </a:xfrm>
          <a:prstGeom prst="rect">
            <a:avLst/>
          </a:prstGeom>
          <a:noFill/>
          <a:ln w="0">
            <a:noFill/>
            <a:prstDash val="solid"/>
          </a:ln>
        </p:spPr>
        <p:txBody>
          <a:bodyPr wrap="none" lIns="0" tIns="0" rIns="0" bIns="0" anchor="t">
            <a:noAutofit/>
          </a:bodyPr>
          <a:lstStyle>
            <a:defPPr algn="l">
              <a:defRPr sz="1639" b="0" i="0" kern="0" spc="-10">
                <a:solidFill>
                  <a:srgbClr val="0A2540"/>
                </a:solidFill>
                <a:latin typeface="JetBrains Mono"/>
                <a:ea typeface="JetBrains Mono"/>
                <a:cs typeface="JetBrains Mono"/>
              </a:defRPr>
            </a:defPPr>
            <a:lvl1pPr algn="l">
              <a:defRPr sz="1639" b="0" i="0" kern="0" spc="-10">
                <a:solidFill>
                  <a:srgbClr val="0A2540"/>
                </a:solidFill>
                <a:latin typeface="JetBrains Mono"/>
                <a:ea typeface="JetBrains Mono"/>
                <a:cs typeface="JetBrains Mono"/>
              </a:defRPr>
            </a:lvl1pPr>
            <a:lvl2pPr algn="l">
              <a:defRPr sz="1639" b="0" i="0" kern="0" spc="-10">
                <a:solidFill>
                  <a:srgbClr val="0A2540"/>
                </a:solidFill>
                <a:latin typeface="JetBrains Mono"/>
                <a:ea typeface="JetBrains Mono"/>
                <a:cs typeface="JetBrains Mono"/>
              </a:defRPr>
            </a:lvl2pPr>
            <a:lvl3pPr algn="l">
              <a:defRPr sz="1639" b="0" i="0" kern="0" spc="-10">
                <a:solidFill>
                  <a:srgbClr val="0A2540"/>
                </a:solidFill>
                <a:latin typeface="JetBrains Mono"/>
                <a:ea typeface="JetBrains Mono"/>
                <a:cs typeface="JetBrains Mono"/>
              </a:defRPr>
            </a:lvl3pPr>
            <a:lvl4pPr algn="l">
              <a:defRPr sz="1639" b="0" i="0" kern="0" spc="-10">
                <a:solidFill>
                  <a:srgbClr val="0A2540"/>
                </a:solidFill>
                <a:latin typeface="JetBrains Mono"/>
                <a:ea typeface="JetBrains Mono"/>
                <a:cs typeface="JetBrains Mono"/>
              </a:defRPr>
            </a:lvl4pPr>
            <a:lvl5pPr algn="l">
              <a:defRPr sz="1639" b="0" i="0" kern="0" spc="-10">
                <a:solidFill>
                  <a:srgbClr val="0A2540"/>
                </a:solidFill>
                <a:latin typeface="JetBrains Mono"/>
                <a:ea typeface="JetBrains Mono"/>
                <a:cs typeface="JetBrains Mono"/>
              </a:defRPr>
            </a:lvl5pPr>
            <a:lvl6pPr algn="l">
              <a:defRPr sz="1639" b="0" i="0" kern="0" spc="-10">
                <a:solidFill>
                  <a:srgbClr val="0A2540"/>
                </a:solidFill>
                <a:latin typeface="JetBrains Mono"/>
                <a:ea typeface="JetBrains Mono"/>
                <a:cs typeface="JetBrains Mono"/>
              </a:defRPr>
            </a:lvl6pPr>
            <a:lvl7pPr algn="l">
              <a:defRPr sz="1639" b="0" i="0" kern="0" spc="-10">
                <a:solidFill>
                  <a:srgbClr val="0A2540"/>
                </a:solidFill>
                <a:latin typeface="JetBrains Mono"/>
                <a:ea typeface="JetBrains Mono"/>
                <a:cs typeface="JetBrains Mono"/>
              </a:defRPr>
            </a:lvl7pPr>
            <a:lvl8pPr algn="l">
              <a:defRPr sz="1639" b="0" i="0" kern="0" spc="-10">
                <a:solidFill>
                  <a:srgbClr val="0A2540"/>
                </a:solidFill>
                <a:latin typeface="JetBrains Mono"/>
                <a:ea typeface="JetBrains Mono"/>
                <a:cs typeface="JetBrains Mono"/>
              </a:defRPr>
            </a:lvl8pPr>
            <a:lvl9pPr algn="l">
              <a:defRPr sz="1639" b="0" i="0" kern="0" spc="-10">
                <a:solidFill>
                  <a:srgbClr val="0A2540"/>
                </a:solidFill>
                <a:latin typeface="JetBrains Mono"/>
                <a:ea typeface="JetBrains Mono"/>
                <a:cs typeface="JetBrains Mono"/>
              </a:defRPr>
            </a:lvl9pPr>
          </a:lstStyle>
          <a:p>
            <a:pPr algn="l">
              <a:lnSpc>
                <a:spcPct val="100000"/>
              </a:lnSpc>
              <a:buNone/>
              <a:defRPr sz="1639" b="0" i="0" kern="0" spc="-10">
                <a:solidFill>
                  <a:srgbClr val="0A2540"/>
                </a:solidFill>
                <a:latin typeface="JetBrains Mono"/>
                <a:ea typeface="JetBrains Mono"/>
                <a:cs typeface="JetBrains Mono"/>
              </a:defRPr>
            </a:pPr>
            <a:r>
              <a:rPr sz="1639" b="0" i="0" kern="0" spc="-10">
                <a:solidFill>
                  <a:srgbClr val="0A2540"/>
                </a:solidFill>
                <a:latin typeface="JetBrains Mono"/>
                <a:ea typeface="JetBrains Mono"/>
                <a:cs typeface="JetBrains Mono"/>
              </a:rPr>
              <a:t>S′</a:t>
            </a:r>
          </a:p>
        </p:txBody>
      </p:sp>
      <p:sp>
        <p:nvSpPr>
          <p:cNvPr id="66" name="s26 text 39">
            <a:extLst>
              <a:ext uri="{FF2B5EF4-FFF2-40B4-BE49-F238E27FC236}">
                <a16:creationId xmlns:a16="http://schemas.microsoft.com/office/drawing/2014/main" id="{996AC96B-4C06-4CB3-999A-1A1A2B2AC42A}"/>
              </a:ext>
            </a:extLst>
          </p:cNvPr>
          <p:cNvSpPr>
            <a:spLocks noGrp="1"/>
          </p:cNvSpPr>
          <p:nvPr/>
        </p:nvSpPr>
        <p:spPr>
          <a:xfrm>
            <a:off x="8592368" y="4443189"/>
            <a:ext cx="233172" cy="308146"/>
          </a:xfrm>
          <a:prstGeom prst="rect">
            <a:avLst/>
          </a:prstGeom>
          <a:noFill/>
          <a:ln w="0">
            <a:noFill/>
            <a:prstDash val="solid"/>
          </a:ln>
        </p:spPr>
        <p:txBody>
          <a:bodyPr wrap="none" lIns="0" tIns="0" rIns="0" bIns="0" anchor="t">
            <a:noAutofit/>
          </a:bodyPr>
          <a:lstStyle>
            <a:defPPr algn="l">
              <a:defRPr sz="1744" b="0" i="0" kern="0" spc="-9">
                <a:solidFill>
                  <a:srgbClr val="0A2540"/>
                </a:solidFill>
                <a:latin typeface="Inter"/>
                <a:ea typeface="Inter"/>
                <a:cs typeface="Inter"/>
              </a:defRPr>
            </a:defPPr>
            <a:lvl1pPr algn="l">
              <a:defRPr sz="1744" b="0" i="0" kern="0" spc="-9">
                <a:solidFill>
                  <a:srgbClr val="0A2540"/>
                </a:solidFill>
                <a:latin typeface="Inter"/>
                <a:ea typeface="Inter"/>
                <a:cs typeface="Inter"/>
              </a:defRPr>
            </a:lvl1pPr>
            <a:lvl2pPr algn="l">
              <a:defRPr sz="1744" b="0" i="0" kern="0" spc="-9">
                <a:solidFill>
                  <a:srgbClr val="0A2540"/>
                </a:solidFill>
                <a:latin typeface="Inter"/>
                <a:ea typeface="Inter"/>
                <a:cs typeface="Inter"/>
              </a:defRPr>
            </a:lvl2pPr>
            <a:lvl3pPr algn="l">
              <a:defRPr sz="1744" b="0" i="0" kern="0" spc="-9">
                <a:solidFill>
                  <a:srgbClr val="0A2540"/>
                </a:solidFill>
                <a:latin typeface="Inter"/>
                <a:ea typeface="Inter"/>
                <a:cs typeface="Inter"/>
              </a:defRPr>
            </a:lvl3pPr>
            <a:lvl4pPr algn="l">
              <a:defRPr sz="1744" b="0" i="0" kern="0" spc="-9">
                <a:solidFill>
                  <a:srgbClr val="0A2540"/>
                </a:solidFill>
                <a:latin typeface="Inter"/>
                <a:ea typeface="Inter"/>
                <a:cs typeface="Inter"/>
              </a:defRPr>
            </a:lvl4pPr>
            <a:lvl5pPr algn="l">
              <a:defRPr sz="1744" b="0" i="0" kern="0" spc="-9">
                <a:solidFill>
                  <a:srgbClr val="0A2540"/>
                </a:solidFill>
                <a:latin typeface="Inter"/>
                <a:ea typeface="Inter"/>
                <a:cs typeface="Inter"/>
              </a:defRPr>
            </a:lvl5pPr>
            <a:lvl6pPr algn="l">
              <a:defRPr sz="1744" b="0" i="0" kern="0" spc="-9">
                <a:solidFill>
                  <a:srgbClr val="0A2540"/>
                </a:solidFill>
                <a:latin typeface="Inter"/>
                <a:ea typeface="Inter"/>
                <a:cs typeface="Inter"/>
              </a:defRPr>
            </a:lvl6pPr>
            <a:lvl7pPr algn="l">
              <a:defRPr sz="1744" b="0" i="0" kern="0" spc="-9">
                <a:solidFill>
                  <a:srgbClr val="0A2540"/>
                </a:solidFill>
                <a:latin typeface="Inter"/>
                <a:ea typeface="Inter"/>
                <a:cs typeface="Inter"/>
              </a:defRPr>
            </a:lvl7pPr>
            <a:lvl8pPr algn="l">
              <a:defRPr sz="1744" b="0" i="0" kern="0" spc="-9">
                <a:solidFill>
                  <a:srgbClr val="0A2540"/>
                </a:solidFill>
                <a:latin typeface="Inter"/>
                <a:ea typeface="Inter"/>
                <a:cs typeface="Inter"/>
              </a:defRPr>
            </a:lvl8pPr>
            <a:lvl9pPr algn="l">
              <a:defRPr sz="1744" b="0" i="0" kern="0" spc="-9">
                <a:solidFill>
                  <a:srgbClr val="0A2540"/>
                </a:solidFill>
                <a:latin typeface="Inter"/>
                <a:ea typeface="Inter"/>
                <a:cs typeface="Inter"/>
              </a:defRPr>
            </a:lvl9pPr>
          </a:lstStyle>
          <a:p>
            <a:pPr algn="l">
              <a:lnSpc>
                <a:spcPct val="100000"/>
              </a:lnSpc>
              <a:buNone/>
              <a:defRPr sz="1744" b="0" i="0" kern="0" spc="-9">
                <a:solidFill>
                  <a:srgbClr val="0A2540"/>
                </a:solidFill>
                <a:latin typeface="Inter"/>
                <a:ea typeface="Inter"/>
                <a:cs typeface="Inter"/>
              </a:defRPr>
            </a:pPr>
            <a:r>
              <a:rPr sz="1744" b="0" i="0" kern="0" spc="-9">
                <a:solidFill>
                  <a:srgbClr val="0A2540"/>
                </a:solidFill>
                <a:latin typeface="Inter"/>
                <a:ea typeface="Inter"/>
                <a:cs typeface="Inter"/>
              </a:rPr>
              <a:t>).</a:t>
            </a:r>
          </a:p>
        </p:txBody>
      </p:sp>
      <p:sp>
        <p:nvSpPr>
          <p:cNvPr id="67" name="s26 text 40">
            <a:extLst>
              <a:ext uri="{FF2B5EF4-FFF2-40B4-BE49-F238E27FC236}">
                <a16:creationId xmlns:a16="http://schemas.microsoft.com/office/drawing/2014/main" id="{A4ED6174-2C6A-45BE-8A9A-939820555907}"/>
              </a:ext>
            </a:extLst>
          </p:cNvPr>
          <p:cNvSpPr>
            <a:spLocks noGrp="1"/>
          </p:cNvSpPr>
          <p:nvPr/>
        </p:nvSpPr>
        <p:spPr>
          <a:xfrm>
            <a:off x="7258050" y="5055542"/>
            <a:ext cx="1929956" cy="218685"/>
          </a:xfrm>
          <a:prstGeom prst="rect">
            <a:avLst/>
          </a:prstGeom>
          <a:noFill/>
          <a:ln w="0">
            <a:noFill/>
            <a:prstDash val="solid"/>
          </a:ln>
        </p:spPr>
        <p:txBody>
          <a:bodyPr wrap="none" lIns="0" tIns="0" rIns="0" bIns="0" anchor="t">
            <a:noAutofit/>
          </a:bodyPr>
          <a:lstStyle>
            <a:defPPr algn="l">
              <a:defRPr sz="1237" b="0" i="0" kern="0" spc="-9">
                <a:solidFill>
                  <a:srgbClr val="0A2540"/>
                </a:solidFill>
                <a:latin typeface="Inter SemiBold"/>
                <a:ea typeface="Inter SemiBold"/>
                <a:cs typeface="Inter SemiBold"/>
              </a:defRPr>
            </a:defPPr>
            <a:lvl1pPr algn="l">
              <a:defRPr sz="1237" b="0" i="0" kern="0" spc="-9">
                <a:solidFill>
                  <a:srgbClr val="0A2540"/>
                </a:solidFill>
                <a:latin typeface="Inter SemiBold"/>
                <a:ea typeface="Inter SemiBold"/>
                <a:cs typeface="Inter SemiBold"/>
              </a:defRPr>
            </a:lvl1pPr>
            <a:lvl2pPr algn="l">
              <a:defRPr sz="1237" b="0" i="0" kern="0" spc="-9">
                <a:solidFill>
                  <a:srgbClr val="0A2540"/>
                </a:solidFill>
                <a:latin typeface="Inter SemiBold"/>
                <a:ea typeface="Inter SemiBold"/>
                <a:cs typeface="Inter SemiBold"/>
              </a:defRPr>
            </a:lvl2pPr>
            <a:lvl3pPr algn="l">
              <a:defRPr sz="1237" b="0" i="0" kern="0" spc="-9">
                <a:solidFill>
                  <a:srgbClr val="0A2540"/>
                </a:solidFill>
                <a:latin typeface="Inter SemiBold"/>
                <a:ea typeface="Inter SemiBold"/>
                <a:cs typeface="Inter SemiBold"/>
              </a:defRPr>
            </a:lvl3pPr>
            <a:lvl4pPr algn="l">
              <a:defRPr sz="1237" b="0" i="0" kern="0" spc="-9">
                <a:solidFill>
                  <a:srgbClr val="0A2540"/>
                </a:solidFill>
                <a:latin typeface="Inter SemiBold"/>
                <a:ea typeface="Inter SemiBold"/>
                <a:cs typeface="Inter SemiBold"/>
              </a:defRPr>
            </a:lvl4pPr>
            <a:lvl5pPr algn="l">
              <a:defRPr sz="1237" b="0" i="0" kern="0" spc="-9">
                <a:solidFill>
                  <a:srgbClr val="0A2540"/>
                </a:solidFill>
                <a:latin typeface="Inter SemiBold"/>
                <a:ea typeface="Inter SemiBold"/>
                <a:cs typeface="Inter SemiBold"/>
              </a:defRPr>
            </a:lvl5pPr>
            <a:lvl6pPr algn="l">
              <a:defRPr sz="1237" b="0" i="0" kern="0" spc="-9">
                <a:solidFill>
                  <a:srgbClr val="0A2540"/>
                </a:solidFill>
                <a:latin typeface="Inter SemiBold"/>
                <a:ea typeface="Inter SemiBold"/>
                <a:cs typeface="Inter SemiBold"/>
              </a:defRPr>
            </a:lvl6pPr>
            <a:lvl7pPr algn="l">
              <a:defRPr sz="1237" b="0" i="0" kern="0" spc="-9">
                <a:solidFill>
                  <a:srgbClr val="0A2540"/>
                </a:solidFill>
                <a:latin typeface="Inter SemiBold"/>
                <a:ea typeface="Inter SemiBold"/>
                <a:cs typeface="Inter SemiBold"/>
              </a:defRPr>
            </a:lvl7pPr>
            <a:lvl8pPr algn="l">
              <a:defRPr sz="1237" b="0" i="0" kern="0" spc="-9">
                <a:solidFill>
                  <a:srgbClr val="0A2540"/>
                </a:solidFill>
                <a:latin typeface="Inter SemiBold"/>
                <a:ea typeface="Inter SemiBold"/>
                <a:cs typeface="Inter SemiBold"/>
              </a:defRPr>
            </a:lvl8pPr>
            <a:lvl9pPr algn="l">
              <a:defRPr sz="1237" b="0" i="0" kern="0" spc="-9">
                <a:solidFill>
                  <a:srgbClr val="0A2540"/>
                </a:solidFill>
                <a:latin typeface="Inter SemiBold"/>
                <a:ea typeface="Inter SemiBold"/>
                <a:cs typeface="Inter SemiBold"/>
              </a:defRPr>
            </a:lvl9pPr>
          </a:lstStyle>
          <a:p>
            <a:pPr algn="l">
              <a:lnSpc>
                <a:spcPct val="100000"/>
              </a:lnSpc>
              <a:buNone/>
              <a:defRPr sz="1237" b="0" i="0" kern="0" spc="-9">
                <a:solidFill>
                  <a:srgbClr val="0A2540"/>
                </a:solidFill>
                <a:latin typeface="Inter SemiBold"/>
                <a:ea typeface="Inter SemiBold"/>
                <a:cs typeface="Inter SemiBold"/>
              </a:defRPr>
            </a:pPr>
            <a:r>
              <a:rPr sz="1237" b="0" i="0" kern="0" spc="-9">
                <a:solidFill>
                  <a:srgbClr val="0A2540"/>
                </a:solidFill>
                <a:latin typeface="Inter SemiBold"/>
                <a:ea typeface="Inter SemiBold"/>
                <a:cs typeface="Inter SemiBold"/>
              </a:rPr>
              <a:t>Thank you — questions?</a:t>
            </a:r>
          </a:p>
        </p:txBody>
      </p:sp>
      <p:sp>
        <p:nvSpPr>
          <p:cNvPr id="68" name="s26 text 41">
            <a:extLst>
              <a:ext uri="{FF2B5EF4-FFF2-40B4-BE49-F238E27FC236}">
                <a16:creationId xmlns:a16="http://schemas.microsoft.com/office/drawing/2014/main" id="{32B35102-4E4C-495D-9CCD-F035AAD603FF}"/>
              </a:ext>
            </a:extLst>
          </p:cNvPr>
          <p:cNvSpPr>
            <a:spLocks noGrp="1"/>
          </p:cNvSpPr>
          <p:nvPr/>
        </p:nvSpPr>
        <p:spPr>
          <a:xfrm>
            <a:off x="7258050" y="5463852"/>
            <a:ext cx="5852731"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Likely questions: why the quota rent is not government revenue</a:t>
            </a:r>
          </a:p>
        </p:txBody>
      </p:sp>
      <p:sp>
        <p:nvSpPr>
          <p:cNvPr id="69" name="s26 text 42">
            <a:extLst>
              <a:ext uri="{FF2B5EF4-FFF2-40B4-BE49-F238E27FC236}">
                <a16:creationId xmlns:a16="http://schemas.microsoft.com/office/drawing/2014/main" id="{71EF4CED-F69D-4DAD-A605-1B2ED57EE8D3}"/>
              </a:ext>
            </a:extLst>
          </p:cNvPr>
          <p:cNvSpPr>
            <a:spLocks noGrp="1"/>
          </p:cNvSpPr>
          <p:nvPr/>
        </p:nvSpPr>
        <p:spPr>
          <a:xfrm>
            <a:off x="7258050" y="5735315"/>
            <a:ext cx="5319903" cy="268386"/>
          </a:xfrm>
          <a:prstGeom prst="rect">
            <a:avLst/>
          </a:prstGeom>
          <a:noFill/>
          <a:ln w="0">
            <a:noFill/>
            <a:prstDash val="solid"/>
          </a:ln>
        </p:spPr>
        <p:txBody>
          <a:bodyPr wrap="none" lIns="0" tIns="0" rIns="0" bIns="0" anchor="t">
            <a:noAutofit/>
          </a:bodyPr>
          <a:lstStyle>
            <a:defPPr algn="l">
              <a:defRPr sz="1519" b="0" i="0" kern="0" spc="-9">
                <a:solidFill>
                  <a:srgbClr val="3D4D68"/>
                </a:solidFill>
                <a:latin typeface="Inter"/>
                <a:ea typeface="Inter"/>
                <a:cs typeface="Inter"/>
              </a:defRPr>
            </a:defPPr>
            <a:lvl1pPr algn="l">
              <a:defRPr sz="1519" b="0" i="0" kern="0" spc="-9">
                <a:solidFill>
                  <a:srgbClr val="3D4D68"/>
                </a:solidFill>
                <a:latin typeface="Inter"/>
                <a:ea typeface="Inter"/>
                <a:cs typeface="Inter"/>
              </a:defRPr>
            </a:lvl1pPr>
            <a:lvl2pPr algn="l">
              <a:defRPr sz="1519" b="0" i="0" kern="0" spc="-9">
                <a:solidFill>
                  <a:srgbClr val="3D4D68"/>
                </a:solidFill>
                <a:latin typeface="Inter"/>
                <a:ea typeface="Inter"/>
                <a:cs typeface="Inter"/>
              </a:defRPr>
            </a:lvl2pPr>
            <a:lvl3pPr algn="l">
              <a:defRPr sz="1519" b="0" i="0" kern="0" spc="-9">
                <a:solidFill>
                  <a:srgbClr val="3D4D68"/>
                </a:solidFill>
                <a:latin typeface="Inter"/>
                <a:ea typeface="Inter"/>
                <a:cs typeface="Inter"/>
              </a:defRPr>
            </a:lvl3pPr>
            <a:lvl4pPr algn="l">
              <a:defRPr sz="1519" b="0" i="0" kern="0" spc="-9">
                <a:solidFill>
                  <a:srgbClr val="3D4D68"/>
                </a:solidFill>
                <a:latin typeface="Inter"/>
                <a:ea typeface="Inter"/>
                <a:cs typeface="Inter"/>
              </a:defRPr>
            </a:lvl4pPr>
            <a:lvl5pPr algn="l">
              <a:defRPr sz="1519" b="0" i="0" kern="0" spc="-9">
                <a:solidFill>
                  <a:srgbClr val="3D4D68"/>
                </a:solidFill>
                <a:latin typeface="Inter"/>
                <a:ea typeface="Inter"/>
                <a:cs typeface="Inter"/>
              </a:defRPr>
            </a:lvl5pPr>
            <a:lvl6pPr algn="l">
              <a:defRPr sz="1519" b="0" i="0" kern="0" spc="-9">
                <a:solidFill>
                  <a:srgbClr val="3D4D68"/>
                </a:solidFill>
                <a:latin typeface="Inter"/>
                <a:ea typeface="Inter"/>
                <a:cs typeface="Inter"/>
              </a:defRPr>
            </a:lvl6pPr>
            <a:lvl7pPr algn="l">
              <a:defRPr sz="1519" b="0" i="0" kern="0" spc="-9">
                <a:solidFill>
                  <a:srgbClr val="3D4D68"/>
                </a:solidFill>
                <a:latin typeface="Inter"/>
                <a:ea typeface="Inter"/>
                <a:cs typeface="Inter"/>
              </a:defRPr>
            </a:lvl7pPr>
            <a:lvl8pPr algn="l">
              <a:defRPr sz="1519" b="0" i="0" kern="0" spc="-9">
                <a:solidFill>
                  <a:srgbClr val="3D4D68"/>
                </a:solidFill>
                <a:latin typeface="Inter"/>
                <a:ea typeface="Inter"/>
                <a:cs typeface="Inter"/>
              </a:defRPr>
            </a:lvl8pPr>
            <a:lvl9pPr algn="l">
              <a:defRPr sz="1519" b="0" i="0" kern="0" spc="-9">
                <a:solidFill>
                  <a:srgbClr val="3D4D68"/>
                </a:solidFill>
                <a:latin typeface="Inter"/>
                <a:ea typeface="Inter"/>
                <a:cs typeface="Inter"/>
              </a:defRPr>
            </a:lvl9pPr>
          </a:lstStyle>
          <a:p>
            <a:pPr algn="l">
              <a:lnSpc>
                <a:spcPct val="100000"/>
              </a:lnSpc>
              <a:buNone/>
              <a:defRPr sz="1519" b="0" i="0" kern="0" spc="-9">
                <a:solidFill>
                  <a:srgbClr val="3D4D68"/>
                </a:solidFill>
                <a:latin typeface="Inter"/>
                <a:ea typeface="Inter"/>
                <a:cs typeface="Inter"/>
              </a:defRPr>
            </a:pPr>
            <a:r>
              <a:rPr sz="1519" b="0" i="0" kern="0" spc="-9">
                <a:solidFill>
                  <a:srgbClr val="3D4D68"/>
                </a:solidFill>
                <a:latin typeface="Inter"/>
                <a:ea typeface="Inter"/>
                <a:cs typeface="Inter"/>
              </a:rPr>
              <a:t>· is a tariff ever good for the country · what changes if the</a:t>
            </a:r>
          </a:p>
        </p:txBody>
      </p:sp>
      <p:sp>
        <p:nvSpPr>
          <p:cNvPr id="70" name="s26 text 43">
            <a:extLst>
              <a:ext uri="{FF2B5EF4-FFF2-40B4-BE49-F238E27FC236}">
                <a16:creationId xmlns:a16="http://schemas.microsoft.com/office/drawing/2014/main" id="{4127971D-76FA-4B99-A844-6DFDA9C723E5}"/>
              </a:ext>
            </a:extLst>
          </p:cNvPr>
          <p:cNvSpPr>
            <a:spLocks noGrp="1"/>
          </p:cNvSpPr>
          <p:nvPr/>
        </p:nvSpPr>
        <p:spPr>
          <a:xfrm>
            <a:off x="7258050" y="6006777"/>
            <a:ext cx="980884" cy="268386"/>
          </a:xfrm>
          <a:prstGeom prst="rect">
            <a:avLst/>
          </a:prstGeom>
          <a:noFill/>
          <a:ln w="0">
            <a:noFill/>
            <a:prstDash val="solid"/>
          </a:ln>
        </p:spPr>
        <p:txBody>
          <a:bodyPr wrap="none" lIns="0" tIns="0" rIns="0" bIns="0" anchor="t">
            <a:noAutofit/>
          </a:bodyPr>
          <a:lstStyle>
            <a:defPPr algn="l">
              <a:defRPr sz="1519" b="0" i="0" kern="0" spc="-10">
                <a:solidFill>
                  <a:srgbClr val="3D4D68"/>
                </a:solidFill>
                <a:latin typeface="Inter"/>
                <a:ea typeface="Inter"/>
                <a:cs typeface="Inter"/>
              </a:defRPr>
            </a:defPPr>
            <a:lvl1pPr algn="l">
              <a:defRPr sz="1519" b="0" i="0" kern="0" spc="-10">
                <a:solidFill>
                  <a:srgbClr val="3D4D68"/>
                </a:solidFill>
                <a:latin typeface="Inter"/>
                <a:ea typeface="Inter"/>
                <a:cs typeface="Inter"/>
              </a:defRPr>
            </a:lvl1pPr>
            <a:lvl2pPr algn="l">
              <a:defRPr sz="1519" b="0" i="0" kern="0" spc="-10">
                <a:solidFill>
                  <a:srgbClr val="3D4D68"/>
                </a:solidFill>
                <a:latin typeface="Inter"/>
                <a:ea typeface="Inter"/>
                <a:cs typeface="Inter"/>
              </a:defRPr>
            </a:lvl2pPr>
            <a:lvl3pPr algn="l">
              <a:defRPr sz="1519" b="0" i="0" kern="0" spc="-10">
                <a:solidFill>
                  <a:srgbClr val="3D4D68"/>
                </a:solidFill>
                <a:latin typeface="Inter"/>
                <a:ea typeface="Inter"/>
                <a:cs typeface="Inter"/>
              </a:defRPr>
            </a:lvl3pPr>
            <a:lvl4pPr algn="l">
              <a:defRPr sz="1519" b="0" i="0" kern="0" spc="-10">
                <a:solidFill>
                  <a:srgbClr val="3D4D68"/>
                </a:solidFill>
                <a:latin typeface="Inter"/>
                <a:ea typeface="Inter"/>
                <a:cs typeface="Inter"/>
              </a:defRPr>
            </a:lvl4pPr>
            <a:lvl5pPr algn="l">
              <a:defRPr sz="1519" b="0" i="0" kern="0" spc="-10">
                <a:solidFill>
                  <a:srgbClr val="3D4D68"/>
                </a:solidFill>
                <a:latin typeface="Inter"/>
                <a:ea typeface="Inter"/>
                <a:cs typeface="Inter"/>
              </a:defRPr>
            </a:lvl5pPr>
            <a:lvl6pPr algn="l">
              <a:defRPr sz="1519" b="0" i="0" kern="0" spc="-10">
                <a:solidFill>
                  <a:srgbClr val="3D4D68"/>
                </a:solidFill>
                <a:latin typeface="Inter"/>
                <a:ea typeface="Inter"/>
                <a:cs typeface="Inter"/>
              </a:defRPr>
            </a:lvl6pPr>
            <a:lvl7pPr algn="l">
              <a:defRPr sz="1519" b="0" i="0" kern="0" spc="-10">
                <a:solidFill>
                  <a:srgbClr val="3D4D68"/>
                </a:solidFill>
                <a:latin typeface="Inter"/>
                <a:ea typeface="Inter"/>
                <a:cs typeface="Inter"/>
              </a:defRPr>
            </a:lvl7pPr>
            <a:lvl8pPr algn="l">
              <a:defRPr sz="1519" b="0" i="0" kern="0" spc="-10">
                <a:solidFill>
                  <a:srgbClr val="3D4D68"/>
                </a:solidFill>
                <a:latin typeface="Inter"/>
                <a:ea typeface="Inter"/>
                <a:cs typeface="Inter"/>
              </a:defRPr>
            </a:lvl8pPr>
            <a:lvl9pPr algn="l">
              <a:defRPr sz="1519" b="0" i="0" kern="0" spc="-10">
                <a:solidFill>
                  <a:srgbClr val="3D4D68"/>
                </a:solidFill>
                <a:latin typeface="Inter"/>
                <a:ea typeface="Inter"/>
                <a:cs typeface="Inter"/>
              </a:defRPr>
            </a:lvl9pPr>
          </a:lstStyle>
          <a:p>
            <a:pPr algn="l">
              <a:lnSpc>
                <a:spcPct val="100000"/>
              </a:lnSpc>
              <a:buNone/>
              <a:defRPr sz="1519" b="0" i="0" kern="0" spc="-10">
                <a:solidFill>
                  <a:srgbClr val="3D4D68"/>
                </a:solidFill>
                <a:latin typeface="Inter"/>
                <a:ea typeface="Inter"/>
                <a:cs typeface="Inter"/>
              </a:defRPr>
            </a:pPr>
            <a:r>
              <a:rPr sz="1519" b="0" i="0" kern="0" spc="-10">
                <a:solidFill>
                  <a:srgbClr val="3D4D68"/>
                </a:solidFill>
                <a:latin typeface="Inter"/>
                <a:ea typeface="Inter"/>
                <a:cs typeface="Inter"/>
              </a:rPr>
              <a:t>country is</a:t>
            </a:r>
          </a:p>
        </p:txBody>
      </p:sp>
      <p:sp>
        <p:nvSpPr>
          <p:cNvPr id="71" name="s26 text 44">
            <a:extLst>
              <a:ext uri="{FF2B5EF4-FFF2-40B4-BE49-F238E27FC236}">
                <a16:creationId xmlns:a16="http://schemas.microsoft.com/office/drawing/2014/main" id="{C32E463F-C1AD-4BF6-BB1D-FE3AB28E21A0}"/>
              </a:ext>
            </a:extLst>
          </p:cNvPr>
          <p:cNvSpPr>
            <a:spLocks noGrp="1"/>
          </p:cNvSpPr>
          <p:nvPr/>
        </p:nvSpPr>
        <p:spPr>
          <a:xfrm>
            <a:off x="8203480" y="6006777"/>
            <a:ext cx="532352" cy="268386"/>
          </a:xfrm>
          <a:prstGeom prst="rect">
            <a:avLst/>
          </a:prstGeom>
          <a:noFill/>
          <a:ln w="0">
            <a:noFill/>
            <a:prstDash val="solid"/>
          </a:ln>
        </p:spPr>
        <p:txBody>
          <a:bodyPr wrap="none" lIns="0" tIns="0" rIns="0" bIns="0" anchor="t">
            <a:noAutofit/>
          </a:bodyPr>
          <a:lstStyle>
            <a:defPPr algn="l">
              <a:defRPr sz="1519" b="0" i="1" kern="0" spc="-9">
                <a:solidFill>
                  <a:srgbClr val="3D4D68"/>
                </a:solidFill>
                <a:latin typeface="Inter"/>
                <a:ea typeface="Inter"/>
                <a:cs typeface="Inter"/>
              </a:defRPr>
            </a:defPPr>
            <a:lvl1pPr algn="l">
              <a:defRPr sz="1519" b="0" i="1" kern="0" spc="-9">
                <a:solidFill>
                  <a:srgbClr val="3D4D68"/>
                </a:solidFill>
                <a:latin typeface="Inter"/>
                <a:ea typeface="Inter"/>
                <a:cs typeface="Inter"/>
              </a:defRPr>
            </a:lvl1pPr>
            <a:lvl2pPr algn="l">
              <a:defRPr sz="1519" b="0" i="1" kern="0" spc="-9">
                <a:solidFill>
                  <a:srgbClr val="3D4D68"/>
                </a:solidFill>
                <a:latin typeface="Inter"/>
                <a:ea typeface="Inter"/>
                <a:cs typeface="Inter"/>
              </a:defRPr>
            </a:lvl2pPr>
            <a:lvl3pPr algn="l">
              <a:defRPr sz="1519" b="0" i="1" kern="0" spc="-9">
                <a:solidFill>
                  <a:srgbClr val="3D4D68"/>
                </a:solidFill>
                <a:latin typeface="Inter"/>
                <a:ea typeface="Inter"/>
                <a:cs typeface="Inter"/>
              </a:defRPr>
            </a:lvl3pPr>
            <a:lvl4pPr algn="l">
              <a:defRPr sz="1519" b="0" i="1" kern="0" spc="-9">
                <a:solidFill>
                  <a:srgbClr val="3D4D68"/>
                </a:solidFill>
                <a:latin typeface="Inter"/>
                <a:ea typeface="Inter"/>
                <a:cs typeface="Inter"/>
              </a:defRPr>
            </a:lvl4pPr>
            <a:lvl5pPr algn="l">
              <a:defRPr sz="1519" b="0" i="1" kern="0" spc="-9">
                <a:solidFill>
                  <a:srgbClr val="3D4D68"/>
                </a:solidFill>
                <a:latin typeface="Inter"/>
                <a:ea typeface="Inter"/>
                <a:cs typeface="Inter"/>
              </a:defRPr>
            </a:lvl5pPr>
            <a:lvl6pPr algn="l">
              <a:defRPr sz="1519" b="0" i="1" kern="0" spc="-9">
                <a:solidFill>
                  <a:srgbClr val="3D4D68"/>
                </a:solidFill>
                <a:latin typeface="Inter"/>
                <a:ea typeface="Inter"/>
                <a:cs typeface="Inter"/>
              </a:defRPr>
            </a:lvl6pPr>
            <a:lvl7pPr algn="l">
              <a:defRPr sz="1519" b="0" i="1" kern="0" spc="-9">
                <a:solidFill>
                  <a:srgbClr val="3D4D68"/>
                </a:solidFill>
                <a:latin typeface="Inter"/>
                <a:ea typeface="Inter"/>
                <a:cs typeface="Inter"/>
              </a:defRPr>
            </a:lvl7pPr>
            <a:lvl8pPr algn="l">
              <a:defRPr sz="1519" b="0" i="1" kern="0" spc="-9">
                <a:solidFill>
                  <a:srgbClr val="3D4D68"/>
                </a:solidFill>
                <a:latin typeface="Inter"/>
                <a:ea typeface="Inter"/>
                <a:cs typeface="Inter"/>
              </a:defRPr>
            </a:lvl8pPr>
            <a:lvl9pPr algn="l">
              <a:defRPr sz="1519" b="0" i="1" kern="0" spc="-9">
                <a:solidFill>
                  <a:srgbClr val="3D4D68"/>
                </a:solidFill>
                <a:latin typeface="Inter"/>
                <a:ea typeface="Inter"/>
                <a:cs typeface="Inter"/>
              </a:defRPr>
            </a:lvl9pPr>
          </a:lstStyle>
          <a:p>
            <a:pPr algn="l">
              <a:lnSpc>
                <a:spcPct val="100000"/>
              </a:lnSpc>
              <a:buNone/>
              <a:defRPr sz="1519" b="0" i="1" kern="0" spc="-9">
                <a:solidFill>
                  <a:srgbClr val="3D4D68"/>
                </a:solidFill>
                <a:latin typeface="Inter"/>
                <a:ea typeface="Inter"/>
                <a:cs typeface="Inter"/>
              </a:defRPr>
            </a:pPr>
            <a:r>
              <a:rPr sz="1519" b="0" i="1" kern="0" spc="-9">
                <a:solidFill>
                  <a:srgbClr val="3D4D68"/>
                </a:solidFill>
                <a:latin typeface="Inter"/>
                <a:ea typeface="Inter"/>
                <a:cs typeface="Inter"/>
              </a:rPr>
              <a:t>large</a:t>
            </a:r>
          </a:p>
        </p:txBody>
      </p:sp>
      <p:sp>
        <p:nvSpPr>
          <p:cNvPr id="72" name="s26 text 45">
            <a:extLst>
              <a:ext uri="{FF2B5EF4-FFF2-40B4-BE49-F238E27FC236}">
                <a16:creationId xmlns:a16="http://schemas.microsoft.com/office/drawing/2014/main" id="{3011B4E1-1B68-474B-AFD1-C1616ACF48ED}"/>
              </a:ext>
            </a:extLst>
          </p:cNvPr>
          <p:cNvSpPr>
            <a:spLocks noGrp="1"/>
          </p:cNvSpPr>
          <p:nvPr/>
        </p:nvSpPr>
        <p:spPr>
          <a:xfrm>
            <a:off x="8652978" y="6006777"/>
            <a:ext cx="175759" cy="268386"/>
          </a:xfrm>
          <a:prstGeom prst="rect">
            <a:avLst/>
          </a:prstGeom>
          <a:noFill/>
          <a:ln w="0">
            <a:noFill/>
            <a:prstDash val="solid"/>
          </a:ln>
        </p:spPr>
        <p:txBody>
          <a:bodyPr wrap="none" lIns="0" tIns="0" rIns="0" bIns="0" anchor="t">
            <a:noAutofit/>
          </a:bodyPr>
          <a:lstStyle>
            <a:defPPr algn="l">
              <a:defRPr sz="1519" b="0" i="0" kern="0" spc="0">
                <a:solidFill>
                  <a:srgbClr val="3D4D68"/>
                </a:solidFill>
                <a:latin typeface="Inter"/>
                <a:ea typeface="Inter"/>
                <a:cs typeface="Inter"/>
              </a:defRPr>
            </a:defPPr>
            <a:lvl1pPr algn="l">
              <a:defRPr sz="1519" b="0" i="0" kern="0" spc="0">
                <a:solidFill>
                  <a:srgbClr val="3D4D68"/>
                </a:solidFill>
                <a:latin typeface="Inter"/>
                <a:ea typeface="Inter"/>
                <a:cs typeface="Inter"/>
              </a:defRPr>
            </a:lvl1pPr>
            <a:lvl2pPr algn="l">
              <a:defRPr sz="1519" b="0" i="0" kern="0" spc="0">
                <a:solidFill>
                  <a:srgbClr val="3D4D68"/>
                </a:solidFill>
                <a:latin typeface="Inter"/>
                <a:ea typeface="Inter"/>
                <a:cs typeface="Inter"/>
              </a:defRPr>
            </a:lvl2pPr>
            <a:lvl3pPr algn="l">
              <a:defRPr sz="1519" b="0" i="0" kern="0" spc="0">
                <a:solidFill>
                  <a:srgbClr val="3D4D68"/>
                </a:solidFill>
                <a:latin typeface="Inter"/>
                <a:ea typeface="Inter"/>
                <a:cs typeface="Inter"/>
              </a:defRPr>
            </a:lvl3pPr>
            <a:lvl4pPr algn="l">
              <a:defRPr sz="1519" b="0" i="0" kern="0" spc="0">
                <a:solidFill>
                  <a:srgbClr val="3D4D68"/>
                </a:solidFill>
                <a:latin typeface="Inter"/>
                <a:ea typeface="Inter"/>
                <a:cs typeface="Inter"/>
              </a:defRPr>
            </a:lvl4pPr>
            <a:lvl5pPr algn="l">
              <a:defRPr sz="1519" b="0" i="0" kern="0" spc="0">
                <a:solidFill>
                  <a:srgbClr val="3D4D68"/>
                </a:solidFill>
                <a:latin typeface="Inter"/>
                <a:ea typeface="Inter"/>
                <a:cs typeface="Inter"/>
              </a:defRPr>
            </a:lvl5pPr>
            <a:lvl6pPr algn="l">
              <a:defRPr sz="1519" b="0" i="0" kern="0" spc="0">
                <a:solidFill>
                  <a:srgbClr val="3D4D68"/>
                </a:solidFill>
                <a:latin typeface="Inter"/>
                <a:ea typeface="Inter"/>
                <a:cs typeface="Inter"/>
              </a:defRPr>
            </a:lvl6pPr>
            <a:lvl7pPr algn="l">
              <a:defRPr sz="1519" b="0" i="0" kern="0" spc="0">
                <a:solidFill>
                  <a:srgbClr val="3D4D68"/>
                </a:solidFill>
                <a:latin typeface="Inter"/>
                <a:ea typeface="Inter"/>
                <a:cs typeface="Inter"/>
              </a:defRPr>
            </a:lvl7pPr>
            <a:lvl8pPr algn="l">
              <a:defRPr sz="1519" b="0" i="0" kern="0" spc="0">
                <a:solidFill>
                  <a:srgbClr val="3D4D68"/>
                </a:solidFill>
                <a:latin typeface="Inter"/>
                <a:ea typeface="Inter"/>
                <a:cs typeface="Inter"/>
              </a:defRPr>
            </a:lvl8pPr>
            <a:lvl9pPr algn="l">
              <a:defRPr sz="1519" b="0" i="0" kern="0" spc="0">
                <a:solidFill>
                  <a:srgbClr val="3D4D68"/>
                </a:solidFill>
                <a:latin typeface="Inter"/>
                <a:ea typeface="Inter"/>
                <a:cs typeface="Inter"/>
              </a:defRPr>
            </a:lvl9pPr>
          </a:lstStyle>
          <a:p>
            <a:pPr algn="l">
              <a:lnSpc>
                <a:spcPct val="100000"/>
              </a:lnSpc>
              <a:buNone/>
              <a:defRPr sz="1519" b="0" i="0" kern="0" spc="0">
                <a:solidFill>
                  <a:srgbClr val="3D4D68"/>
                </a:solidFill>
                <a:latin typeface="Inter"/>
                <a:ea typeface="Inter"/>
                <a:cs typeface="Inter"/>
              </a:defRPr>
            </a:pPr>
            <a:r>
              <a:rPr sz="1519" b="0" i="0" kern="0" spc="0">
                <a:solidFill>
                  <a:srgbClr val="3D4D68"/>
                </a:solidFill>
                <a:latin typeface="Inter"/>
                <a:ea typeface="Inter"/>
                <a:cs typeface="Inter"/>
              </a:rPr>
              <a:t>?</a:t>
            </a:r>
          </a:p>
        </p:txBody>
      </p:sp>
      <p:sp>
        <p:nvSpPr>
          <p:cNvPr id="73" name="s26 text 46">
            <a:extLst>
              <a:ext uri="{FF2B5EF4-FFF2-40B4-BE49-F238E27FC236}">
                <a16:creationId xmlns:a16="http://schemas.microsoft.com/office/drawing/2014/main" id="{11C9A4DB-8F45-443C-B6FF-599A009B7604}"/>
              </a:ext>
            </a:extLst>
          </p:cNvPr>
          <p:cNvSpPr>
            <a:spLocks noGrp="1"/>
          </p:cNvSpPr>
          <p:nvPr/>
        </p:nvSpPr>
        <p:spPr>
          <a:xfrm>
            <a:off x="514350" y="7370207"/>
            <a:ext cx="1280523"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REFERENCES · Q&amp;A</a:t>
            </a:r>
          </a:p>
        </p:txBody>
      </p:sp>
      <p:sp>
        <p:nvSpPr>
          <p:cNvPr id="74" name="s26 text 47">
            <a:extLst>
              <a:ext uri="{FF2B5EF4-FFF2-40B4-BE49-F238E27FC236}">
                <a16:creationId xmlns:a16="http://schemas.microsoft.com/office/drawing/2014/main" id="{20D7320C-B03E-435A-B608-A0902A1A9CDC}"/>
              </a:ext>
            </a:extLst>
          </p:cNvPr>
          <p:cNvSpPr>
            <a:spLocks noGrp="1"/>
          </p:cNvSpPr>
          <p:nvPr/>
        </p:nvSpPr>
        <p:spPr>
          <a:xfrm>
            <a:off x="12654037" y="7370207"/>
            <a:ext cx="576503" cy="162663"/>
          </a:xfrm>
          <a:prstGeom prst="rect">
            <a:avLst/>
          </a:prstGeom>
          <a:noFill/>
          <a:ln w="0">
            <a:noFill/>
            <a:prstDash val="solid"/>
          </a:ln>
        </p:spPr>
        <p:txBody>
          <a:bodyPr wrap="none" lIns="0" tIns="0" rIns="0" bIns="0" anchor="t">
            <a:noAutofit/>
          </a:bodyPr>
          <a:lstStyle>
            <a:defPPr algn="l">
              <a:defRPr sz="844" b="0" i="0" kern="0" spc="110">
                <a:solidFill>
                  <a:srgbClr val="8B98AD"/>
                </a:solidFill>
                <a:latin typeface="JetBrains Mono"/>
                <a:ea typeface="JetBrains Mono"/>
                <a:cs typeface="JetBrains Mono"/>
              </a:defRPr>
            </a:defPPr>
            <a:lvl1pPr algn="l">
              <a:defRPr sz="844" b="0" i="0" kern="0" spc="110">
                <a:solidFill>
                  <a:srgbClr val="8B98AD"/>
                </a:solidFill>
                <a:latin typeface="JetBrains Mono"/>
                <a:ea typeface="JetBrains Mono"/>
                <a:cs typeface="JetBrains Mono"/>
              </a:defRPr>
            </a:lvl1pPr>
            <a:lvl2pPr algn="l">
              <a:defRPr sz="844" b="0" i="0" kern="0" spc="110">
                <a:solidFill>
                  <a:srgbClr val="8B98AD"/>
                </a:solidFill>
                <a:latin typeface="JetBrains Mono"/>
                <a:ea typeface="JetBrains Mono"/>
                <a:cs typeface="JetBrains Mono"/>
              </a:defRPr>
            </a:lvl2pPr>
            <a:lvl3pPr algn="l">
              <a:defRPr sz="844" b="0" i="0" kern="0" spc="110">
                <a:solidFill>
                  <a:srgbClr val="8B98AD"/>
                </a:solidFill>
                <a:latin typeface="JetBrains Mono"/>
                <a:ea typeface="JetBrains Mono"/>
                <a:cs typeface="JetBrains Mono"/>
              </a:defRPr>
            </a:lvl3pPr>
            <a:lvl4pPr algn="l">
              <a:defRPr sz="844" b="0" i="0" kern="0" spc="110">
                <a:solidFill>
                  <a:srgbClr val="8B98AD"/>
                </a:solidFill>
                <a:latin typeface="JetBrains Mono"/>
                <a:ea typeface="JetBrains Mono"/>
                <a:cs typeface="JetBrains Mono"/>
              </a:defRPr>
            </a:lvl4pPr>
            <a:lvl5pPr algn="l">
              <a:defRPr sz="844" b="0" i="0" kern="0" spc="110">
                <a:solidFill>
                  <a:srgbClr val="8B98AD"/>
                </a:solidFill>
                <a:latin typeface="JetBrains Mono"/>
                <a:ea typeface="JetBrains Mono"/>
                <a:cs typeface="JetBrains Mono"/>
              </a:defRPr>
            </a:lvl5pPr>
            <a:lvl6pPr algn="l">
              <a:defRPr sz="844" b="0" i="0" kern="0" spc="110">
                <a:solidFill>
                  <a:srgbClr val="8B98AD"/>
                </a:solidFill>
                <a:latin typeface="JetBrains Mono"/>
                <a:ea typeface="JetBrains Mono"/>
                <a:cs typeface="JetBrains Mono"/>
              </a:defRPr>
            </a:lvl6pPr>
            <a:lvl7pPr algn="l">
              <a:defRPr sz="844" b="0" i="0" kern="0" spc="110">
                <a:solidFill>
                  <a:srgbClr val="8B98AD"/>
                </a:solidFill>
                <a:latin typeface="JetBrains Mono"/>
                <a:ea typeface="JetBrains Mono"/>
                <a:cs typeface="JetBrains Mono"/>
              </a:defRPr>
            </a:lvl7pPr>
            <a:lvl8pPr algn="l">
              <a:defRPr sz="844" b="0" i="0" kern="0" spc="110">
                <a:solidFill>
                  <a:srgbClr val="8B98AD"/>
                </a:solidFill>
                <a:latin typeface="JetBrains Mono"/>
                <a:ea typeface="JetBrains Mono"/>
                <a:cs typeface="JetBrains Mono"/>
              </a:defRPr>
            </a:lvl8pPr>
            <a:lvl9pPr algn="l">
              <a:defRPr sz="844" b="0" i="0" kern="0" spc="110">
                <a:solidFill>
                  <a:srgbClr val="8B98AD"/>
                </a:solidFill>
                <a:latin typeface="JetBrains Mono"/>
                <a:ea typeface="JetBrains Mono"/>
                <a:cs typeface="JetBrains Mono"/>
              </a:defRPr>
            </a:lvl9pPr>
          </a:lstStyle>
          <a:p>
            <a:pPr algn="l">
              <a:lnSpc>
                <a:spcPct val="100000"/>
              </a:lnSpc>
              <a:buNone/>
              <a:defRPr sz="844" b="0" i="0" kern="0" spc="110">
                <a:solidFill>
                  <a:srgbClr val="8B98AD"/>
                </a:solidFill>
                <a:latin typeface="JetBrains Mono"/>
                <a:ea typeface="JetBrains Mono"/>
                <a:cs typeface="JetBrains Mono"/>
              </a:defRPr>
            </a:pPr>
            <a:r>
              <a:rPr sz="844" b="0" i="0" kern="0" spc="110">
                <a:solidFill>
                  <a:srgbClr val="8B98AD"/>
                </a:solidFill>
                <a:latin typeface="JetBrains Mono"/>
                <a:ea typeface="JetBrains Mono"/>
                <a:cs typeface="JetBrains Mono"/>
              </a:rPr>
              <a:t>26 / 26</a:t>
            </a:r>
          </a:p>
        </p:txBody>
      </p:sp>
    </p:spTree>
    <p:extLst>
      <p:ext uri="{BB962C8B-B14F-4D97-AF65-F5344CB8AC3E}">
        <p14:creationId xmlns:p14="http://schemas.microsoft.com/office/powerpoint/2010/main" val="42345162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7777</Words>
  <Application>Microsoft Office PowerPoint</Application>
  <DocSecurity>0</DocSecurity>
  <PresentationFormat>Custom</PresentationFormat>
  <Paragraphs>1504</Paragraphs>
  <Slides>26</Slides>
  <Notes>26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Inter Medium</vt:lpstr>
      <vt:lpstr>JetBrains Mono</vt:lpstr>
      <vt:lpstr>Inter ExtraBold</vt:lpstr>
      <vt:lpstr>Inter Light</vt:lpstr>
      <vt:lpstr>Arial</vt:lpstr>
      <vt:lpstr>Aptos</vt:lpstr>
      <vt:lpstr>Inter</vt:lpstr>
      <vt:lpstr>Inter SemiBold</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Samsung Noob</cp:lastModifiedBy>
  <cp:revision>1</cp:revision>
  <dcterms:created xsi:type="dcterms:W3CDTF">2026-10-31T15:29:25Z</dcterms:created>
  <dcterms:modified xsi:type="dcterms:W3CDTF">2026-10-31T15:29:37Z</dcterms:modified>
</cp:coreProperties>
</file>